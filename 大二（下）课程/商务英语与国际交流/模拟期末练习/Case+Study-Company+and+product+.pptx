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5" r:id="rId5"/>
    <p:sldMasterId id="2147483698" r:id="rId6"/>
    <p:sldMasterId id="2147483710" r:id="rId7"/>
    <p:sldMasterId id="2147483723" r:id="rId8"/>
    <p:sldMasterId id="2147483736" r:id="rId9"/>
    <p:sldMasterId id="2147483750" r:id="rId10"/>
  </p:sldMasterIdLst>
  <p:notesMasterIdLst>
    <p:notesMasterId r:id="rId12"/>
  </p:notesMasterIdLst>
  <p:handoutMasterIdLst>
    <p:handoutMasterId r:id="rId17"/>
  </p:handoutMasterIdLst>
  <p:sldIdLst>
    <p:sldId id="585" r:id="rId11"/>
    <p:sldId id="848" r:id="rId13"/>
    <p:sldId id="849" r:id="rId14"/>
    <p:sldId id="850" r:id="rId15"/>
    <p:sldId id="513" r:id="rId16"/>
  </p:sldIdLst>
  <p:sldSz cx="9144000" cy="6858000" type="screen4x3"/>
  <p:notesSz cx="6858000" cy="9144000"/>
  <p:custDataLst>
    <p:tags r:id="rId21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3163"/>
    <a:srgbClr val="E9E7E8"/>
    <a:srgbClr val="D0CCCD"/>
    <a:srgbClr val="FF3300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96" autoAdjust="0"/>
    <p:restoredTop sz="94216" autoAdjust="0"/>
  </p:normalViewPr>
  <p:slideViewPr>
    <p:cSldViewPr showGuides="1">
      <p:cViewPr>
        <p:scale>
          <a:sx n="49" d="100"/>
          <a:sy n="49" d="100"/>
        </p:scale>
        <p:origin x="1216" y="448"/>
      </p:cViewPr>
      <p:guideLst>
        <p:guide orient="horz" pos="2160"/>
        <p:guide pos="2922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-1926" y="-102"/>
      </p:cViewPr>
      <p:guideLst>
        <p:guide orient="horz" pos="2880"/>
        <p:guide pos="219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1" Type="http://schemas.openxmlformats.org/officeDocument/2006/relationships/tags" Target="tags/tag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5.xml"/><Relationship Id="rId15" Type="http://schemas.openxmlformats.org/officeDocument/2006/relationships/slide" Target="slides/slide4.xml"/><Relationship Id="rId14" Type="http://schemas.openxmlformats.org/officeDocument/2006/relationships/slide" Target="slides/slide3.xml"/><Relationship Id="rId13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EB69B08-55E4-45B6-945D-DE582D703F6B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E2C1B931-15D0-4A55-8CA8-A29BE477CC6C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4CA75BA-C2CA-4FA6-B347-4E3E338FA47F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A2C5C263-24E7-45CD-A5A1-047A867ACA1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C5C263-24E7-45CD-A5A1-047A867AC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5120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D4969CA-63E7-47CC-BF83-EB363FA7C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710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710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5765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600201"/>
            <a:ext cx="405765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3979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39791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4628" y="1535113"/>
            <a:ext cx="404217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4628" y="2174875"/>
            <a:ext cx="4042172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710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448" y="273051"/>
            <a:ext cx="5111353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710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1891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1891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1891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579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83422C-B0AA-45AC-B849-9E2683068D8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3BA5CC-B364-4D9E-84F8-72E6944F982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7F32C2-B5EB-4A36-B046-EEA47B117AF2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154A4A-1A95-43B8-B9E8-97E52C4D8DA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710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710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A8D42D-89D8-4A70-A9AC-FE6891ADD66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2F3C29-46A1-452A-89BF-D0CEF59D545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5765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600201"/>
            <a:ext cx="405765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F2F638-D247-4B28-A668-A779E835F7CE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D41CDC-2868-44CB-B892-FB8D1AB67BB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3979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39791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4628" y="1535113"/>
            <a:ext cx="404217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4628" y="2174875"/>
            <a:ext cx="4042172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DF1A1D-4500-4DF4-A8C9-F331E225986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5F90C-1E87-4676-9DA6-F693D299C1A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F14B28-DDDA-4177-9E5D-60B487D44AC3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C7AE9F-4834-41BE-B409-E1404EA4F9F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D1B695-71AF-473A-9308-BB1B4393A088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22E0D3-9B08-444D-A46E-9B7A4EE0F0C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710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448" y="273051"/>
            <a:ext cx="5111353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710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0A9A11-4030-483C-8ED1-4B188EED0E16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0DA707-089B-4E81-B3D2-C633FD5533C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1891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1891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1891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CB2E20-22B2-48A9-847A-5A23B830BD7F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E60E5D-5D0A-4CF7-B0CD-87F7D6691AF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AD456E-6776-47F7-A664-1B529397218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D2B24F-774C-4DC6-A573-411564DA09A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579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1A9CA-4CB9-4EC4-9239-77D8E14EDA8C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3B1F4E-0DCB-46D2-963F-672C3D18216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5" y="2130432"/>
            <a:ext cx="7772400" cy="1470024"/>
          </a:xfrm>
          <a:prstGeom prst="rect">
            <a:avLst/>
          </a:prstGeom>
        </p:spPr>
        <p:txBody>
          <a:bodyPr lIns="91398" tIns="45700" rIns="91398" bIns="4570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5" y="3886207"/>
            <a:ext cx="6400801" cy="1752599"/>
          </a:xfrm>
          <a:prstGeom prst="rect">
            <a:avLst/>
          </a:prstGeom>
        </p:spPr>
        <p:txBody>
          <a:bodyPr lIns="91398" tIns="45700" rIns="91398" bIns="45700"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065" indent="0" algn="ctr">
              <a:buNone/>
              <a:defRPr/>
            </a:lvl4pPr>
            <a:lvl5pPr marL="1370965" indent="0" algn="ctr">
              <a:buNone/>
              <a:defRPr/>
            </a:lvl5pPr>
            <a:lvl6pPr marL="1713865" indent="0" algn="ctr">
              <a:buNone/>
              <a:defRPr/>
            </a:lvl6pPr>
            <a:lvl7pPr marL="2056765" indent="0" algn="ctr">
              <a:buNone/>
              <a:defRPr/>
            </a:lvl7pPr>
            <a:lvl8pPr marL="2399030" indent="0" algn="ctr">
              <a:buNone/>
              <a:defRPr/>
            </a:lvl8pPr>
            <a:lvl9pPr marL="274193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6" y="274648"/>
            <a:ext cx="8229601" cy="1143001"/>
          </a:xfrm>
          <a:prstGeom prst="rect">
            <a:avLst/>
          </a:prstGeom>
        </p:spPr>
        <p:txBody>
          <a:bodyPr lIns="91398" tIns="45700" rIns="91398" bIns="4570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6" y="1600209"/>
            <a:ext cx="8229601" cy="4525963"/>
          </a:xfrm>
          <a:prstGeom prst="rect">
            <a:avLst/>
          </a:prstGeom>
        </p:spPr>
        <p:txBody>
          <a:bodyPr lIns="91398" tIns="45700" rIns="91398" bIns="4570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712" y="4406911"/>
            <a:ext cx="7772400" cy="1362076"/>
          </a:xfrm>
          <a:prstGeom prst="rect">
            <a:avLst/>
          </a:prstGeom>
        </p:spPr>
        <p:txBody>
          <a:bodyPr lIns="91398" tIns="45700" rIns="91398" bIns="45700"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712" y="2906716"/>
            <a:ext cx="7772400" cy="1500187"/>
          </a:xfrm>
          <a:prstGeom prst="rect">
            <a:avLst/>
          </a:prstGeom>
        </p:spPr>
        <p:txBody>
          <a:bodyPr lIns="91398" tIns="45700" rIns="91398" bIns="45700" anchor="b"/>
          <a:lstStyle>
            <a:lvl1pPr marL="0" indent="0">
              <a:buNone/>
              <a:defRPr sz="1500"/>
            </a:lvl1pPr>
            <a:lvl2pPr marL="342900" indent="0">
              <a:buNone/>
              <a:defRPr sz="1425"/>
            </a:lvl2pPr>
            <a:lvl3pPr marL="685800" indent="0">
              <a:buNone/>
              <a:defRPr sz="1125"/>
            </a:lvl3pPr>
            <a:lvl4pPr marL="1028065" indent="0">
              <a:buNone/>
              <a:defRPr sz="1125"/>
            </a:lvl4pPr>
            <a:lvl5pPr marL="1370965" indent="0">
              <a:buNone/>
              <a:defRPr sz="1125"/>
            </a:lvl5pPr>
            <a:lvl6pPr marL="1713865" indent="0">
              <a:buNone/>
              <a:defRPr sz="1125"/>
            </a:lvl6pPr>
            <a:lvl7pPr marL="2056765" indent="0">
              <a:buNone/>
              <a:defRPr sz="1125"/>
            </a:lvl7pPr>
            <a:lvl8pPr marL="2399030" indent="0">
              <a:buNone/>
              <a:defRPr sz="1125"/>
            </a:lvl8pPr>
            <a:lvl9pPr marL="2741930" indent="0">
              <a:buNone/>
              <a:defRPr sz="112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6" y="274648"/>
            <a:ext cx="8229601" cy="1143001"/>
          </a:xfrm>
          <a:prstGeom prst="rect">
            <a:avLst/>
          </a:prstGeom>
        </p:spPr>
        <p:txBody>
          <a:bodyPr lIns="91398" tIns="45700" rIns="91398" bIns="4570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1600209"/>
            <a:ext cx="4057650" cy="4525963"/>
          </a:xfrm>
          <a:prstGeom prst="rect">
            <a:avLst/>
          </a:prstGeom>
        </p:spPr>
        <p:txBody>
          <a:bodyPr lIns="91398" tIns="45700" rIns="91398" bIns="45700"/>
          <a:lstStyle>
            <a:lvl1pPr>
              <a:defRPr sz="2025"/>
            </a:lvl1pPr>
            <a:lvl2pPr>
              <a:defRPr sz="1800"/>
            </a:lvl2pPr>
            <a:lvl3pPr>
              <a:defRPr sz="1500"/>
            </a:lvl3pPr>
            <a:lvl4pPr>
              <a:defRPr sz="1425"/>
            </a:lvl4pPr>
            <a:lvl5pPr>
              <a:defRPr sz="1425"/>
            </a:lvl5pPr>
            <a:lvl6pPr>
              <a:defRPr sz="1425"/>
            </a:lvl6pPr>
            <a:lvl7pPr>
              <a:defRPr sz="1425"/>
            </a:lvl7pPr>
            <a:lvl8pPr>
              <a:defRPr sz="1425"/>
            </a:lvl8pPr>
            <a:lvl9pPr>
              <a:defRPr sz="142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1" y="1600209"/>
            <a:ext cx="4057650" cy="4525963"/>
          </a:xfrm>
          <a:prstGeom prst="rect">
            <a:avLst/>
          </a:prstGeom>
        </p:spPr>
        <p:txBody>
          <a:bodyPr lIns="91398" tIns="45700" rIns="91398" bIns="45700"/>
          <a:lstStyle>
            <a:lvl1pPr>
              <a:defRPr sz="2025"/>
            </a:lvl1pPr>
            <a:lvl2pPr>
              <a:defRPr sz="1800"/>
            </a:lvl2pPr>
            <a:lvl3pPr>
              <a:defRPr sz="1500"/>
            </a:lvl3pPr>
            <a:lvl4pPr>
              <a:defRPr sz="1425"/>
            </a:lvl4pPr>
            <a:lvl5pPr>
              <a:defRPr sz="1425"/>
            </a:lvl5pPr>
            <a:lvl6pPr>
              <a:defRPr sz="1425"/>
            </a:lvl6pPr>
            <a:lvl7pPr>
              <a:defRPr sz="1425"/>
            </a:lvl7pPr>
            <a:lvl8pPr>
              <a:defRPr sz="1425"/>
            </a:lvl8pPr>
            <a:lvl9pPr>
              <a:defRPr sz="142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6" y="274648"/>
            <a:ext cx="8229601" cy="1143001"/>
          </a:xfrm>
          <a:prstGeom prst="rect">
            <a:avLst/>
          </a:prstGeom>
        </p:spPr>
        <p:txBody>
          <a:bodyPr lIns="91398" tIns="45700" rIns="91398" bIns="45700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2" y="1535124"/>
            <a:ext cx="4039791" cy="639763"/>
          </a:xfrm>
          <a:prstGeom prst="rect">
            <a:avLst/>
          </a:prstGeom>
        </p:spPr>
        <p:txBody>
          <a:bodyPr lIns="91398" tIns="45700" rIns="91398" bIns="4570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25" b="1"/>
            </a:lvl3pPr>
            <a:lvl4pPr marL="1028065" indent="0">
              <a:buNone/>
              <a:defRPr sz="1125" b="1"/>
            </a:lvl4pPr>
            <a:lvl5pPr marL="1370965" indent="0">
              <a:buNone/>
              <a:defRPr sz="1125" b="1"/>
            </a:lvl5pPr>
            <a:lvl6pPr marL="1713865" indent="0">
              <a:buNone/>
              <a:defRPr sz="1125" b="1"/>
            </a:lvl6pPr>
            <a:lvl7pPr marL="2056765" indent="0">
              <a:buNone/>
              <a:defRPr sz="1125" b="1"/>
            </a:lvl7pPr>
            <a:lvl8pPr marL="2399030" indent="0">
              <a:buNone/>
              <a:defRPr sz="1125" b="1"/>
            </a:lvl8pPr>
            <a:lvl9pPr marL="2741930" indent="0">
              <a:buNone/>
              <a:defRPr sz="112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2" y="2174877"/>
            <a:ext cx="4039791" cy="3951288"/>
          </a:xfrm>
          <a:prstGeom prst="rect">
            <a:avLst/>
          </a:prstGeom>
        </p:spPr>
        <p:txBody>
          <a:bodyPr lIns="91398" tIns="45700" rIns="91398" bIns="45700"/>
          <a:lstStyle>
            <a:lvl1pPr>
              <a:defRPr sz="1800"/>
            </a:lvl1pPr>
            <a:lvl2pPr>
              <a:defRPr sz="1500"/>
            </a:lvl2pPr>
            <a:lvl3pPr>
              <a:defRPr sz="1425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4637" y="1535124"/>
            <a:ext cx="4042172" cy="639763"/>
          </a:xfrm>
          <a:prstGeom prst="rect">
            <a:avLst/>
          </a:prstGeom>
        </p:spPr>
        <p:txBody>
          <a:bodyPr lIns="91398" tIns="45700" rIns="91398" bIns="4570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25" b="1"/>
            </a:lvl3pPr>
            <a:lvl4pPr marL="1028065" indent="0">
              <a:buNone/>
              <a:defRPr sz="1125" b="1"/>
            </a:lvl4pPr>
            <a:lvl5pPr marL="1370965" indent="0">
              <a:buNone/>
              <a:defRPr sz="1125" b="1"/>
            </a:lvl5pPr>
            <a:lvl6pPr marL="1713865" indent="0">
              <a:buNone/>
              <a:defRPr sz="1125" b="1"/>
            </a:lvl6pPr>
            <a:lvl7pPr marL="2056765" indent="0">
              <a:buNone/>
              <a:defRPr sz="1125" b="1"/>
            </a:lvl7pPr>
            <a:lvl8pPr marL="2399030" indent="0">
              <a:buNone/>
              <a:defRPr sz="1125" b="1"/>
            </a:lvl8pPr>
            <a:lvl9pPr marL="2741930" indent="0">
              <a:buNone/>
              <a:defRPr sz="112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4637" y="2174877"/>
            <a:ext cx="4042172" cy="3951288"/>
          </a:xfrm>
          <a:prstGeom prst="rect">
            <a:avLst/>
          </a:prstGeom>
        </p:spPr>
        <p:txBody>
          <a:bodyPr lIns="91398" tIns="45700" rIns="91398" bIns="45700"/>
          <a:lstStyle>
            <a:lvl1pPr>
              <a:defRPr sz="1800"/>
            </a:lvl1pPr>
            <a:lvl2pPr>
              <a:defRPr sz="1500"/>
            </a:lvl2pPr>
            <a:lvl3pPr>
              <a:defRPr sz="1425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6" y="274648"/>
            <a:ext cx="8229601" cy="1143001"/>
          </a:xfrm>
          <a:prstGeom prst="rect">
            <a:avLst/>
          </a:prstGeom>
        </p:spPr>
        <p:txBody>
          <a:bodyPr lIns="91398" tIns="45700" rIns="91398" bIns="4570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73052"/>
            <a:ext cx="3008710" cy="1162051"/>
          </a:xfrm>
          <a:prstGeom prst="rect">
            <a:avLst/>
          </a:prstGeom>
        </p:spPr>
        <p:txBody>
          <a:bodyPr lIns="91398" tIns="45700" rIns="91398" bIns="45700"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451" y="273057"/>
            <a:ext cx="5111353" cy="5853113"/>
          </a:xfrm>
          <a:prstGeom prst="rect">
            <a:avLst/>
          </a:prstGeom>
        </p:spPr>
        <p:txBody>
          <a:bodyPr lIns="91398" tIns="45700" rIns="91398" bIns="45700"/>
          <a:lstStyle>
            <a:lvl1pPr>
              <a:defRPr sz="2325"/>
            </a:lvl1pPr>
            <a:lvl2pPr>
              <a:defRPr sz="2025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435104"/>
            <a:ext cx="3008710" cy="4691063"/>
          </a:xfrm>
          <a:prstGeom prst="rect">
            <a:avLst/>
          </a:prstGeom>
        </p:spPr>
        <p:txBody>
          <a:bodyPr lIns="91398" tIns="45700" rIns="91398" bIns="45700"/>
          <a:lstStyle>
            <a:lvl1pPr marL="0" indent="0">
              <a:buNone/>
              <a:defRPr sz="1125"/>
            </a:lvl1pPr>
            <a:lvl2pPr marL="342900" indent="0">
              <a:buNone/>
              <a:defRPr sz="975"/>
            </a:lvl2pPr>
            <a:lvl3pPr marL="685800" indent="0">
              <a:buNone/>
              <a:defRPr sz="975"/>
            </a:lvl3pPr>
            <a:lvl4pPr marL="1028065" indent="0">
              <a:buNone/>
              <a:defRPr sz="675"/>
            </a:lvl4pPr>
            <a:lvl5pPr marL="1370965" indent="0">
              <a:buNone/>
              <a:defRPr sz="675"/>
            </a:lvl5pPr>
            <a:lvl6pPr marL="1713865" indent="0">
              <a:buNone/>
              <a:defRPr sz="675"/>
            </a:lvl6pPr>
            <a:lvl7pPr marL="2056765" indent="0">
              <a:buNone/>
              <a:defRPr sz="675"/>
            </a:lvl7pPr>
            <a:lvl8pPr marL="2399030" indent="0">
              <a:buNone/>
              <a:defRPr sz="675"/>
            </a:lvl8pPr>
            <a:lvl9pPr marL="274193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1894" y="4800607"/>
            <a:ext cx="5486400" cy="566740"/>
          </a:xfrm>
          <a:prstGeom prst="rect">
            <a:avLst/>
          </a:prstGeom>
        </p:spPr>
        <p:txBody>
          <a:bodyPr lIns="91398" tIns="45700" rIns="91398" bIns="45700"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1894" y="612775"/>
            <a:ext cx="5486400" cy="4114800"/>
          </a:xfrm>
          <a:prstGeom prst="rect">
            <a:avLst/>
          </a:prstGeom>
        </p:spPr>
        <p:txBody>
          <a:bodyPr lIns="91398" tIns="45700" rIns="91398" bIns="45700"/>
          <a:lstStyle>
            <a:lvl1pPr marL="0" indent="0">
              <a:buNone/>
              <a:defRPr sz="2325"/>
            </a:lvl1pPr>
            <a:lvl2pPr marL="342900" indent="0">
              <a:buNone/>
              <a:defRPr sz="2025"/>
            </a:lvl2pPr>
            <a:lvl3pPr marL="685800" indent="0">
              <a:buNone/>
              <a:defRPr sz="1800"/>
            </a:lvl3pPr>
            <a:lvl4pPr marL="1028065" indent="0">
              <a:buNone/>
              <a:defRPr sz="1500"/>
            </a:lvl4pPr>
            <a:lvl5pPr marL="1370965" indent="0">
              <a:buNone/>
              <a:defRPr sz="1500"/>
            </a:lvl5pPr>
            <a:lvl6pPr marL="1713865" indent="0">
              <a:buNone/>
              <a:defRPr sz="1500"/>
            </a:lvl6pPr>
            <a:lvl7pPr marL="2056765" indent="0">
              <a:buNone/>
              <a:defRPr sz="1500"/>
            </a:lvl7pPr>
            <a:lvl8pPr marL="2399030" indent="0">
              <a:buNone/>
              <a:defRPr sz="1500"/>
            </a:lvl8pPr>
            <a:lvl9pPr marL="2741930" indent="0">
              <a:buNone/>
              <a:defRPr sz="1500"/>
            </a:lvl9pPr>
          </a:lstStyle>
          <a:p>
            <a:pPr lvl="0"/>
            <a:r>
              <a:rPr lang="zh-CN" altLang="en-US" noProof="0">
                <a:sym typeface="Calibri" panose="020F0502020204030204" pitchFamily="34" charset="0"/>
              </a:rPr>
              <a:t>单击图标添加图片</a:t>
            </a:r>
            <a:endParaRPr lang="zh-CN" altLang="en-US" noProof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1894" y="5367359"/>
            <a:ext cx="5486400" cy="804863"/>
          </a:xfrm>
          <a:prstGeom prst="rect">
            <a:avLst/>
          </a:prstGeom>
        </p:spPr>
        <p:txBody>
          <a:bodyPr lIns="91398" tIns="45700" rIns="91398" bIns="45700"/>
          <a:lstStyle>
            <a:lvl1pPr marL="0" indent="0">
              <a:buNone/>
              <a:defRPr sz="1125"/>
            </a:lvl1pPr>
            <a:lvl2pPr marL="342900" indent="0">
              <a:buNone/>
              <a:defRPr sz="975"/>
            </a:lvl2pPr>
            <a:lvl3pPr marL="685800" indent="0">
              <a:buNone/>
              <a:defRPr sz="975"/>
            </a:lvl3pPr>
            <a:lvl4pPr marL="1028065" indent="0">
              <a:buNone/>
              <a:defRPr sz="675"/>
            </a:lvl4pPr>
            <a:lvl5pPr marL="1370965" indent="0">
              <a:buNone/>
              <a:defRPr sz="675"/>
            </a:lvl5pPr>
            <a:lvl6pPr marL="1713865" indent="0">
              <a:buNone/>
              <a:defRPr sz="675"/>
            </a:lvl6pPr>
            <a:lvl7pPr marL="2056765" indent="0">
              <a:buNone/>
              <a:defRPr sz="675"/>
            </a:lvl7pPr>
            <a:lvl8pPr marL="2399030" indent="0">
              <a:buNone/>
              <a:defRPr sz="675"/>
            </a:lvl8pPr>
            <a:lvl9pPr marL="274193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6" y="274648"/>
            <a:ext cx="8229601" cy="1143001"/>
          </a:xfrm>
          <a:prstGeom prst="rect">
            <a:avLst/>
          </a:prstGeom>
        </p:spPr>
        <p:txBody>
          <a:bodyPr lIns="91398" tIns="45700" rIns="91398" bIns="4570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6" y="1600209"/>
            <a:ext cx="8229601" cy="4525963"/>
          </a:xfrm>
          <a:prstGeom prst="rect">
            <a:avLst/>
          </a:prstGeom>
        </p:spPr>
        <p:txBody>
          <a:bodyPr vert="eaVert" lIns="91398" tIns="45700" rIns="91398" bIns="4570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7" y="274645"/>
            <a:ext cx="2057401" cy="5851524"/>
          </a:xfrm>
          <a:prstGeom prst="rect">
            <a:avLst/>
          </a:prstGeom>
        </p:spPr>
        <p:txBody>
          <a:bodyPr vert="eaVert" lIns="91398" tIns="45700" rIns="91398" bIns="4570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6" y="274645"/>
            <a:ext cx="6057901" cy="5851524"/>
          </a:xfrm>
          <a:prstGeom prst="rect">
            <a:avLst/>
          </a:prstGeom>
        </p:spPr>
        <p:txBody>
          <a:bodyPr vert="eaVert" lIns="91398" tIns="45700" rIns="91398" bIns="4570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6" y="274648"/>
            <a:ext cx="8229601" cy="1143001"/>
          </a:xfrm>
          <a:prstGeom prst="rect">
            <a:avLst/>
          </a:prstGeom>
        </p:spPr>
        <p:txBody>
          <a:bodyPr lIns="91398" tIns="45700" rIns="91398" bIns="4570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710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710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5765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600201"/>
            <a:ext cx="405765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3979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39791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4628" y="1535113"/>
            <a:ext cx="404217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4628" y="2174875"/>
            <a:ext cx="4042172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710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448" y="273051"/>
            <a:ext cx="5111353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710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1891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1891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1891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579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99762-1CCC-4A5D-B9F3-D68DEF710926}" type="datetime1">
              <a:rPr lang="zh-CN" altLang="en-US"/>
            </a:fld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E86914-4930-45D3-B3D5-D348770EA204}" type="slidenum">
              <a:rPr lang="zh-CN" altLang="en-US"/>
            </a:fld>
            <a:endParaRPr lang="zh-CN" altLang="en-US" sz="135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F177CE-1497-4AA2-BCD2-2EB9CA43067C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6CB561-28D3-4DAB-8D63-15E4E5B8F24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968728-2A75-421E-93E2-D6602C75D42E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4D6244-D0BC-472A-8C3F-1E38B39C834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710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710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353E9F-AA18-4BE1-AE0A-FAB43B37F30D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B4191C-3755-4E5E-9358-BD6E4F90804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5765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600201"/>
            <a:ext cx="405765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5C4AE5-CDB4-49BB-BE36-A0C3E0A2BC51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C03E42-29BC-49DC-9175-B10B4E716F6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3979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39791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4628" y="1535113"/>
            <a:ext cx="404217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4628" y="2174875"/>
            <a:ext cx="4042172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2946DF-9AF1-48C1-B9A7-A813B811D47C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A6C6FD-3F6C-47D8-8E48-ADFE27916B6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90651C-4B3D-4AC7-872A-2C0F15272882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CDCAB7-462A-4940-9639-FA0C41FD761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3F677-847F-4779-9231-433931727907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6E1884-0F88-4CB2-A9AF-AE101175318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710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448" y="273051"/>
            <a:ext cx="5111353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710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C68A2B-DE66-4E41-A53C-FB2BF41F50DC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F23C7D-BBFF-4DE5-9482-1891BEE50C5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1891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1891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1891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8A4D9E-D559-4CCA-9A22-B0B50DFDA05A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90FE5F-C1D5-4173-8CE7-65BAD063CF7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EF072C-F5BC-47F1-96A9-555AC8AEC680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69DD7A-0313-4E59-A48C-DDBEF190836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579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025C27-00C0-4E5F-95FD-19DFC3A29FCA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F097D-2853-4C63-A0B6-1171DEC87E0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5" y="2130432"/>
            <a:ext cx="7772400" cy="1470024"/>
          </a:xfrm>
          <a:prstGeom prst="rect">
            <a:avLst/>
          </a:prstGeom>
        </p:spPr>
        <p:txBody>
          <a:bodyPr lIns="91398" tIns="45700" rIns="91398" bIns="4570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5" y="3886207"/>
            <a:ext cx="6400801" cy="1752599"/>
          </a:xfrm>
          <a:prstGeom prst="rect">
            <a:avLst/>
          </a:prstGeom>
        </p:spPr>
        <p:txBody>
          <a:bodyPr lIns="91398" tIns="45700" rIns="91398" bIns="45700"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065" indent="0" algn="ctr">
              <a:buNone/>
              <a:defRPr/>
            </a:lvl4pPr>
            <a:lvl5pPr marL="1370965" indent="0" algn="ctr">
              <a:buNone/>
              <a:defRPr/>
            </a:lvl5pPr>
            <a:lvl6pPr marL="1713865" indent="0" algn="ctr">
              <a:buNone/>
              <a:defRPr/>
            </a:lvl6pPr>
            <a:lvl7pPr marL="2056765" indent="0" algn="ctr">
              <a:buNone/>
              <a:defRPr/>
            </a:lvl7pPr>
            <a:lvl8pPr marL="2399030" indent="0" algn="ctr">
              <a:buNone/>
              <a:defRPr/>
            </a:lvl8pPr>
            <a:lvl9pPr marL="274193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6" y="274648"/>
            <a:ext cx="8229601" cy="1143001"/>
          </a:xfrm>
          <a:prstGeom prst="rect">
            <a:avLst/>
          </a:prstGeom>
        </p:spPr>
        <p:txBody>
          <a:bodyPr lIns="91398" tIns="45700" rIns="91398" bIns="4570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6" y="1600209"/>
            <a:ext cx="8229601" cy="4525963"/>
          </a:xfrm>
          <a:prstGeom prst="rect">
            <a:avLst/>
          </a:prstGeom>
        </p:spPr>
        <p:txBody>
          <a:bodyPr lIns="91398" tIns="45700" rIns="91398" bIns="4570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712" y="4406911"/>
            <a:ext cx="7772400" cy="1362076"/>
          </a:xfrm>
          <a:prstGeom prst="rect">
            <a:avLst/>
          </a:prstGeom>
        </p:spPr>
        <p:txBody>
          <a:bodyPr lIns="91398" tIns="45700" rIns="91398" bIns="45700"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712" y="2906716"/>
            <a:ext cx="7772400" cy="1500187"/>
          </a:xfrm>
          <a:prstGeom prst="rect">
            <a:avLst/>
          </a:prstGeom>
        </p:spPr>
        <p:txBody>
          <a:bodyPr lIns="91398" tIns="45700" rIns="91398" bIns="45700" anchor="b"/>
          <a:lstStyle>
            <a:lvl1pPr marL="0" indent="0">
              <a:buNone/>
              <a:defRPr sz="1500"/>
            </a:lvl1pPr>
            <a:lvl2pPr marL="342900" indent="0">
              <a:buNone/>
              <a:defRPr sz="1425"/>
            </a:lvl2pPr>
            <a:lvl3pPr marL="685800" indent="0">
              <a:buNone/>
              <a:defRPr sz="1125"/>
            </a:lvl3pPr>
            <a:lvl4pPr marL="1028065" indent="0">
              <a:buNone/>
              <a:defRPr sz="1125"/>
            </a:lvl4pPr>
            <a:lvl5pPr marL="1370965" indent="0">
              <a:buNone/>
              <a:defRPr sz="1125"/>
            </a:lvl5pPr>
            <a:lvl6pPr marL="1713865" indent="0">
              <a:buNone/>
              <a:defRPr sz="1125"/>
            </a:lvl6pPr>
            <a:lvl7pPr marL="2056765" indent="0">
              <a:buNone/>
              <a:defRPr sz="1125"/>
            </a:lvl7pPr>
            <a:lvl8pPr marL="2399030" indent="0">
              <a:buNone/>
              <a:defRPr sz="1125"/>
            </a:lvl8pPr>
            <a:lvl9pPr marL="2741930" indent="0">
              <a:buNone/>
              <a:defRPr sz="112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6" y="274648"/>
            <a:ext cx="8229601" cy="1143001"/>
          </a:xfrm>
          <a:prstGeom prst="rect">
            <a:avLst/>
          </a:prstGeom>
        </p:spPr>
        <p:txBody>
          <a:bodyPr lIns="91398" tIns="45700" rIns="91398" bIns="4570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1600209"/>
            <a:ext cx="4057650" cy="4525963"/>
          </a:xfrm>
          <a:prstGeom prst="rect">
            <a:avLst/>
          </a:prstGeom>
        </p:spPr>
        <p:txBody>
          <a:bodyPr lIns="91398" tIns="45700" rIns="91398" bIns="45700"/>
          <a:lstStyle>
            <a:lvl1pPr>
              <a:defRPr sz="2025"/>
            </a:lvl1pPr>
            <a:lvl2pPr>
              <a:defRPr sz="1800"/>
            </a:lvl2pPr>
            <a:lvl3pPr>
              <a:defRPr sz="1500"/>
            </a:lvl3pPr>
            <a:lvl4pPr>
              <a:defRPr sz="1425"/>
            </a:lvl4pPr>
            <a:lvl5pPr>
              <a:defRPr sz="1425"/>
            </a:lvl5pPr>
            <a:lvl6pPr>
              <a:defRPr sz="1425"/>
            </a:lvl6pPr>
            <a:lvl7pPr>
              <a:defRPr sz="1425"/>
            </a:lvl7pPr>
            <a:lvl8pPr>
              <a:defRPr sz="1425"/>
            </a:lvl8pPr>
            <a:lvl9pPr>
              <a:defRPr sz="142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1" y="1600209"/>
            <a:ext cx="4057650" cy="4525963"/>
          </a:xfrm>
          <a:prstGeom prst="rect">
            <a:avLst/>
          </a:prstGeom>
        </p:spPr>
        <p:txBody>
          <a:bodyPr lIns="91398" tIns="45700" rIns="91398" bIns="45700"/>
          <a:lstStyle>
            <a:lvl1pPr>
              <a:defRPr sz="2025"/>
            </a:lvl1pPr>
            <a:lvl2pPr>
              <a:defRPr sz="1800"/>
            </a:lvl2pPr>
            <a:lvl3pPr>
              <a:defRPr sz="1500"/>
            </a:lvl3pPr>
            <a:lvl4pPr>
              <a:defRPr sz="1425"/>
            </a:lvl4pPr>
            <a:lvl5pPr>
              <a:defRPr sz="1425"/>
            </a:lvl5pPr>
            <a:lvl6pPr>
              <a:defRPr sz="1425"/>
            </a:lvl6pPr>
            <a:lvl7pPr>
              <a:defRPr sz="1425"/>
            </a:lvl7pPr>
            <a:lvl8pPr>
              <a:defRPr sz="1425"/>
            </a:lvl8pPr>
            <a:lvl9pPr>
              <a:defRPr sz="142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6" y="274648"/>
            <a:ext cx="8229601" cy="1143001"/>
          </a:xfrm>
          <a:prstGeom prst="rect">
            <a:avLst/>
          </a:prstGeom>
        </p:spPr>
        <p:txBody>
          <a:bodyPr lIns="91398" tIns="45700" rIns="91398" bIns="45700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2" y="1535124"/>
            <a:ext cx="4039791" cy="639763"/>
          </a:xfrm>
          <a:prstGeom prst="rect">
            <a:avLst/>
          </a:prstGeom>
        </p:spPr>
        <p:txBody>
          <a:bodyPr lIns="91398" tIns="45700" rIns="91398" bIns="4570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25" b="1"/>
            </a:lvl3pPr>
            <a:lvl4pPr marL="1028065" indent="0">
              <a:buNone/>
              <a:defRPr sz="1125" b="1"/>
            </a:lvl4pPr>
            <a:lvl5pPr marL="1370965" indent="0">
              <a:buNone/>
              <a:defRPr sz="1125" b="1"/>
            </a:lvl5pPr>
            <a:lvl6pPr marL="1713865" indent="0">
              <a:buNone/>
              <a:defRPr sz="1125" b="1"/>
            </a:lvl6pPr>
            <a:lvl7pPr marL="2056765" indent="0">
              <a:buNone/>
              <a:defRPr sz="1125" b="1"/>
            </a:lvl7pPr>
            <a:lvl8pPr marL="2399030" indent="0">
              <a:buNone/>
              <a:defRPr sz="1125" b="1"/>
            </a:lvl8pPr>
            <a:lvl9pPr marL="2741930" indent="0">
              <a:buNone/>
              <a:defRPr sz="112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2" y="2174877"/>
            <a:ext cx="4039791" cy="3951288"/>
          </a:xfrm>
          <a:prstGeom prst="rect">
            <a:avLst/>
          </a:prstGeom>
        </p:spPr>
        <p:txBody>
          <a:bodyPr lIns="91398" tIns="45700" rIns="91398" bIns="45700"/>
          <a:lstStyle>
            <a:lvl1pPr>
              <a:defRPr sz="1800"/>
            </a:lvl1pPr>
            <a:lvl2pPr>
              <a:defRPr sz="1500"/>
            </a:lvl2pPr>
            <a:lvl3pPr>
              <a:defRPr sz="1425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4637" y="1535124"/>
            <a:ext cx="4042172" cy="639763"/>
          </a:xfrm>
          <a:prstGeom prst="rect">
            <a:avLst/>
          </a:prstGeom>
        </p:spPr>
        <p:txBody>
          <a:bodyPr lIns="91398" tIns="45700" rIns="91398" bIns="4570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25" b="1"/>
            </a:lvl3pPr>
            <a:lvl4pPr marL="1028065" indent="0">
              <a:buNone/>
              <a:defRPr sz="1125" b="1"/>
            </a:lvl4pPr>
            <a:lvl5pPr marL="1370965" indent="0">
              <a:buNone/>
              <a:defRPr sz="1125" b="1"/>
            </a:lvl5pPr>
            <a:lvl6pPr marL="1713865" indent="0">
              <a:buNone/>
              <a:defRPr sz="1125" b="1"/>
            </a:lvl6pPr>
            <a:lvl7pPr marL="2056765" indent="0">
              <a:buNone/>
              <a:defRPr sz="1125" b="1"/>
            </a:lvl7pPr>
            <a:lvl8pPr marL="2399030" indent="0">
              <a:buNone/>
              <a:defRPr sz="1125" b="1"/>
            </a:lvl8pPr>
            <a:lvl9pPr marL="2741930" indent="0">
              <a:buNone/>
              <a:defRPr sz="112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4637" y="2174877"/>
            <a:ext cx="4042172" cy="3951288"/>
          </a:xfrm>
          <a:prstGeom prst="rect">
            <a:avLst/>
          </a:prstGeom>
        </p:spPr>
        <p:txBody>
          <a:bodyPr lIns="91398" tIns="45700" rIns="91398" bIns="45700"/>
          <a:lstStyle>
            <a:lvl1pPr>
              <a:defRPr sz="1800"/>
            </a:lvl1pPr>
            <a:lvl2pPr>
              <a:defRPr sz="1500"/>
            </a:lvl2pPr>
            <a:lvl3pPr>
              <a:defRPr sz="1425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6" y="274648"/>
            <a:ext cx="8229601" cy="1143001"/>
          </a:xfrm>
          <a:prstGeom prst="rect">
            <a:avLst/>
          </a:prstGeom>
        </p:spPr>
        <p:txBody>
          <a:bodyPr lIns="91398" tIns="45700" rIns="91398" bIns="4570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73052"/>
            <a:ext cx="3008710" cy="1162051"/>
          </a:xfrm>
          <a:prstGeom prst="rect">
            <a:avLst/>
          </a:prstGeom>
        </p:spPr>
        <p:txBody>
          <a:bodyPr lIns="91398" tIns="45700" rIns="91398" bIns="45700"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451" y="273057"/>
            <a:ext cx="5111353" cy="5853113"/>
          </a:xfrm>
          <a:prstGeom prst="rect">
            <a:avLst/>
          </a:prstGeom>
        </p:spPr>
        <p:txBody>
          <a:bodyPr lIns="91398" tIns="45700" rIns="91398" bIns="45700"/>
          <a:lstStyle>
            <a:lvl1pPr>
              <a:defRPr sz="2325"/>
            </a:lvl1pPr>
            <a:lvl2pPr>
              <a:defRPr sz="2025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435104"/>
            <a:ext cx="3008710" cy="4691063"/>
          </a:xfrm>
          <a:prstGeom prst="rect">
            <a:avLst/>
          </a:prstGeom>
        </p:spPr>
        <p:txBody>
          <a:bodyPr lIns="91398" tIns="45700" rIns="91398" bIns="45700"/>
          <a:lstStyle>
            <a:lvl1pPr marL="0" indent="0">
              <a:buNone/>
              <a:defRPr sz="1125"/>
            </a:lvl1pPr>
            <a:lvl2pPr marL="342900" indent="0">
              <a:buNone/>
              <a:defRPr sz="975"/>
            </a:lvl2pPr>
            <a:lvl3pPr marL="685800" indent="0">
              <a:buNone/>
              <a:defRPr sz="975"/>
            </a:lvl3pPr>
            <a:lvl4pPr marL="1028065" indent="0">
              <a:buNone/>
              <a:defRPr sz="675"/>
            </a:lvl4pPr>
            <a:lvl5pPr marL="1370965" indent="0">
              <a:buNone/>
              <a:defRPr sz="675"/>
            </a:lvl5pPr>
            <a:lvl6pPr marL="1713865" indent="0">
              <a:buNone/>
              <a:defRPr sz="675"/>
            </a:lvl6pPr>
            <a:lvl7pPr marL="2056765" indent="0">
              <a:buNone/>
              <a:defRPr sz="675"/>
            </a:lvl7pPr>
            <a:lvl8pPr marL="2399030" indent="0">
              <a:buNone/>
              <a:defRPr sz="675"/>
            </a:lvl8pPr>
            <a:lvl9pPr marL="274193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1894" y="4800607"/>
            <a:ext cx="5486400" cy="566740"/>
          </a:xfrm>
          <a:prstGeom prst="rect">
            <a:avLst/>
          </a:prstGeom>
        </p:spPr>
        <p:txBody>
          <a:bodyPr lIns="91398" tIns="45700" rIns="91398" bIns="45700"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1894" y="612775"/>
            <a:ext cx="5486400" cy="4114800"/>
          </a:xfrm>
          <a:prstGeom prst="rect">
            <a:avLst/>
          </a:prstGeom>
        </p:spPr>
        <p:txBody>
          <a:bodyPr lIns="91398" tIns="45700" rIns="91398" bIns="45700"/>
          <a:lstStyle>
            <a:lvl1pPr marL="0" indent="0">
              <a:buNone/>
              <a:defRPr sz="2325"/>
            </a:lvl1pPr>
            <a:lvl2pPr marL="342900" indent="0">
              <a:buNone/>
              <a:defRPr sz="2025"/>
            </a:lvl2pPr>
            <a:lvl3pPr marL="685800" indent="0">
              <a:buNone/>
              <a:defRPr sz="1800"/>
            </a:lvl3pPr>
            <a:lvl4pPr marL="1028065" indent="0">
              <a:buNone/>
              <a:defRPr sz="1500"/>
            </a:lvl4pPr>
            <a:lvl5pPr marL="1370965" indent="0">
              <a:buNone/>
              <a:defRPr sz="1500"/>
            </a:lvl5pPr>
            <a:lvl6pPr marL="1713865" indent="0">
              <a:buNone/>
              <a:defRPr sz="1500"/>
            </a:lvl6pPr>
            <a:lvl7pPr marL="2056765" indent="0">
              <a:buNone/>
              <a:defRPr sz="1500"/>
            </a:lvl7pPr>
            <a:lvl8pPr marL="2399030" indent="0">
              <a:buNone/>
              <a:defRPr sz="1500"/>
            </a:lvl8pPr>
            <a:lvl9pPr marL="2741930" indent="0">
              <a:buNone/>
              <a:defRPr sz="1500"/>
            </a:lvl9pPr>
          </a:lstStyle>
          <a:p>
            <a:pPr lvl="0"/>
            <a:r>
              <a:rPr lang="zh-CN" altLang="en-US" noProof="0">
                <a:sym typeface="Calibri" panose="020F0502020204030204" pitchFamily="34" charset="0"/>
              </a:rPr>
              <a:t>单击图标添加图片</a:t>
            </a:r>
            <a:endParaRPr lang="zh-CN" altLang="en-US" noProof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1894" y="5367359"/>
            <a:ext cx="5486400" cy="804863"/>
          </a:xfrm>
          <a:prstGeom prst="rect">
            <a:avLst/>
          </a:prstGeom>
        </p:spPr>
        <p:txBody>
          <a:bodyPr lIns="91398" tIns="45700" rIns="91398" bIns="45700"/>
          <a:lstStyle>
            <a:lvl1pPr marL="0" indent="0">
              <a:buNone/>
              <a:defRPr sz="1125"/>
            </a:lvl1pPr>
            <a:lvl2pPr marL="342900" indent="0">
              <a:buNone/>
              <a:defRPr sz="975"/>
            </a:lvl2pPr>
            <a:lvl3pPr marL="685800" indent="0">
              <a:buNone/>
              <a:defRPr sz="975"/>
            </a:lvl3pPr>
            <a:lvl4pPr marL="1028065" indent="0">
              <a:buNone/>
              <a:defRPr sz="675"/>
            </a:lvl4pPr>
            <a:lvl5pPr marL="1370965" indent="0">
              <a:buNone/>
              <a:defRPr sz="675"/>
            </a:lvl5pPr>
            <a:lvl6pPr marL="1713865" indent="0">
              <a:buNone/>
              <a:defRPr sz="675"/>
            </a:lvl6pPr>
            <a:lvl7pPr marL="2056765" indent="0">
              <a:buNone/>
              <a:defRPr sz="675"/>
            </a:lvl7pPr>
            <a:lvl8pPr marL="2399030" indent="0">
              <a:buNone/>
              <a:defRPr sz="675"/>
            </a:lvl8pPr>
            <a:lvl9pPr marL="274193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6" y="274648"/>
            <a:ext cx="8229601" cy="1143001"/>
          </a:xfrm>
          <a:prstGeom prst="rect">
            <a:avLst/>
          </a:prstGeom>
        </p:spPr>
        <p:txBody>
          <a:bodyPr lIns="91398" tIns="45700" rIns="91398" bIns="4570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6" y="1600209"/>
            <a:ext cx="8229601" cy="4525963"/>
          </a:xfrm>
          <a:prstGeom prst="rect">
            <a:avLst/>
          </a:prstGeom>
        </p:spPr>
        <p:txBody>
          <a:bodyPr vert="eaVert" lIns="91398" tIns="45700" rIns="91398" bIns="4570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7" y="274645"/>
            <a:ext cx="2057401" cy="5851524"/>
          </a:xfrm>
          <a:prstGeom prst="rect">
            <a:avLst/>
          </a:prstGeom>
        </p:spPr>
        <p:txBody>
          <a:bodyPr vert="eaVert" lIns="91398" tIns="45700" rIns="91398" bIns="4570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6" y="274645"/>
            <a:ext cx="6057901" cy="5851524"/>
          </a:xfrm>
          <a:prstGeom prst="rect">
            <a:avLst/>
          </a:prstGeom>
        </p:spPr>
        <p:txBody>
          <a:bodyPr vert="eaVert" lIns="91398" tIns="45700" rIns="91398" bIns="4570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6" y="274648"/>
            <a:ext cx="8229601" cy="1143001"/>
          </a:xfrm>
          <a:prstGeom prst="rect">
            <a:avLst/>
          </a:prstGeom>
        </p:spPr>
        <p:txBody>
          <a:bodyPr lIns="91398" tIns="45700" rIns="91398" bIns="4570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advClick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advClick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advClick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0" y="1600200"/>
            <a:ext cx="3889375" cy="40560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97425" y="1600200"/>
            <a:ext cx="3889375" cy="40560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advClick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advClick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advClick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Click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advClick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advClick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advClick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-1250950"/>
            <a:ext cx="2057400" cy="69072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-1250950"/>
            <a:ext cx="6019800" cy="69072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advClick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1250950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755650" y="1600200"/>
            <a:ext cx="7931150" cy="4056063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</p:cSld>
  <p:clrMapOvr>
    <a:masterClrMapping/>
  </p:clrMapOvr>
  <p:transition advClick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710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710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5765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600201"/>
            <a:ext cx="405765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3979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39791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4628" y="1535113"/>
            <a:ext cx="404217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4628" y="2174875"/>
            <a:ext cx="4042172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710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448" y="273051"/>
            <a:ext cx="5111353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710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1891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1891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1891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579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125095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0" y="1600200"/>
            <a:ext cx="3889375" cy="40560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97425" y="1600200"/>
            <a:ext cx="3889375" cy="19510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797425" y="3703638"/>
            <a:ext cx="3889375" cy="19526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advClick="0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125095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755650" y="1600200"/>
            <a:ext cx="7931150" cy="40560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</p:spTree>
  </p:cSld>
  <p:clrMapOvr>
    <a:masterClrMapping/>
  </p:clrMapOvr>
  <p:transition advClick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447675" y="3086100"/>
            <a:ext cx="8240713" cy="33051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4067BA6E-5378-4E43-B715-BCB3BE2C4D8E}" type="datetimeFigureOut">
              <a:rPr lang="en-US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19B4BCA9-AD6D-41C1-B21C-D0F2A96CCBD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spect="1"/>
          </p:cNvSpPr>
          <p:nvPr/>
        </p:nvSpPr>
        <p:spPr>
          <a:xfrm>
            <a:off x="447675" y="600075"/>
            <a:ext cx="8239125" cy="12588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F187FB-8971-4527-86B5-A6EB1269C57D}" type="datetimeFigureOut">
              <a:rPr lang="en-US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FAB04E-0B22-4970-B71D-5D8909C7969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/>
          </p:cNvSpPr>
          <p:nvPr/>
        </p:nvSpPr>
        <p:spPr>
          <a:xfrm>
            <a:off x="452438" y="5141913"/>
            <a:ext cx="8239125" cy="125888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/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6C0E7740-DB1A-407B-BFC6-38A88506BE4E}" type="datetimeFigureOut">
              <a:rPr lang="en-US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CBC343CE-83B6-4001-B8FE-AB37B9DB4C6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ChangeAspect="1"/>
          </p:cNvSpPr>
          <p:nvPr/>
        </p:nvSpPr>
        <p:spPr>
          <a:xfrm>
            <a:off x="447675" y="600075"/>
            <a:ext cx="8239125" cy="12588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6B2851-B122-44F0-9D21-9B65E312F210}" type="datetimeFigureOut">
              <a:rPr lang="en-US"/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DE4BC8-8C13-4F63-8128-2E63DA6C21F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>
            <a:spLocks noChangeAspect="1"/>
          </p:cNvSpPr>
          <p:nvPr/>
        </p:nvSpPr>
        <p:spPr>
          <a:xfrm>
            <a:off x="447675" y="600075"/>
            <a:ext cx="8239125" cy="12588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A9DE3-F2C7-455A-96F7-2F588B0C872B}" type="datetimeFigureOut">
              <a:rPr lang="en-US"/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6AF3A-574D-44E3-9DFB-B92188A36903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spect="1"/>
          </p:cNvSpPr>
          <p:nvPr/>
        </p:nvSpPr>
        <p:spPr>
          <a:xfrm>
            <a:off x="447675" y="600075"/>
            <a:ext cx="8239125" cy="12588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8355C-CBDC-48FD-BACE-99A10312FC2B}" type="datetimeFigureOut">
              <a:rPr lang="en-US"/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F921A9-47D4-4D5C-9177-010494098343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027379-B6A3-4DA0-81CD-E887340717F2}" type="datetimeFigureOut">
              <a:rPr lang="en-US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D75C9-99A7-4D08-B336-334D22E83F1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ChangeAspect="1"/>
          </p:cNvSpPr>
          <p:nvPr/>
        </p:nvSpPr>
        <p:spPr>
          <a:xfrm>
            <a:off x="452438" y="5141913"/>
            <a:ext cx="8239125" cy="127476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BAF474B6-6B19-4B30-AD15-AD8F5BB56C7D}" type="datetimeFigureOut">
              <a:rPr lang="en-US"/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6AFAAD5E-282C-4466-8FD6-5B1BD3AE3C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/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A1BAEA-7121-43ED-A5B4-3BB6F553B716}" type="datetimeFigureOut">
              <a:rPr lang="en-US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CD1472-EDD2-44F3-8BC4-F6B4967CE2F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spect="1"/>
          </p:cNvSpPr>
          <p:nvPr/>
        </p:nvSpPr>
        <p:spPr>
          <a:xfrm>
            <a:off x="447675" y="600075"/>
            <a:ext cx="8239125" cy="12588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B500C1-3FC3-4459-804B-670B7AE36AAA}" type="datetimeFigureOut">
              <a:rPr lang="en-US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5A1992-2944-4CBC-91BF-78849B180131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spect="1"/>
          </p:cNvSpPr>
          <p:nvPr/>
        </p:nvSpPr>
        <p:spPr>
          <a:xfrm>
            <a:off x="6629400" y="600075"/>
            <a:ext cx="2057400" cy="5816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88" y="5956300"/>
            <a:ext cx="947737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993C5ED4-4F0F-4A53-AD8C-488833A6BA19}" type="datetimeFigureOut">
              <a:rPr lang="en-US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025" y="5951538"/>
            <a:ext cx="592296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7D5339AD-B644-4899-B72A-4C8E7229563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99762-1CCC-4A5D-B9F3-D68DEF710926}" type="datetime1">
              <a:rPr lang="zh-CN" altLang="en-US"/>
            </a:fld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636A0B-7633-4626-95D6-C38197FDF7D3}" type="slidenum">
              <a:rPr lang="zh-CN" altLang="en-US"/>
            </a:fld>
            <a:endParaRPr lang="zh-CN" altLang="en-US" sz="135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8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6.xml"/><Relationship Id="rId1" Type="http://schemas.openxmlformats.org/officeDocument/2006/relationships/slideLayout" Target="../slideLayouts/slideLayout47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9.xml"/><Relationship Id="rId13" Type="http://schemas.openxmlformats.org/officeDocument/2006/relationships/theme" Target="../theme/theme6.xml"/><Relationship Id="rId12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7.xml"/><Relationship Id="rId1" Type="http://schemas.openxmlformats.org/officeDocument/2006/relationships/slideLayout" Target="../slideLayouts/slideLayout58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2.xml"/><Relationship Id="rId2" Type="http://schemas.openxmlformats.org/officeDocument/2006/relationships/slideLayout" Target="../slideLayouts/slideLayout71.xml"/><Relationship Id="rId17" Type="http://schemas.openxmlformats.org/officeDocument/2006/relationships/theme" Target="../theme/theme7.xml"/><Relationship Id="rId16" Type="http://schemas.openxmlformats.org/officeDocument/2006/relationships/image" Target="../media/image3.png"/><Relationship Id="rId15" Type="http://schemas.openxmlformats.org/officeDocument/2006/relationships/image" Target="../media/image2.png"/><Relationship Id="rId14" Type="http://schemas.openxmlformats.org/officeDocument/2006/relationships/slide" Target="../slides/slid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0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0.xml"/><Relationship Id="rId8" Type="http://schemas.openxmlformats.org/officeDocument/2006/relationships/slideLayout" Target="../slideLayouts/slideLayout89.xml"/><Relationship Id="rId7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4.xml"/><Relationship Id="rId2" Type="http://schemas.openxmlformats.org/officeDocument/2006/relationships/slideLayout" Target="../slideLayouts/slideLayout83.xml"/><Relationship Id="rId14" Type="http://schemas.openxmlformats.org/officeDocument/2006/relationships/theme" Target="../theme/theme8.xml"/><Relationship Id="rId13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1.xml"/><Relationship Id="rId1" Type="http://schemas.openxmlformats.org/officeDocument/2006/relationships/slideLayout" Target="../slideLayouts/slideLayout82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3.xml"/><Relationship Id="rId8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8.xml"/><Relationship Id="rId3" Type="http://schemas.openxmlformats.org/officeDocument/2006/relationships/slideLayout" Target="../slideLayouts/slideLayout97.xml"/><Relationship Id="rId2" Type="http://schemas.openxmlformats.org/officeDocument/2006/relationships/slideLayout" Target="../slideLayouts/slideLayout96.xml"/><Relationship Id="rId13" Type="http://schemas.openxmlformats.org/officeDocument/2006/relationships/theme" Target="../theme/theme9.xml"/><Relationship Id="rId12" Type="http://schemas.openxmlformats.org/officeDocument/2006/relationships/slideLayout" Target="../slideLayouts/slideLayout106.xml"/><Relationship Id="rId11" Type="http://schemas.openxmlformats.org/officeDocument/2006/relationships/slideLayout" Target="../slideLayouts/slideLayout105.xml"/><Relationship Id="rId10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9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组合 1"/>
          <p:cNvGrpSpPr/>
          <p:nvPr/>
        </p:nvGrpSpPr>
        <p:grpSpPr bwMode="auto">
          <a:xfrm>
            <a:off x="-76200" y="-330200"/>
            <a:ext cx="706438" cy="1646238"/>
            <a:chOff x="0" y="0"/>
            <a:chExt cx="733744" cy="1280272"/>
          </a:xfrm>
        </p:grpSpPr>
        <p:sp>
          <p:nvSpPr>
            <p:cNvPr id="1027" name="任意多边形 2"/>
            <p:cNvSpPr/>
            <p:nvPr/>
          </p:nvSpPr>
          <p:spPr bwMode="auto">
            <a:xfrm rot="1746009">
              <a:off x="0" y="26023"/>
              <a:ext cx="715648" cy="907407"/>
            </a:xfrm>
            <a:custGeom>
              <a:avLst/>
              <a:gdLst>
                <a:gd name="T0" fmla="*/ 0 w 715648"/>
                <a:gd name="T1" fmla="*/ 398327 h 907407"/>
                <a:gd name="T2" fmla="*/ 715648 w 715648"/>
                <a:gd name="T3" fmla="*/ 0 h 907407"/>
                <a:gd name="T4" fmla="*/ 661389 w 715648"/>
                <a:gd name="T5" fmla="*/ 135823 h 907407"/>
                <a:gd name="T6" fmla="*/ 441751 w 715648"/>
                <a:gd name="T7" fmla="*/ 604984 h 907407"/>
                <a:gd name="T8" fmla="*/ 283352 w 715648"/>
                <a:gd name="T9" fmla="*/ 907407 h 907407"/>
                <a:gd name="T10" fmla="*/ 0 w 715648"/>
                <a:gd name="T11" fmla="*/ 398327 h 9074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15648" h="907407">
                  <a:moveTo>
                    <a:pt x="0" y="398327"/>
                  </a:moveTo>
                  <a:lnTo>
                    <a:pt x="715648" y="0"/>
                  </a:lnTo>
                  <a:lnTo>
                    <a:pt x="661389" y="135823"/>
                  </a:lnTo>
                  <a:cubicBezTo>
                    <a:pt x="592959" y="299104"/>
                    <a:pt x="519324" y="452660"/>
                    <a:pt x="441751" y="604984"/>
                  </a:cubicBezTo>
                  <a:lnTo>
                    <a:pt x="283352" y="907407"/>
                  </a:lnTo>
                  <a:lnTo>
                    <a:pt x="0" y="398327"/>
                  </a:lnTo>
                  <a:close/>
                </a:path>
              </a:pathLst>
            </a:custGeom>
            <a:solidFill>
              <a:srgbClr val="1D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028" name="任意多边形 3"/>
            <p:cNvSpPr/>
            <p:nvPr/>
          </p:nvSpPr>
          <p:spPr bwMode="auto">
            <a:xfrm rot="-3653990">
              <a:off x="-125964" y="420564"/>
              <a:ext cx="1280272" cy="439144"/>
            </a:xfrm>
            <a:custGeom>
              <a:avLst/>
              <a:gdLst>
                <a:gd name="T0" fmla="*/ 1280272 w 1280272"/>
                <a:gd name="T1" fmla="*/ 439144 h 439144"/>
                <a:gd name="T2" fmla="*/ 233785 w 1280272"/>
                <a:gd name="T3" fmla="*/ 126437 h 439144"/>
                <a:gd name="T4" fmla="*/ 0 w 1280272"/>
                <a:gd name="T5" fmla="*/ 69933 h 439144"/>
                <a:gd name="T6" fmla="*/ 125644 w 1280272"/>
                <a:gd name="T7" fmla="*/ 0 h 439144"/>
                <a:gd name="T8" fmla="*/ 213835 w 1280272"/>
                <a:gd name="T9" fmla="*/ 35102 h 439144"/>
                <a:gd name="T10" fmla="*/ 1280272 w 1280272"/>
                <a:gd name="T11" fmla="*/ 439144 h 4391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80272" h="439144">
                  <a:moveTo>
                    <a:pt x="1280272" y="439144"/>
                  </a:moveTo>
                  <a:cubicBezTo>
                    <a:pt x="1014053" y="349571"/>
                    <a:pt x="628735" y="228007"/>
                    <a:pt x="233785" y="126437"/>
                  </a:cubicBezTo>
                  <a:lnTo>
                    <a:pt x="0" y="69933"/>
                  </a:lnTo>
                  <a:lnTo>
                    <a:pt x="125644" y="0"/>
                  </a:lnTo>
                  <a:lnTo>
                    <a:pt x="213835" y="35102"/>
                  </a:lnTo>
                  <a:cubicBezTo>
                    <a:pt x="707879" y="230606"/>
                    <a:pt x="1028940" y="349571"/>
                    <a:pt x="1280272" y="439144"/>
                  </a:cubicBezTo>
                  <a:close/>
                </a:path>
              </a:pathLst>
            </a:custGeom>
            <a:solidFill>
              <a:srgbClr val="F4F9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9" name="任意多边形 4"/>
            <p:cNvSpPr/>
            <p:nvPr/>
          </p:nvSpPr>
          <p:spPr bwMode="auto">
            <a:xfrm rot="-3653990">
              <a:off x="-52818" y="367052"/>
              <a:ext cx="1056292" cy="473299"/>
            </a:xfrm>
            <a:custGeom>
              <a:avLst/>
              <a:gdLst>
                <a:gd name="T0" fmla="*/ 1033611 w 1056292"/>
                <a:gd name="T1" fmla="*/ 432549 h 473299"/>
                <a:gd name="T2" fmla="*/ 1056292 w 1056292"/>
                <a:gd name="T3" fmla="*/ 473299 h 473299"/>
                <a:gd name="T4" fmla="*/ 951107 w 1056292"/>
                <a:gd name="T5" fmla="*/ 435234 h 473299"/>
                <a:gd name="T6" fmla="*/ 88300 w 1056292"/>
                <a:gd name="T7" fmla="*/ 104328 h 473299"/>
                <a:gd name="T8" fmla="*/ 0 w 1056292"/>
                <a:gd name="T9" fmla="*/ 69133 h 473299"/>
                <a:gd name="T10" fmla="*/ 124207 w 1056292"/>
                <a:gd name="T11" fmla="*/ 0 h 473299"/>
                <a:gd name="T12" fmla="*/ 128577 w 1056292"/>
                <a:gd name="T13" fmla="*/ 2307 h 473299"/>
                <a:gd name="T14" fmla="*/ 817312 w 1056292"/>
                <a:gd name="T15" fmla="*/ 343686 h 473299"/>
                <a:gd name="T16" fmla="*/ 1033611 w 1056292"/>
                <a:gd name="T17" fmla="*/ 432549 h 47329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56292" h="473299">
                  <a:moveTo>
                    <a:pt x="1033611" y="432549"/>
                  </a:moveTo>
                  <a:lnTo>
                    <a:pt x="1056292" y="473299"/>
                  </a:lnTo>
                  <a:lnTo>
                    <a:pt x="951107" y="435234"/>
                  </a:lnTo>
                  <a:cubicBezTo>
                    <a:pt x="731732" y="354752"/>
                    <a:pt x="458643" y="251086"/>
                    <a:pt x="88300" y="104328"/>
                  </a:cubicBezTo>
                  <a:lnTo>
                    <a:pt x="0" y="69133"/>
                  </a:lnTo>
                  <a:lnTo>
                    <a:pt x="124207" y="0"/>
                  </a:lnTo>
                  <a:lnTo>
                    <a:pt x="128577" y="2307"/>
                  </a:lnTo>
                  <a:cubicBezTo>
                    <a:pt x="358346" y="124046"/>
                    <a:pt x="578629" y="239074"/>
                    <a:pt x="817312" y="343686"/>
                  </a:cubicBezTo>
                  <a:lnTo>
                    <a:pt x="1033611" y="432549"/>
                  </a:lnTo>
                  <a:close/>
                </a:path>
              </a:pathLst>
            </a:custGeom>
            <a:solidFill>
              <a:srgbClr val="F477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" name="任意多边形 5"/>
            <p:cNvSpPr/>
            <p:nvPr/>
          </p:nvSpPr>
          <p:spPr bwMode="auto">
            <a:xfrm rot="-3653990">
              <a:off x="-31059" y="233594"/>
              <a:ext cx="907004" cy="565120"/>
            </a:xfrm>
            <a:custGeom>
              <a:avLst/>
              <a:gdLst>
                <a:gd name="T0" fmla="*/ 832339 w 907004"/>
                <a:gd name="T1" fmla="*/ 430975 h 565120"/>
                <a:gd name="T2" fmla="*/ 907004 w 907004"/>
                <a:gd name="T3" fmla="*/ 565120 h 565120"/>
                <a:gd name="T4" fmla="*/ 692735 w 907004"/>
                <a:gd name="T5" fmla="*/ 477176 h 565120"/>
                <a:gd name="T6" fmla="*/ 3918 w 907004"/>
                <a:gd name="T7" fmla="*/ 136088 h 565120"/>
                <a:gd name="T8" fmla="*/ 0 w 907004"/>
                <a:gd name="T9" fmla="*/ 134021 h 565120"/>
                <a:gd name="T10" fmla="*/ 240787 w 907004"/>
                <a:gd name="T11" fmla="*/ 0 h 565120"/>
                <a:gd name="T12" fmla="*/ 333387 w 907004"/>
                <a:gd name="T13" fmla="*/ 71417 h 565120"/>
                <a:gd name="T14" fmla="*/ 673893 w 907004"/>
                <a:gd name="T15" fmla="*/ 322304 h 565120"/>
                <a:gd name="T16" fmla="*/ 832339 w 907004"/>
                <a:gd name="T17" fmla="*/ 430975 h 5651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07004" h="565120">
                  <a:moveTo>
                    <a:pt x="832339" y="430975"/>
                  </a:moveTo>
                  <a:lnTo>
                    <a:pt x="907004" y="565120"/>
                  </a:lnTo>
                  <a:lnTo>
                    <a:pt x="692735" y="477176"/>
                  </a:lnTo>
                  <a:cubicBezTo>
                    <a:pt x="454024" y="372653"/>
                    <a:pt x="233714" y="257724"/>
                    <a:pt x="3918" y="136088"/>
                  </a:cubicBezTo>
                  <a:lnTo>
                    <a:pt x="0" y="134021"/>
                  </a:lnTo>
                  <a:lnTo>
                    <a:pt x="240787" y="0"/>
                  </a:lnTo>
                  <a:lnTo>
                    <a:pt x="333387" y="71417"/>
                  </a:lnTo>
                  <a:cubicBezTo>
                    <a:pt x="454384" y="163246"/>
                    <a:pt x="568301" y="247075"/>
                    <a:pt x="673893" y="322304"/>
                  </a:cubicBezTo>
                  <a:lnTo>
                    <a:pt x="832339" y="430975"/>
                  </a:lnTo>
                  <a:close/>
                </a:path>
              </a:pathLst>
            </a:custGeom>
            <a:solidFill>
              <a:srgbClr val="F441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342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685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0287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1"/>
          <p:cNvGrpSpPr/>
          <p:nvPr/>
        </p:nvGrpSpPr>
        <p:grpSpPr bwMode="auto">
          <a:xfrm>
            <a:off x="-76200" y="-330200"/>
            <a:ext cx="706438" cy="1646238"/>
            <a:chOff x="0" y="0"/>
            <a:chExt cx="733744" cy="1280272"/>
          </a:xfrm>
        </p:grpSpPr>
        <p:sp>
          <p:nvSpPr>
            <p:cNvPr id="2054" name="任意多边形 2"/>
            <p:cNvSpPr/>
            <p:nvPr/>
          </p:nvSpPr>
          <p:spPr bwMode="auto">
            <a:xfrm rot="1746009">
              <a:off x="0" y="26023"/>
              <a:ext cx="715648" cy="907407"/>
            </a:xfrm>
            <a:custGeom>
              <a:avLst/>
              <a:gdLst>
                <a:gd name="T0" fmla="*/ 0 w 715648"/>
                <a:gd name="T1" fmla="*/ 398327 h 907407"/>
                <a:gd name="T2" fmla="*/ 715648 w 715648"/>
                <a:gd name="T3" fmla="*/ 0 h 907407"/>
                <a:gd name="T4" fmla="*/ 661389 w 715648"/>
                <a:gd name="T5" fmla="*/ 135823 h 907407"/>
                <a:gd name="T6" fmla="*/ 441751 w 715648"/>
                <a:gd name="T7" fmla="*/ 604984 h 907407"/>
                <a:gd name="T8" fmla="*/ 283352 w 715648"/>
                <a:gd name="T9" fmla="*/ 907407 h 907407"/>
                <a:gd name="T10" fmla="*/ 0 w 715648"/>
                <a:gd name="T11" fmla="*/ 398327 h 9074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15648" h="907407">
                  <a:moveTo>
                    <a:pt x="0" y="398327"/>
                  </a:moveTo>
                  <a:lnTo>
                    <a:pt x="715648" y="0"/>
                  </a:lnTo>
                  <a:lnTo>
                    <a:pt x="661389" y="135823"/>
                  </a:lnTo>
                  <a:cubicBezTo>
                    <a:pt x="592959" y="299104"/>
                    <a:pt x="519324" y="452660"/>
                    <a:pt x="441751" y="604984"/>
                  </a:cubicBezTo>
                  <a:lnTo>
                    <a:pt x="283352" y="907407"/>
                  </a:lnTo>
                  <a:lnTo>
                    <a:pt x="0" y="398327"/>
                  </a:lnTo>
                  <a:close/>
                </a:path>
              </a:pathLst>
            </a:custGeom>
            <a:solidFill>
              <a:srgbClr val="1D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" name="任意多边形 3"/>
            <p:cNvSpPr/>
            <p:nvPr/>
          </p:nvSpPr>
          <p:spPr bwMode="auto">
            <a:xfrm rot="-3653990">
              <a:off x="-125964" y="420564"/>
              <a:ext cx="1280272" cy="439144"/>
            </a:xfrm>
            <a:custGeom>
              <a:avLst/>
              <a:gdLst>
                <a:gd name="T0" fmla="*/ 1280272 w 1280272"/>
                <a:gd name="T1" fmla="*/ 439144 h 439144"/>
                <a:gd name="T2" fmla="*/ 233785 w 1280272"/>
                <a:gd name="T3" fmla="*/ 126437 h 439144"/>
                <a:gd name="T4" fmla="*/ 0 w 1280272"/>
                <a:gd name="T5" fmla="*/ 69933 h 439144"/>
                <a:gd name="T6" fmla="*/ 125644 w 1280272"/>
                <a:gd name="T7" fmla="*/ 0 h 439144"/>
                <a:gd name="T8" fmla="*/ 213835 w 1280272"/>
                <a:gd name="T9" fmla="*/ 35102 h 439144"/>
                <a:gd name="T10" fmla="*/ 1280272 w 1280272"/>
                <a:gd name="T11" fmla="*/ 439144 h 4391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80272" h="439144">
                  <a:moveTo>
                    <a:pt x="1280272" y="439144"/>
                  </a:moveTo>
                  <a:cubicBezTo>
                    <a:pt x="1014053" y="349571"/>
                    <a:pt x="628735" y="228007"/>
                    <a:pt x="233785" y="126437"/>
                  </a:cubicBezTo>
                  <a:lnTo>
                    <a:pt x="0" y="69933"/>
                  </a:lnTo>
                  <a:lnTo>
                    <a:pt x="125644" y="0"/>
                  </a:lnTo>
                  <a:lnTo>
                    <a:pt x="213835" y="35102"/>
                  </a:lnTo>
                  <a:cubicBezTo>
                    <a:pt x="707879" y="230606"/>
                    <a:pt x="1028940" y="349571"/>
                    <a:pt x="1280272" y="439144"/>
                  </a:cubicBezTo>
                  <a:close/>
                </a:path>
              </a:pathLst>
            </a:custGeom>
            <a:solidFill>
              <a:srgbClr val="F4F9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任意多边形 4"/>
            <p:cNvSpPr/>
            <p:nvPr/>
          </p:nvSpPr>
          <p:spPr bwMode="auto">
            <a:xfrm rot="-3653990">
              <a:off x="-52818" y="367052"/>
              <a:ext cx="1056292" cy="473299"/>
            </a:xfrm>
            <a:custGeom>
              <a:avLst/>
              <a:gdLst>
                <a:gd name="T0" fmla="*/ 1033611 w 1056292"/>
                <a:gd name="T1" fmla="*/ 432549 h 473299"/>
                <a:gd name="T2" fmla="*/ 1056292 w 1056292"/>
                <a:gd name="T3" fmla="*/ 473299 h 473299"/>
                <a:gd name="T4" fmla="*/ 951107 w 1056292"/>
                <a:gd name="T5" fmla="*/ 435234 h 473299"/>
                <a:gd name="T6" fmla="*/ 88300 w 1056292"/>
                <a:gd name="T7" fmla="*/ 104328 h 473299"/>
                <a:gd name="T8" fmla="*/ 0 w 1056292"/>
                <a:gd name="T9" fmla="*/ 69133 h 473299"/>
                <a:gd name="T10" fmla="*/ 124207 w 1056292"/>
                <a:gd name="T11" fmla="*/ 0 h 473299"/>
                <a:gd name="T12" fmla="*/ 128577 w 1056292"/>
                <a:gd name="T13" fmla="*/ 2307 h 473299"/>
                <a:gd name="T14" fmla="*/ 817312 w 1056292"/>
                <a:gd name="T15" fmla="*/ 343686 h 473299"/>
                <a:gd name="T16" fmla="*/ 1033611 w 1056292"/>
                <a:gd name="T17" fmla="*/ 432549 h 47329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56292" h="473299">
                  <a:moveTo>
                    <a:pt x="1033611" y="432549"/>
                  </a:moveTo>
                  <a:lnTo>
                    <a:pt x="1056292" y="473299"/>
                  </a:lnTo>
                  <a:lnTo>
                    <a:pt x="951107" y="435234"/>
                  </a:lnTo>
                  <a:cubicBezTo>
                    <a:pt x="731732" y="354752"/>
                    <a:pt x="458643" y="251086"/>
                    <a:pt x="88300" y="104328"/>
                  </a:cubicBezTo>
                  <a:lnTo>
                    <a:pt x="0" y="69133"/>
                  </a:lnTo>
                  <a:lnTo>
                    <a:pt x="124207" y="0"/>
                  </a:lnTo>
                  <a:lnTo>
                    <a:pt x="128577" y="2307"/>
                  </a:lnTo>
                  <a:cubicBezTo>
                    <a:pt x="358346" y="124046"/>
                    <a:pt x="578629" y="239074"/>
                    <a:pt x="817312" y="343686"/>
                  </a:cubicBezTo>
                  <a:lnTo>
                    <a:pt x="1033611" y="432549"/>
                  </a:lnTo>
                  <a:close/>
                </a:path>
              </a:pathLst>
            </a:custGeom>
            <a:solidFill>
              <a:srgbClr val="F477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任意多边形 5"/>
            <p:cNvSpPr/>
            <p:nvPr/>
          </p:nvSpPr>
          <p:spPr bwMode="auto">
            <a:xfrm rot="-3653990">
              <a:off x="-31059" y="233594"/>
              <a:ext cx="907004" cy="565120"/>
            </a:xfrm>
            <a:custGeom>
              <a:avLst/>
              <a:gdLst>
                <a:gd name="T0" fmla="*/ 832339 w 907004"/>
                <a:gd name="T1" fmla="*/ 430975 h 565120"/>
                <a:gd name="T2" fmla="*/ 907004 w 907004"/>
                <a:gd name="T3" fmla="*/ 565120 h 565120"/>
                <a:gd name="T4" fmla="*/ 692735 w 907004"/>
                <a:gd name="T5" fmla="*/ 477176 h 565120"/>
                <a:gd name="T6" fmla="*/ 3918 w 907004"/>
                <a:gd name="T7" fmla="*/ 136088 h 565120"/>
                <a:gd name="T8" fmla="*/ 0 w 907004"/>
                <a:gd name="T9" fmla="*/ 134021 h 565120"/>
                <a:gd name="T10" fmla="*/ 240787 w 907004"/>
                <a:gd name="T11" fmla="*/ 0 h 565120"/>
                <a:gd name="T12" fmla="*/ 333387 w 907004"/>
                <a:gd name="T13" fmla="*/ 71417 h 565120"/>
                <a:gd name="T14" fmla="*/ 673893 w 907004"/>
                <a:gd name="T15" fmla="*/ 322304 h 565120"/>
                <a:gd name="T16" fmla="*/ 832339 w 907004"/>
                <a:gd name="T17" fmla="*/ 430975 h 5651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07004" h="565120">
                  <a:moveTo>
                    <a:pt x="832339" y="430975"/>
                  </a:moveTo>
                  <a:lnTo>
                    <a:pt x="907004" y="565120"/>
                  </a:lnTo>
                  <a:lnTo>
                    <a:pt x="692735" y="477176"/>
                  </a:lnTo>
                  <a:cubicBezTo>
                    <a:pt x="454024" y="372653"/>
                    <a:pt x="233714" y="257724"/>
                    <a:pt x="3918" y="136088"/>
                  </a:cubicBezTo>
                  <a:lnTo>
                    <a:pt x="0" y="134021"/>
                  </a:lnTo>
                  <a:lnTo>
                    <a:pt x="240787" y="0"/>
                  </a:lnTo>
                  <a:lnTo>
                    <a:pt x="333387" y="71417"/>
                  </a:lnTo>
                  <a:cubicBezTo>
                    <a:pt x="454384" y="163246"/>
                    <a:pt x="568301" y="247075"/>
                    <a:pt x="673893" y="322304"/>
                  </a:cubicBezTo>
                  <a:lnTo>
                    <a:pt x="832339" y="430975"/>
                  </a:lnTo>
                  <a:close/>
                </a:path>
              </a:pathLst>
            </a:custGeom>
            <a:solidFill>
              <a:srgbClr val="F441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5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900">
                <a:solidFill>
                  <a:srgbClr val="898989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ED4239E-0796-4952-8735-D7C840A0E7FA}" type="datetimeFigureOut">
              <a:rPr lang="zh-CN" altLang="en-US"/>
            </a:fld>
            <a:endParaRPr lang="zh-CN" altLang="en-US"/>
          </a:p>
        </p:txBody>
      </p:sp>
      <p:sp>
        <p:nvSpPr>
          <p:cNvPr id="205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900">
                <a:solidFill>
                  <a:srgbClr val="898989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B0C91E6-FC59-4EA6-851C-F23E9698E20F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342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685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0287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EDDC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Oval 40"/>
          <p:cNvSpPr>
            <a:spLocks noChangeArrowheads="1"/>
          </p:cNvSpPr>
          <p:nvPr/>
        </p:nvSpPr>
        <p:spPr bwMode="auto">
          <a:xfrm>
            <a:off x="625475" y="965200"/>
            <a:ext cx="296863" cy="66675"/>
          </a:xfrm>
          <a:prstGeom prst="ellipse">
            <a:avLst/>
          </a:prstGeom>
          <a:solidFill>
            <a:srgbClr val="806D3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lIns="68549" tIns="34275" rIns="68549" bIns="34275"/>
          <a:lstStyle>
            <a:lvl1pPr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79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79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79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79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zh-CN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075" name="Freeform 41"/>
          <p:cNvSpPr>
            <a:spLocks noChangeArrowheads="1"/>
          </p:cNvSpPr>
          <p:nvPr/>
        </p:nvSpPr>
        <p:spPr bwMode="auto">
          <a:xfrm>
            <a:off x="593725" y="333375"/>
            <a:ext cx="360363" cy="663575"/>
          </a:xfrm>
          <a:custGeom>
            <a:avLst/>
            <a:gdLst>
              <a:gd name="T0" fmla="*/ 2147483646 w 128"/>
              <a:gd name="T1" fmla="*/ 2147483646 h 177"/>
              <a:gd name="T2" fmla="*/ 2147483646 w 128"/>
              <a:gd name="T3" fmla="*/ 2147483646 h 177"/>
              <a:gd name="T4" fmla="*/ 2147483646 w 128"/>
              <a:gd name="T5" fmla="*/ 0 h 177"/>
              <a:gd name="T6" fmla="*/ 0 w 128"/>
              <a:gd name="T7" fmla="*/ 2147483646 h 177"/>
              <a:gd name="T8" fmla="*/ 0 w 128"/>
              <a:gd name="T9" fmla="*/ 2147483646 h 177"/>
              <a:gd name="T10" fmla="*/ 0 w 128"/>
              <a:gd name="T11" fmla="*/ 2147483646 h 177"/>
              <a:gd name="T12" fmla="*/ 2147483646 w 128"/>
              <a:gd name="T13" fmla="*/ 2147483646 h 177"/>
              <a:gd name="T14" fmla="*/ 2147483646 w 128"/>
              <a:gd name="T15" fmla="*/ 2147483646 h 177"/>
              <a:gd name="T16" fmla="*/ 2147483646 w 128"/>
              <a:gd name="T17" fmla="*/ 2147483646 h 17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28"/>
              <a:gd name="T28" fmla="*/ 0 h 177"/>
              <a:gd name="T29" fmla="*/ 128 w 128"/>
              <a:gd name="T30" fmla="*/ 177 h 17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28" h="177">
                <a:moveTo>
                  <a:pt x="128" y="68"/>
                </a:moveTo>
                <a:cubicBezTo>
                  <a:pt x="128" y="65"/>
                  <a:pt x="128" y="64"/>
                  <a:pt x="128" y="64"/>
                </a:cubicBezTo>
                <a:cubicBezTo>
                  <a:pt x="128" y="28"/>
                  <a:pt x="99" y="0"/>
                  <a:pt x="64" y="0"/>
                </a:cubicBezTo>
                <a:cubicBezTo>
                  <a:pt x="29" y="0"/>
                  <a:pt x="0" y="28"/>
                  <a:pt x="0" y="64"/>
                </a:cubicBezTo>
                <a:cubicBezTo>
                  <a:pt x="0" y="66"/>
                  <a:pt x="0" y="68"/>
                  <a:pt x="0" y="70"/>
                </a:cubicBezTo>
                <a:cubicBezTo>
                  <a:pt x="0" y="70"/>
                  <a:pt x="0" y="70"/>
                  <a:pt x="0" y="71"/>
                </a:cubicBezTo>
                <a:cubicBezTo>
                  <a:pt x="5" y="122"/>
                  <a:pt x="64" y="177"/>
                  <a:pt x="64" y="177"/>
                </a:cubicBezTo>
                <a:cubicBezTo>
                  <a:pt x="105" y="138"/>
                  <a:pt x="120" y="103"/>
                  <a:pt x="125" y="83"/>
                </a:cubicBezTo>
                <a:cubicBezTo>
                  <a:pt x="127" y="78"/>
                  <a:pt x="127" y="73"/>
                  <a:pt x="128" y="68"/>
                </a:cubicBezTo>
                <a:close/>
              </a:path>
            </a:pathLst>
          </a:custGeom>
          <a:solidFill>
            <a:srgbClr val="8CB20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lIns="68549" tIns="34275" rIns="68549" bIns="34275"/>
          <a:lstStyle/>
          <a:p>
            <a:endParaRPr lang="zh-CN" altLang="en-US"/>
          </a:p>
        </p:txBody>
      </p:sp>
      <p:sp>
        <p:nvSpPr>
          <p:cNvPr id="5124" name="Oval 42"/>
          <p:cNvSpPr>
            <a:spLocks noChangeArrowheads="1"/>
          </p:cNvSpPr>
          <p:nvPr/>
        </p:nvSpPr>
        <p:spPr bwMode="auto">
          <a:xfrm>
            <a:off x="638175" y="403225"/>
            <a:ext cx="269875" cy="360363"/>
          </a:xfrm>
          <a:prstGeom prst="ellipse">
            <a:avLst/>
          </a:prstGeom>
          <a:solidFill>
            <a:srgbClr val="FFFFFF">
              <a:alpha val="3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bevel/>
              </a14:hiddenLine>
            </a:ext>
          </a:extLst>
        </p:spPr>
        <p:txBody>
          <a:bodyPr lIns="68549" tIns="34275" rIns="68549" bIns="34275"/>
          <a:lstStyle>
            <a:lvl1pPr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79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79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79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79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zh-CN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149" name="TextBox 15"/>
          <p:cNvSpPr>
            <a:spLocks noChangeArrowheads="1"/>
          </p:cNvSpPr>
          <p:nvPr/>
        </p:nvSpPr>
        <p:spPr bwMode="auto">
          <a:xfrm>
            <a:off x="530225" y="412750"/>
            <a:ext cx="487363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49" tIns="34275" rIns="68549" bIns="34275">
            <a:spAutoFit/>
          </a:bodyPr>
          <a:lstStyle>
            <a:lvl1pPr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2179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2179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2179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2179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169C93BD-B1C4-464E-A526-07FF054820EB}" type="slidenum">
              <a:rPr lang="zh-CN" altLang="en-US" sz="1100" smtClean="0">
                <a:solidFill>
                  <a:srgbClr val="FFFF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z="1100">
                <a:solidFill>
                  <a:srgbClr val="FFFF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sz="1100" b="1">
              <a:solidFill>
                <a:srgbClr val="FFFFF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marL="684530" indent="-6845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  <a:sym typeface="Calibri Light" panose="020F0302020204030204" pitchFamily="34" charset="0"/>
        </a:defRPr>
      </a:lvl1pPr>
      <a:lvl2pPr marL="684530" indent="-6845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2pPr>
      <a:lvl3pPr marL="684530" indent="-6845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3pPr>
      <a:lvl4pPr marL="684530" indent="-6845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4pPr>
      <a:lvl5pPr marL="684530" indent="-6845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5pPr>
      <a:lvl6pPr marL="1028065" indent="-685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6pPr>
      <a:lvl7pPr marL="1370965" indent="-685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7pPr>
      <a:lvl8pPr marL="1713865" indent="-685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8pPr>
      <a:lvl9pPr marL="2056765" indent="-685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9pPr>
    </p:titleStyle>
    <p:bodyStyle>
      <a:lvl1pPr marL="170180" indent="-17018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513080" indent="-17018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855980" indent="-17018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198880" indent="-17018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1541780" indent="-17018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1885315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6pPr>
      <a:lvl7pPr marL="222758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7pPr>
      <a:lvl8pPr marL="257048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8pPr>
      <a:lvl9pPr marL="291338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9pPr>
    </p:bodyStyle>
    <p:otherStyle>
      <a:defPPr>
        <a:defRPr lang="zh-CN"/>
      </a:defPPr>
      <a:lvl1pPr marL="0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3pPr>
      <a:lvl4pPr marL="1028065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4pPr>
      <a:lvl5pPr marL="1370965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5pPr>
      <a:lvl6pPr marL="1713865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6pPr>
      <a:lvl7pPr marL="2056765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7pPr>
      <a:lvl8pPr marL="2399030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8pPr>
      <a:lvl9pPr marL="2741930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1"/>
          <p:cNvGrpSpPr/>
          <p:nvPr/>
        </p:nvGrpSpPr>
        <p:grpSpPr bwMode="auto">
          <a:xfrm>
            <a:off x="-76200" y="-330200"/>
            <a:ext cx="706438" cy="1646238"/>
            <a:chOff x="0" y="0"/>
            <a:chExt cx="733744" cy="1280272"/>
          </a:xfrm>
        </p:grpSpPr>
        <p:sp>
          <p:nvSpPr>
            <p:cNvPr id="4099" name="任意多边形 2"/>
            <p:cNvSpPr/>
            <p:nvPr/>
          </p:nvSpPr>
          <p:spPr bwMode="auto">
            <a:xfrm rot="1746009">
              <a:off x="0" y="26023"/>
              <a:ext cx="715648" cy="907407"/>
            </a:xfrm>
            <a:custGeom>
              <a:avLst/>
              <a:gdLst>
                <a:gd name="T0" fmla="*/ 0 w 715648"/>
                <a:gd name="T1" fmla="*/ 398327 h 907407"/>
                <a:gd name="T2" fmla="*/ 715648 w 715648"/>
                <a:gd name="T3" fmla="*/ 0 h 907407"/>
                <a:gd name="T4" fmla="*/ 661389 w 715648"/>
                <a:gd name="T5" fmla="*/ 135823 h 907407"/>
                <a:gd name="T6" fmla="*/ 441751 w 715648"/>
                <a:gd name="T7" fmla="*/ 604984 h 907407"/>
                <a:gd name="T8" fmla="*/ 283352 w 715648"/>
                <a:gd name="T9" fmla="*/ 907407 h 907407"/>
                <a:gd name="T10" fmla="*/ 0 w 715648"/>
                <a:gd name="T11" fmla="*/ 398327 h 9074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15648" h="907407">
                  <a:moveTo>
                    <a:pt x="0" y="398327"/>
                  </a:moveTo>
                  <a:lnTo>
                    <a:pt x="715648" y="0"/>
                  </a:lnTo>
                  <a:lnTo>
                    <a:pt x="661389" y="135823"/>
                  </a:lnTo>
                  <a:cubicBezTo>
                    <a:pt x="592959" y="299104"/>
                    <a:pt x="519324" y="452660"/>
                    <a:pt x="441751" y="604984"/>
                  </a:cubicBezTo>
                  <a:lnTo>
                    <a:pt x="283352" y="907407"/>
                  </a:lnTo>
                  <a:lnTo>
                    <a:pt x="0" y="398327"/>
                  </a:lnTo>
                  <a:close/>
                </a:path>
              </a:pathLst>
            </a:custGeom>
            <a:solidFill>
              <a:srgbClr val="1D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4100" name="任意多边形 3"/>
            <p:cNvSpPr/>
            <p:nvPr/>
          </p:nvSpPr>
          <p:spPr bwMode="auto">
            <a:xfrm rot="-3653990">
              <a:off x="-125964" y="420564"/>
              <a:ext cx="1280272" cy="439144"/>
            </a:xfrm>
            <a:custGeom>
              <a:avLst/>
              <a:gdLst>
                <a:gd name="T0" fmla="*/ 1280272 w 1280272"/>
                <a:gd name="T1" fmla="*/ 439144 h 439144"/>
                <a:gd name="T2" fmla="*/ 233785 w 1280272"/>
                <a:gd name="T3" fmla="*/ 126437 h 439144"/>
                <a:gd name="T4" fmla="*/ 0 w 1280272"/>
                <a:gd name="T5" fmla="*/ 69933 h 439144"/>
                <a:gd name="T6" fmla="*/ 125644 w 1280272"/>
                <a:gd name="T7" fmla="*/ 0 h 439144"/>
                <a:gd name="T8" fmla="*/ 213835 w 1280272"/>
                <a:gd name="T9" fmla="*/ 35102 h 439144"/>
                <a:gd name="T10" fmla="*/ 1280272 w 1280272"/>
                <a:gd name="T11" fmla="*/ 439144 h 4391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80272" h="439144">
                  <a:moveTo>
                    <a:pt x="1280272" y="439144"/>
                  </a:moveTo>
                  <a:cubicBezTo>
                    <a:pt x="1014053" y="349571"/>
                    <a:pt x="628735" y="228007"/>
                    <a:pt x="233785" y="126437"/>
                  </a:cubicBezTo>
                  <a:lnTo>
                    <a:pt x="0" y="69933"/>
                  </a:lnTo>
                  <a:lnTo>
                    <a:pt x="125644" y="0"/>
                  </a:lnTo>
                  <a:lnTo>
                    <a:pt x="213835" y="35102"/>
                  </a:lnTo>
                  <a:cubicBezTo>
                    <a:pt x="707879" y="230606"/>
                    <a:pt x="1028940" y="349571"/>
                    <a:pt x="1280272" y="439144"/>
                  </a:cubicBezTo>
                  <a:close/>
                </a:path>
              </a:pathLst>
            </a:custGeom>
            <a:solidFill>
              <a:srgbClr val="F4F9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" name="任意多边形 4"/>
            <p:cNvSpPr/>
            <p:nvPr/>
          </p:nvSpPr>
          <p:spPr bwMode="auto">
            <a:xfrm rot="-3653990">
              <a:off x="-52818" y="367052"/>
              <a:ext cx="1056292" cy="473299"/>
            </a:xfrm>
            <a:custGeom>
              <a:avLst/>
              <a:gdLst>
                <a:gd name="T0" fmla="*/ 1033611 w 1056292"/>
                <a:gd name="T1" fmla="*/ 432549 h 473299"/>
                <a:gd name="T2" fmla="*/ 1056292 w 1056292"/>
                <a:gd name="T3" fmla="*/ 473299 h 473299"/>
                <a:gd name="T4" fmla="*/ 951107 w 1056292"/>
                <a:gd name="T5" fmla="*/ 435234 h 473299"/>
                <a:gd name="T6" fmla="*/ 88300 w 1056292"/>
                <a:gd name="T7" fmla="*/ 104328 h 473299"/>
                <a:gd name="T8" fmla="*/ 0 w 1056292"/>
                <a:gd name="T9" fmla="*/ 69133 h 473299"/>
                <a:gd name="T10" fmla="*/ 124207 w 1056292"/>
                <a:gd name="T11" fmla="*/ 0 h 473299"/>
                <a:gd name="T12" fmla="*/ 128577 w 1056292"/>
                <a:gd name="T13" fmla="*/ 2307 h 473299"/>
                <a:gd name="T14" fmla="*/ 817312 w 1056292"/>
                <a:gd name="T15" fmla="*/ 343686 h 473299"/>
                <a:gd name="T16" fmla="*/ 1033611 w 1056292"/>
                <a:gd name="T17" fmla="*/ 432549 h 47329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56292" h="473299">
                  <a:moveTo>
                    <a:pt x="1033611" y="432549"/>
                  </a:moveTo>
                  <a:lnTo>
                    <a:pt x="1056292" y="473299"/>
                  </a:lnTo>
                  <a:lnTo>
                    <a:pt x="951107" y="435234"/>
                  </a:lnTo>
                  <a:cubicBezTo>
                    <a:pt x="731732" y="354752"/>
                    <a:pt x="458643" y="251086"/>
                    <a:pt x="88300" y="104328"/>
                  </a:cubicBezTo>
                  <a:lnTo>
                    <a:pt x="0" y="69133"/>
                  </a:lnTo>
                  <a:lnTo>
                    <a:pt x="124207" y="0"/>
                  </a:lnTo>
                  <a:lnTo>
                    <a:pt x="128577" y="2307"/>
                  </a:lnTo>
                  <a:cubicBezTo>
                    <a:pt x="358346" y="124046"/>
                    <a:pt x="578629" y="239074"/>
                    <a:pt x="817312" y="343686"/>
                  </a:cubicBezTo>
                  <a:lnTo>
                    <a:pt x="1033611" y="432549"/>
                  </a:lnTo>
                  <a:close/>
                </a:path>
              </a:pathLst>
            </a:custGeom>
            <a:solidFill>
              <a:srgbClr val="F477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" name="任意多边形 5"/>
            <p:cNvSpPr/>
            <p:nvPr/>
          </p:nvSpPr>
          <p:spPr bwMode="auto">
            <a:xfrm rot="-3653990">
              <a:off x="-31059" y="233594"/>
              <a:ext cx="907004" cy="565120"/>
            </a:xfrm>
            <a:custGeom>
              <a:avLst/>
              <a:gdLst>
                <a:gd name="T0" fmla="*/ 832339 w 907004"/>
                <a:gd name="T1" fmla="*/ 430975 h 565120"/>
                <a:gd name="T2" fmla="*/ 907004 w 907004"/>
                <a:gd name="T3" fmla="*/ 565120 h 565120"/>
                <a:gd name="T4" fmla="*/ 692735 w 907004"/>
                <a:gd name="T5" fmla="*/ 477176 h 565120"/>
                <a:gd name="T6" fmla="*/ 3918 w 907004"/>
                <a:gd name="T7" fmla="*/ 136088 h 565120"/>
                <a:gd name="T8" fmla="*/ 0 w 907004"/>
                <a:gd name="T9" fmla="*/ 134021 h 565120"/>
                <a:gd name="T10" fmla="*/ 240787 w 907004"/>
                <a:gd name="T11" fmla="*/ 0 h 565120"/>
                <a:gd name="T12" fmla="*/ 333387 w 907004"/>
                <a:gd name="T13" fmla="*/ 71417 h 565120"/>
                <a:gd name="T14" fmla="*/ 673893 w 907004"/>
                <a:gd name="T15" fmla="*/ 322304 h 565120"/>
                <a:gd name="T16" fmla="*/ 832339 w 907004"/>
                <a:gd name="T17" fmla="*/ 430975 h 5651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07004" h="565120">
                  <a:moveTo>
                    <a:pt x="832339" y="430975"/>
                  </a:moveTo>
                  <a:lnTo>
                    <a:pt x="907004" y="565120"/>
                  </a:lnTo>
                  <a:lnTo>
                    <a:pt x="692735" y="477176"/>
                  </a:lnTo>
                  <a:cubicBezTo>
                    <a:pt x="454024" y="372653"/>
                    <a:pt x="233714" y="257724"/>
                    <a:pt x="3918" y="136088"/>
                  </a:cubicBezTo>
                  <a:lnTo>
                    <a:pt x="0" y="134021"/>
                  </a:lnTo>
                  <a:lnTo>
                    <a:pt x="240787" y="0"/>
                  </a:lnTo>
                  <a:lnTo>
                    <a:pt x="333387" y="71417"/>
                  </a:lnTo>
                  <a:cubicBezTo>
                    <a:pt x="454384" y="163246"/>
                    <a:pt x="568301" y="247075"/>
                    <a:pt x="673893" y="322304"/>
                  </a:cubicBezTo>
                  <a:lnTo>
                    <a:pt x="832339" y="430975"/>
                  </a:lnTo>
                  <a:close/>
                </a:path>
              </a:pathLst>
            </a:custGeom>
            <a:solidFill>
              <a:srgbClr val="F441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342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685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0287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组合 1"/>
          <p:cNvGrpSpPr/>
          <p:nvPr/>
        </p:nvGrpSpPr>
        <p:grpSpPr bwMode="auto">
          <a:xfrm>
            <a:off x="-76200" y="-330200"/>
            <a:ext cx="706438" cy="1646238"/>
            <a:chOff x="0" y="0"/>
            <a:chExt cx="733744" cy="1280272"/>
          </a:xfrm>
        </p:grpSpPr>
        <p:sp>
          <p:nvSpPr>
            <p:cNvPr id="5126" name="任意多边形 2"/>
            <p:cNvSpPr/>
            <p:nvPr/>
          </p:nvSpPr>
          <p:spPr bwMode="auto">
            <a:xfrm rot="1746009">
              <a:off x="0" y="26023"/>
              <a:ext cx="715648" cy="907407"/>
            </a:xfrm>
            <a:custGeom>
              <a:avLst/>
              <a:gdLst>
                <a:gd name="T0" fmla="*/ 0 w 715648"/>
                <a:gd name="T1" fmla="*/ 398327 h 907407"/>
                <a:gd name="T2" fmla="*/ 715648 w 715648"/>
                <a:gd name="T3" fmla="*/ 0 h 907407"/>
                <a:gd name="T4" fmla="*/ 661389 w 715648"/>
                <a:gd name="T5" fmla="*/ 135823 h 907407"/>
                <a:gd name="T6" fmla="*/ 441751 w 715648"/>
                <a:gd name="T7" fmla="*/ 604984 h 907407"/>
                <a:gd name="T8" fmla="*/ 283352 w 715648"/>
                <a:gd name="T9" fmla="*/ 907407 h 907407"/>
                <a:gd name="T10" fmla="*/ 0 w 715648"/>
                <a:gd name="T11" fmla="*/ 398327 h 9074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15648" h="907407">
                  <a:moveTo>
                    <a:pt x="0" y="398327"/>
                  </a:moveTo>
                  <a:lnTo>
                    <a:pt x="715648" y="0"/>
                  </a:lnTo>
                  <a:lnTo>
                    <a:pt x="661389" y="135823"/>
                  </a:lnTo>
                  <a:cubicBezTo>
                    <a:pt x="592959" y="299104"/>
                    <a:pt x="519324" y="452660"/>
                    <a:pt x="441751" y="604984"/>
                  </a:cubicBezTo>
                  <a:lnTo>
                    <a:pt x="283352" y="907407"/>
                  </a:lnTo>
                  <a:lnTo>
                    <a:pt x="0" y="398327"/>
                  </a:lnTo>
                  <a:close/>
                </a:path>
              </a:pathLst>
            </a:custGeom>
            <a:solidFill>
              <a:srgbClr val="1D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127" name="任意多边形 3"/>
            <p:cNvSpPr/>
            <p:nvPr/>
          </p:nvSpPr>
          <p:spPr bwMode="auto">
            <a:xfrm rot="-3653990">
              <a:off x="-125964" y="420564"/>
              <a:ext cx="1280272" cy="439144"/>
            </a:xfrm>
            <a:custGeom>
              <a:avLst/>
              <a:gdLst>
                <a:gd name="T0" fmla="*/ 1280272 w 1280272"/>
                <a:gd name="T1" fmla="*/ 439144 h 439144"/>
                <a:gd name="T2" fmla="*/ 233785 w 1280272"/>
                <a:gd name="T3" fmla="*/ 126437 h 439144"/>
                <a:gd name="T4" fmla="*/ 0 w 1280272"/>
                <a:gd name="T5" fmla="*/ 69933 h 439144"/>
                <a:gd name="T6" fmla="*/ 125644 w 1280272"/>
                <a:gd name="T7" fmla="*/ 0 h 439144"/>
                <a:gd name="T8" fmla="*/ 213835 w 1280272"/>
                <a:gd name="T9" fmla="*/ 35102 h 439144"/>
                <a:gd name="T10" fmla="*/ 1280272 w 1280272"/>
                <a:gd name="T11" fmla="*/ 439144 h 4391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80272" h="439144">
                  <a:moveTo>
                    <a:pt x="1280272" y="439144"/>
                  </a:moveTo>
                  <a:cubicBezTo>
                    <a:pt x="1014053" y="349571"/>
                    <a:pt x="628735" y="228007"/>
                    <a:pt x="233785" y="126437"/>
                  </a:cubicBezTo>
                  <a:lnTo>
                    <a:pt x="0" y="69933"/>
                  </a:lnTo>
                  <a:lnTo>
                    <a:pt x="125644" y="0"/>
                  </a:lnTo>
                  <a:lnTo>
                    <a:pt x="213835" y="35102"/>
                  </a:lnTo>
                  <a:cubicBezTo>
                    <a:pt x="707879" y="230606"/>
                    <a:pt x="1028940" y="349571"/>
                    <a:pt x="1280272" y="439144"/>
                  </a:cubicBezTo>
                  <a:close/>
                </a:path>
              </a:pathLst>
            </a:custGeom>
            <a:solidFill>
              <a:srgbClr val="F4F9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8" name="任意多边形 4"/>
            <p:cNvSpPr/>
            <p:nvPr/>
          </p:nvSpPr>
          <p:spPr bwMode="auto">
            <a:xfrm rot="-3653990">
              <a:off x="-52818" y="367052"/>
              <a:ext cx="1056292" cy="473299"/>
            </a:xfrm>
            <a:custGeom>
              <a:avLst/>
              <a:gdLst>
                <a:gd name="T0" fmla="*/ 1033611 w 1056292"/>
                <a:gd name="T1" fmla="*/ 432549 h 473299"/>
                <a:gd name="T2" fmla="*/ 1056292 w 1056292"/>
                <a:gd name="T3" fmla="*/ 473299 h 473299"/>
                <a:gd name="T4" fmla="*/ 951107 w 1056292"/>
                <a:gd name="T5" fmla="*/ 435234 h 473299"/>
                <a:gd name="T6" fmla="*/ 88300 w 1056292"/>
                <a:gd name="T7" fmla="*/ 104328 h 473299"/>
                <a:gd name="T8" fmla="*/ 0 w 1056292"/>
                <a:gd name="T9" fmla="*/ 69133 h 473299"/>
                <a:gd name="T10" fmla="*/ 124207 w 1056292"/>
                <a:gd name="T11" fmla="*/ 0 h 473299"/>
                <a:gd name="T12" fmla="*/ 128577 w 1056292"/>
                <a:gd name="T13" fmla="*/ 2307 h 473299"/>
                <a:gd name="T14" fmla="*/ 817312 w 1056292"/>
                <a:gd name="T15" fmla="*/ 343686 h 473299"/>
                <a:gd name="T16" fmla="*/ 1033611 w 1056292"/>
                <a:gd name="T17" fmla="*/ 432549 h 47329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56292" h="473299">
                  <a:moveTo>
                    <a:pt x="1033611" y="432549"/>
                  </a:moveTo>
                  <a:lnTo>
                    <a:pt x="1056292" y="473299"/>
                  </a:lnTo>
                  <a:lnTo>
                    <a:pt x="951107" y="435234"/>
                  </a:lnTo>
                  <a:cubicBezTo>
                    <a:pt x="731732" y="354752"/>
                    <a:pt x="458643" y="251086"/>
                    <a:pt x="88300" y="104328"/>
                  </a:cubicBezTo>
                  <a:lnTo>
                    <a:pt x="0" y="69133"/>
                  </a:lnTo>
                  <a:lnTo>
                    <a:pt x="124207" y="0"/>
                  </a:lnTo>
                  <a:lnTo>
                    <a:pt x="128577" y="2307"/>
                  </a:lnTo>
                  <a:cubicBezTo>
                    <a:pt x="358346" y="124046"/>
                    <a:pt x="578629" y="239074"/>
                    <a:pt x="817312" y="343686"/>
                  </a:cubicBezTo>
                  <a:lnTo>
                    <a:pt x="1033611" y="432549"/>
                  </a:lnTo>
                  <a:close/>
                </a:path>
              </a:pathLst>
            </a:custGeom>
            <a:solidFill>
              <a:srgbClr val="F477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9" name="任意多边形 5"/>
            <p:cNvSpPr/>
            <p:nvPr/>
          </p:nvSpPr>
          <p:spPr bwMode="auto">
            <a:xfrm rot="-3653990">
              <a:off x="-31059" y="233594"/>
              <a:ext cx="907004" cy="565120"/>
            </a:xfrm>
            <a:custGeom>
              <a:avLst/>
              <a:gdLst>
                <a:gd name="T0" fmla="*/ 832339 w 907004"/>
                <a:gd name="T1" fmla="*/ 430975 h 565120"/>
                <a:gd name="T2" fmla="*/ 907004 w 907004"/>
                <a:gd name="T3" fmla="*/ 565120 h 565120"/>
                <a:gd name="T4" fmla="*/ 692735 w 907004"/>
                <a:gd name="T5" fmla="*/ 477176 h 565120"/>
                <a:gd name="T6" fmla="*/ 3918 w 907004"/>
                <a:gd name="T7" fmla="*/ 136088 h 565120"/>
                <a:gd name="T8" fmla="*/ 0 w 907004"/>
                <a:gd name="T9" fmla="*/ 134021 h 565120"/>
                <a:gd name="T10" fmla="*/ 240787 w 907004"/>
                <a:gd name="T11" fmla="*/ 0 h 565120"/>
                <a:gd name="T12" fmla="*/ 333387 w 907004"/>
                <a:gd name="T13" fmla="*/ 71417 h 565120"/>
                <a:gd name="T14" fmla="*/ 673893 w 907004"/>
                <a:gd name="T15" fmla="*/ 322304 h 565120"/>
                <a:gd name="T16" fmla="*/ 832339 w 907004"/>
                <a:gd name="T17" fmla="*/ 430975 h 5651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07004" h="565120">
                  <a:moveTo>
                    <a:pt x="832339" y="430975"/>
                  </a:moveTo>
                  <a:lnTo>
                    <a:pt x="907004" y="565120"/>
                  </a:lnTo>
                  <a:lnTo>
                    <a:pt x="692735" y="477176"/>
                  </a:lnTo>
                  <a:cubicBezTo>
                    <a:pt x="454024" y="372653"/>
                    <a:pt x="233714" y="257724"/>
                    <a:pt x="3918" y="136088"/>
                  </a:cubicBezTo>
                  <a:lnTo>
                    <a:pt x="0" y="134021"/>
                  </a:lnTo>
                  <a:lnTo>
                    <a:pt x="240787" y="0"/>
                  </a:lnTo>
                  <a:lnTo>
                    <a:pt x="333387" y="71417"/>
                  </a:lnTo>
                  <a:cubicBezTo>
                    <a:pt x="454384" y="163246"/>
                    <a:pt x="568301" y="247075"/>
                    <a:pt x="673893" y="322304"/>
                  </a:cubicBezTo>
                  <a:lnTo>
                    <a:pt x="832339" y="430975"/>
                  </a:lnTo>
                  <a:close/>
                </a:path>
              </a:pathLst>
            </a:custGeom>
            <a:solidFill>
              <a:srgbClr val="F441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5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900">
                <a:solidFill>
                  <a:srgbClr val="898989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C617207-6AFB-443F-9E73-CA164A889C89}" type="datetimeFigureOut">
              <a:rPr lang="zh-CN" altLang="en-US"/>
            </a:fld>
            <a:endParaRPr lang="zh-CN" altLang="en-US"/>
          </a:p>
        </p:txBody>
      </p:sp>
      <p:sp>
        <p:nvSpPr>
          <p:cNvPr id="205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900">
                <a:solidFill>
                  <a:srgbClr val="898989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664D16D-DA84-4847-B434-EEF98F7E3405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342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685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0287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EDDC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Oval 40"/>
          <p:cNvSpPr>
            <a:spLocks noChangeArrowheads="1"/>
          </p:cNvSpPr>
          <p:nvPr/>
        </p:nvSpPr>
        <p:spPr bwMode="auto">
          <a:xfrm>
            <a:off x="625475" y="965200"/>
            <a:ext cx="296863" cy="66675"/>
          </a:xfrm>
          <a:prstGeom prst="ellipse">
            <a:avLst/>
          </a:prstGeom>
          <a:solidFill>
            <a:srgbClr val="806D3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lIns="68549" tIns="34275" rIns="68549" bIns="34275"/>
          <a:lstStyle>
            <a:lvl1pPr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79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79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79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79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zh-CN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147" name="Freeform 41"/>
          <p:cNvSpPr>
            <a:spLocks noChangeArrowheads="1"/>
          </p:cNvSpPr>
          <p:nvPr/>
        </p:nvSpPr>
        <p:spPr bwMode="auto">
          <a:xfrm>
            <a:off x="593725" y="333375"/>
            <a:ext cx="360363" cy="663575"/>
          </a:xfrm>
          <a:custGeom>
            <a:avLst/>
            <a:gdLst>
              <a:gd name="T0" fmla="*/ 2147483646 w 128"/>
              <a:gd name="T1" fmla="*/ 2147483646 h 177"/>
              <a:gd name="T2" fmla="*/ 2147483646 w 128"/>
              <a:gd name="T3" fmla="*/ 2147483646 h 177"/>
              <a:gd name="T4" fmla="*/ 2147483646 w 128"/>
              <a:gd name="T5" fmla="*/ 0 h 177"/>
              <a:gd name="T6" fmla="*/ 0 w 128"/>
              <a:gd name="T7" fmla="*/ 2147483646 h 177"/>
              <a:gd name="T8" fmla="*/ 0 w 128"/>
              <a:gd name="T9" fmla="*/ 2147483646 h 177"/>
              <a:gd name="T10" fmla="*/ 0 w 128"/>
              <a:gd name="T11" fmla="*/ 2147483646 h 177"/>
              <a:gd name="T12" fmla="*/ 2147483646 w 128"/>
              <a:gd name="T13" fmla="*/ 2147483646 h 177"/>
              <a:gd name="T14" fmla="*/ 2147483646 w 128"/>
              <a:gd name="T15" fmla="*/ 2147483646 h 177"/>
              <a:gd name="T16" fmla="*/ 2147483646 w 128"/>
              <a:gd name="T17" fmla="*/ 2147483646 h 17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28"/>
              <a:gd name="T28" fmla="*/ 0 h 177"/>
              <a:gd name="T29" fmla="*/ 128 w 128"/>
              <a:gd name="T30" fmla="*/ 177 h 17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28" h="177">
                <a:moveTo>
                  <a:pt x="128" y="68"/>
                </a:moveTo>
                <a:cubicBezTo>
                  <a:pt x="128" y="65"/>
                  <a:pt x="128" y="64"/>
                  <a:pt x="128" y="64"/>
                </a:cubicBezTo>
                <a:cubicBezTo>
                  <a:pt x="128" y="28"/>
                  <a:pt x="99" y="0"/>
                  <a:pt x="64" y="0"/>
                </a:cubicBezTo>
                <a:cubicBezTo>
                  <a:pt x="29" y="0"/>
                  <a:pt x="0" y="28"/>
                  <a:pt x="0" y="64"/>
                </a:cubicBezTo>
                <a:cubicBezTo>
                  <a:pt x="0" y="66"/>
                  <a:pt x="0" y="68"/>
                  <a:pt x="0" y="70"/>
                </a:cubicBezTo>
                <a:cubicBezTo>
                  <a:pt x="0" y="70"/>
                  <a:pt x="0" y="70"/>
                  <a:pt x="0" y="71"/>
                </a:cubicBezTo>
                <a:cubicBezTo>
                  <a:pt x="5" y="122"/>
                  <a:pt x="64" y="177"/>
                  <a:pt x="64" y="177"/>
                </a:cubicBezTo>
                <a:cubicBezTo>
                  <a:pt x="105" y="138"/>
                  <a:pt x="120" y="103"/>
                  <a:pt x="125" y="83"/>
                </a:cubicBezTo>
                <a:cubicBezTo>
                  <a:pt x="127" y="78"/>
                  <a:pt x="127" y="73"/>
                  <a:pt x="128" y="68"/>
                </a:cubicBezTo>
                <a:close/>
              </a:path>
            </a:pathLst>
          </a:custGeom>
          <a:solidFill>
            <a:srgbClr val="8CB20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lIns="68549" tIns="34275" rIns="68549" bIns="34275"/>
          <a:lstStyle/>
          <a:p>
            <a:endParaRPr lang="zh-CN" altLang="en-US"/>
          </a:p>
        </p:txBody>
      </p:sp>
      <p:sp>
        <p:nvSpPr>
          <p:cNvPr id="5124" name="Oval 42"/>
          <p:cNvSpPr>
            <a:spLocks noChangeArrowheads="1"/>
          </p:cNvSpPr>
          <p:nvPr/>
        </p:nvSpPr>
        <p:spPr bwMode="auto">
          <a:xfrm>
            <a:off x="638175" y="403225"/>
            <a:ext cx="269875" cy="360363"/>
          </a:xfrm>
          <a:prstGeom prst="ellipse">
            <a:avLst/>
          </a:prstGeom>
          <a:solidFill>
            <a:srgbClr val="FFFFFF">
              <a:alpha val="3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bevel/>
              </a14:hiddenLine>
            </a:ext>
          </a:extLst>
        </p:spPr>
        <p:txBody>
          <a:bodyPr lIns="68549" tIns="34275" rIns="68549" bIns="34275"/>
          <a:lstStyle>
            <a:lvl1pPr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79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79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79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79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zh-CN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45" name="TextBox 15"/>
          <p:cNvSpPr>
            <a:spLocks noChangeArrowheads="1"/>
          </p:cNvSpPr>
          <p:nvPr/>
        </p:nvSpPr>
        <p:spPr bwMode="auto">
          <a:xfrm>
            <a:off x="530225" y="412750"/>
            <a:ext cx="487363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49" tIns="34275" rIns="68549" bIns="34275">
            <a:spAutoFit/>
          </a:bodyPr>
          <a:lstStyle>
            <a:lvl1pPr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2179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2179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2179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2179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2179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45595000-C190-4B5C-A4BF-B5F1A69BCB5D}" type="slidenum">
              <a:rPr lang="zh-CN" altLang="en-US" sz="1100" smtClean="0">
                <a:solidFill>
                  <a:srgbClr val="FFFF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z="1100">
                <a:solidFill>
                  <a:srgbClr val="FFFF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sz="1100" b="1">
              <a:solidFill>
                <a:srgbClr val="FFFFF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</p:sldLayoutIdLst>
  <p:txStyles>
    <p:titleStyle>
      <a:lvl1pPr marL="684530" indent="-6845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  <a:sym typeface="Calibri Light" panose="020F0302020204030204" pitchFamily="34" charset="0"/>
        </a:defRPr>
      </a:lvl1pPr>
      <a:lvl2pPr marL="684530" indent="-6845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2pPr>
      <a:lvl3pPr marL="684530" indent="-6845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3pPr>
      <a:lvl4pPr marL="684530" indent="-6845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4pPr>
      <a:lvl5pPr marL="684530" indent="-6845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5pPr>
      <a:lvl6pPr marL="1028065" indent="-685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6pPr>
      <a:lvl7pPr marL="1370965" indent="-685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7pPr>
      <a:lvl8pPr marL="1713865" indent="-685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8pPr>
      <a:lvl9pPr marL="2056765" indent="-685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9pPr>
    </p:titleStyle>
    <p:bodyStyle>
      <a:lvl1pPr marL="170180" indent="-17018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513080" indent="-17018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855980" indent="-17018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198880" indent="-17018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1541780" indent="-17018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1885315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6pPr>
      <a:lvl7pPr marL="222758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7pPr>
      <a:lvl8pPr marL="257048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8pPr>
      <a:lvl9pPr marL="291338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9pPr>
    </p:bodyStyle>
    <p:otherStyle>
      <a:defPPr>
        <a:defRPr lang="zh-CN"/>
      </a:defPPr>
      <a:lvl1pPr marL="0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3pPr>
      <a:lvl4pPr marL="1028065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4pPr>
      <a:lvl5pPr marL="1370965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5pPr>
      <a:lvl6pPr marL="1713865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6pPr>
      <a:lvl7pPr marL="2056765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7pPr>
      <a:lvl8pPr marL="2399030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8pPr>
      <a:lvl9pPr marL="2741930" algn="l" defTabSz="685800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3"/>
          <p:cNvSpPr txBox="1">
            <a:spLocks noChangeArrowheads="1"/>
          </p:cNvSpPr>
          <p:nvPr userDrawn="1"/>
        </p:nvSpPr>
        <p:spPr bwMode="auto">
          <a:xfrm>
            <a:off x="107950" y="92075"/>
            <a:ext cx="586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b="1">
                <a:solidFill>
                  <a:srgbClr val="FFFFFF"/>
                </a:solidFill>
                <a:latin typeface="Trebuchet MS" panose="020B0603020202020204" pitchFamily="34" charset="0"/>
                <a:ea typeface="黑体" panose="02010609060101010101" pitchFamily="2" charset="-122"/>
              </a:rPr>
              <a:t>Unit 2  Coincidence</a:t>
            </a:r>
            <a:endParaRPr lang="en-US" altLang="zh-CN" sz="2400" b="1">
              <a:solidFill>
                <a:srgbClr val="FFFFFF"/>
              </a:solidFill>
              <a:latin typeface="Trebuchet MS" panose="020B0603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7171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-125095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/>
              <a:t>asdf</a:t>
            </a:r>
            <a:endParaRPr lang="en-US" altLang="zh-CN"/>
          </a:p>
        </p:txBody>
      </p:sp>
      <p:sp>
        <p:nvSpPr>
          <p:cNvPr id="7172" name="Freeform 5">
            <a:hlinkClick r:id="rId14" action="ppaction://hlinksldjump"/>
          </p:cNvPr>
          <p:cNvSpPr/>
          <p:nvPr userDrawn="1"/>
        </p:nvSpPr>
        <p:spPr bwMode="auto">
          <a:xfrm>
            <a:off x="184150" y="576263"/>
            <a:ext cx="363538" cy="523875"/>
          </a:xfrm>
          <a:custGeom>
            <a:avLst/>
            <a:gdLst>
              <a:gd name="T0" fmla="*/ 0 w 229"/>
              <a:gd name="T1" fmla="*/ 0 h 330"/>
              <a:gd name="T2" fmla="*/ 2147483646 w 229"/>
              <a:gd name="T3" fmla="*/ 2147483646 h 330"/>
              <a:gd name="T4" fmla="*/ 2147483646 w 229"/>
              <a:gd name="T5" fmla="*/ 2147483646 h 330"/>
              <a:gd name="T6" fmla="*/ 2147483646 w 229"/>
              <a:gd name="T7" fmla="*/ 2147483646 h 330"/>
              <a:gd name="T8" fmla="*/ 2147483646 w 229"/>
              <a:gd name="T9" fmla="*/ 2147483646 h 330"/>
              <a:gd name="T10" fmla="*/ 0 w 229"/>
              <a:gd name="T11" fmla="*/ 0 h 33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29" h="330">
                <a:moveTo>
                  <a:pt x="0" y="0"/>
                </a:moveTo>
                <a:lnTo>
                  <a:pt x="229" y="6"/>
                </a:lnTo>
                <a:lnTo>
                  <a:pt x="226" y="249"/>
                </a:lnTo>
                <a:lnTo>
                  <a:pt x="214" y="261"/>
                </a:lnTo>
                <a:lnTo>
                  <a:pt x="1" y="33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3" name="Freeform 6">
            <a:hlinkClick r:id="" action="ppaction://noaction"/>
          </p:cNvPr>
          <p:cNvSpPr/>
          <p:nvPr userDrawn="1"/>
        </p:nvSpPr>
        <p:spPr bwMode="auto">
          <a:xfrm>
            <a:off x="165100" y="1704975"/>
            <a:ext cx="373063" cy="638175"/>
          </a:xfrm>
          <a:custGeom>
            <a:avLst/>
            <a:gdLst>
              <a:gd name="T0" fmla="*/ 0 w 235"/>
              <a:gd name="T1" fmla="*/ 0 h 402"/>
              <a:gd name="T2" fmla="*/ 2147483646 w 235"/>
              <a:gd name="T3" fmla="*/ 2147483646 h 402"/>
              <a:gd name="T4" fmla="*/ 2147483646 w 235"/>
              <a:gd name="T5" fmla="*/ 2147483646 h 402"/>
              <a:gd name="T6" fmla="*/ 0 w 235"/>
              <a:gd name="T7" fmla="*/ 2147483646 h 402"/>
              <a:gd name="T8" fmla="*/ 0 w 235"/>
              <a:gd name="T9" fmla="*/ 0 h 40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35" h="402">
                <a:moveTo>
                  <a:pt x="0" y="0"/>
                </a:moveTo>
                <a:lnTo>
                  <a:pt x="235" y="105"/>
                </a:lnTo>
                <a:lnTo>
                  <a:pt x="228" y="402"/>
                </a:lnTo>
                <a:lnTo>
                  <a:pt x="0" y="32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4" name="Freeform 7">
            <a:hlinkClick r:id="" action="ppaction://noaction"/>
          </p:cNvPr>
          <p:cNvSpPr/>
          <p:nvPr userDrawn="1"/>
        </p:nvSpPr>
        <p:spPr bwMode="auto">
          <a:xfrm>
            <a:off x="165100" y="2233613"/>
            <a:ext cx="373063" cy="638175"/>
          </a:xfrm>
          <a:custGeom>
            <a:avLst/>
            <a:gdLst>
              <a:gd name="T0" fmla="*/ 0 w 235"/>
              <a:gd name="T1" fmla="*/ 0 h 402"/>
              <a:gd name="T2" fmla="*/ 2147483646 w 235"/>
              <a:gd name="T3" fmla="*/ 2147483646 h 402"/>
              <a:gd name="T4" fmla="*/ 2147483646 w 235"/>
              <a:gd name="T5" fmla="*/ 2147483646 h 402"/>
              <a:gd name="T6" fmla="*/ 0 w 235"/>
              <a:gd name="T7" fmla="*/ 2147483646 h 402"/>
              <a:gd name="T8" fmla="*/ 0 w 235"/>
              <a:gd name="T9" fmla="*/ 0 h 40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35" h="402">
                <a:moveTo>
                  <a:pt x="0" y="0"/>
                </a:moveTo>
                <a:lnTo>
                  <a:pt x="235" y="105"/>
                </a:lnTo>
                <a:lnTo>
                  <a:pt x="228" y="402"/>
                </a:lnTo>
                <a:lnTo>
                  <a:pt x="0" y="32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5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600200"/>
            <a:ext cx="7931150" cy="405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pic>
        <p:nvPicPr>
          <p:cNvPr id="7176" name="Picture 13" descr="home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9650" y="163513"/>
            <a:ext cx="933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7" name="Picture 14" descr="notation">
            <a:hlinkClick r:id="" action="ppaction://hlinkshowjump?jump=lastslide"/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825" y="157163"/>
            <a:ext cx="933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</p:sldLayoutIdLst>
  <p:transition advClick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400">
          <a:solidFill>
            <a:srgbClr val="134278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rgbClr val="134278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>
          <a:solidFill>
            <a:srgbClr val="134278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rgbClr val="134278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rgbClr val="134278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2000">
          <a:solidFill>
            <a:srgbClr val="134278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2000">
          <a:solidFill>
            <a:srgbClr val="134278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2000">
          <a:solidFill>
            <a:srgbClr val="134278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2000">
          <a:solidFill>
            <a:srgbClr val="134278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组合 1"/>
          <p:cNvGrpSpPr/>
          <p:nvPr/>
        </p:nvGrpSpPr>
        <p:grpSpPr bwMode="auto">
          <a:xfrm>
            <a:off x="-76200" y="-330200"/>
            <a:ext cx="706438" cy="1646238"/>
            <a:chOff x="0" y="0"/>
            <a:chExt cx="733744" cy="1280272"/>
          </a:xfrm>
        </p:grpSpPr>
        <p:sp>
          <p:nvSpPr>
            <p:cNvPr id="8195" name="任意多边形 2"/>
            <p:cNvSpPr/>
            <p:nvPr/>
          </p:nvSpPr>
          <p:spPr bwMode="auto">
            <a:xfrm rot="1746009">
              <a:off x="0" y="26023"/>
              <a:ext cx="715648" cy="907407"/>
            </a:xfrm>
            <a:custGeom>
              <a:avLst/>
              <a:gdLst>
                <a:gd name="T0" fmla="*/ 0 w 715648"/>
                <a:gd name="T1" fmla="*/ 398327 h 907407"/>
                <a:gd name="T2" fmla="*/ 715648 w 715648"/>
                <a:gd name="T3" fmla="*/ 0 h 907407"/>
                <a:gd name="T4" fmla="*/ 661389 w 715648"/>
                <a:gd name="T5" fmla="*/ 135823 h 907407"/>
                <a:gd name="T6" fmla="*/ 441751 w 715648"/>
                <a:gd name="T7" fmla="*/ 604984 h 907407"/>
                <a:gd name="T8" fmla="*/ 283352 w 715648"/>
                <a:gd name="T9" fmla="*/ 907407 h 907407"/>
                <a:gd name="T10" fmla="*/ 0 w 715648"/>
                <a:gd name="T11" fmla="*/ 398327 h 9074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15648" h="907407">
                  <a:moveTo>
                    <a:pt x="0" y="398327"/>
                  </a:moveTo>
                  <a:lnTo>
                    <a:pt x="715648" y="0"/>
                  </a:lnTo>
                  <a:lnTo>
                    <a:pt x="661389" y="135823"/>
                  </a:lnTo>
                  <a:cubicBezTo>
                    <a:pt x="592959" y="299104"/>
                    <a:pt x="519324" y="452660"/>
                    <a:pt x="441751" y="604984"/>
                  </a:cubicBezTo>
                  <a:lnTo>
                    <a:pt x="283352" y="907407"/>
                  </a:lnTo>
                  <a:lnTo>
                    <a:pt x="0" y="398327"/>
                  </a:lnTo>
                  <a:close/>
                </a:path>
              </a:pathLst>
            </a:custGeom>
            <a:solidFill>
              <a:srgbClr val="1D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8196" name="任意多边形 3"/>
            <p:cNvSpPr/>
            <p:nvPr/>
          </p:nvSpPr>
          <p:spPr bwMode="auto">
            <a:xfrm rot="-3653990">
              <a:off x="-125964" y="420564"/>
              <a:ext cx="1280272" cy="439144"/>
            </a:xfrm>
            <a:custGeom>
              <a:avLst/>
              <a:gdLst>
                <a:gd name="T0" fmla="*/ 1280272 w 1280272"/>
                <a:gd name="T1" fmla="*/ 439144 h 439144"/>
                <a:gd name="T2" fmla="*/ 233785 w 1280272"/>
                <a:gd name="T3" fmla="*/ 126437 h 439144"/>
                <a:gd name="T4" fmla="*/ 0 w 1280272"/>
                <a:gd name="T5" fmla="*/ 69933 h 439144"/>
                <a:gd name="T6" fmla="*/ 125644 w 1280272"/>
                <a:gd name="T7" fmla="*/ 0 h 439144"/>
                <a:gd name="T8" fmla="*/ 213835 w 1280272"/>
                <a:gd name="T9" fmla="*/ 35102 h 439144"/>
                <a:gd name="T10" fmla="*/ 1280272 w 1280272"/>
                <a:gd name="T11" fmla="*/ 439144 h 4391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80272" h="439144">
                  <a:moveTo>
                    <a:pt x="1280272" y="439144"/>
                  </a:moveTo>
                  <a:cubicBezTo>
                    <a:pt x="1014053" y="349571"/>
                    <a:pt x="628735" y="228007"/>
                    <a:pt x="233785" y="126437"/>
                  </a:cubicBezTo>
                  <a:lnTo>
                    <a:pt x="0" y="69933"/>
                  </a:lnTo>
                  <a:lnTo>
                    <a:pt x="125644" y="0"/>
                  </a:lnTo>
                  <a:lnTo>
                    <a:pt x="213835" y="35102"/>
                  </a:lnTo>
                  <a:cubicBezTo>
                    <a:pt x="707879" y="230606"/>
                    <a:pt x="1028940" y="349571"/>
                    <a:pt x="1280272" y="439144"/>
                  </a:cubicBezTo>
                  <a:close/>
                </a:path>
              </a:pathLst>
            </a:custGeom>
            <a:solidFill>
              <a:srgbClr val="F4F9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7" name="任意多边形 4"/>
            <p:cNvSpPr/>
            <p:nvPr/>
          </p:nvSpPr>
          <p:spPr bwMode="auto">
            <a:xfrm rot="-3653990">
              <a:off x="-52818" y="367052"/>
              <a:ext cx="1056292" cy="473299"/>
            </a:xfrm>
            <a:custGeom>
              <a:avLst/>
              <a:gdLst>
                <a:gd name="T0" fmla="*/ 1033611 w 1056292"/>
                <a:gd name="T1" fmla="*/ 432549 h 473299"/>
                <a:gd name="T2" fmla="*/ 1056292 w 1056292"/>
                <a:gd name="T3" fmla="*/ 473299 h 473299"/>
                <a:gd name="T4" fmla="*/ 951107 w 1056292"/>
                <a:gd name="T5" fmla="*/ 435234 h 473299"/>
                <a:gd name="T6" fmla="*/ 88300 w 1056292"/>
                <a:gd name="T7" fmla="*/ 104328 h 473299"/>
                <a:gd name="T8" fmla="*/ 0 w 1056292"/>
                <a:gd name="T9" fmla="*/ 69133 h 473299"/>
                <a:gd name="T10" fmla="*/ 124207 w 1056292"/>
                <a:gd name="T11" fmla="*/ 0 h 473299"/>
                <a:gd name="T12" fmla="*/ 128577 w 1056292"/>
                <a:gd name="T13" fmla="*/ 2307 h 473299"/>
                <a:gd name="T14" fmla="*/ 817312 w 1056292"/>
                <a:gd name="T15" fmla="*/ 343686 h 473299"/>
                <a:gd name="T16" fmla="*/ 1033611 w 1056292"/>
                <a:gd name="T17" fmla="*/ 432549 h 47329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56292" h="473299">
                  <a:moveTo>
                    <a:pt x="1033611" y="432549"/>
                  </a:moveTo>
                  <a:lnTo>
                    <a:pt x="1056292" y="473299"/>
                  </a:lnTo>
                  <a:lnTo>
                    <a:pt x="951107" y="435234"/>
                  </a:lnTo>
                  <a:cubicBezTo>
                    <a:pt x="731732" y="354752"/>
                    <a:pt x="458643" y="251086"/>
                    <a:pt x="88300" y="104328"/>
                  </a:cubicBezTo>
                  <a:lnTo>
                    <a:pt x="0" y="69133"/>
                  </a:lnTo>
                  <a:lnTo>
                    <a:pt x="124207" y="0"/>
                  </a:lnTo>
                  <a:lnTo>
                    <a:pt x="128577" y="2307"/>
                  </a:lnTo>
                  <a:cubicBezTo>
                    <a:pt x="358346" y="124046"/>
                    <a:pt x="578629" y="239074"/>
                    <a:pt x="817312" y="343686"/>
                  </a:cubicBezTo>
                  <a:lnTo>
                    <a:pt x="1033611" y="432549"/>
                  </a:lnTo>
                  <a:close/>
                </a:path>
              </a:pathLst>
            </a:custGeom>
            <a:solidFill>
              <a:srgbClr val="F477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8" name="任意多边形 5"/>
            <p:cNvSpPr/>
            <p:nvPr/>
          </p:nvSpPr>
          <p:spPr bwMode="auto">
            <a:xfrm rot="-3653990">
              <a:off x="-31059" y="233594"/>
              <a:ext cx="907004" cy="565120"/>
            </a:xfrm>
            <a:custGeom>
              <a:avLst/>
              <a:gdLst>
                <a:gd name="T0" fmla="*/ 832339 w 907004"/>
                <a:gd name="T1" fmla="*/ 430975 h 565120"/>
                <a:gd name="T2" fmla="*/ 907004 w 907004"/>
                <a:gd name="T3" fmla="*/ 565120 h 565120"/>
                <a:gd name="T4" fmla="*/ 692735 w 907004"/>
                <a:gd name="T5" fmla="*/ 477176 h 565120"/>
                <a:gd name="T6" fmla="*/ 3918 w 907004"/>
                <a:gd name="T7" fmla="*/ 136088 h 565120"/>
                <a:gd name="T8" fmla="*/ 0 w 907004"/>
                <a:gd name="T9" fmla="*/ 134021 h 565120"/>
                <a:gd name="T10" fmla="*/ 240787 w 907004"/>
                <a:gd name="T11" fmla="*/ 0 h 565120"/>
                <a:gd name="T12" fmla="*/ 333387 w 907004"/>
                <a:gd name="T13" fmla="*/ 71417 h 565120"/>
                <a:gd name="T14" fmla="*/ 673893 w 907004"/>
                <a:gd name="T15" fmla="*/ 322304 h 565120"/>
                <a:gd name="T16" fmla="*/ 832339 w 907004"/>
                <a:gd name="T17" fmla="*/ 430975 h 5651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07004" h="565120">
                  <a:moveTo>
                    <a:pt x="832339" y="430975"/>
                  </a:moveTo>
                  <a:lnTo>
                    <a:pt x="907004" y="565120"/>
                  </a:lnTo>
                  <a:lnTo>
                    <a:pt x="692735" y="477176"/>
                  </a:lnTo>
                  <a:cubicBezTo>
                    <a:pt x="454024" y="372653"/>
                    <a:pt x="233714" y="257724"/>
                    <a:pt x="3918" y="136088"/>
                  </a:cubicBezTo>
                  <a:lnTo>
                    <a:pt x="0" y="134021"/>
                  </a:lnTo>
                  <a:lnTo>
                    <a:pt x="240787" y="0"/>
                  </a:lnTo>
                  <a:lnTo>
                    <a:pt x="333387" y="71417"/>
                  </a:lnTo>
                  <a:cubicBezTo>
                    <a:pt x="454384" y="163246"/>
                    <a:pt x="568301" y="247075"/>
                    <a:pt x="673893" y="322304"/>
                  </a:cubicBezTo>
                  <a:lnTo>
                    <a:pt x="832339" y="430975"/>
                  </a:lnTo>
                  <a:close/>
                </a:path>
              </a:pathLst>
            </a:custGeom>
            <a:solidFill>
              <a:srgbClr val="F441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342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685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0287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025" y="687388"/>
            <a:ext cx="7989888" cy="1082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81025" y="2227263"/>
            <a:ext cx="7989888" cy="363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fld id="{AFF7B1D2-70E0-4EC7-AFDE-6C86AF3843CE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025" y="5951538"/>
            <a:ext cx="4870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975" y="5956300"/>
            <a:ext cx="7699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fld id="{43C5A750-E417-4B5F-86FC-C84D5FA894DE}" type="slidenum">
              <a:rPr lang="en-US"/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7675" y="441325"/>
            <a:ext cx="2720975" cy="107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5350" y="441325"/>
            <a:ext cx="2711450" cy="10795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275" y="441325"/>
            <a:ext cx="2711450" cy="1079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2800" kern="1200" cap="all">
          <a:solidFill>
            <a:schemeClr val="bg1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Gill Sans MT" panose="020B0502020104020203"/>
          <a:ea typeface="华文中宋" panose="02010600040101010101" pitchFamily="2" charset="-122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Gill Sans MT" panose="020B0502020104020203"/>
          <a:ea typeface="华文中宋" panose="02010600040101010101" pitchFamily="2" charset="-122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Gill Sans MT" panose="020B0502020104020203"/>
          <a:ea typeface="华文中宋" panose="02010600040101010101" pitchFamily="2" charset="-122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Gill Sans MT" panose="020B0502020104020203"/>
          <a:ea typeface="华文中宋" panose="02010600040101010101" pitchFamily="2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4800" indent="-304800" algn="l" defTabSz="457200" rtl="0" eaLnBrk="0" fontAlgn="base" hangingPunct="0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ern="1200">
          <a:solidFill>
            <a:schemeClr val="tx2"/>
          </a:solidFill>
          <a:latin typeface="+mn-lt"/>
          <a:ea typeface="+mn-ea"/>
          <a:cs typeface="+mn-cs"/>
        </a:defRPr>
      </a:lvl1pPr>
      <a:lvl2pPr marL="628650" indent="-304800" algn="l" defTabSz="457200" rtl="0" eaLnBrk="0" fontAlgn="base" hangingPunct="0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8525" indent="-269875" algn="l" defTabSz="457200" rtl="0" eaLnBrk="0" fontAlgn="base" hangingPunct="0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425" indent="-233680" algn="l" defTabSz="457200" rtl="0" eaLnBrk="0" fontAlgn="base" hangingPunct="0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105" indent="-233680" algn="l" defTabSz="457200" rtl="0" eaLnBrk="0" fontAlgn="base" hangingPunct="0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27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95.xml"/><Relationship Id="rId2" Type="http://schemas.openxmlformats.org/officeDocument/2006/relationships/tags" Target="../tags/tag1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1.xml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1.xml"/><Relationship Id="rId2" Type="http://schemas.openxmlformats.org/officeDocument/2006/relationships/image" Target="../media/image7.jpe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1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5.xml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62681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560" y="621030"/>
            <a:ext cx="8022590" cy="4547235"/>
          </a:xfrm>
          <a:prstGeom prst="rect">
            <a:avLst/>
          </a:prstGeom>
        </p:spPr>
      </p:pic>
      <p:sp>
        <p:nvSpPr>
          <p:cNvPr id="3" name="标题 3073"/>
          <p:cNvSpPr txBox="1">
            <a:spLocks noChangeArrowheads="1"/>
          </p:cNvSpPr>
          <p:nvPr/>
        </p:nvSpPr>
        <p:spPr>
          <a:xfrm>
            <a:off x="544195" y="4364990"/>
            <a:ext cx="8021955" cy="172847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50000"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Gill Sans MT" panose="020B0502020104020203"/>
                <a:ea typeface="华文中宋" panose="02010600040101010101" pitchFamily="2" charset="-122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Gill Sans MT" panose="020B0502020104020203"/>
                <a:ea typeface="华文中宋" panose="02010600040101010101" pitchFamily="2" charset="-122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Gill Sans MT" panose="020B0502020104020203"/>
                <a:ea typeface="华文中宋" panose="02010600040101010101" pitchFamily="2" charset="-122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Gill Sans MT" panose="020B0502020104020203"/>
                <a:ea typeface="华文中宋" panose="02010600040101010101" pitchFamily="2" charset="-122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defTabSz="914400" eaLnBrk="1" hangingPunct="1"/>
            <a:r>
              <a:rPr lang="en-US" altLang="zh-CN" sz="6600">
                <a:solidFill>
                  <a:schemeClr val="bg1"/>
                </a:solidFill>
                <a:latin typeface="Arial Black" panose="020B0A04020102020204" pitchFamily="34" charset="0"/>
                <a:ea typeface="宋体" panose="02010600030101010101" pitchFamily="2" charset="-122"/>
                <a:cs typeface="Arial Black" panose="020B0A04020102020204" pitchFamily="34" charset="0"/>
              </a:rPr>
              <a:t>Company &amp;</a:t>
            </a:r>
            <a:endParaRPr lang="en-US" altLang="zh-CN" sz="6600">
              <a:solidFill>
                <a:schemeClr val="bg1"/>
              </a:solidFill>
              <a:latin typeface="Arial Black" panose="020B0A04020102020204" pitchFamily="34" charset="0"/>
              <a:ea typeface="宋体" panose="02010600030101010101" pitchFamily="2" charset="-122"/>
              <a:cs typeface="Arial Black" panose="020B0A04020102020204" pitchFamily="34" charset="0"/>
            </a:endParaRPr>
          </a:p>
          <a:p>
            <a:pPr defTabSz="914400" eaLnBrk="1" hangingPunct="1"/>
            <a:r>
              <a:rPr lang="en-US" altLang="zh-CN" sz="6600" dirty="0">
                <a:solidFill>
                  <a:schemeClr val="bg1"/>
                </a:solidFill>
                <a:latin typeface="Arial Black" panose="020B0A04020102020204" pitchFamily="34" charset="0"/>
                <a:ea typeface="宋体" panose="02010600030101010101" pitchFamily="2" charset="-122"/>
                <a:cs typeface="Arial Black" panose="020B0A04020102020204" pitchFamily="34" charset="0"/>
              </a:rPr>
              <a:t>Product               CASE STUDY</a:t>
            </a:r>
            <a:endParaRPr lang="zh-CN" altLang="en-US" sz="6600" dirty="0">
              <a:solidFill>
                <a:schemeClr val="bg1"/>
              </a:solidFill>
              <a:latin typeface="Arial Black" panose="020B0A04020102020204" pitchFamily="34" charset="0"/>
              <a:ea typeface="宋体" panose="02010600030101010101" pitchFamily="2" charset="-122"/>
              <a:cs typeface="Arial Black" panose="020B0A040201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3568700" y="2235200"/>
            <a:ext cx="5405438" cy="2128838"/>
            <a:chOff x="0" y="0"/>
            <a:chExt cx="11348" cy="3351"/>
          </a:xfrm>
        </p:grpSpPr>
        <p:sp>
          <p:nvSpPr>
            <p:cNvPr id="242703" name="Text Box 3"/>
            <p:cNvSpPr txBox="1">
              <a:spLocks noChangeArrowheads="1"/>
            </p:cNvSpPr>
            <p:nvPr/>
          </p:nvSpPr>
          <p:spPr bwMode="auto">
            <a:xfrm>
              <a:off x="0" y="519"/>
              <a:ext cx="11348" cy="2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9pPr>
            </a:lstStyle>
            <a:p>
              <a:endParaRPr lang="zh-CN" altLang="en-US" sz="1400">
                <a:solidFill>
                  <a:srgbClr val="777777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42704" name="Text Box 4"/>
            <p:cNvSpPr txBox="1">
              <a:spLocks noChangeArrowheads="1"/>
            </p:cNvSpPr>
            <p:nvPr/>
          </p:nvSpPr>
          <p:spPr bwMode="auto">
            <a:xfrm>
              <a:off x="5" y="0"/>
              <a:ext cx="2448" cy="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9pPr>
            </a:lstStyle>
            <a:p>
              <a:endParaRPr lang="zh-CN" altLang="en-US">
                <a:solidFill>
                  <a:srgbClr val="777777"/>
                </a:solidFill>
                <a:ea typeface="迷你简大黑" charset="-122"/>
              </a:endParaRPr>
            </a:p>
          </p:txBody>
        </p:sp>
      </p:grpSp>
      <p:sp>
        <p:nvSpPr>
          <p:cNvPr id="242691" name="Text Box 6"/>
          <p:cNvSpPr txBox="1">
            <a:spLocks noChangeArrowheads="1"/>
          </p:cNvSpPr>
          <p:nvPr/>
        </p:nvSpPr>
        <p:spPr bwMode="auto">
          <a:xfrm>
            <a:off x="7069138" y="104775"/>
            <a:ext cx="21701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9pPr>
          </a:lstStyle>
          <a:p>
            <a:r>
              <a:rPr lang="zh-CN" altLang="en-US" sz="2000">
                <a:latin typeface="Arial Black" panose="020B0A04020102020204" pitchFamily="34" charset="0"/>
              </a:rPr>
              <a:t> </a:t>
            </a:r>
            <a:endParaRPr lang="zh-CN" altLang="en-US">
              <a:latin typeface="Arial Black" panose="020B0A04020102020204" pitchFamily="34" charset="0"/>
            </a:endParaRPr>
          </a:p>
        </p:txBody>
      </p:sp>
      <p:sp>
        <p:nvSpPr>
          <p:cNvPr id="242692" name="Text Box 7"/>
          <p:cNvSpPr txBox="1">
            <a:spLocks noChangeArrowheads="1"/>
          </p:cNvSpPr>
          <p:nvPr/>
        </p:nvSpPr>
        <p:spPr bwMode="auto">
          <a:xfrm>
            <a:off x="222250" y="3246438"/>
            <a:ext cx="3111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9pPr>
          </a:lstStyle>
          <a:p>
            <a:endParaRPr lang="zh-CN" altLang="en-US"/>
          </a:p>
        </p:txBody>
      </p:sp>
      <p:pic>
        <p:nvPicPr>
          <p:cNvPr id="242698" name="图片 4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578" y="836613"/>
            <a:ext cx="660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 Box 22"/>
          <p:cNvSpPr txBox="1">
            <a:spLocks noChangeArrowheads="1"/>
          </p:cNvSpPr>
          <p:nvPr/>
        </p:nvSpPr>
        <p:spPr bwMode="auto">
          <a:xfrm>
            <a:off x="221615" y="-46990"/>
            <a:ext cx="8836660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9pPr>
          </a:lstStyle>
          <a:p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Assignment: </a:t>
            </a:r>
            <a:r>
              <a:rPr lang="en-US" altLang="zh-CN" sz="2800">
                <a:solidFill>
                  <a:srgbClr val="903163"/>
                </a:solidFill>
                <a:sym typeface="+mn-ea"/>
              </a:rPr>
              <a:t>Company and Product Introduction-</a:t>
            </a:r>
            <a:r>
              <a:rPr lang="en-US" altLang="zh-CN" sz="2800" b="1">
                <a:solidFill>
                  <a:schemeClr val="tx1"/>
                </a:solidFill>
                <a:sym typeface="+mn-ea"/>
              </a:rPr>
              <a:t>Labubu</a:t>
            </a:r>
            <a:endParaRPr lang="en-US" altLang="zh-CN" sz="2800" b="1">
              <a:solidFill>
                <a:schemeClr val="tx1"/>
              </a:solidFill>
            </a:endParaRPr>
          </a:p>
          <a:p>
            <a:endParaRPr lang="en-US" altLang="zh-CN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7995" y="1268730"/>
            <a:ext cx="8115300" cy="26765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latin typeface="Calibri" panose="020F0502020204030204"/>
                <a:ea typeface="Calibri" panose="020F0502020204030204"/>
              </a:rPr>
              <a:t>Objective</a:t>
            </a:r>
            <a:endParaRPr lang="en-US" altLang="zh-CN" sz="2800" b="1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latin typeface="Calibri" panose="020F0502020204030204"/>
                <a:ea typeface="Calibri" panose="020F0502020204030204"/>
              </a:rPr>
              <a:t>To practice and enhance your business English skills by researching and presenting a comprehensive introduction of a company and its product. In this case, you will focus on the company Pop Mart and its popular product line, Labubu.</a:t>
            </a:r>
            <a:endParaRPr lang="en-US" altLang="zh-CN" sz="2800"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39750" y="4509135"/>
            <a:ext cx="5925820" cy="18148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latin typeface="Calibri" panose="020F0502020204030204"/>
                <a:ea typeface="Calibri" panose="020F0502020204030204"/>
              </a:rPr>
              <a:t>Task</a:t>
            </a:r>
            <a:endParaRPr lang="en-US" altLang="zh-CN" sz="2800" b="1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latin typeface="Calibri" panose="020F0502020204030204"/>
                <a:ea typeface="Calibri" panose="020F0502020204030204"/>
              </a:rPr>
              <a:t>You are required to prepare a detailed presentation introducing Pop Mart and the Labubu product line.</a:t>
            </a:r>
            <a:r>
              <a:rPr lang="en-US" altLang="zh-CN" sz="2400">
                <a:latin typeface="Calibri" panose="020F0502020204030204"/>
                <a:ea typeface="Calibri" panose="020F0502020204030204"/>
              </a:rPr>
              <a:t> </a:t>
            </a:r>
            <a:endParaRPr lang="en-US" altLang="zh-CN" sz="2400">
              <a:latin typeface="Calibri" panose="020F0502020204030204"/>
              <a:ea typeface="Calibri" panose="020F0502020204030204"/>
            </a:endParaRPr>
          </a:p>
        </p:txBody>
      </p:sp>
      <p:pic>
        <p:nvPicPr>
          <p:cNvPr id="8" name="图片 7"/>
          <p:cNvPicPr/>
          <p:nvPr/>
        </p:nvPicPr>
        <p:blipFill>
          <a:blip r:embed="rId2"/>
          <a:srcRect t="13089"/>
          <a:stretch>
            <a:fillRect/>
          </a:stretch>
        </p:blipFill>
        <p:spPr>
          <a:xfrm>
            <a:off x="6732270" y="3789045"/>
            <a:ext cx="1793875" cy="2871470"/>
          </a:xfrm>
          <a:prstGeom prst="rect">
            <a:avLst/>
          </a:prstGeom>
        </p:spPr>
      </p:pic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3568700" y="2235200"/>
            <a:ext cx="5405438" cy="2128838"/>
            <a:chOff x="0" y="0"/>
            <a:chExt cx="11348" cy="3351"/>
          </a:xfrm>
        </p:grpSpPr>
        <p:sp>
          <p:nvSpPr>
            <p:cNvPr id="242703" name="Text Box 3"/>
            <p:cNvSpPr txBox="1">
              <a:spLocks noChangeArrowheads="1"/>
            </p:cNvSpPr>
            <p:nvPr/>
          </p:nvSpPr>
          <p:spPr bwMode="auto">
            <a:xfrm>
              <a:off x="0" y="519"/>
              <a:ext cx="11348" cy="2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9pPr>
            </a:lstStyle>
            <a:p>
              <a:endParaRPr lang="zh-CN" altLang="en-US" sz="1400">
                <a:solidFill>
                  <a:srgbClr val="777777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42704" name="Text Box 4"/>
            <p:cNvSpPr txBox="1">
              <a:spLocks noChangeArrowheads="1"/>
            </p:cNvSpPr>
            <p:nvPr/>
          </p:nvSpPr>
          <p:spPr bwMode="auto">
            <a:xfrm>
              <a:off x="5" y="0"/>
              <a:ext cx="2448" cy="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9pPr>
            </a:lstStyle>
            <a:p>
              <a:endParaRPr lang="zh-CN" altLang="en-US">
                <a:solidFill>
                  <a:srgbClr val="777777"/>
                </a:solidFill>
                <a:ea typeface="迷你简大黑" charset="-122"/>
              </a:endParaRPr>
            </a:p>
          </p:txBody>
        </p:sp>
      </p:grpSp>
      <p:sp>
        <p:nvSpPr>
          <p:cNvPr id="242691" name="Text Box 6"/>
          <p:cNvSpPr txBox="1">
            <a:spLocks noChangeArrowheads="1"/>
          </p:cNvSpPr>
          <p:nvPr/>
        </p:nvSpPr>
        <p:spPr bwMode="auto">
          <a:xfrm>
            <a:off x="7069138" y="104775"/>
            <a:ext cx="21701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9pPr>
          </a:lstStyle>
          <a:p>
            <a:r>
              <a:rPr lang="zh-CN" altLang="en-US" sz="2000">
                <a:latin typeface="Arial Black" panose="020B0A04020102020204" pitchFamily="34" charset="0"/>
              </a:rPr>
              <a:t> </a:t>
            </a:r>
            <a:endParaRPr lang="zh-CN" altLang="en-US">
              <a:latin typeface="Arial Black" panose="020B0A04020102020204" pitchFamily="34" charset="0"/>
            </a:endParaRPr>
          </a:p>
        </p:txBody>
      </p:sp>
      <p:sp>
        <p:nvSpPr>
          <p:cNvPr id="242692" name="Text Box 7"/>
          <p:cNvSpPr txBox="1">
            <a:spLocks noChangeArrowheads="1"/>
          </p:cNvSpPr>
          <p:nvPr/>
        </p:nvSpPr>
        <p:spPr bwMode="auto">
          <a:xfrm>
            <a:off x="222250" y="3246438"/>
            <a:ext cx="3111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9pPr>
          </a:lstStyle>
          <a:p>
            <a:endParaRPr lang="zh-CN" altLang="en-US"/>
          </a:p>
        </p:txBody>
      </p:sp>
      <p:pic>
        <p:nvPicPr>
          <p:cNvPr id="242698" name="图片 4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988" y="6093143"/>
            <a:ext cx="660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395605" y="548640"/>
            <a:ext cx="8433435" cy="63696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latin typeface="Calibri" panose="020F0502020204030204"/>
                <a:ea typeface="Calibri" panose="020F0502020204030204"/>
              </a:rPr>
              <a:t>Company Overview</a:t>
            </a:r>
            <a:endParaRPr lang="en-US" altLang="zh-CN" sz="2400" b="1">
              <a:latin typeface="Calibri" panose="020F0502020204030204"/>
              <a:ea typeface="Calibri" panose="020F0502020204030204"/>
            </a:endParaRPr>
          </a:p>
          <a:p>
            <a:pPr marL="342900" indent="-342900" algn="just" defTabSz="2667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>
                <a:latin typeface="Calibri" panose="020F0502020204030204"/>
                <a:ea typeface="Calibri" panose="020F0502020204030204"/>
              </a:rPr>
              <a:t>Introduction</a:t>
            </a:r>
            <a:endParaRPr lang="en-US" altLang="zh-CN" sz="2400">
              <a:latin typeface="Calibri" panose="020F0502020204030204"/>
              <a:ea typeface="Calibri" panose="020F0502020204030204"/>
            </a:endParaRPr>
          </a:p>
          <a:p>
            <a:pPr marL="342900" indent="-342900" algn="just" defTabSz="2667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>
                <a:latin typeface="Calibri" panose="020F0502020204030204"/>
                <a:ea typeface="Calibri" panose="020F0502020204030204"/>
              </a:rPr>
              <a:t>History:</a:t>
            </a:r>
            <a:endParaRPr lang="en-US" altLang="zh-CN" sz="2400">
              <a:latin typeface="Calibri" panose="020F0502020204030204"/>
              <a:ea typeface="Calibri" panose="020F0502020204030204"/>
            </a:endParaRPr>
          </a:p>
          <a:p>
            <a:pPr marL="342900" indent="-342900" algn="just" defTabSz="2667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>
                <a:latin typeface="Calibri" panose="020F0502020204030204"/>
                <a:ea typeface="Calibri" panose="020F0502020204030204"/>
              </a:rPr>
              <a:t>Mission and Vision</a:t>
            </a:r>
            <a:endParaRPr lang="en-US" altLang="zh-CN" sz="2400">
              <a:latin typeface="Calibri" panose="020F0502020204030204"/>
              <a:ea typeface="Calibri" panose="020F0502020204030204"/>
            </a:endParaRPr>
          </a:p>
          <a:p>
            <a:pPr marL="342900" indent="-342900" algn="just" defTabSz="2667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>
                <a:latin typeface="Calibri" panose="020F0502020204030204"/>
                <a:ea typeface="Calibri" panose="020F0502020204030204"/>
              </a:rPr>
              <a:t>Market Position</a:t>
            </a:r>
            <a:endParaRPr lang="en-US" altLang="zh-CN" sz="24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latin typeface="Calibri" panose="020F0502020204030204"/>
                <a:ea typeface="Calibri" panose="020F0502020204030204"/>
              </a:rPr>
              <a:t>Product Introduction - Labubu</a:t>
            </a:r>
            <a:endParaRPr lang="en-US" altLang="zh-CN" sz="2400" b="1">
              <a:latin typeface="Calibri" panose="020F0502020204030204"/>
              <a:ea typeface="Calibri" panose="020F0502020204030204"/>
            </a:endParaRPr>
          </a:p>
          <a:p>
            <a:pPr marL="342900" indent="-342900" algn="just" defTabSz="2667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>
                <a:latin typeface="Calibri" panose="020F0502020204030204"/>
                <a:ea typeface="Calibri" panose="020F0502020204030204"/>
              </a:rPr>
              <a:t>Background</a:t>
            </a:r>
            <a:endParaRPr lang="en-US" altLang="zh-CN" sz="2400">
              <a:latin typeface="Calibri" panose="020F0502020204030204"/>
              <a:ea typeface="Calibri" panose="020F0502020204030204"/>
            </a:endParaRPr>
          </a:p>
          <a:p>
            <a:pPr marL="342900" indent="-342900" algn="just" defTabSz="2667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>
                <a:latin typeface="Calibri" panose="020F0502020204030204"/>
                <a:ea typeface="Calibri" panose="020F0502020204030204"/>
              </a:rPr>
              <a:t>Product Features</a:t>
            </a:r>
            <a:endParaRPr lang="en-US" altLang="zh-CN" sz="2400">
              <a:latin typeface="Calibri" panose="020F0502020204030204"/>
              <a:ea typeface="Calibri" panose="020F0502020204030204"/>
            </a:endParaRPr>
          </a:p>
          <a:p>
            <a:pPr marL="342900" indent="-342900" algn="just" defTabSz="2667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>
                <a:latin typeface="Calibri" panose="020F0502020204030204"/>
                <a:ea typeface="Calibri" panose="020F0502020204030204"/>
              </a:rPr>
              <a:t>Product Line</a:t>
            </a:r>
            <a:endParaRPr lang="en-US" altLang="zh-CN" sz="2400">
              <a:latin typeface="Calibri" panose="020F0502020204030204"/>
              <a:ea typeface="Calibri" panose="020F0502020204030204"/>
            </a:endParaRPr>
          </a:p>
          <a:p>
            <a:pPr marL="342900" indent="-342900" algn="just" defTabSz="2667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>
                <a:latin typeface="Calibri" panose="020F0502020204030204"/>
                <a:ea typeface="Calibri" panose="020F0502020204030204"/>
              </a:rPr>
              <a:t>Target Market</a:t>
            </a:r>
            <a:endParaRPr lang="en-US" altLang="zh-CN" sz="2400">
              <a:latin typeface="Calibri" panose="020F0502020204030204"/>
              <a:ea typeface="Calibri" panose="020F0502020204030204"/>
            </a:endParaRPr>
          </a:p>
          <a:p>
            <a:pPr marL="342900" indent="-342900" algn="just" defTabSz="2667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>
                <a:latin typeface="Calibri" panose="020F0502020204030204"/>
                <a:ea typeface="Calibri" panose="020F0502020204030204"/>
              </a:rPr>
              <a:t>Marketing Strategy</a:t>
            </a:r>
            <a:endParaRPr lang="en-US" altLang="zh-CN" sz="24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latin typeface="Calibri" panose="020F0502020204030204"/>
                <a:ea typeface="Calibri" panose="020F0502020204030204"/>
              </a:rPr>
              <a:t>Case Study</a:t>
            </a:r>
            <a:endParaRPr lang="en-US" altLang="zh-CN" sz="2400" b="1">
              <a:latin typeface="Calibri" panose="020F0502020204030204"/>
              <a:ea typeface="Calibri" panose="020F0502020204030204"/>
            </a:endParaRPr>
          </a:p>
          <a:p>
            <a:pPr marL="342900" indent="-342900" algn="just" defTabSz="2667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>
                <a:latin typeface="Calibri" panose="020F0502020204030204"/>
                <a:ea typeface="Calibri" panose="020F0502020204030204"/>
              </a:rPr>
              <a:t>Success Story</a:t>
            </a:r>
            <a:endParaRPr lang="en-US" altLang="zh-CN" sz="2400">
              <a:latin typeface="Calibri" panose="020F0502020204030204"/>
              <a:ea typeface="Calibri" panose="020F0502020204030204"/>
            </a:endParaRPr>
          </a:p>
          <a:p>
            <a:pPr marL="342900" indent="-342900" algn="just" defTabSz="2667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>
                <a:latin typeface="Calibri" panose="020F0502020204030204"/>
                <a:ea typeface="Calibri" panose="020F0502020204030204"/>
              </a:rPr>
              <a:t>Challenges</a:t>
            </a:r>
            <a:endParaRPr lang="en-US" altLang="zh-CN" sz="24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latin typeface="Calibri" panose="020F0502020204030204"/>
                <a:ea typeface="Calibri" panose="020F0502020204030204"/>
              </a:rPr>
              <a:t>Conclusion</a:t>
            </a:r>
            <a:endParaRPr lang="en-US" altLang="zh-CN" sz="2400" b="1">
              <a:latin typeface="Calibri" panose="020F0502020204030204"/>
              <a:ea typeface="Calibri" panose="020F0502020204030204"/>
            </a:endParaRPr>
          </a:p>
          <a:p>
            <a:pPr marL="342900" indent="-342900" algn="just" defTabSz="2667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>
                <a:latin typeface="Calibri" panose="020F0502020204030204"/>
                <a:ea typeface="Calibri" panose="020F0502020204030204"/>
              </a:rPr>
              <a:t>Summary</a:t>
            </a:r>
            <a:endParaRPr lang="en-US" altLang="zh-CN" sz="24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latin typeface="Calibri" panose="020F0502020204030204"/>
                <a:ea typeface="Calibri" panose="020F0502020204030204"/>
              </a:rPr>
              <a:t>Future Outlook</a:t>
            </a:r>
            <a:endParaRPr lang="en-US" altLang="zh-CN" sz="2400" b="1"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" name="Text Box 22"/>
          <p:cNvSpPr txBox="1">
            <a:spLocks noChangeArrowheads="1"/>
          </p:cNvSpPr>
          <p:nvPr/>
        </p:nvSpPr>
        <p:spPr bwMode="auto">
          <a:xfrm>
            <a:off x="221615" y="-46990"/>
            <a:ext cx="883666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9pPr>
          </a:lstStyle>
          <a:p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Assignment: </a:t>
            </a:r>
            <a:r>
              <a:rPr lang="en-US" altLang="zh-CN" sz="2800">
                <a:solidFill>
                  <a:srgbClr val="903163"/>
                </a:solidFill>
                <a:sym typeface="+mn-ea"/>
              </a:rPr>
              <a:t>Company and Product Introduction-Labubu</a:t>
            </a:r>
            <a:endParaRPr lang="en-US" altLang="zh-CN" sz="28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4846955" y="1700530"/>
            <a:ext cx="4160520" cy="3848735"/>
          </a:xfrm>
          <a:prstGeom prst="rect">
            <a:avLst/>
          </a:prstGeom>
        </p:spPr>
      </p:pic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3568700" y="2235200"/>
            <a:ext cx="5405438" cy="2128838"/>
            <a:chOff x="0" y="0"/>
            <a:chExt cx="11348" cy="3351"/>
          </a:xfrm>
        </p:grpSpPr>
        <p:sp>
          <p:nvSpPr>
            <p:cNvPr id="242703" name="Text Box 3"/>
            <p:cNvSpPr txBox="1">
              <a:spLocks noChangeArrowheads="1"/>
            </p:cNvSpPr>
            <p:nvPr/>
          </p:nvSpPr>
          <p:spPr bwMode="auto">
            <a:xfrm>
              <a:off x="0" y="519"/>
              <a:ext cx="11348" cy="2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9pPr>
            </a:lstStyle>
            <a:p>
              <a:endParaRPr lang="zh-CN" altLang="en-US" sz="1400">
                <a:solidFill>
                  <a:srgbClr val="777777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42704" name="Text Box 4"/>
            <p:cNvSpPr txBox="1">
              <a:spLocks noChangeArrowheads="1"/>
            </p:cNvSpPr>
            <p:nvPr/>
          </p:nvSpPr>
          <p:spPr bwMode="auto">
            <a:xfrm>
              <a:off x="5" y="0"/>
              <a:ext cx="2448" cy="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迷你简方叠体" charset="-122"/>
                </a:defRPr>
              </a:lvl9pPr>
            </a:lstStyle>
            <a:p>
              <a:endParaRPr lang="zh-CN" altLang="en-US">
                <a:solidFill>
                  <a:srgbClr val="777777"/>
                </a:solidFill>
                <a:ea typeface="迷你简大黑" charset="-122"/>
              </a:endParaRPr>
            </a:p>
          </p:txBody>
        </p:sp>
      </p:grpSp>
      <p:sp>
        <p:nvSpPr>
          <p:cNvPr id="242691" name="Text Box 6"/>
          <p:cNvSpPr txBox="1">
            <a:spLocks noChangeArrowheads="1"/>
          </p:cNvSpPr>
          <p:nvPr/>
        </p:nvSpPr>
        <p:spPr bwMode="auto">
          <a:xfrm>
            <a:off x="7069138" y="104775"/>
            <a:ext cx="21701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9pPr>
          </a:lstStyle>
          <a:p>
            <a:r>
              <a:rPr lang="zh-CN" altLang="en-US" sz="2000">
                <a:latin typeface="Arial Black" panose="020B0A04020102020204" pitchFamily="34" charset="0"/>
              </a:rPr>
              <a:t> </a:t>
            </a:r>
            <a:endParaRPr lang="zh-CN" altLang="en-US">
              <a:latin typeface="Arial Black" panose="020B0A04020102020204" pitchFamily="34" charset="0"/>
            </a:endParaRPr>
          </a:p>
        </p:txBody>
      </p:sp>
      <p:pic>
        <p:nvPicPr>
          <p:cNvPr id="242698" name="图片 4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988" y="6093143"/>
            <a:ext cx="660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22"/>
          <p:cNvSpPr txBox="1">
            <a:spLocks noChangeArrowheads="1"/>
          </p:cNvSpPr>
          <p:nvPr/>
        </p:nvSpPr>
        <p:spPr bwMode="auto">
          <a:xfrm>
            <a:off x="221615" y="-46990"/>
            <a:ext cx="8836660" cy="559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迷你简方叠体" charset="-122"/>
              </a:defRPr>
            </a:lvl9pPr>
          </a:lstStyle>
          <a:p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Assignment: </a:t>
            </a:r>
            <a:r>
              <a:rPr lang="en-US" altLang="zh-CN" sz="2800">
                <a:solidFill>
                  <a:srgbClr val="903163"/>
                </a:solidFill>
                <a:sym typeface="+mn-ea"/>
              </a:rPr>
              <a:t>Company and Product Introduction-Labubu</a:t>
            </a:r>
            <a:endParaRPr lang="en-US" altLang="zh-CN" sz="2800">
              <a:solidFill>
                <a:srgbClr val="903163"/>
              </a:solidFill>
            </a:endParaRPr>
          </a:p>
          <a:p>
            <a:endParaRPr lang="en-US" altLang="zh-CN" sz="28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8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Written Report </a:t>
            </a:r>
            <a:endParaRPr lang="en-US" altLang="zh-CN" sz="28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Submit a written report (300-500 words) summarizing your presentation. 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 your report is well-structured and free of grammatical errors.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8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 Criteria</a:t>
            </a:r>
            <a:endParaRPr lang="en-US" altLang="zh-CN" sz="28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 Accuracy: 40%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Clarity and Organization: 20%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Engagement and Presentation Skills: 20%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Written Report Quality: 20%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8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8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8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8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3429000"/>
            <a:ext cx="4912909" cy="273630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51485" y="620395"/>
            <a:ext cx="8230870" cy="24174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latinLnBrk="0">
              <a:lnSpc>
                <a:spcPct val="150000"/>
              </a:lnSpc>
            </a:pPr>
            <a:r>
              <a:rPr lang="en-US" altLang="zh-CN" sz="2400" b="1"/>
              <a:t>Written Report</a:t>
            </a:r>
            <a:endParaRPr lang="en-US" altLang="zh-CN" sz="2400" b="1"/>
          </a:p>
          <a:p>
            <a:pPr marL="342900" indent="-342900" latinLnBrk="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zh-CN" sz="2400"/>
              <a:t>Submit a written report (300-500 words) summarizing your presentation. </a:t>
            </a:r>
            <a:endParaRPr lang="en-US" altLang="zh-CN" sz="2400"/>
          </a:p>
          <a:p>
            <a:pPr marL="342900" indent="-342900" latinLnBrk="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zh-CN" sz="2400"/>
              <a:t>Ensure your report is well-structured and free of grammatical errors.</a:t>
            </a:r>
            <a:endParaRPr lang="en-US" altLang="zh-CN" sz="2400"/>
          </a:p>
        </p:txBody>
      </p:sp>
    </p:spTree>
  </p:cSld>
  <p:clrMapOvr>
    <a:masterClrMapping/>
  </p:clrMapOvr>
  <p:transition spd="med" advTm="20902">
    <p:pull/>
  </p:transition>
</p:sld>
</file>

<file path=ppt/tags/tag1.xml><?xml version="1.0" encoding="utf-8"?>
<p:tagLst xmlns:p="http://schemas.openxmlformats.org/presentationml/2006/main">
  <p:tag name="KSO_WM_TEMPLATE_CATEGORY" val="custom"/>
  <p:tag name="KSO_WM_TEMPLATE_INDEX" val="20186834"/>
  <p:tag name="KSO_WM_SLIDE_MODEL_TYPE" val="cover"/>
</p:tagLst>
</file>

<file path=ppt/tags/tag2.xml><?xml version="1.0" encoding="utf-8"?>
<p:tagLst xmlns:p="http://schemas.openxmlformats.org/presentationml/2006/main">
  <p:tag name="KSO_WPP_MARK_KEY" val="c4927a8f-36fb-48df-92ad-ffab2c37fe6b"/>
  <p:tag name="COMMONDATA" val="eyJoZGlkIjoiN2Y4ZTA5MzRhMzA1N2RiNTZlYTA1YzFhYWNkMDk0ZjUifQ=="/>
</p:tagLst>
</file>

<file path=ppt/theme/theme1.xml><?xml version="1.0" encoding="utf-8"?>
<a:theme xmlns:a="http://schemas.openxmlformats.org/drawingml/2006/main" name="主题1">
  <a:themeElements>
    <a:clrScheme name="2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2_Office 主题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微软雅黑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微软雅黑" panose="020B0503020204020204" pitchFamily="34" charset="-122"/>
          </a:defRPr>
        </a:defPPr>
      </a:lstStyle>
    </a:ln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">
  <a:themeElements>
    <a:clrScheme name="3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3_Office 主题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微软雅黑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微软雅黑" panose="020B0503020204020204" pitchFamily="34" charset="-122"/>
          </a:defRPr>
        </a:defPPr>
      </a:lstStyle>
    </a:ln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主题1">
  <a:themeElements>
    <a:clrScheme name="2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2_Office 主题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微软雅黑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微软雅黑" panose="020B0503020204020204" pitchFamily="34" charset="-122"/>
          </a:defRPr>
        </a:defPPr>
      </a:lstStyle>
    </a:ln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主题">
  <a:themeElements>
    <a:clrScheme name="3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3_Office 主题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微软雅黑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微软雅黑" panose="020B0503020204020204" pitchFamily="34" charset="-122"/>
          </a:defRPr>
        </a:defPPr>
      </a:lstStyle>
    </a:ln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7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B">
  <a:themeElements>
    <a:clrScheme name="B 14">
      <a:dk1>
        <a:srgbClr val="104278"/>
      </a:dk1>
      <a:lt1>
        <a:srgbClr val="D9F4FF"/>
      </a:lt1>
      <a:dk2>
        <a:srgbClr val="134278"/>
      </a:dk2>
      <a:lt2>
        <a:srgbClr val="98BCE4"/>
      </a:lt2>
      <a:accent1>
        <a:srgbClr val="2678B0"/>
      </a:accent1>
      <a:accent2>
        <a:srgbClr val="EB2B06"/>
      </a:accent2>
      <a:accent3>
        <a:srgbClr val="E9F8FF"/>
      </a:accent3>
      <a:accent4>
        <a:srgbClr val="0C3765"/>
      </a:accent4>
      <a:accent5>
        <a:srgbClr val="ACBED4"/>
      </a:accent5>
      <a:accent6>
        <a:srgbClr val="D52605"/>
      </a:accent6>
      <a:hlink>
        <a:srgbClr val="FF9900"/>
      </a:hlink>
      <a:folHlink>
        <a:srgbClr val="99CC00"/>
      </a:folHlink>
    </a:clrScheme>
    <a:fontScheme name="B">
      <a:majorFont>
        <a:latin typeface="Trebuchet MS"/>
        <a:ea typeface="宋体"/>
        <a:cs typeface=""/>
      </a:majorFont>
      <a:minorFont>
        <a:latin typeface="Trebuchet MS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0" lang="en-US" altLang="zh-CN" sz="2400" b="0" i="0" u="none" strike="noStrike" cap="none" normalizeH="0" baseline="0" smtClean="0">
            <a:ln>
              <a:noFill/>
            </a:ln>
            <a:solidFill>
              <a:srgbClr val="134278"/>
            </a:solidFill>
            <a:effectLst/>
            <a:latin typeface="Trebuchet MS" panose="020B0603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0" lang="en-US" altLang="zh-CN" sz="2400" b="0" i="0" u="none" strike="noStrike" cap="none" normalizeH="0" baseline="0" smtClean="0">
            <a:ln>
              <a:noFill/>
            </a:ln>
            <a:solidFill>
              <a:srgbClr val="134278"/>
            </a:solidFill>
            <a:effectLst/>
            <a:latin typeface="Trebuchet MS" panose="020B0603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B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 13">
        <a:dk1>
          <a:srgbClr val="1F4978"/>
        </a:dk1>
        <a:lt1>
          <a:srgbClr val="FFFFFF"/>
        </a:lt1>
        <a:dk2>
          <a:srgbClr val="195FAD"/>
        </a:dk2>
        <a:lt2>
          <a:srgbClr val="FFFFFF"/>
        </a:lt2>
        <a:accent1>
          <a:srgbClr val="BBE0E3"/>
        </a:accent1>
        <a:accent2>
          <a:srgbClr val="EB2B06"/>
        </a:accent2>
        <a:accent3>
          <a:srgbClr val="ABB6D3"/>
        </a:accent3>
        <a:accent4>
          <a:srgbClr val="DADADA"/>
        </a:accent4>
        <a:accent5>
          <a:srgbClr val="DAEDEF"/>
        </a:accent5>
        <a:accent6>
          <a:srgbClr val="D52605"/>
        </a:accent6>
        <a:hlink>
          <a:srgbClr val="FF99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 14">
        <a:dk1>
          <a:srgbClr val="104278"/>
        </a:dk1>
        <a:lt1>
          <a:srgbClr val="D9F4FF"/>
        </a:lt1>
        <a:dk2>
          <a:srgbClr val="134278"/>
        </a:dk2>
        <a:lt2>
          <a:srgbClr val="98BCE4"/>
        </a:lt2>
        <a:accent1>
          <a:srgbClr val="2678B0"/>
        </a:accent1>
        <a:accent2>
          <a:srgbClr val="EB2B06"/>
        </a:accent2>
        <a:accent3>
          <a:srgbClr val="E9F8FF"/>
        </a:accent3>
        <a:accent4>
          <a:srgbClr val="0C3765"/>
        </a:accent4>
        <a:accent5>
          <a:srgbClr val="ACBED4"/>
        </a:accent5>
        <a:accent6>
          <a:srgbClr val="D52605"/>
        </a:accent6>
        <a:hlink>
          <a:srgbClr val="FF99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_主题1">
  <a:themeElements>
    <a:clrScheme name="2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2_Office 主题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微软雅黑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微软雅黑" panose="020B0503020204020204" pitchFamily="34" charset="-122"/>
          </a:defRPr>
        </a:defPPr>
      </a:lstStyle>
    </a:ln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被除数">
  <a:themeElements>
    <a:clrScheme name="被除数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被除数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被除数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0</TotalTime>
  <Words>1219</Words>
  <Application>WPS 演示</Application>
  <PresentationFormat>全屏显示(4:3)</PresentationFormat>
  <Paragraphs>59</Paragraphs>
  <Slides>5</Slides>
  <Notes>18</Notes>
  <HiddenSlides>0</HiddenSlides>
  <MMClips>10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5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Calibri</vt:lpstr>
      <vt:lpstr>Arial Unicode MS</vt:lpstr>
      <vt:lpstr>Calibri Light</vt:lpstr>
      <vt:lpstr>Trebuchet MS</vt:lpstr>
      <vt:lpstr>黑体</vt:lpstr>
      <vt:lpstr>Gill Sans MT</vt:lpstr>
      <vt:lpstr>华文中宋</vt:lpstr>
      <vt:lpstr>Wingdings 2</vt:lpstr>
      <vt:lpstr>Franklin Gothic Book</vt:lpstr>
      <vt:lpstr>Arial Black</vt:lpstr>
      <vt:lpstr>迷你简方叠体</vt:lpstr>
      <vt:lpstr>迷你简大黑</vt:lpstr>
      <vt:lpstr>Times New Roman</vt:lpstr>
      <vt:lpstr>Arial Unicode MS</vt:lpstr>
      <vt:lpstr>Comic Sans MS</vt:lpstr>
      <vt:lpstr>Calibri</vt:lpstr>
      <vt:lpstr>Gill Sans MT</vt:lpstr>
      <vt:lpstr>Wingdings</vt:lpstr>
      <vt:lpstr>主题1</vt:lpstr>
      <vt:lpstr>3_Office 主题</vt:lpstr>
      <vt:lpstr>6_Office 主题</vt:lpstr>
      <vt:lpstr>1_主题1</vt:lpstr>
      <vt:lpstr>4_Office 主题</vt:lpstr>
      <vt:lpstr>7_Office 主题</vt:lpstr>
      <vt:lpstr>B</vt:lpstr>
      <vt:lpstr>2_主题1</vt:lpstr>
      <vt:lpstr>被除数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心中有花期</cp:lastModifiedBy>
  <cp:revision>750</cp:revision>
  <dcterms:created xsi:type="dcterms:W3CDTF">2011-09-21T10:11:00Z</dcterms:created>
  <dcterms:modified xsi:type="dcterms:W3CDTF">2025-05-27T00:42:44Z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397D03B211F048F2B2BE1A30EDEF573B_13</vt:lpwstr>
  </property>
</Properties>
</file>
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352" r:id="rId4"/>
    <p:sldId id="461" r:id="rId6"/>
    <p:sldId id="462" r:id="rId7"/>
    <p:sldId id="540" r:id="rId8"/>
    <p:sldId id="463" r:id="rId9"/>
    <p:sldId id="460" r:id="rId10"/>
    <p:sldId id="280" r:id="rId11"/>
    <p:sldId id="363" r:id="rId12"/>
    <p:sldId id="283" r:id="rId13"/>
    <p:sldId id="468" r:id="rId14"/>
    <p:sldId id="469" r:id="rId15"/>
    <p:sldId id="470" r:id="rId16"/>
    <p:sldId id="491" r:id="rId17"/>
    <p:sldId id="285" r:id="rId18"/>
    <p:sldId id="286" r:id="rId19"/>
    <p:sldId id="287" r:id="rId20"/>
    <p:sldId id="489" r:id="rId21"/>
    <p:sldId id="288" r:id="rId22"/>
    <p:sldId id="289" r:id="rId23"/>
    <p:sldId id="492" r:id="rId24"/>
    <p:sldId id="539" r:id="rId25"/>
    <p:sldId id="366" r:id="rId26"/>
    <p:sldId id="368" r:id="rId27"/>
    <p:sldId id="367" r:id="rId28"/>
    <p:sldId id="496" r:id="rId29"/>
    <p:sldId id="381" r:id="rId30"/>
    <p:sldId id="495" r:id="rId31"/>
    <p:sldId id="497" r:id="rId32"/>
    <p:sldId id="394" r:id="rId33"/>
    <p:sldId id="393" r:id="rId34"/>
    <p:sldId id="500" r:id="rId35"/>
    <p:sldId id="507" r:id="rId36"/>
    <p:sldId id="505" r:id="rId37"/>
    <p:sldId id="508" r:id="rId38"/>
    <p:sldId id="506" r:id="rId39"/>
    <p:sldId id="521" r:id="rId40"/>
    <p:sldId id="523" r:id="rId41"/>
    <p:sldId id="524" r:id="rId42"/>
    <p:sldId id="527" r:id="rId43"/>
    <p:sldId id="361" r:id="rId44"/>
    <p:sldId id="528" r:id="rId45"/>
    <p:sldId id="362" r:id="rId46"/>
    <p:sldId id="364" r:id="rId47"/>
    <p:sldId id="531" r:id="rId48"/>
    <p:sldId id="535" r:id="rId49"/>
    <p:sldId id="536" r:id="rId50"/>
    <p:sldId id="480" r:id="rId51"/>
    <p:sldId id="481" r:id="rId52"/>
    <p:sldId id="538" r:id="rId53"/>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6600"/>
    <a:srgbClr val="006600"/>
    <a:srgbClr val="800080"/>
    <a:srgbClr val="FF0066"/>
    <a:srgbClr val="00CC00"/>
    <a:srgbClr val="990033"/>
    <a:srgbClr val="FF33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0532"/>
    <p:restoredTop sz="90929"/>
  </p:normalViewPr>
  <p:slideViewPr>
    <p:cSldViewPr showGuides="1">
      <p:cViewPr varScale="1">
        <p:scale>
          <a:sx n="115" d="100"/>
          <a:sy n="115" d="100"/>
        </p:scale>
        <p:origin x="1155"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38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534A8BB3-22A5-4A3E-BD27-E324D63EE81B}" type="datetimeFigureOut">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FD8B0636-6CE4-49A7-B43D-7AE01080FB5C}" type="slidenum">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US" altLang="zh-CN" sz="1200" b="0" dirty="0">
                <a:solidFill>
                  <a:srgbClr val="000000"/>
                </a:solidFill>
                <a:latin typeface="Arial" panose="020B0604020202020204" pitchFamily="34" charset="0"/>
              </a:rPr>
            </a:fld>
            <a:endParaRPr lang="en-US" altLang="zh-CN" sz="1200" b="0" dirty="0">
              <a:solidFill>
                <a:srgbClr val="000000"/>
              </a:solidFill>
              <a:latin typeface="Arial" panose="020B0604020202020204" pitchFamily="34" charset="0"/>
            </a:endParaRPr>
          </a:p>
        </p:txBody>
      </p:sp>
      <p:sp>
        <p:nvSpPr>
          <p:cNvPr id="8195" name="Rectangle 2"/>
          <p:cNvSpPr>
            <a:spLocks noGrp="1" noRot="1" noChangeAspect="1" noTextEdit="1"/>
          </p:cNvSpPr>
          <p:nvPr>
            <p:ph type="sldImg"/>
          </p:nvPr>
        </p:nvSpPr>
        <p:spPr>
          <a:ln>
            <a:solidFill>
              <a:srgbClr val="000000">
                <a:alpha val="100000"/>
              </a:srgbClr>
            </a:solidFill>
            <a:miter lim="800000"/>
          </a:ln>
        </p:spPr>
      </p:sp>
      <p:sp>
        <p:nvSpPr>
          <p:cNvPr id="8196" name="Rectangle 3"/>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spcBef>
                <a:spcPct val="20000"/>
              </a:spcBef>
            </a:pPr>
            <a:fld id="{9A0DB2DC-4C9A-4742-B13C-FB6460FD3503}" type="slidenum">
              <a:rPr lang="en-US" altLang="zh-CN" b="1" dirty="0">
                <a:latin typeface="Times New Roman" panose="02020603050405020304" pitchFamily="18" charset="0"/>
                <a:ea typeface="宋体" panose="02010600030101010101" pitchFamily="2" charset="-122"/>
              </a:rPr>
            </a:fld>
            <a:endParaRPr lang="en-US" altLang="zh-CN" b="1" dirty="0">
              <a:latin typeface="Times New Roman" panose="02020603050405020304" pitchFamily="18" charset="0"/>
              <a:ea typeface="宋体" panose="02010600030101010101" pitchFamily="2" charset="-122"/>
            </a:endParaRPr>
          </a:p>
        </p:txBody>
      </p:sp>
      <p:sp>
        <p:nvSpPr>
          <p:cNvPr id="49155" name="Rectangle 272"/>
          <p:cNvSpPr>
            <a:spLocks noGrp="1" noRot="1" noChangeAspect="1"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49156" name="Rectangle 273"/>
          <p:cNvSpPr>
            <a:spLocks noGrp="1"/>
          </p:cNvSpPr>
          <p:nvPr>
            <p:ph type="body" idx="1"/>
          </p:nvPr>
        </p:nvSpPr>
        <p:spPr>
          <a:noFill/>
          <a:ln>
            <a:noFill/>
          </a:ln>
        </p:spPr>
        <p:txBody>
          <a:bodyPr wrap="square" lIns="92075" tIns="46038" rIns="92075" bIns="46038" anchor="t" anchorCtr="0"/>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spcBef>
                <a:spcPct val="20000"/>
              </a:spcBef>
            </a:pPr>
            <a:fld id="{9A0DB2DC-4C9A-4742-B13C-FB6460FD3503}" type="slidenum">
              <a:rPr lang="en-US" altLang="zh-CN" b="1" dirty="0">
                <a:latin typeface="Times New Roman" panose="02020603050405020304" pitchFamily="18" charset="0"/>
                <a:ea typeface="宋体" panose="02010600030101010101" pitchFamily="2" charset="-122"/>
              </a:rPr>
            </a:fld>
            <a:endParaRPr lang="en-US" altLang="zh-CN" b="1" dirty="0">
              <a:latin typeface="Times New Roman" panose="02020603050405020304" pitchFamily="18" charset="0"/>
              <a:ea typeface="宋体" panose="02010600030101010101" pitchFamily="2" charset="-122"/>
            </a:endParaRPr>
          </a:p>
        </p:txBody>
      </p:sp>
      <p:sp>
        <p:nvSpPr>
          <p:cNvPr id="52227" name="Rectangle 276"/>
          <p:cNvSpPr>
            <a:spLocks noGrp="1" noRot="1" noChangeAspect="1"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52228" name="Rectangle 277"/>
          <p:cNvSpPr>
            <a:spLocks noGrp="1"/>
          </p:cNvSpPr>
          <p:nvPr>
            <p:ph type="body" idx="1"/>
          </p:nvPr>
        </p:nvSpPr>
        <p:spPr>
          <a:noFill/>
          <a:ln>
            <a:noFill/>
          </a:ln>
        </p:spPr>
        <p:txBody>
          <a:bodyPr wrap="square" lIns="92075" tIns="46038" rIns="92075" bIns="46038" anchor="t" anchorCtr="0"/>
          <a:p>
            <a:pPr lvl="0"/>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spcBef>
                <a:spcPct val="20000"/>
              </a:spcBef>
            </a:pPr>
            <a:fld id="{9A0DB2DC-4C9A-4742-B13C-FB6460FD3503}" type="slidenum">
              <a:rPr lang="en-US" altLang="zh-CN" b="1" dirty="0">
                <a:latin typeface="Times New Roman" panose="02020603050405020304" pitchFamily="18" charset="0"/>
                <a:ea typeface="宋体" panose="02010600030101010101" pitchFamily="2" charset="-122"/>
              </a:rPr>
            </a:fld>
            <a:endParaRPr lang="en-US" altLang="zh-CN" b="1" dirty="0">
              <a:latin typeface="Times New Roman" panose="02020603050405020304" pitchFamily="18" charset="0"/>
              <a:ea typeface="宋体" panose="02010600030101010101" pitchFamily="2" charset="-122"/>
            </a:endParaRPr>
          </a:p>
        </p:txBody>
      </p:sp>
      <p:sp>
        <p:nvSpPr>
          <p:cNvPr id="54275" name="Rectangle 284"/>
          <p:cNvSpPr>
            <a:spLocks noGrp="1" noRot="1" noChangeAspect="1" noTextEdit="1"/>
          </p:cNvSpPr>
          <p:nvPr>
            <p:ph type="sldImg"/>
          </p:nvPr>
        </p:nvSpPr>
        <p:spPr>
          <a:xfrm>
            <a:off x="1144588" y="687388"/>
            <a:ext cx="4568825" cy="3425825"/>
          </a:xfrm>
          <a:solidFill>
            <a:srgbClr val="FFFFFF">
              <a:alpha val="100000"/>
            </a:srgbClr>
          </a:solidFill>
          <a:ln>
            <a:solidFill>
              <a:srgbClr val="000000">
                <a:alpha val="100000"/>
              </a:srgbClr>
            </a:solidFill>
            <a:miter lim="800000"/>
          </a:ln>
        </p:spPr>
      </p:sp>
      <p:sp>
        <p:nvSpPr>
          <p:cNvPr id="54276" name="Rectangle 285"/>
          <p:cNvSpPr>
            <a:spLocks noGrp="1"/>
          </p:cNvSpPr>
          <p:nvPr>
            <p:ph type="body" idx="1"/>
          </p:nvPr>
        </p:nvSpPr>
        <p:spPr>
          <a:noFill/>
          <a:ln>
            <a:noFill/>
          </a:ln>
        </p:spPr>
        <p:txBody>
          <a:bodyPr wrap="square" lIns="92075" tIns="46038" rIns="92075" bIns="46038" anchor="t" anchorCtr="0"/>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hyperlink" Target="file:///E:%5C%E8%AE%A1%E7%AE%97%E6%9C%BA%E7%B3%BB%E7%BB%9F%E7%BB%93%E6%9E%84%5CMIT%5CMIT%20Photo%5CNYC%5CDSCN4828.JPG" TargetMode="Externa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85800" y="609600"/>
            <a:ext cx="5676900" cy="5486400"/>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联机映像占位符 3"/>
          <p:cNvSpPr>
            <a:spLocks noGrp="1"/>
          </p:cNvSpPr>
          <p:nvPr>
            <p:ph type="clipArt" sz="half" idx="2"/>
          </p:nvPr>
        </p:nvSpPr>
        <p:spPr>
          <a:xfrm>
            <a:off x="4648200" y="1981200"/>
            <a:ext cx="38100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3077" name="Group 2"/>
          <p:cNvGrpSpPr/>
          <p:nvPr/>
        </p:nvGrpSpPr>
        <p:grpSpPr>
          <a:xfrm>
            <a:off x="0" y="0"/>
            <a:ext cx="9144000" cy="6858000"/>
            <a:chOff x="0" y="0"/>
            <a:chExt cx="5760" cy="4320"/>
          </a:xfrm>
        </p:grpSpPr>
        <p:sp>
          <p:nvSpPr>
            <p:cNvPr id="20"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4"/>
            <p:cNvSpPr>
              <a:spLocks noChangeArrowheads="1"/>
            </p:cNvSpPr>
            <p:nvPr/>
          </p:nvSpPr>
          <p:spPr bwMode="hidden">
            <a:xfrm>
              <a:off x="1081" y="1065"/>
              <a:ext cx="4679" cy="1596"/>
            </a:xfrm>
            <a:prstGeom prst="rect">
              <a:avLst/>
            </a:prstGeom>
            <a:solidFill>
              <a:schemeClr val="bg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088" name="Group 5"/>
            <p:cNvGrpSpPr/>
            <p:nvPr/>
          </p:nvGrpSpPr>
          <p:grpSpPr>
            <a:xfrm>
              <a:off x="0" y="672"/>
              <a:ext cx="1806" cy="1989"/>
              <a:chOff x="0" y="672"/>
              <a:chExt cx="1806" cy="1989"/>
            </a:xfrm>
          </p:grpSpPr>
          <p:sp>
            <p:nvSpPr>
              <p:cNvPr id="23" name="Rectangle 6"/>
              <p:cNvSpPr>
                <a:spLocks noChangeArrowheads="1"/>
              </p:cNvSpPr>
              <p:nvPr/>
            </p:nvSpPr>
            <p:spPr bwMode="auto">
              <a:xfrm>
                <a:off x="361" y="2257"/>
                <a:ext cx="363" cy="404"/>
              </a:xfrm>
              <a:prstGeom prst="rect">
                <a:avLst/>
              </a:prstGeom>
              <a:solidFill>
                <a:schemeClr val="accent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7"/>
              <p:cNvSpPr>
                <a:spLocks noChangeArrowheads="1"/>
              </p:cNvSpPr>
              <p:nvPr/>
            </p:nvSpPr>
            <p:spPr bwMode="auto">
              <a:xfrm>
                <a:off x="1081" y="1065"/>
                <a:ext cx="362" cy="405"/>
              </a:xfrm>
              <a:prstGeom prst="rect">
                <a:avLst/>
              </a:prstGeom>
              <a:solidFill>
                <a:schemeClr val="folHlink"/>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8"/>
              <p:cNvSpPr>
                <a:spLocks noChangeArrowheads="1"/>
              </p:cNvSpPr>
              <p:nvPr/>
            </p:nvSpPr>
            <p:spPr bwMode="auto">
              <a:xfrm>
                <a:off x="1437" y="672"/>
                <a:ext cx="369" cy="400"/>
              </a:xfrm>
              <a:prstGeom prst="rect">
                <a:avLst/>
              </a:prstGeom>
              <a:solidFill>
                <a:schemeClr val="folHlink"/>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9"/>
              <p:cNvSpPr>
                <a:spLocks noChangeArrowheads="1"/>
              </p:cNvSpPr>
              <p:nvPr/>
            </p:nvSpPr>
            <p:spPr bwMode="auto">
              <a:xfrm>
                <a:off x="719" y="2257"/>
                <a:ext cx="368" cy="404"/>
              </a:xfrm>
              <a:prstGeom prst="rect">
                <a:avLst/>
              </a:prstGeom>
              <a:solidFill>
                <a:schemeClr val="bg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0"/>
              <p:cNvSpPr>
                <a:spLocks noChangeArrowheads="1"/>
              </p:cNvSpPr>
              <p:nvPr/>
            </p:nvSpPr>
            <p:spPr bwMode="auto">
              <a:xfrm>
                <a:off x="1437" y="1065"/>
                <a:ext cx="369" cy="405"/>
              </a:xfrm>
              <a:prstGeom prst="rect">
                <a:avLst/>
              </a:prstGeom>
              <a:solidFill>
                <a:schemeClr val="accent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1"/>
              <p:cNvSpPr>
                <a:spLocks noChangeArrowheads="1"/>
              </p:cNvSpPr>
              <p:nvPr/>
            </p:nvSpPr>
            <p:spPr bwMode="auto">
              <a:xfrm>
                <a:off x="719" y="1464"/>
                <a:ext cx="368" cy="399"/>
              </a:xfrm>
              <a:prstGeom prst="rect">
                <a:avLst/>
              </a:prstGeom>
              <a:solidFill>
                <a:schemeClr val="folHlink"/>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2"/>
              <p:cNvSpPr>
                <a:spLocks noChangeArrowheads="1"/>
              </p:cNvSpPr>
              <p:nvPr/>
            </p:nvSpPr>
            <p:spPr bwMode="auto">
              <a:xfrm>
                <a:off x="0" y="1464"/>
                <a:ext cx="367" cy="399"/>
              </a:xfrm>
              <a:prstGeom prst="rect">
                <a:avLst/>
              </a:prstGeom>
              <a:solidFill>
                <a:schemeClr val="bg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3"/>
              <p:cNvSpPr>
                <a:spLocks noChangeArrowheads="1"/>
              </p:cNvSpPr>
              <p:nvPr/>
            </p:nvSpPr>
            <p:spPr bwMode="auto">
              <a:xfrm>
                <a:off x="1081" y="1464"/>
                <a:ext cx="362" cy="399"/>
              </a:xfrm>
              <a:prstGeom prst="rect">
                <a:avLst/>
              </a:prstGeom>
              <a:solidFill>
                <a:schemeClr val="accent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14"/>
              <p:cNvSpPr>
                <a:spLocks noChangeArrowheads="1"/>
              </p:cNvSpPr>
              <p:nvPr/>
            </p:nvSpPr>
            <p:spPr bwMode="auto">
              <a:xfrm>
                <a:off x="361" y="1857"/>
                <a:ext cx="363" cy="406"/>
              </a:xfrm>
              <a:prstGeom prst="rect">
                <a:avLst/>
              </a:prstGeom>
              <a:solidFill>
                <a:schemeClr val="folHlink"/>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15"/>
              <p:cNvSpPr>
                <a:spLocks noChangeArrowheads="1"/>
              </p:cNvSpPr>
              <p:nvPr/>
            </p:nvSpPr>
            <p:spPr bwMode="auto">
              <a:xfrm>
                <a:off x="719" y="1857"/>
                <a:ext cx="368" cy="406"/>
              </a:xfrm>
              <a:prstGeom prst="rect">
                <a:avLst/>
              </a:prstGeom>
              <a:solidFill>
                <a:schemeClr val="accent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pic>
        <p:nvPicPr>
          <p:cNvPr id="3078" name="Picture 22">
            <a:hlinkClick r:id="rId2" action="ppaction://hlinkfile"/>
          </p:cNvPr>
          <p:cNvPicPr>
            <a:picLocks noChangeAspect="1"/>
          </p:cNvPicPr>
          <p:nvPr userDrawn="1"/>
        </p:nvPicPr>
        <p:blipFill>
          <a:blip r:embed="rId3"/>
          <a:stretch>
            <a:fillRect/>
          </a:stretch>
        </p:blipFill>
        <p:spPr>
          <a:xfrm>
            <a:off x="0" y="5672138"/>
            <a:ext cx="4716463" cy="1185862"/>
          </a:xfrm>
          <a:prstGeom prst="rect">
            <a:avLst/>
          </a:prstGeom>
          <a:noFill/>
          <a:ln w="9525">
            <a:noFill/>
          </a:ln>
        </p:spPr>
      </p:pic>
      <p:sp>
        <p:nvSpPr>
          <p:cNvPr id="34" name="Text Box 23"/>
          <p:cNvSpPr txBox="1">
            <a:spLocks noChangeArrowheads="1"/>
          </p:cNvSpPr>
          <p:nvPr/>
        </p:nvSpPr>
        <p:spPr bwMode="auto">
          <a:xfrm>
            <a:off x="179388" y="115888"/>
            <a:ext cx="3097213" cy="369888"/>
          </a:xfrm>
          <a:prstGeom prst="rect">
            <a:avLst/>
          </a:prstGeom>
          <a:solidFill>
            <a:srgbClr val="800080"/>
          </a:solidFill>
          <a:ln>
            <a:noFill/>
          </a:ln>
        </p:spPr>
        <p:txBody>
          <a:bodyPr>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宋体" panose="02010600030101010101" pitchFamily="2" charset="-122"/>
              </a:rPr>
              <a:t>Data Structures, Fall 2024</a:t>
            </a:r>
            <a:endParaRPr kumimoji="0" lang="en-US" altLang="zh-CN"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宋体" panose="02010600030101010101" pitchFamily="2" charset="-122"/>
            </a:endParaRPr>
          </a:p>
        </p:txBody>
      </p:sp>
      <p:pic>
        <p:nvPicPr>
          <p:cNvPr id="3080" name="图片 35" descr="20118211430_small.jpg"/>
          <p:cNvPicPr>
            <a:picLocks noChangeAspect="1"/>
          </p:cNvPicPr>
          <p:nvPr userDrawn="1"/>
        </p:nvPicPr>
        <p:blipFill>
          <a:blip r:embed="rId4"/>
          <a:stretch>
            <a:fillRect/>
          </a:stretch>
        </p:blipFill>
        <p:spPr>
          <a:xfrm>
            <a:off x="7715250" y="0"/>
            <a:ext cx="1428750" cy="1438275"/>
          </a:xfrm>
          <a:prstGeom prst="rect">
            <a:avLst/>
          </a:prstGeom>
          <a:noFill/>
          <a:ln w="9525">
            <a:noFill/>
          </a:ln>
        </p:spPr>
      </p:pic>
      <p:sp>
        <p:nvSpPr>
          <p:cNvPr id="8211" name="Rectangle 19"/>
          <p:cNvSpPr>
            <a:spLocks noGrp="1" noChangeArrowheads="1"/>
          </p:cNvSpPr>
          <p:nvPr>
            <p:ph type="ctrTitle"/>
          </p:nvPr>
        </p:nvSpPr>
        <p:spPr>
          <a:xfrm>
            <a:off x="2971800" y="1828800"/>
            <a:ext cx="6019800" cy="2209800"/>
          </a:xfrm>
        </p:spPr>
        <p:txBody>
          <a:bodyPr/>
          <a:lstStyle>
            <a:lvl1pPr algn="ctr">
              <a:defRPr sz="1800">
                <a:solidFill>
                  <a:srgbClr val="FFFFFF"/>
                </a:solidFill>
              </a:defRPr>
            </a:lvl1pPr>
          </a:lstStyle>
          <a:p>
            <a:r>
              <a:rPr lang="zh-CN" altLang="en-US"/>
              <a:t>单击此处编辑母版标题样式</a:t>
            </a:r>
            <a:endParaRPr lang="zh-CN" altLang="en-US"/>
          </a:p>
        </p:txBody>
      </p:sp>
      <p:sp>
        <p:nvSpPr>
          <p:cNvPr id="8212"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2600"/>
            </a:lvl1pPr>
          </a:lstStyle>
          <a:p>
            <a:r>
              <a:rPr lang="zh-CN" altLang="en-US"/>
              <a:t>单击此处编辑母版副标题样式</a:t>
            </a:r>
            <a:endParaRPr lang="zh-CN" altLang="en-US"/>
          </a:p>
        </p:txBody>
      </p:sp>
      <p:sp>
        <p:nvSpPr>
          <p:cNvPr id="36"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 name="Rectangle 17"/>
          <p:cNvSpPr>
            <a:spLocks noGrp="1" noChangeArrowheads="1"/>
          </p:cNvSpPr>
          <p:nvPr>
            <p:ph type="ftr" sz="quarter" idx="3"/>
          </p:nvPr>
        </p:nvSpPr>
        <p:spPr bwMode="auto">
          <a:xfrm>
            <a:off x="3635375" y="4437063"/>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7EA95A5-8725-43A6-989D-70A77E7B03A5}"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9" name="Rectangle 2"/>
          <p:cNvSpPr>
            <a:spLocks noGrp="1" noChangeArrowheads="1"/>
          </p:cNvSpPr>
          <p:nvPr>
            <p:ph type="ftr" sz="quarter" idx="3"/>
          </p:nvPr>
        </p:nvSpPr>
        <p:spPr bwMode="auto">
          <a:xfrm>
            <a:off x="3132138" y="5445125"/>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Rectangle 3"/>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BF7CE57-B806-4827-A8D4-81C306445399}"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21" name="Rectangle 16"/>
          <p:cNvSpPr>
            <a:spLocks noGrp="1" noChangeArrowheads="1"/>
          </p:cNvSpPr>
          <p:nvPr>
            <p:ph type="dt" sz="half" idx="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12875"/>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12875"/>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210B73"/>
              </a:solidFill>
              <a:effectLst/>
              <a:uLnTx/>
              <a:uFillTx/>
              <a:latin typeface="+mn-lt"/>
              <a:ea typeface="+mn-ea"/>
              <a:cs typeface="黑体" panose="02010609060101010101" pitchFamily="49"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7086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7086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标题幻灯片">
    <p:bg>
      <p:bgPr>
        <a:solidFill>
          <a:schemeClr val="bg1"/>
        </a:solidFill>
        <a:effectLst/>
      </p:bgPr>
    </p:bg>
    <p:spTree>
      <p:nvGrpSpPr>
        <p:cNvPr id="1" name=""/>
        <p:cNvGrpSpPr/>
        <p:nvPr/>
      </p:nvGrpSpPr>
      <p:grpSpPr>
        <a:xfrm>
          <a:off x="0" y="0"/>
          <a:ext cx="0" cy="0"/>
          <a:chOff x="0" y="0"/>
          <a:chExt cx="0" cy="0"/>
        </a:xfrm>
      </p:grpSpPr>
      <p:sp>
        <p:nvSpPr>
          <p:cNvPr id="19" name="Rectangle 3"/>
          <p:cNvSpPr>
            <a:spLocks noChangeArrowheads="1"/>
          </p:cNvSpPr>
          <p:nvPr/>
        </p:nvSpPr>
        <p:spPr bwMode="ltGray">
          <a:xfrm>
            <a:off x="990600" y="3505200"/>
            <a:ext cx="7772400" cy="2438400"/>
          </a:xfrm>
          <a:prstGeom prst="rect">
            <a:avLst/>
          </a:prstGeom>
          <a:solidFill>
            <a:srgbClr val="808080"/>
          </a:solidFill>
          <a:ln>
            <a:noFill/>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4"/>
          <p:cNvSpPr>
            <a:spLocks noChangeArrowheads="1"/>
          </p:cNvSpPr>
          <p:nvPr/>
        </p:nvSpPr>
        <p:spPr bwMode="white">
          <a:xfrm>
            <a:off x="1038225" y="3733800"/>
            <a:ext cx="7648575" cy="2138363"/>
          </a:xfrm>
          <a:prstGeom prst="rect">
            <a:avLst/>
          </a:prstGeom>
          <a:solidFill>
            <a:srgbClr val="FFFFFF"/>
          </a:solidFill>
          <a:ln>
            <a:noFill/>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7" name="Line 6"/>
          <p:cNvSpPr/>
          <p:nvPr/>
        </p:nvSpPr>
        <p:spPr>
          <a:xfrm flipV="1">
            <a:off x="684213" y="685800"/>
            <a:ext cx="5592762" cy="6350"/>
          </a:xfrm>
          <a:prstGeom prst="line">
            <a:avLst/>
          </a:prstGeom>
          <a:ln w="44450" cap="flat" cmpd="sng">
            <a:solidFill>
              <a:schemeClr val="bg2"/>
            </a:solidFill>
            <a:prstDash val="solid"/>
            <a:headEnd type="none" w="med" len="med"/>
            <a:tailEnd type="none" w="med" len="med"/>
          </a:ln>
        </p:spPr>
      </p:sp>
      <p:sp>
        <p:nvSpPr>
          <p:cNvPr id="22" name="Text Box 11"/>
          <p:cNvSpPr txBox="1">
            <a:spLocks noChangeArrowheads="1"/>
          </p:cNvSpPr>
          <p:nvPr/>
        </p:nvSpPr>
        <p:spPr bwMode="auto">
          <a:xfrm rot="16200000">
            <a:off x="-1804194" y="2553494"/>
            <a:ext cx="4148138" cy="396875"/>
          </a:xfrm>
          <a:prstGeom prst="rect">
            <a:avLst/>
          </a:prstGeom>
          <a:noFill/>
          <a:ln>
            <a:noFill/>
          </a:ln>
        </p:spPr>
        <p:txBody>
          <a:bodyPr wrap="non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宋体" panose="02010600030101010101" pitchFamily="2" charset="-122"/>
              </a:rPr>
              <a:t>School of Microelectronics,SJTU</a:t>
            </a:r>
            <a:endParaRPr kumimoji="0" lang="en-US" altLang="zh-CN" sz="20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23" name="Text Box 12"/>
          <p:cNvSpPr txBox="1">
            <a:spLocks noChangeArrowheads="1"/>
          </p:cNvSpPr>
          <p:nvPr/>
        </p:nvSpPr>
        <p:spPr bwMode="auto">
          <a:xfrm>
            <a:off x="6208713" y="712788"/>
            <a:ext cx="184150" cy="366713"/>
          </a:xfrm>
          <a:prstGeom prst="rect">
            <a:avLst/>
          </a:prstGeom>
          <a:noFill/>
          <a:ln>
            <a:noFill/>
          </a:ln>
        </p:spPr>
        <p:txBody>
          <a:bodyPr wrap="non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210951" name="Rectangle 7"/>
          <p:cNvSpPr>
            <a:spLocks noGrp="1" noChangeArrowheads="1"/>
          </p:cNvSpPr>
          <p:nvPr>
            <p:ph type="subTitle" idx="1"/>
          </p:nvPr>
        </p:nvSpPr>
        <p:spPr>
          <a:xfrm>
            <a:off x="1331913" y="3933825"/>
            <a:ext cx="6858000" cy="1600200"/>
          </a:xfrm>
        </p:spPr>
        <p:txBody>
          <a:bodyPr anchor="ctr"/>
          <a:lstStyle>
            <a:lvl1pPr marL="0" indent="0" algn="ctr">
              <a:buFont typeface="Wingdings" panose="05000000000000000000" pitchFamily="2" charset="2"/>
              <a:buNone/>
              <a:defRPr/>
            </a:lvl1pPr>
          </a:lstStyle>
          <a:p>
            <a:endParaRPr lang="zh-CN" altLang="en-US"/>
          </a:p>
        </p:txBody>
      </p:sp>
      <p:sp>
        <p:nvSpPr>
          <p:cNvPr id="24" name="Rectangle 10"/>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434066E-5D16-4FE7-882E-3B8C96B7653D}" type="slidenum">
              <a:rPr kumimoji="1" lang="zh-CN" altLang="en-US"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3.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1E638CB3-A789-4D1F-A9A8-4BCA9733B070}"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d"/>
  </p:transition>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Rectangle 2"/>
          <p:cNvSpPr>
            <a:spLocks noGrp="1" noChangeArrowheads="1"/>
          </p:cNvSpPr>
          <p:nvPr>
            <p:ph type="ftr" sz="quarter" idx="3"/>
          </p:nvPr>
        </p:nvSpPr>
        <p:spPr bwMode="auto">
          <a:xfrm>
            <a:off x="3635375" y="4437063"/>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Arial" panose="020B0604020202020204" pitchFamily="34"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1"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Black" panose="020B0A040201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4851055-938C-4CD6-8A0B-6DCE4E3C3312}" type="slidenum">
              <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1" lang="en-US" altLang="zh-CN" sz="1200" b="1"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grpSp>
        <p:nvGrpSpPr>
          <p:cNvPr id="2052" name="Group 4"/>
          <p:cNvGrpSpPr/>
          <p:nvPr/>
        </p:nvGrpSpPr>
        <p:grpSpPr>
          <a:xfrm>
            <a:off x="0" y="0"/>
            <a:ext cx="9144000" cy="546100"/>
            <a:chOff x="0" y="0"/>
            <a:chExt cx="5760" cy="344"/>
          </a:xfrm>
        </p:grpSpPr>
        <p:sp>
          <p:nvSpPr>
            <p:cNvPr id="1034"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5"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7"/>
            <p:cNvSpPr>
              <a:spLocks noChangeArrowheads="1"/>
            </p:cNvSpPr>
            <p:nvPr/>
          </p:nvSpPr>
          <p:spPr bwMode="auto">
            <a:xfrm>
              <a:off x="258" y="85"/>
              <a:ext cx="87" cy="89"/>
            </a:xfrm>
            <a:prstGeom prst="rect">
              <a:avLst/>
            </a:prstGeom>
            <a:solidFill>
              <a:schemeClr val="folHlink"/>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7" name="Rectangle 8"/>
            <p:cNvSpPr>
              <a:spLocks noChangeArrowheads="1"/>
            </p:cNvSpPr>
            <p:nvPr/>
          </p:nvSpPr>
          <p:spPr bwMode="auto">
            <a:xfrm>
              <a:off x="345" y="0"/>
              <a:ext cx="88" cy="87"/>
            </a:xfrm>
            <a:prstGeom prst="rect">
              <a:avLst/>
            </a:prstGeom>
            <a:solidFill>
              <a:schemeClr val="folHlink"/>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9"/>
            <p:cNvSpPr>
              <a:spLocks noChangeArrowheads="1"/>
            </p:cNvSpPr>
            <p:nvPr/>
          </p:nvSpPr>
          <p:spPr bwMode="auto">
            <a:xfrm>
              <a:off x="345" y="85"/>
              <a:ext cx="88" cy="89"/>
            </a:xfrm>
            <a:prstGeom prst="rect">
              <a:avLst/>
            </a:prstGeom>
            <a:solidFill>
              <a:schemeClr val="accent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9" name="Rectangle 10"/>
            <p:cNvSpPr>
              <a:spLocks noChangeArrowheads="1"/>
            </p:cNvSpPr>
            <p:nvPr/>
          </p:nvSpPr>
          <p:spPr bwMode="auto">
            <a:xfrm>
              <a:off x="173" y="173"/>
              <a:ext cx="86" cy="87"/>
            </a:xfrm>
            <a:prstGeom prst="rect">
              <a:avLst/>
            </a:prstGeom>
            <a:solidFill>
              <a:schemeClr val="folHlink"/>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0" name="Rectangle 11"/>
            <p:cNvSpPr>
              <a:spLocks noChangeArrowheads="1"/>
            </p:cNvSpPr>
            <p:nvPr/>
          </p:nvSpPr>
          <p:spPr bwMode="auto">
            <a:xfrm>
              <a:off x="83" y="86"/>
              <a:ext cx="89" cy="87"/>
            </a:xfrm>
            <a:prstGeom prst="rect">
              <a:avLst/>
            </a:prstGeom>
            <a:solidFill>
              <a:schemeClr val="bg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1" name="Rectangle 12"/>
            <p:cNvSpPr>
              <a:spLocks noChangeArrowheads="1"/>
            </p:cNvSpPr>
            <p:nvPr/>
          </p:nvSpPr>
          <p:spPr bwMode="auto">
            <a:xfrm>
              <a:off x="258" y="171"/>
              <a:ext cx="87" cy="87"/>
            </a:xfrm>
            <a:prstGeom prst="rect">
              <a:avLst/>
            </a:prstGeom>
            <a:solidFill>
              <a:schemeClr val="accent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2" name="Rectangle 13"/>
            <p:cNvSpPr>
              <a:spLocks noChangeArrowheads="1"/>
            </p:cNvSpPr>
            <p:nvPr/>
          </p:nvSpPr>
          <p:spPr bwMode="auto">
            <a:xfrm>
              <a:off x="173" y="258"/>
              <a:ext cx="86" cy="86"/>
            </a:xfrm>
            <a:prstGeom prst="rect">
              <a:avLst/>
            </a:prstGeom>
            <a:solidFill>
              <a:schemeClr val="accent2"/>
            </a:solidFill>
            <a:ln>
              <a:noFill/>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2053" name="Rectangle 14"/>
          <p:cNvSpPr>
            <a:spLocks noGrp="1"/>
          </p:cNvSpPr>
          <p:nvPr>
            <p:ph type="title"/>
          </p:nvPr>
        </p:nvSpPr>
        <p:spPr>
          <a:xfrm>
            <a:off x="457200" y="457200"/>
            <a:ext cx="8229600" cy="81121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4" name="Rectangle 15"/>
          <p:cNvSpPr>
            <a:spLocks noGrp="1"/>
          </p:cNvSpPr>
          <p:nvPr>
            <p:ph type="body" idx="1"/>
          </p:nvPr>
        </p:nvSpPr>
        <p:spPr>
          <a:xfrm>
            <a:off x="457200" y="1412875"/>
            <a:ext cx="8229600" cy="47529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184"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Text Box 18"/>
          <p:cNvSpPr txBox="1">
            <a:spLocks noChangeArrowheads="1"/>
          </p:cNvSpPr>
          <p:nvPr/>
        </p:nvSpPr>
        <p:spPr bwMode="auto">
          <a:xfrm>
            <a:off x="0" y="6553200"/>
            <a:ext cx="3887788" cy="304800"/>
          </a:xfrm>
          <a:prstGeom prst="rect">
            <a:avLst/>
          </a:prstGeom>
          <a:solidFill>
            <a:srgbClr val="800080"/>
          </a:solidFill>
          <a:ln>
            <a:noFill/>
          </a:ln>
        </p:spPr>
        <p:txBody>
          <a:bodyPr>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algn="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1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宋体" panose="02010600030101010101" pitchFamily="2" charset="-122"/>
              </a:rPr>
              <a:t>Data Structures, Fall 2023</a:t>
            </a:r>
            <a:endParaRPr kumimoji="0" lang="en-US" altLang="zh-CN" sz="1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宋体" panose="02010600030101010101" pitchFamily="2" charset="-122"/>
            </a:endParaRPr>
          </a:p>
        </p:txBody>
      </p:sp>
      <p:pic>
        <p:nvPicPr>
          <p:cNvPr id="2057" name="图片 19" descr="20118211430_small.jpg"/>
          <p:cNvPicPr>
            <a:picLocks noChangeAspect="1"/>
          </p:cNvPicPr>
          <p:nvPr userDrawn="1"/>
        </p:nvPicPr>
        <p:blipFill>
          <a:blip r:embed="rId13"/>
          <a:stretch>
            <a:fillRect/>
          </a:stretch>
        </p:blipFill>
        <p:spPr>
          <a:xfrm>
            <a:off x="7937500" y="0"/>
            <a:ext cx="1206500" cy="12144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600" b="1">
          <a:solidFill>
            <a:schemeClr val="bg2"/>
          </a:solidFill>
          <a:latin typeface="+mj-lt"/>
          <a:ea typeface="+mj-ea"/>
          <a:cs typeface="华文新魏" panose="02010800040101010101" pitchFamily="2" charset="-122"/>
        </a:defRPr>
      </a:lvl1pPr>
      <a:lvl2pPr algn="l" rtl="0" eaLnBrk="0" fontAlgn="base" hangingPunct="0">
        <a:spcBef>
          <a:spcPct val="0"/>
        </a:spcBef>
        <a:spcAft>
          <a:spcPct val="0"/>
        </a:spcAft>
        <a:defRPr sz="3600" b="1">
          <a:solidFill>
            <a:schemeClr val="bg2"/>
          </a:solidFill>
          <a:latin typeface="Arial" panose="020B0604020202020204" pitchFamily="34" charset="0"/>
          <a:ea typeface="华文新魏" panose="02010800040101010101" pitchFamily="2" charset="-122"/>
          <a:cs typeface="华文新魏" panose="02010800040101010101" pitchFamily="2" charset="-122"/>
        </a:defRPr>
      </a:lvl2pPr>
      <a:lvl3pPr algn="l" rtl="0" eaLnBrk="0" fontAlgn="base" hangingPunct="0">
        <a:spcBef>
          <a:spcPct val="0"/>
        </a:spcBef>
        <a:spcAft>
          <a:spcPct val="0"/>
        </a:spcAft>
        <a:defRPr sz="3600" b="1">
          <a:solidFill>
            <a:schemeClr val="bg2"/>
          </a:solidFill>
          <a:latin typeface="Arial" panose="020B0604020202020204" pitchFamily="34" charset="0"/>
          <a:ea typeface="华文新魏" panose="02010800040101010101" pitchFamily="2" charset="-122"/>
          <a:cs typeface="华文新魏" panose="02010800040101010101" pitchFamily="2" charset="-122"/>
        </a:defRPr>
      </a:lvl3pPr>
      <a:lvl4pPr algn="l" rtl="0" eaLnBrk="0" fontAlgn="base" hangingPunct="0">
        <a:spcBef>
          <a:spcPct val="0"/>
        </a:spcBef>
        <a:spcAft>
          <a:spcPct val="0"/>
        </a:spcAft>
        <a:defRPr sz="3600" b="1">
          <a:solidFill>
            <a:schemeClr val="bg2"/>
          </a:solidFill>
          <a:latin typeface="Arial" panose="020B0604020202020204" pitchFamily="34" charset="0"/>
          <a:ea typeface="华文新魏" panose="02010800040101010101" pitchFamily="2" charset="-122"/>
          <a:cs typeface="华文新魏" panose="02010800040101010101" pitchFamily="2" charset="-122"/>
        </a:defRPr>
      </a:lvl4pPr>
      <a:lvl5pPr algn="l" rtl="0" eaLnBrk="0" fontAlgn="base" hangingPunct="0">
        <a:spcBef>
          <a:spcPct val="0"/>
        </a:spcBef>
        <a:spcAft>
          <a:spcPct val="0"/>
        </a:spcAft>
        <a:defRPr sz="3600" b="1">
          <a:solidFill>
            <a:schemeClr val="bg2"/>
          </a:solidFill>
          <a:latin typeface="Arial" panose="020B0604020202020204" pitchFamily="34" charset="0"/>
          <a:ea typeface="华文新魏" panose="02010800040101010101" pitchFamily="2" charset="-122"/>
          <a:cs typeface="华文新魏" panose="02010800040101010101" pitchFamily="2" charset="-122"/>
        </a:defRPr>
      </a:lvl5pPr>
      <a:lvl6pPr marL="457200" algn="l" rtl="0" fontAlgn="base">
        <a:spcBef>
          <a:spcPct val="0"/>
        </a:spcBef>
        <a:spcAft>
          <a:spcPct val="0"/>
        </a:spcAft>
        <a:defRPr sz="3600" b="1">
          <a:solidFill>
            <a:schemeClr val="bg2"/>
          </a:solidFill>
          <a:latin typeface="Arial" panose="020B0604020202020204" pitchFamily="34" charset="0"/>
          <a:ea typeface="华文新魏" panose="02010800040101010101" pitchFamily="2" charset="-122"/>
        </a:defRPr>
      </a:lvl6pPr>
      <a:lvl7pPr marL="914400" algn="l" rtl="0" fontAlgn="base">
        <a:spcBef>
          <a:spcPct val="0"/>
        </a:spcBef>
        <a:spcAft>
          <a:spcPct val="0"/>
        </a:spcAft>
        <a:defRPr sz="3600" b="1">
          <a:solidFill>
            <a:schemeClr val="bg2"/>
          </a:solidFill>
          <a:latin typeface="Arial" panose="020B0604020202020204" pitchFamily="34" charset="0"/>
          <a:ea typeface="华文新魏" panose="02010800040101010101" pitchFamily="2" charset="-122"/>
        </a:defRPr>
      </a:lvl7pPr>
      <a:lvl8pPr marL="1371600" algn="l" rtl="0" fontAlgn="base">
        <a:spcBef>
          <a:spcPct val="0"/>
        </a:spcBef>
        <a:spcAft>
          <a:spcPct val="0"/>
        </a:spcAft>
        <a:defRPr sz="3600" b="1">
          <a:solidFill>
            <a:schemeClr val="bg2"/>
          </a:solidFill>
          <a:latin typeface="Arial" panose="020B0604020202020204" pitchFamily="34" charset="0"/>
          <a:ea typeface="华文新魏" panose="02010800040101010101" pitchFamily="2" charset="-122"/>
        </a:defRPr>
      </a:lvl8pPr>
      <a:lvl9pPr marL="1828800" algn="l" rtl="0" fontAlgn="base">
        <a:spcBef>
          <a:spcPct val="0"/>
        </a:spcBef>
        <a:spcAft>
          <a:spcPct val="0"/>
        </a:spcAft>
        <a:defRPr sz="3600" b="1">
          <a:solidFill>
            <a:schemeClr val="bg2"/>
          </a:solidFill>
          <a:latin typeface="Arial" panose="020B060402020202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400" b="1">
          <a:solidFill>
            <a:srgbClr val="210B73"/>
          </a:solidFill>
          <a:latin typeface="+mn-lt"/>
          <a:ea typeface="+mn-ea"/>
          <a:cs typeface="黑体" panose="02010609060101010101" pitchFamily="49"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b="1">
          <a:solidFill>
            <a:schemeClr val="tx2"/>
          </a:solidFill>
          <a:latin typeface="+mn-lt"/>
          <a:ea typeface="+mj-ea"/>
          <a:cs typeface="华文新魏" panose="02010800040101010101" pitchFamily="2" charset="-12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000">
          <a:solidFill>
            <a:schemeClr val="tx2"/>
          </a:solidFill>
          <a:latin typeface="+mn-lt"/>
          <a:ea typeface="楷体_GB2312" pitchFamily="49" charset="-122"/>
          <a:cs typeface="楷体_GB2312" charset="0"/>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2"/>
          </a:solidFill>
          <a:latin typeface="+mn-lt"/>
          <a:ea typeface="宋体" panose="02010600030101010101" pitchFamily="2" charset="-122"/>
          <a:cs typeface="宋体" panose="02010600030101010101" pitchFamily="2" charset="-12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2"/>
          </a:solidFill>
          <a:latin typeface="+mn-lt"/>
          <a:ea typeface="宋体" panose="02010600030101010101" pitchFamily="2" charset="-122"/>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2"/>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3.xml"/><Relationship Id="rId2" Type="http://schemas.openxmlformats.org/officeDocument/2006/relationships/image" Target="../media/image1.png"/><Relationship Id="rId1" Type="http://schemas.openxmlformats.org/officeDocument/2006/relationships/hyperlink" Target="file:///E:\%5C%E8%AE%A1%E7%AE%97%E6%9C%BA%E7%B3%BB%E7%BB%9F%E7%BB%93%E6%9E%84%5CMIT%5CMIT%20Photo%5CNYC%5CDSCN4828.JP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jpe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ctrTitle"/>
          </p:nvPr>
        </p:nvSpPr>
        <p:spPr>
          <a:xfrm>
            <a:off x="1943100" y="2565400"/>
            <a:ext cx="7200900" cy="2209800"/>
          </a:xfrm>
          <a:ln/>
        </p:spPr>
        <p:txBody>
          <a:bodyPr vert="horz" wrap="square" lIns="91440" tIns="45720" rIns="91440" bIns="45720" anchor="ctr" anchorCtr="0"/>
          <a:p>
            <a:pPr algn="r" eaLnBrk="1" hangingPunct="1">
              <a:buClrTx/>
              <a:buSzTx/>
              <a:buFontTx/>
            </a:pPr>
            <a:r>
              <a:rPr lang="en-US" altLang="zh-CN" sz="1400" dirty="0">
                <a:solidFill>
                  <a:srgbClr val="FFFFFF"/>
                </a:solidFill>
                <a:latin typeface="华文新魏" panose="02010800040101010101" pitchFamily="2" charset="-122"/>
                <a:ea typeface="+mj-ea"/>
                <a:cs typeface="华文新魏" panose="02010800040101010101" pitchFamily="2" charset="-122"/>
              </a:rPr>
              <a:t>	</a:t>
            </a:r>
            <a:br>
              <a:rPr lang="en-US" altLang="zh-CN" sz="1400" dirty="0">
                <a:solidFill>
                  <a:srgbClr val="FFFFFF"/>
                </a:solidFill>
                <a:latin typeface="华文新魏" panose="02010800040101010101" pitchFamily="2" charset="-122"/>
                <a:ea typeface="+mj-ea"/>
                <a:cs typeface="华文新魏" panose="02010800040101010101" pitchFamily="2" charset="-122"/>
              </a:rPr>
            </a:br>
            <a:br>
              <a:rPr lang="en-US" altLang="zh-CN" sz="1200" dirty="0">
                <a:solidFill>
                  <a:srgbClr val="FFFFFF"/>
                </a:solidFill>
                <a:latin typeface="+mj-lt"/>
                <a:ea typeface="+mj-ea"/>
                <a:cs typeface="华文新魏" panose="02010800040101010101" pitchFamily="2" charset="-122"/>
              </a:rPr>
            </a:br>
            <a:endParaRPr lang="en-US" altLang="zh-CN" sz="1200" dirty="0">
              <a:solidFill>
                <a:srgbClr val="FFFFFF"/>
              </a:solidFill>
              <a:latin typeface="+mj-lt"/>
              <a:ea typeface="+mj-ea"/>
              <a:cs typeface="华文新魏" panose="02010800040101010101" pitchFamily="2" charset="-122"/>
            </a:endParaRPr>
          </a:p>
        </p:txBody>
      </p:sp>
      <p:sp>
        <p:nvSpPr>
          <p:cNvPr id="7171" name="Rectangle 3"/>
          <p:cNvSpPr>
            <a:spLocks noGrp="1"/>
          </p:cNvSpPr>
          <p:nvPr>
            <p:ph type="subTitle" idx="1"/>
          </p:nvPr>
        </p:nvSpPr>
        <p:spPr>
          <a:ln/>
        </p:spPr>
        <p:txBody>
          <a:bodyPr vert="horz" wrap="square" lIns="91440" tIns="45720" rIns="91440" bIns="45720" anchor="t" anchorCtr="0"/>
          <a:p>
            <a:pPr algn="r" eaLnBrk="1" hangingPunct="1">
              <a:lnSpc>
                <a:spcPct val="90000"/>
              </a:lnSpc>
              <a:buSzPct val="75000"/>
            </a:pPr>
            <a:endParaRPr lang="en-US" altLang="zh-CN" sz="2400" b="0" dirty="0">
              <a:solidFill>
                <a:schemeClr val="bg2"/>
              </a:solidFill>
              <a:latin typeface="黑体" panose="02010609060101010101" pitchFamily="49" charset="-122"/>
              <a:ea typeface="+mn-ea"/>
              <a:cs typeface="黑体" panose="02010609060101010101" pitchFamily="49" charset="-122"/>
            </a:endParaRPr>
          </a:p>
          <a:p>
            <a:pPr algn="r" eaLnBrk="1" hangingPunct="1">
              <a:lnSpc>
                <a:spcPct val="90000"/>
              </a:lnSpc>
              <a:buSzPct val="75000"/>
            </a:pPr>
            <a:r>
              <a:rPr lang="zh-CN" altLang="en-US" sz="2400" b="0" dirty="0">
                <a:solidFill>
                  <a:schemeClr val="bg2"/>
                </a:solidFill>
                <a:latin typeface="+mn-lt"/>
                <a:ea typeface="+mn-ea"/>
                <a:cs typeface="黑体" panose="02010609060101010101" pitchFamily="49" charset="-122"/>
              </a:rPr>
              <a:t>北京邮电大学 网络空间安全学院</a:t>
            </a:r>
            <a:endParaRPr lang="en-US" altLang="zh-CN" sz="2400" b="0" dirty="0">
              <a:solidFill>
                <a:schemeClr val="bg2"/>
              </a:solidFill>
              <a:latin typeface="+mn-lt"/>
              <a:ea typeface="+mn-ea"/>
              <a:cs typeface="黑体" panose="02010609060101010101" pitchFamily="49" charset="-122"/>
            </a:endParaRPr>
          </a:p>
          <a:p>
            <a:pPr algn="r" eaLnBrk="1" hangingPunct="1">
              <a:lnSpc>
                <a:spcPct val="90000"/>
              </a:lnSpc>
              <a:buSzPct val="75000"/>
            </a:pPr>
            <a:r>
              <a:rPr lang="zh-CN" altLang="en-US" sz="2400" b="0" dirty="0">
                <a:solidFill>
                  <a:schemeClr val="bg2"/>
                </a:solidFill>
                <a:latin typeface="+mn-lt"/>
                <a:ea typeface="+mn-ea"/>
                <a:cs typeface="黑体" panose="02010609060101010101" pitchFamily="49" charset="-122"/>
              </a:rPr>
              <a:t>郭三川</a:t>
            </a:r>
            <a:endParaRPr lang="en-US" altLang="zh-CN" sz="2400" b="0" dirty="0">
              <a:solidFill>
                <a:schemeClr val="bg2"/>
              </a:solidFill>
              <a:latin typeface="+mn-lt"/>
              <a:ea typeface="+mn-ea"/>
              <a:cs typeface="黑体" panose="02010609060101010101" pitchFamily="49" charset="-122"/>
            </a:endParaRPr>
          </a:p>
        </p:txBody>
      </p:sp>
      <p:sp>
        <p:nvSpPr>
          <p:cNvPr id="7172" name="Rectangle 7"/>
          <p:cNvSpPr/>
          <p:nvPr/>
        </p:nvSpPr>
        <p:spPr>
          <a:xfrm>
            <a:off x="2700338" y="1844675"/>
            <a:ext cx="6229350"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400">
                <a:solidFill>
                  <a:srgbClr val="210B73"/>
                </a:solidFill>
                <a:latin typeface="+mn-lt"/>
                <a:ea typeface="+mn-ea"/>
                <a:cs typeface="黑体" panose="02010609060101010101" pitchFamily="49"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b="1">
                <a:solidFill>
                  <a:schemeClr val="tx2"/>
                </a:solidFill>
                <a:latin typeface="+mn-lt"/>
                <a:ea typeface="+mj-ea"/>
                <a:cs typeface="华文新魏" panose="02010800040101010101" pitchFamily="2" charset="-12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000">
                <a:solidFill>
                  <a:schemeClr val="tx2"/>
                </a:solidFill>
                <a:latin typeface="+mn-lt"/>
                <a:ea typeface="楷体_GB2312" pitchFamily="49" charset="-122"/>
                <a:cs typeface="楷体_GB2312" charset="0"/>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2"/>
                </a:solidFill>
                <a:latin typeface="+mn-lt"/>
                <a:ea typeface="宋体" panose="02010600030101010101" pitchFamily="2" charset="-122"/>
                <a:cs typeface="宋体" panose="02010600030101010101" pitchFamily="2" charset="-12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2"/>
                </a:solidFill>
                <a:latin typeface="+mn-lt"/>
                <a:ea typeface="宋体" panose="02010600030101010101" pitchFamily="2" charset="-122"/>
              </a:defRPr>
            </a:lvl5pPr>
          </a:lstStyle>
          <a:p>
            <a:pPr marL="0" lvl="0" indent="0" algn="ctr" eaLnBrk="1" hangingPunct="1">
              <a:spcBef>
                <a:spcPct val="50000"/>
              </a:spcBef>
              <a:buClrTx/>
              <a:buSzTx/>
              <a:buFontTx/>
              <a:buNone/>
            </a:pPr>
            <a:r>
              <a:rPr lang="zh-CN" altLang="en-US" sz="3200" b="0" dirty="0">
                <a:solidFill>
                  <a:srgbClr val="FFFFFF"/>
                </a:solidFill>
                <a:ea typeface="华文新魏" panose="02010800040101010101" pitchFamily="2" charset="-122"/>
              </a:rPr>
              <a:t>第二章</a:t>
            </a:r>
            <a:r>
              <a:rPr lang="en-US" altLang="zh-CN" sz="3200" b="0" dirty="0">
                <a:solidFill>
                  <a:srgbClr val="FFFFFF"/>
                </a:solidFill>
                <a:ea typeface="华文新魏" panose="02010800040101010101" pitchFamily="2" charset="-122"/>
              </a:rPr>
              <a:t> </a:t>
            </a:r>
            <a:r>
              <a:rPr lang="zh-CN" altLang="en-US" sz="3200" b="0" dirty="0">
                <a:solidFill>
                  <a:srgbClr val="FFFFFF"/>
                </a:solidFill>
                <a:ea typeface="华文新魏" panose="02010800040101010101" pitchFamily="2" charset="-122"/>
              </a:rPr>
              <a:t>线性表</a:t>
            </a:r>
            <a:endParaRPr lang="en-US" altLang="zh-CN" sz="3200" b="0" dirty="0">
              <a:solidFill>
                <a:srgbClr val="FFFFFF"/>
              </a:solidFill>
              <a:ea typeface="华文新魏" panose="02010800040101010101" pitchFamily="2" charset="-122"/>
            </a:endParaRPr>
          </a:p>
        </p:txBody>
      </p:sp>
      <p:pic>
        <p:nvPicPr>
          <p:cNvPr id="7173" name="Picture 8">
            <a:hlinkClick r:id="rId1" action="ppaction://hlinkfile"/>
          </p:cNvPr>
          <p:cNvPicPr>
            <a:picLocks noChangeAspect="1"/>
          </p:cNvPicPr>
          <p:nvPr/>
        </p:nvPicPr>
        <p:blipFill>
          <a:blip r:embed="rId2"/>
          <a:stretch>
            <a:fillRect/>
          </a:stretch>
        </p:blipFill>
        <p:spPr>
          <a:xfrm>
            <a:off x="0" y="5672138"/>
            <a:ext cx="4716463" cy="1185862"/>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1" name="Rectangle 3"/>
          <p:cNvSpPr>
            <a:spLocks noGrp="1" noChangeArrowheads="1"/>
          </p:cNvSpPr>
          <p:nvPr>
            <p:ph idx="1" hasCustomPrompt="1"/>
          </p:nvPr>
        </p:nvSpPr>
        <p:spPr>
          <a:xfrm>
            <a:off x="609600" y="1828800"/>
            <a:ext cx="8153400" cy="4648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FF7C80"/>
              </a:buClr>
              <a:buSzPct val="50000"/>
              <a:buFont typeface="Wingdings" panose="05000000000000000000" pitchFamily="2" charset="2"/>
              <a:buChar char="n"/>
              <a:defRPr/>
            </a:pPr>
            <a:r>
              <a:rPr kumimoji="1" lang="zh-CN" altLang="en-US" sz="3600" b="1" i="0" u="none" strike="noStrike" kern="1200" cap="none" spc="0" normalizeH="0" baseline="0" noProof="0">
                <a:ln>
                  <a:noFill/>
                </a:ln>
                <a:solidFill>
                  <a:srgbClr val="000099"/>
                </a:solidFill>
                <a:effectLst>
                  <a:outerShdw blurRad="38100" dist="38100" dir="2700000" algn="tl">
                    <a:srgbClr val="C0C0C0"/>
                  </a:outerShdw>
                </a:effectLst>
                <a:uLnTx/>
                <a:uFillTx/>
                <a:latin typeface="+mn-lt"/>
                <a:ea typeface="仿宋_GB2312" pitchFamily="49" charset="-122"/>
                <a:cs typeface="+mn-cs"/>
              </a:rPr>
              <a:t>线性表</a:t>
            </a:r>
            <a:r>
              <a:rPr kumimoji="1" lang="en-US" altLang="zh-CN"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(Linear List)</a:t>
            </a:r>
            <a:endParaRPr kumimoji="1" lang="en-US" altLang="zh-CN" sz="4100" b="1" i="0" u="none" strike="noStrike" kern="1200" cap="none" spc="0" normalizeH="0" baseline="0" noProof="0">
              <a:ln>
                <a:noFill/>
              </a:ln>
              <a:solidFill>
                <a:srgbClr val="000099"/>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u"/>
              <a:defRPr/>
            </a:pPr>
            <a:r>
              <a:rPr kumimoji="1" lang="en-US" altLang="zh-CN" sz="4000" b="1" i="0" u="none" strike="noStrike" kern="1200" cap="none" spc="0" normalizeH="0" baseline="0" noProof="0">
                <a:ln>
                  <a:noFill/>
                </a:ln>
                <a:solidFill>
                  <a:srgbClr val="FF3300"/>
                </a:solidFill>
                <a:effectLst>
                  <a:outerShdw blurRad="38100" dist="38100" dir="2700000" algn="tl">
                    <a:srgbClr val="C0C0C0"/>
                  </a:outerShdw>
                </a:effectLst>
                <a:uLnTx/>
                <a:uFillTx/>
                <a:latin typeface="+mn-lt"/>
                <a:ea typeface="仿宋_GB2312" pitchFamily="49" charset="-122"/>
                <a:cs typeface="+mn-cs"/>
              </a:rPr>
              <a:t> </a:t>
            </a:r>
            <a:r>
              <a:rPr kumimoji="1" lang="zh-CN" altLang="en-US" sz="3700" b="1" i="0" u="none" strike="noStrike" kern="1200" cap="none" spc="0" normalizeH="0" baseline="0" noProof="0">
                <a:ln>
                  <a:noFill/>
                </a:ln>
                <a:solidFill>
                  <a:srgbClr val="FF3300"/>
                </a:solidFill>
                <a:effectLst>
                  <a:outerShdw blurRad="38100" dist="38100" dir="2700000" algn="tl">
                    <a:srgbClr val="C0C0C0"/>
                  </a:outerShdw>
                </a:effectLst>
                <a:uLnTx/>
                <a:uFillTx/>
                <a:latin typeface="+mn-lt"/>
                <a:ea typeface="仿宋_GB2312" pitchFamily="49" charset="-122"/>
                <a:cs typeface="+mn-cs"/>
              </a:rPr>
              <a:t>定义</a:t>
            </a:r>
            <a:r>
              <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1" lang="en-US" altLang="zh-CN" sz="3700" b="1" i="1"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rPr>
              <a:t>n</a:t>
            </a:r>
            <a:r>
              <a:rPr kumimoji="1" lang="zh-CN" altLang="en-US" sz="37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rPr>
              <a:t>（ </a:t>
            </a:r>
            <a:r>
              <a:rPr kumimoji="1" lang="zh-CN" altLang="en-US" sz="37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sym typeface="Symbol" panose="05050102010706020507" pitchFamily="18" charset="2"/>
              </a:rPr>
              <a:t> </a:t>
            </a:r>
            <a:r>
              <a:rPr kumimoji="1" lang="en-US" altLang="zh-CN" sz="37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sym typeface="Symbol" panose="05050102010706020507" pitchFamily="18" charset="2"/>
              </a:rPr>
              <a:t>0</a:t>
            </a:r>
            <a:r>
              <a:rPr kumimoji="1" lang="zh-CN" altLang="en-US" sz="37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sym typeface="Symbol" panose="05050102010706020507" pitchFamily="18" charset="2"/>
              </a:rPr>
              <a:t>）</a:t>
            </a:r>
            <a:r>
              <a:rPr kumimoji="1" lang="zh-CN" altLang="en-US" sz="37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rPr>
              <a:t>个数据元素的有限序列，记作</a:t>
            </a:r>
            <a:endPar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None/>
              <a:defRPr/>
            </a:pPr>
            <a:r>
              <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1" lang="en-US" altLang="zh-CN"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L=</a:t>
            </a:r>
            <a:r>
              <a:rPr kumimoji="1" lang="zh-CN" altLang="en-US" sz="3700" b="1" i="0"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a:t>
            </a:r>
            <a:r>
              <a:rPr kumimoji="1" lang="en-US" altLang="zh-CN" sz="3700" b="1" i="1"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a</a:t>
            </a:r>
            <a:r>
              <a:rPr kumimoji="1" lang="en-US" altLang="zh-CN" sz="3700" b="1" i="0" u="none" strike="noStrike" kern="1200" cap="none" spc="0" normalizeH="0" baseline="-2500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1</a:t>
            </a:r>
            <a:r>
              <a:rPr kumimoji="1" lang="en-US" altLang="zh-CN" sz="3700" b="1" i="0" u="none" strike="noStrike" kern="1200" cap="none" spc="0" normalizeH="0" baseline="0" noProof="0">
                <a:ln>
                  <a:noFill/>
                </a:ln>
                <a:solidFill>
                  <a:srgbClr val="CC0000"/>
                </a:solidFill>
                <a:effectLst/>
                <a:uLnTx/>
                <a:uFillTx/>
                <a:latin typeface="+mn-lt"/>
                <a:ea typeface="仿宋_GB2312" pitchFamily="49" charset="-122"/>
                <a:cs typeface="+mn-cs"/>
              </a:rPr>
              <a:t>, </a:t>
            </a:r>
            <a:r>
              <a:rPr kumimoji="1" lang="en-US" altLang="zh-CN" sz="3700" b="1" i="1"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a</a:t>
            </a:r>
            <a:r>
              <a:rPr kumimoji="1" lang="en-US" altLang="zh-CN" sz="3700" b="1" i="0" u="none" strike="noStrike" kern="1200" cap="none" spc="0" normalizeH="0" baseline="-2500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2</a:t>
            </a:r>
            <a:r>
              <a:rPr kumimoji="1" lang="en-US" altLang="zh-CN" sz="3700" b="1" i="0" u="none" strike="noStrike" kern="1200" cap="none" spc="0" normalizeH="0" baseline="0" noProof="0">
                <a:ln>
                  <a:noFill/>
                </a:ln>
                <a:solidFill>
                  <a:srgbClr val="CC0000"/>
                </a:solidFill>
                <a:effectLst/>
                <a:uLnTx/>
                <a:uFillTx/>
                <a:latin typeface="+mn-lt"/>
                <a:ea typeface="仿宋_GB2312" pitchFamily="49" charset="-122"/>
                <a:cs typeface="+mn-cs"/>
              </a:rPr>
              <a:t>, …, </a:t>
            </a:r>
            <a:r>
              <a:rPr kumimoji="1" lang="en-US" altLang="zh-CN" sz="3700" b="1" i="1"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a</a:t>
            </a:r>
            <a:r>
              <a:rPr kumimoji="1" lang="en-US" altLang="zh-CN" sz="3700" b="1" i="1" u="none" strike="noStrike" kern="1200" cap="none" spc="0" normalizeH="0" baseline="-2500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n</a:t>
            </a:r>
            <a:r>
              <a:rPr kumimoji="1" lang="zh-CN" altLang="en-US" sz="3700" b="1" i="0"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a:t>
            </a:r>
            <a:endPar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None/>
              <a:defRPr/>
            </a:pPr>
            <a:r>
              <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1" lang="en-US" altLang="zh-CN" sz="3700" b="1" i="1" u="none" strike="noStrike" kern="1200" cap="none" spc="0" normalizeH="0" baseline="0" noProof="0">
                <a:ln>
                  <a:noFill/>
                </a:ln>
                <a:solidFill>
                  <a:srgbClr val="FF3300"/>
                </a:solidFill>
                <a:effectLst>
                  <a:outerShdw blurRad="38100" dist="38100" dir="2700000" algn="tl">
                    <a:srgbClr val="C0C0C0"/>
                  </a:outerShdw>
                </a:effectLst>
                <a:uLnTx/>
                <a:uFillTx/>
                <a:latin typeface="+mn-lt"/>
                <a:ea typeface="仿宋_GB2312" pitchFamily="49" charset="-122"/>
                <a:cs typeface="+mn-cs"/>
              </a:rPr>
              <a:t>a</a:t>
            </a:r>
            <a:r>
              <a:rPr kumimoji="1" lang="en-US" altLang="zh-CN" sz="3700" b="1" i="1" u="none" strike="noStrike" kern="1200" cap="none" spc="0" normalizeH="0" baseline="-25000" noProof="0">
                <a:ln>
                  <a:noFill/>
                </a:ln>
                <a:solidFill>
                  <a:srgbClr val="FF3300"/>
                </a:solidFill>
                <a:effectLst>
                  <a:outerShdw blurRad="38100" dist="38100" dir="2700000" algn="tl">
                    <a:srgbClr val="C0C0C0"/>
                  </a:outerShdw>
                </a:effectLst>
                <a:uLnTx/>
                <a:uFillTx/>
                <a:latin typeface="+mn-lt"/>
                <a:ea typeface="仿宋_GB2312" pitchFamily="49" charset="-122"/>
                <a:cs typeface="+mn-cs"/>
              </a:rPr>
              <a:t>i </a:t>
            </a:r>
            <a:r>
              <a:rPr kumimoji="1" lang="zh-CN" altLang="zh-CN"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是表中数据元素，</a:t>
            </a:r>
            <a:r>
              <a:rPr kumimoji="1" lang="en-US" altLang="zh-CN" sz="3700" b="1" i="1" u="none" strike="noStrike" kern="1200" cap="none" spc="0" normalizeH="0" baseline="0" noProof="0">
                <a:ln>
                  <a:noFill/>
                </a:ln>
                <a:solidFill>
                  <a:srgbClr val="FF3300"/>
                </a:solidFill>
                <a:effectLst>
                  <a:outerShdw blurRad="38100" dist="38100" dir="2700000" algn="tl">
                    <a:srgbClr val="C0C0C0"/>
                  </a:outerShdw>
                </a:effectLst>
                <a:uLnTx/>
                <a:uFillTx/>
                <a:latin typeface="+mn-lt"/>
                <a:ea typeface="仿宋_GB2312" pitchFamily="49" charset="-122"/>
                <a:cs typeface="+mn-cs"/>
              </a:rPr>
              <a:t>n </a:t>
            </a:r>
            <a:r>
              <a:rPr kumimoji="1" lang="zh-CN" altLang="zh-CN"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是表长度。         </a:t>
            </a:r>
            <a:r>
              <a:rPr kumimoji="1" lang="en-US" altLang="zh-CN" sz="3700" b="1" i="1" u="none" strike="noStrike" kern="1200" cap="none" spc="0" normalizeH="0" baseline="0" noProof="0">
                <a:ln>
                  <a:noFill/>
                </a:ln>
                <a:solidFill>
                  <a:srgbClr val="FF3300"/>
                </a:solidFill>
                <a:effectLst>
                  <a:outerShdw blurRad="38100" dist="38100" dir="2700000" algn="tl">
                    <a:srgbClr val="C0C0C0"/>
                  </a:outerShdw>
                </a:effectLst>
                <a:uLnTx/>
                <a:uFillTx/>
                <a:latin typeface="+mn-lt"/>
                <a:ea typeface="仿宋_GB2312" pitchFamily="49" charset="-122"/>
                <a:cs typeface="+mn-cs"/>
              </a:rPr>
              <a:t>n=0 </a:t>
            </a:r>
            <a:r>
              <a:rPr kumimoji="1" lang="zh-CN" altLang="zh-CN"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是为空表</a:t>
            </a:r>
            <a:endPar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
        <p:nvSpPr>
          <p:cNvPr id="263173" name="Rectangle 5"/>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1200" cap="none" spc="0" normalizeH="0" baseline="0" noProof="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§2.1  </a:t>
            </a:r>
            <a:r>
              <a:rPr kumimoji="1" lang="zh-CN" altLang="en-US" sz="4400" b="1" i="0" u="none" strike="noStrike" kern="1200" cap="none" spc="0" normalizeH="0" baseline="0" noProof="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线性表的基本概念</a:t>
            </a:r>
            <a:endParaRPr kumimoji="1" lang="zh-CN" altLang="en-US" sz="4400" b="1" i="0" u="none" strike="noStrike" kern="1200" cap="none" spc="0" normalizeH="0" baseline="0" noProof="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endParaRPr>
          </a:p>
        </p:txBody>
      </p:sp>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Rectangle 2"/>
          <p:cNvSpPr>
            <a:spLocks noGrp="1" noChangeArrowheads="1"/>
          </p:cNvSpPr>
          <p:nvPr>
            <p:ph type="title"/>
          </p:nvPr>
        </p:nvSpPr>
        <p:spPr>
          <a:xfrm>
            <a:off x="609600" y="685800"/>
            <a:ext cx="7772400" cy="762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mj-lt"/>
                <a:ea typeface="隶书" panose="02010509060101010101" pitchFamily="49" charset="-122"/>
                <a:cs typeface="+mj-cs"/>
              </a:rPr>
              <a:t>线性表的逻辑结构</a:t>
            </a:r>
            <a:endParaRPr kumimoji="1" lang="zh-CN" altLang="en-US" sz="4400" b="1" i="0" u="none" strike="noStrike" kern="1200" cap="none" spc="0" normalizeH="0" baseline="0" noProof="0">
              <a:ln>
                <a:noFill/>
              </a:ln>
              <a:solidFill>
                <a:schemeClr val="tx2"/>
              </a:solidFill>
              <a:effectLst/>
              <a:uLnTx/>
              <a:uFillTx/>
              <a:latin typeface="+mj-lt"/>
              <a:ea typeface="+mj-ea"/>
              <a:cs typeface="+mj-cs"/>
            </a:endParaRPr>
          </a:p>
        </p:txBody>
      </p:sp>
      <p:sp>
        <p:nvSpPr>
          <p:cNvPr id="264195" name="Rectangle 3"/>
          <p:cNvSpPr>
            <a:spLocks noGrp="1" noChangeArrowheads="1"/>
          </p:cNvSpPr>
          <p:nvPr>
            <p:ph idx="1" hasCustomPrompt="1"/>
          </p:nvPr>
        </p:nvSpPr>
        <p:spPr>
          <a:xfrm>
            <a:off x="685800" y="1676400"/>
            <a:ext cx="7772400" cy="2667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FF7C80"/>
              </a:buClr>
              <a:buSzPct val="50000"/>
              <a:buFont typeface="Wingdings" panose="05000000000000000000" pitchFamily="2" charset="2"/>
              <a:buChar char="n"/>
              <a:defRPr/>
            </a:pPr>
            <a:r>
              <a:rPr kumimoji="1" lang="zh-CN" altLang="en-US" sz="36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rPr>
              <a:t>除第一个元素外，其他每一个元素有一个且仅有一个</a:t>
            </a:r>
            <a:r>
              <a:rPr kumimoji="1" lang="zh-CN" altLang="en-US" sz="3600" b="1" i="0"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直接前驱</a:t>
            </a:r>
            <a:r>
              <a:rPr kumimoji="1" lang="zh-CN" altLang="en-US" sz="36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rPr>
              <a:t>。</a:t>
            </a:r>
            <a:endParaRPr kumimoji="1" lang="zh-CN" altLang="en-US" sz="36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FF7C80"/>
              </a:buClr>
              <a:buSzPct val="50000"/>
              <a:buFont typeface="Wingdings" panose="05000000000000000000" pitchFamily="2" charset="2"/>
              <a:buChar char="n"/>
              <a:defRPr/>
            </a:pPr>
            <a:r>
              <a:rPr kumimoji="1" lang="zh-CN" altLang="en-US" sz="36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rPr>
              <a:t>除最后一个元素外，其他每一个元素有一个且仅有一个</a:t>
            </a:r>
            <a:r>
              <a:rPr kumimoji="1" lang="zh-CN" altLang="en-US" sz="3600" b="1" i="0"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直接后继</a:t>
            </a:r>
            <a:r>
              <a:rPr kumimoji="1" lang="zh-CN" altLang="en-US" sz="3600" b="1" i="0" u="none" strike="noStrike" kern="1200" cap="none" spc="0" normalizeH="0" baseline="0" noProof="0">
                <a:ln>
                  <a:noFill/>
                </a:ln>
                <a:solidFill>
                  <a:srgbClr val="008080"/>
                </a:solidFill>
                <a:effectLst>
                  <a:outerShdw blurRad="38100" dist="38100" dir="2700000" algn="tl">
                    <a:srgbClr val="C0C0C0"/>
                  </a:outerShdw>
                </a:effectLst>
                <a:uLnTx/>
                <a:uFillTx/>
                <a:latin typeface="+mn-lt"/>
                <a:ea typeface="仿宋_GB2312" pitchFamily="49" charset="-122"/>
                <a:cs typeface="+mn-cs"/>
              </a:rPr>
              <a:t>。</a:t>
            </a:r>
            <a:endParaRPr kumimoji="1" lang="zh-CN" altLang="en-US" sz="3200" b="1" i="0" u="none" strike="noStrike" kern="1200" cap="none" spc="0" normalizeH="0" baseline="0" noProof="0">
              <a:ln>
                <a:noFill/>
              </a:ln>
              <a:solidFill>
                <a:srgbClr val="008080"/>
              </a:solidFill>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1" lang="en-US" altLang="zh-CN" sz="3200" b="1" i="0" u="none" strike="noStrike" kern="1200" cap="none" spc="0" normalizeH="0" baseline="0" noProof="0">
              <a:ln>
                <a:noFill/>
              </a:ln>
              <a:solidFill>
                <a:schemeClr val="tx1"/>
              </a:solidFill>
              <a:effectLst/>
              <a:uLnTx/>
              <a:uFillTx/>
              <a:latin typeface="+mn-lt"/>
              <a:ea typeface="+mn-ea"/>
              <a:cs typeface="+mn-cs"/>
            </a:endParaRPr>
          </a:p>
        </p:txBody>
      </p:sp>
      <p:grpSp>
        <p:nvGrpSpPr>
          <p:cNvPr id="10244" name="Group 26"/>
          <p:cNvGrpSpPr/>
          <p:nvPr/>
        </p:nvGrpSpPr>
        <p:grpSpPr>
          <a:xfrm>
            <a:off x="1143000" y="4464050"/>
            <a:ext cx="6705600" cy="717550"/>
            <a:chOff x="720" y="2812"/>
            <a:chExt cx="4224" cy="452"/>
          </a:xfrm>
        </p:grpSpPr>
        <p:sp>
          <p:nvSpPr>
            <p:cNvPr id="10247" name="Oval 4"/>
            <p:cNvSpPr/>
            <p:nvPr/>
          </p:nvSpPr>
          <p:spPr>
            <a:xfrm>
              <a:off x="720" y="2880"/>
              <a:ext cx="384" cy="384"/>
            </a:xfrm>
            <a:prstGeom prst="ellipse">
              <a:avLst/>
            </a:prstGeom>
            <a:gradFill rotWithShape="0">
              <a:gsLst>
                <a:gs pos="0">
                  <a:srgbClr val="FF7C80"/>
                </a:gs>
                <a:gs pos="100000">
                  <a:srgbClr val="76393B"/>
                </a:gs>
              </a:gsLst>
              <a:lin ang="2700000" scaled="1"/>
              <a:tileRect/>
            </a:gradFill>
            <a:ln w="9525" cap="flat" cmpd="sng">
              <a:solidFill>
                <a:schemeClr val="accent1"/>
              </a:solidFill>
              <a:prstDash val="solid"/>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0248" name="AutoShape 6"/>
            <p:cNvSpPr/>
            <p:nvPr/>
          </p:nvSpPr>
          <p:spPr>
            <a:xfrm>
              <a:off x="1104" y="3024"/>
              <a:ext cx="384" cy="96"/>
            </a:xfrm>
            <a:prstGeom prst="leftRightArrow">
              <a:avLst>
                <a:gd name="adj1" fmla="val 50000"/>
                <a:gd name="adj2" fmla="val 80000"/>
              </a:avLst>
            </a:prstGeom>
            <a:solidFill>
              <a:srgbClr val="FF7C80"/>
            </a:solidFill>
            <a:ln w="9525" cap="flat" cmpd="sng">
              <a:solidFill>
                <a:schemeClr val="accent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sz="2400" b="1" dirty="0">
                <a:solidFill>
                  <a:srgbClr val="FF7C80"/>
                </a:solidFill>
              </a:endParaRPr>
            </a:p>
          </p:txBody>
        </p:sp>
        <p:sp>
          <p:nvSpPr>
            <p:cNvPr id="10249" name="Oval 7"/>
            <p:cNvSpPr/>
            <p:nvPr/>
          </p:nvSpPr>
          <p:spPr>
            <a:xfrm>
              <a:off x="1488" y="2880"/>
              <a:ext cx="384" cy="384"/>
            </a:xfrm>
            <a:prstGeom prst="ellipse">
              <a:avLst/>
            </a:prstGeom>
            <a:gradFill rotWithShape="0">
              <a:gsLst>
                <a:gs pos="0">
                  <a:srgbClr val="FF7C80"/>
                </a:gs>
                <a:gs pos="100000">
                  <a:srgbClr val="76393B"/>
                </a:gs>
              </a:gsLst>
              <a:lin ang="2700000" scaled="1"/>
              <a:tileRect/>
            </a:gradFill>
            <a:ln w="9525" cap="flat" cmpd="sng">
              <a:solidFill>
                <a:schemeClr val="accent1"/>
              </a:solidFill>
              <a:prstDash val="solid"/>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0250" name="AutoShape 8"/>
            <p:cNvSpPr/>
            <p:nvPr/>
          </p:nvSpPr>
          <p:spPr>
            <a:xfrm>
              <a:off x="1872" y="3024"/>
              <a:ext cx="384" cy="96"/>
            </a:xfrm>
            <a:prstGeom prst="leftRightArrow">
              <a:avLst>
                <a:gd name="adj1" fmla="val 50000"/>
                <a:gd name="adj2" fmla="val 80000"/>
              </a:avLst>
            </a:prstGeom>
            <a:solidFill>
              <a:srgbClr val="FF7C80"/>
            </a:solidFill>
            <a:ln w="9525" cap="flat" cmpd="sng">
              <a:solidFill>
                <a:schemeClr val="accent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sz="2400" b="1" dirty="0">
                <a:solidFill>
                  <a:srgbClr val="FF7C80"/>
                </a:solidFill>
              </a:endParaRPr>
            </a:p>
          </p:txBody>
        </p:sp>
        <p:sp>
          <p:nvSpPr>
            <p:cNvPr id="10251" name="Oval 9"/>
            <p:cNvSpPr/>
            <p:nvPr/>
          </p:nvSpPr>
          <p:spPr>
            <a:xfrm>
              <a:off x="2256" y="2880"/>
              <a:ext cx="384" cy="384"/>
            </a:xfrm>
            <a:prstGeom prst="ellipse">
              <a:avLst/>
            </a:prstGeom>
            <a:gradFill rotWithShape="0">
              <a:gsLst>
                <a:gs pos="0">
                  <a:srgbClr val="FF7C80"/>
                </a:gs>
                <a:gs pos="100000">
                  <a:srgbClr val="76393B"/>
                </a:gs>
              </a:gsLst>
              <a:lin ang="2700000" scaled="1"/>
              <a:tileRect/>
            </a:gradFill>
            <a:ln w="9525" cap="flat" cmpd="sng">
              <a:solidFill>
                <a:schemeClr val="accent1"/>
              </a:solidFill>
              <a:prstDash val="solid"/>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0252" name="AutoShape 10"/>
            <p:cNvSpPr/>
            <p:nvPr/>
          </p:nvSpPr>
          <p:spPr>
            <a:xfrm>
              <a:off x="2640" y="3024"/>
              <a:ext cx="384" cy="96"/>
            </a:xfrm>
            <a:prstGeom prst="leftRightArrow">
              <a:avLst>
                <a:gd name="adj1" fmla="val 50000"/>
                <a:gd name="adj2" fmla="val 80000"/>
              </a:avLst>
            </a:prstGeom>
            <a:solidFill>
              <a:srgbClr val="FF7C80"/>
            </a:solidFill>
            <a:ln w="9525" cap="flat" cmpd="sng">
              <a:solidFill>
                <a:schemeClr val="accent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sz="2400" b="1" dirty="0">
                <a:solidFill>
                  <a:srgbClr val="FF7C80"/>
                </a:solidFill>
              </a:endParaRPr>
            </a:p>
          </p:txBody>
        </p:sp>
        <p:sp>
          <p:nvSpPr>
            <p:cNvPr id="10253" name="Oval 11"/>
            <p:cNvSpPr/>
            <p:nvPr/>
          </p:nvSpPr>
          <p:spPr>
            <a:xfrm>
              <a:off x="3024" y="2880"/>
              <a:ext cx="384" cy="384"/>
            </a:xfrm>
            <a:prstGeom prst="ellipse">
              <a:avLst/>
            </a:prstGeom>
            <a:gradFill rotWithShape="0">
              <a:gsLst>
                <a:gs pos="0">
                  <a:srgbClr val="FF7C80"/>
                </a:gs>
                <a:gs pos="100000">
                  <a:srgbClr val="76393B"/>
                </a:gs>
              </a:gsLst>
              <a:lin ang="2700000" scaled="1"/>
              <a:tileRect/>
            </a:gradFill>
            <a:ln w="9525" cap="flat" cmpd="sng">
              <a:solidFill>
                <a:schemeClr val="accent1"/>
              </a:solidFill>
              <a:prstDash val="solid"/>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0254" name="AutoShape 12"/>
            <p:cNvSpPr/>
            <p:nvPr/>
          </p:nvSpPr>
          <p:spPr>
            <a:xfrm>
              <a:off x="3408" y="3024"/>
              <a:ext cx="384" cy="96"/>
            </a:xfrm>
            <a:prstGeom prst="leftRightArrow">
              <a:avLst>
                <a:gd name="adj1" fmla="val 50000"/>
                <a:gd name="adj2" fmla="val 80000"/>
              </a:avLst>
            </a:prstGeom>
            <a:solidFill>
              <a:srgbClr val="FF7C80"/>
            </a:solidFill>
            <a:ln w="9525" cap="flat" cmpd="sng">
              <a:solidFill>
                <a:schemeClr val="accent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sz="2400" b="1" dirty="0">
                <a:solidFill>
                  <a:srgbClr val="FF7C80"/>
                </a:solidFill>
              </a:endParaRPr>
            </a:p>
          </p:txBody>
        </p:sp>
        <p:sp>
          <p:nvSpPr>
            <p:cNvPr id="10255" name="Oval 13"/>
            <p:cNvSpPr/>
            <p:nvPr/>
          </p:nvSpPr>
          <p:spPr>
            <a:xfrm>
              <a:off x="3792" y="2880"/>
              <a:ext cx="384" cy="384"/>
            </a:xfrm>
            <a:prstGeom prst="ellipse">
              <a:avLst/>
            </a:prstGeom>
            <a:gradFill rotWithShape="0">
              <a:gsLst>
                <a:gs pos="0">
                  <a:srgbClr val="FF7C80"/>
                </a:gs>
                <a:gs pos="100000">
                  <a:srgbClr val="76393B"/>
                </a:gs>
              </a:gsLst>
              <a:lin ang="2700000" scaled="1"/>
              <a:tileRect/>
            </a:gradFill>
            <a:ln w="9525" cap="flat" cmpd="sng">
              <a:solidFill>
                <a:schemeClr val="accent1"/>
              </a:solidFill>
              <a:prstDash val="solid"/>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0256" name="AutoShape 14"/>
            <p:cNvSpPr/>
            <p:nvPr/>
          </p:nvSpPr>
          <p:spPr>
            <a:xfrm>
              <a:off x="4176" y="3024"/>
              <a:ext cx="384" cy="96"/>
            </a:xfrm>
            <a:prstGeom prst="leftRightArrow">
              <a:avLst>
                <a:gd name="adj1" fmla="val 50000"/>
                <a:gd name="adj2" fmla="val 80000"/>
              </a:avLst>
            </a:prstGeom>
            <a:solidFill>
              <a:srgbClr val="FF7C80"/>
            </a:solidFill>
            <a:ln w="9525" cap="flat" cmpd="sng">
              <a:solidFill>
                <a:schemeClr val="accent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sz="2400" b="1" dirty="0">
                <a:solidFill>
                  <a:srgbClr val="FF7C80"/>
                </a:solidFill>
              </a:endParaRPr>
            </a:p>
          </p:txBody>
        </p:sp>
        <p:sp>
          <p:nvSpPr>
            <p:cNvPr id="10257" name="Oval 15"/>
            <p:cNvSpPr/>
            <p:nvPr/>
          </p:nvSpPr>
          <p:spPr>
            <a:xfrm>
              <a:off x="4560" y="2880"/>
              <a:ext cx="384" cy="384"/>
            </a:xfrm>
            <a:prstGeom prst="ellipse">
              <a:avLst/>
            </a:prstGeom>
            <a:gradFill rotWithShape="0">
              <a:gsLst>
                <a:gs pos="0">
                  <a:srgbClr val="FF7C80"/>
                </a:gs>
                <a:gs pos="100000">
                  <a:srgbClr val="76393B"/>
                </a:gs>
              </a:gsLst>
              <a:lin ang="2700000" scaled="1"/>
              <a:tileRect/>
            </a:gradFill>
            <a:ln w="9525" cap="flat" cmpd="sng">
              <a:solidFill>
                <a:schemeClr val="accent1"/>
              </a:solidFill>
              <a:prstDash val="solid"/>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0258" name="Text Box 17"/>
            <p:cNvSpPr txBox="1"/>
            <p:nvPr/>
          </p:nvSpPr>
          <p:spPr>
            <a:xfrm>
              <a:off x="748" y="2812"/>
              <a:ext cx="35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rgbClr val="FFFFCC"/>
                  </a:solidFill>
                </a:rPr>
                <a:t>a</a:t>
              </a:r>
              <a:r>
                <a:rPr lang="en-US" altLang="zh-CN" sz="3600" b="1" baseline="-25000" dirty="0">
                  <a:solidFill>
                    <a:srgbClr val="FFFFCC"/>
                  </a:solidFill>
                </a:rPr>
                <a:t>1</a:t>
              </a:r>
              <a:endParaRPr lang="en-US" altLang="zh-CN" sz="2400" b="1" dirty="0">
                <a:solidFill>
                  <a:srgbClr val="FFFFCC"/>
                </a:solidFill>
              </a:endParaRPr>
            </a:p>
          </p:txBody>
        </p:sp>
        <p:sp>
          <p:nvSpPr>
            <p:cNvPr id="10259" name="Text Box 18"/>
            <p:cNvSpPr txBox="1"/>
            <p:nvPr/>
          </p:nvSpPr>
          <p:spPr>
            <a:xfrm>
              <a:off x="1488" y="2812"/>
              <a:ext cx="35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rgbClr val="FFFFCC"/>
                  </a:solidFill>
                </a:rPr>
                <a:t>a</a:t>
              </a:r>
              <a:r>
                <a:rPr lang="en-US" altLang="zh-CN" sz="3600" b="1" baseline="-25000" dirty="0">
                  <a:solidFill>
                    <a:srgbClr val="FFFFCC"/>
                  </a:solidFill>
                </a:rPr>
                <a:t>2</a:t>
              </a:r>
              <a:endParaRPr lang="en-US" altLang="zh-CN" sz="2400" b="1" dirty="0">
                <a:solidFill>
                  <a:srgbClr val="FFFFCC"/>
                </a:solidFill>
              </a:endParaRPr>
            </a:p>
          </p:txBody>
        </p:sp>
        <p:sp>
          <p:nvSpPr>
            <p:cNvPr id="10260" name="Text Box 19"/>
            <p:cNvSpPr txBox="1"/>
            <p:nvPr/>
          </p:nvSpPr>
          <p:spPr>
            <a:xfrm>
              <a:off x="2284" y="2812"/>
              <a:ext cx="35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rgbClr val="FFFFCC"/>
                  </a:solidFill>
                </a:rPr>
                <a:t>a</a:t>
              </a:r>
              <a:r>
                <a:rPr lang="en-US" altLang="zh-CN" sz="3600" b="1" baseline="-25000" dirty="0">
                  <a:solidFill>
                    <a:srgbClr val="FFFFCC"/>
                  </a:solidFill>
                </a:rPr>
                <a:t>3</a:t>
              </a:r>
              <a:endParaRPr lang="en-US" altLang="zh-CN" sz="2400" b="1" dirty="0">
                <a:solidFill>
                  <a:srgbClr val="FFFFCC"/>
                </a:solidFill>
              </a:endParaRPr>
            </a:p>
          </p:txBody>
        </p:sp>
        <p:sp>
          <p:nvSpPr>
            <p:cNvPr id="10261" name="Text Box 20"/>
            <p:cNvSpPr txBox="1"/>
            <p:nvPr/>
          </p:nvSpPr>
          <p:spPr>
            <a:xfrm>
              <a:off x="3024" y="2812"/>
              <a:ext cx="35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rgbClr val="FFFFCC"/>
                  </a:solidFill>
                </a:rPr>
                <a:t>a</a:t>
              </a:r>
              <a:r>
                <a:rPr lang="en-US" altLang="zh-CN" sz="3600" b="1" baseline="-25000" dirty="0">
                  <a:solidFill>
                    <a:srgbClr val="FFFFCC"/>
                  </a:solidFill>
                </a:rPr>
                <a:t>4</a:t>
              </a:r>
              <a:endParaRPr lang="en-US" altLang="zh-CN" sz="2400" b="1" dirty="0">
                <a:solidFill>
                  <a:srgbClr val="FFFFCC"/>
                </a:solidFill>
              </a:endParaRPr>
            </a:p>
          </p:txBody>
        </p:sp>
        <p:sp>
          <p:nvSpPr>
            <p:cNvPr id="10262" name="Text Box 21"/>
            <p:cNvSpPr txBox="1"/>
            <p:nvPr/>
          </p:nvSpPr>
          <p:spPr>
            <a:xfrm>
              <a:off x="3792" y="2812"/>
              <a:ext cx="35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rgbClr val="FFFFCC"/>
                  </a:solidFill>
                </a:rPr>
                <a:t>a</a:t>
              </a:r>
              <a:r>
                <a:rPr lang="en-US" altLang="zh-CN" sz="3600" b="1" baseline="-25000" dirty="0">
                  <a:solidFill>
                    <a:srgbClr val="FFFFCC"/>
                  </a:solidFill>
                </a:rPr>
                <a:t>5</a:t>
              </a:r>
              <a:endParaRPr lang="en-US" altLang="zh-CN" sz="2400" b="1" dirty="0">
                <a:solidFill>
                  <a:srgbClr val="FFFFCC"/>
                </a:solidFill>
              </a:endParaRPr>
            </a:p>
          </p:txBody>
        </p:sp>
        <p:sp>
          <p:nvSpPr>
            <p:cNvPr id="10263" name="Text Box 22"/>
            <p:cNvSpPr txBox="1"/>
            <p:nvPr/>
          </p:nvSpPr>
          <p:spPr>
            <a:xfrm>
              <a:off x="4560" y="2812"/>
              <a:ext cx="35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rgbClr val="FFFFCC"/>
                  </a:solidFill>
                </a:rPr>
                <a:t>a</a:t>
              </a:r>
              <a:r>
                <a:rPr lang="en-US" altLang="zh-CN" sz="3600" b="1" baseline="-25000" dirty="0">
                  <a:solidFill>
                    <a:srgbClr val="FFFFCC"/>
                  </a:solidFill>
                </a:rPr>
                <a:t>6</a:t>
              </a:r>
              <a:endParaRPr lang="en-US" altLang="zh-CN" sz="2400" b="1" dirty="0">
                <a:solidFill>
                  <a:srgbClr val="FFFFCC"/>
                </a:solidFill>
              </a:endParaRPr>
            </a:p>
          </p:txBody>
        </p:sp>
      </p:grpSp>
      <p:sp>
        <p:nvSpPr>
          <p:cNvPr id="10245" name="AutoShape 23">
            <a:hlinkClick r:id="" action="ppaction://noaction"/>
          </p:cNvPr>
          <p:cNvSpPr/>
          <p:nvPr/>
        </p:nvSpPr>
        <p:spPr>
          <a:xfrm>
            <a:off x="8382000" y="6248400"/>
            <a:ext cx="509588" cy="357188"/>
          </a:xfrm>
          <a:prstGeom prst="actionButtonBackPrevious">
            <a:avLst/>
          </a:prstGeom>
          <a:solidFill>
            <a:srgbClr val="C0C0C0"/>
          </a:solidFill>
          <a:ln w="9525" cap="flat" cmpd="sng">
            <a:solidFill>
              <a:srgbClr val="FFFF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0246" name="Text Box 25"/>
          <p:cNvSpPr txBox="1"/>
          <p:nvPr/>
        </p:nvSpPr>
        <p:spPr>
          <a:xfrm>
            <a:off x="3124200" y="5562600"/>
            <a:ext cx="28384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b="1" dirty="0">
                <a:solidFill>
                  <a:srgbClr val="FF33CC"/>
                </a:solidFill>
                <a:ea typeface="隶书" panose="02010509060101010101" pitchFamily="49" charset="-122"/>
              </a:rPr>
              <a:t>线 性 结 构</a:t>
            </a:r>
            <a:endParaRPr lang="zh-CN" altLang="en-US" sz="2400" b="1" dirty="0">
              <a:solidFill>
                <a:srgbClr val="FF33CC"/>
              </a:solidFill>
            </a:endParaRPr>
          </a:p>
        </p:txBody>
      </p:sp>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2"/>
          <p:cNvSpPr txBox="1"/>
          <p:nvPr/>
        </p:nvSpPr>
        <p:spPr>
          <a:xfrm>
            <a:off x="1676400" y="152400"/>
            <a:ext cx="7010400" cy="58785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FF6600"/>
                </a:solidFill>
              </a:rPr>
              <a:t>ADT  List</a:t>
            </a:r>
            <a:endParaRPr lang="en-US" altLang="zh-CN" sz="2800" dirty="0">
              <a:solidFill>
                <a:srgbClr val="FF6600"/>
              </a:solidFill>
            </a:endParaRPr>
          </a:p>
          <a:p>
            <a:pPr marL="0" lvl="0" indent="0" eaLnBrk="1" hangingPunct="1">
              <a:spcBef>
                <a:spcPct val="0"/>
              </a:spcBef>
              <a:buNone/>
            </a:pPr>
            <a:r>
              <a:rPr lang="en-US" altLang="zh-CN" sz="2800" dirty="0">
                <a:solidFill>
                  <a:srgbClr val="0000FF"/>
                </a:solidFill>
              </a:rPr>
              <a:t>{ </a:t>
            </a:r>
            <a:r>
              <a:rPr lang="zh-CN" altLang="en-US" sz="2800" dirty="0">
                <a:solidFill>
                  <a:srgbClr val="FF0066"/>
                </a:solidFill>
                <a:latin typeface="隶书" panose="02010509060101010101" pitchFamily="49" charset="-122"/>
                <a:ea typeface="隶书" panose="02010509060101010101" pitchFamily="49" charset="-122"/>
              </a:rPr>
              <a:t>数据对象</a:t>
            </a:r>
            <a:r>
              <a:rPr lang="en-US" altLang="zh-CN" sz="2800" dirty="0">
                <a:solidFill>
                  <a:srgbClr val="FF0066"/>
                </a:solidFill>
                <a:latin typeface="隶书" panose="02010509060101010101" pitchFamily="49" charset="-122"/>
                <a:ea typeface="隶书" panose="02010509060101010101" pitchFamily="49" charset="-122"/>
              </a:rPr>
              <a:t>:</a:t>
            </a:r>
            <a:endParaRPr lang="en-US" altLang="zh-CN" sz="2800" dirty="0">
              <a:solidFill>
                <a:srgbClr val="FF0066"/>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sz="2800" dirty="0">
                <a:solidFill>
                  <a:srgbClr val="0000FF"/>
                </a:solidFill>
              </a:rPr>
              <a:t>        </a:t>
            </a:r>
            <a:r>
              <a:rPr lang="en-US" altLang="zh-CN" sz="2400" dirty="0">
                <a:solidFill>
                  <a:srgbClr val="0000FF"/>
                </a:solidFill>
              </a:rPr>
              <a:t>D={a</a:t>
            </a:r>
            <a:r>
              <a:rPr lang="en-US" altLang="zh-CN" sz="2400" baseline="-25000" dirty="0">
                <a:solidFill>
                  <a:srgbClr val="0000FF"/>
                </a:solidFill>
              </a:rPr>
              <a:t>i</a:t>
            </a:r>
            <a:r>
              <a:rPr lang="en-US" altLang="zh-CN" sz="2400" dirty="0">
                <a:solidFill>
                  <a:srgbClr val="0000FF"/>
                </a:solidFill>
              </a:rPr>
              <a:t>|1</a:t>
            </a:r>
            <a:r>
              <a:rPr lang="en-US" altLang="zh-CN" sz="2400" dirty="0">
                <a:solidFill>
                  <a:srgbClr val="0000FF"/>
                </a:solidFill>
                <a:sym typeface="Symbol" panose="05050102010706020507" pitchFamily="18" charset="2"/>
              </a:rPr>
              <a:t></a:t>
            </a:r>
            <a:r>
              <a:rPr lang="en-US" altLang="zh-CN" sz="2400" dirty="0">
                <a:solidFill>
                  <a:srgbClr val="0000FF"/>
                </a:solidFill>
              </a:rPr>
              <a:t>i </a:t>
            </a:r>
            <a:r>
              <a:rPr lang="en-US" altLang="zh-CN" sz="2400" dirty="0">
                <a:solidFill>
                  <a:srgbClr val="0000FF"/>
                </a:solidFill>
                <a:sym typeface="Symbol" panose="05050102010706020507" pitchFamily="18" charset="2"/>
              </a:rPr>
              <a:t></a:t>
            </a:r>
            <a:r>
              <a:rPr lang="en-US" altLang="zh-CN" sz="2400" dirty="0">
                <a:solidFill>
                  <a:srgbClr val="0000FF"/>
                </a:solidFill>
              </a:rPr>
              <a:t> n, n </a:t>
            </a:r>
            <a:r>
              <a:rPr lang="en-US" altLang="zh-CN" sz="2400" dirty="0">
                <a:solidFill>
                  <a:srgbClr val="0000FF"/>
                </a:solidFill>
                <a:sym typeface="Symbol" panose="05050102010706020507" pitchFamily="18" charset="2"/>
              </a:rPr>
              <a:t></a:t>
            </a:r>
            <a:r>
              <a:rPr lang="en-US" altLang="zh-CN" sz="2400" dirty="0">
                <a:solidFill>
                  <a:srgbClr val="0000FF"/>
                </a:solidFill>
              </a:rPr>
              <a:t> 0, a</a:t>
            </a:r>
            <a:r>
              <a:rPr lang="en-US" altLang="zh-CN" sz="2400" baseline="-25000" dirty="0">
                <a:solidFill>
                  <a:srgbClr val="0000FF"/>
                </a:solidFill>
              </a:rPr>
              <a:t>i</a:t>
            </a:r>
            <a:r>
              <a:rPr lang="zh-CN" altLang="en-US" sz="2400" dirty="0">
                <a:solidFill>
                  <a:srgbClr val="0000FF"/>
                </a:solidFill>
              </a:rPr>
              <a:t>属</a:t>
            </a:r>
            <a:r>
              <a:rPr lang="en-US" altLang="zh-CN" sz="2400" dirty="0">
                <a:solidFill>
                  <a:srgbClr val="0000FF"/>
                </a:solidFill>
              </a:rPr>
              <a:t>Elemtype</a:t>
            </a:r>
            <a:r>
              <a:rPr lang="zh-CN" altLang="en-US" sz="2400" dirty="0">
                <a:solidFill>
                  <a:srgbClr val="0000FF"/>
                </a:solidFill>
              </a:rPr>
              <a:t>类型</a:t>
            </a:r>
            <a:r>
              <a:rPr lang="en-US" altLang="zh-CN" sz="2400" dirty="0">
                <a:solidFill>
                  <a:srgbClr val="0000FF"/>
                </a:solidFill>
              </a:rPr>
              <a:t>}</a:t>
            </a:r>
            <a:endParaRPr lang="zh-CN" altLang="en-US" sz="2400" dirty="0">
              <a:solidFill>
                <a:srgbClr val="0000FF"/>
              </a:solidFill>
            </a:endParaRPr>
          </a:p>
          <a:p>
            <a:pPr marL="0" lvl="0" indent="0" eaLnBrk="1" hangingPunct="1">
              <a:spcBef>
                <a:spcPct val="0"/>
              </a:spcBef>
              <a:buNone/>
            </a:pPr>
            <a:r>
              <a:rPr lang="zh-CN" altLang="en-US" sz="2400" dirty="0">
                <a:solidFill>
                  <a:srgbClr val="0000FF"/>
                </a:solidFill>
              </a:rPr>
              <a:t>   </a:t>
            </a:r>
            <a:r>
              <a:rPr lang="zh-CN" altLang="en-US" sz="2400" dirty="0">
                <a:solidFill>
                  <a:srgbClr val="FF0066"/>
                </a:solidFill>
                <a:latin typeface="隶书" panose="02010509060101010101" pitchFamily="49" charset="-122"/>
                <a:ea typeface="隶书" panose="02010509060101010101" pitchFamily="49" charset="-122"/>
              </a:rPr>
              <a:t>数据关系</a:t>
            </a:r>
            <a:r>
              <a:rPr lang="en-US" altLang="zh-CN" sz="2400" dirty="0">
                <a:solidFill>
                  <a:srgbClr val="FF0066"/>
                </a:solidFill>
                <a:latin typeface="隶书" panose="02010509060101010101" pitchFamily="49" charset="-122"/>
                <a:ea typeface="隶书" panose="02010509060101010101" pitchFamily="49" charset="-122"/>
              </a:rPr>
              <a:t>:</a:t>
            </a:r>
            <a:endParaRPr lang="en-US" altLang="zh-CN" sz="2400" dirty="0">
              <a:solidFill>
                <a:srgbClr val="FF0066"/>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sz="2400" dirty="0">
                <a:solidFill>
                  <a:srgbClr val="0000FF"/>
                </a:solidFill>
              </a:rPr>
              <a:t>        R1={&lt; a</a:t>
            </a:r>
            <a:r>
              <a:rPr lang="en-US" altLang="zh-CN" sz="2400" baseline="-25000" dirty="0">
                <a:solidFill>
                  <a:srgbClr val="0000FF"/>
                </a:solidFill>
              </a:rPr>
              <a:t>i</a:t>
            </a:r>
            <a:r>
              <a:rPr lang="en-US" altLang="zh-CN" sz="2400" dirty="0">
                <a:solidFill>
                  <a:srgbClr val="0000FF"/>
                </a:solidFill>
              </a:rPr>
              <a:t> ,a</a:t>
            </a:r>
            <a:r>
              <a:rPr lang="en-US" altLang="zh-CN" sz="2400" baseline="-25000" dirty="0">
                <a:solidFill>
                  <a:srgbClr val="0000FF"/>
                </a:solidFill>
              </a:rPr>
              <a:t>i+1</a:t>
            </a:r>
            <a:r>
              <a:rPr lang="en-US" altLang="zh-CN" sz="2400" dirty="0">
                <a:solidFill>
                  <a:srgbClr val="0000FF"/>
                </a:solidFill>
              </a:rPr>
              <a:t> &gt;| a</a:t>
            </a:r>
            <a:r>
              <a:rPr lang="en-US" altLang="zh-CN" sz="2400" baseline="-25000" dirty="0">
                <a:solidFill>
                  <a:srgbClr val="0000FF"/>
                </a:solidFill>
              </a:rPr>
              <a:t>i</a:t>
            </a:r>
            <a:r>
              <a:rPr lang="en-US" altLang="zh-CN" sz="2400" dirty="0">
                <a:solidFill>
                  <a:srgbClr val="0000FF"/>
                </a:solidFill>
              </a:rPr>
              <a:t> ,a</a:t>
            </a:r>
            <a:r>
              <a:rPr lang="en-US" altLang="zh-CN" sz="2400" baseline="-25000" dirty="0">
                <a:solidFill>
                  <a:srgbClr val="0000FF"/>
                </a:solidFill>
              </a:rPr>
              <a:t>i+1</a:t>
            </a:r>
            <a:r>
              <a:rPr lang="en-US" altLang="zh-CN" sz="2400" dirty="0">
                <a:solidFill>
                  <a:srgbClr val="0000FF"/>
                </a:solidFill>
              </a:rPr>
              <a:t> </a:t>
            </a:r>
            <a:r>
              <a:rPr lang="en-US" altLang="zh-CN" sz="2400" dirty="0">
                <a:solidFill>
                  <a:srgbClr val="0000FF"/>
                </a:solidFill>
                <a:cs typeface="Times New Roman" panose="02020603050405020304" pitchFamily="18" charset="0"/>
                <a:sym typeface="Symbol" panose="05050102010706020507" pitchFamily="18" charset="2"/>
              </a:rPr>
              <a:t></a:t>
            </a:r>
            <a:r>
              <a:rPr lang="en-US" altLang="zh-CN" sz="2400" dirty="0">
                <a:solidFill>
                  <a:srgbClr val="0000FF"/>
                </a:solidFill>
              </a:rPr>
              <a:t>D,  i=1,2, </a:t>
            </a:r>
            <a:r>
              <a:rPr lang="en-US" altLang="zh-CN" sz="2400" dirty="0">
                <a:solidFill>
                  <a:srgbClr val="0000FF"/>
                </a:solidFill>
                <a:cs typeface="Times New Roman" panose="02020603050405020304" pitchFamily="18" charset="0"/>
                <a:sym typeface="Symbol" panose="05050102010706020507" pitchFamily="18" charset="2"/>
              </a:rPr>
              <a:t>…</a:t>
            </a:r>
            <a:r>
              <a:rPr lang="en-US" altLang="zh-CN" sz="2400" dirty="0">
                <a:solidFill>
                  <a:srgbClr val="0000FF"/>
                </a:solidFill>
              </a:rPr>
              <a:t>,n-1}</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a:t>
            </a:r>
            <a:r>
              <a:rPr lang="zh-CN" altLang="en-US" sz="2400" dirty="0">
                <a:solidFill>
                  <a:srgbClr val="FF0066"/>
                </a:solidFill>
                <a:latin typeface="隶书" panose="02010509060101010101" pitchFamily="49" charset="-122"/>
                <a:ea typeface="隶书" panose="02010509060101010101" pitchFamily="49" charset="-122"/>
              </a:rPr>
              <a:t>基本运算</a:t>
            </a:r>
            <a:r>
              <a:rPr lang="en-US" altLang="zh-CN" sz="2400" dirty="0">
                <a:solidFill>
                  <a:srgbClr val="FF0066"/>
                </a:solidFill>
                <a:latin typeface="隶书" panose="02010509060101010101" pitchFamily="49" charset="-122"/>
                <a:ea typeface="隶书" panose="02010509060101010101" pitchFamily="49" charset="-122"/>
              </a:rPr>
              <a:t>:</a:t>
            </a:r>
            <a:endParaRPr lang="en-US" altLang="zh-CN" sz="2400" dirty="0">
              <a:solidFill>
                <a:srgbClr val="FF0066"/>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sz="2400" dirty="0">
                <a:solidFill>
                  <a:srgbClr val="0000FF"/>
                </a:solidFill>
              </a:rPr>
              <a:t>       InitList(&amp;L);        </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DestroyList(&amp;L);</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ListEmpty(L);</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ListLength(L);</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GetElem(L,i,&amp;e);</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LocateElem(L,e);</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ListInsert(&amp;L,i,e);</a:t>
            </a:r>
            <a:endParaRPr lang="en-US" altLang="zh-CN" sz="2400" dirty="0">
              <a:solidFill>
                <a:srgbClr val="0000FF"/>
              </a:solidFill>
            </a:endParaRPr>
          </a:p>
          <a:p>
            <a:pPr marL="0" lvl="0" indent="0" eaLnBrk="1" hangingPunct="1">
              <a:spcBef>
                <a:spcPct val="0"/>
              </a:spcBef>
              <a:buNone/>
            </a:pPr>
            <a:r>
              <a:rPr lang="en-US" altLang="zh-CN" sz="2400" dirty="0">
                <a:solidFill>
                  <a:srgbClr val="0000FF"/>
                </a:solidFill>
              </a:rPr>
              <a:t>       ListDelete(&amp;L,i,&amp;e);</a:t>
            </a:r>
            <a:endParaRPr lang="en-US" altLang="zh-CN" sz="2400" dirty="0">
              <a:solidFill>
                <a:srgbClr val="0000FF"/>
              </a:solidFill>
            </a:endParaRPr>
          </a:p>
          <a:p>
            <a:pPr marL="0" lvl="0" indent="0" eaLnBrk="1" hangingPunct="1">
              <a:spcBef>
                <a:spcPct val="0"/>
              </a:spcBef>
              <a:buNone/>
            </a:pPr>
            <a:r>
              <a:rPr lang="en-US" altLang="zh-CN" sz="2800" dirty="0">
                <a:solidFill>
                  <a:srgbClr val="0000FF"/>
                </a:solidFill>
              </a:rPr>
              <a:t>}</a:t>
            </a:r>
            <a:endParaRPr lang="en-US" altLang="zh-CN" sz="2800" dirty="0">
              <a:solidFill>
                <a:srgbClr val="0000FF"/>
              </a:solidFill>
            </a:endParaRPr>
          </a:p>
        </p:txBody>
      </p:sp>
      <p:sp>
        <p:nvSpPr>
          <p:cNvPr id="11267" name="Text Box 3"/>
          <p:cNvSpPr txBox="1"/>
          <p:nvPr/>
        </p:nvSpPr>
        <p:spPr>
          <a:xfrm>
            <a:off x="609600" y="381000"/>
            <a:ext cx="671513" cy="5105400"/>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50000"/>
              </a:spcBef>
              <a:buNone/>
            </a:pPr>
            <a:r>
              <a:rPr lang="zh-CN" altLang="en-US" dirty="0">
                <a:solidFill>
                  <a:schemeClr val="tx2"/>
                </a:solidFill>
                <a:ea typeface="隶书" panose="02010509060101010101" pitchFamily="49" charset="-122"/>
              </a:rPr>
              <a:t>抽象数据类型线性表的定义</a:t>
            </a:r>
            <a:endParaRPr lang="zh-CN" altLang="en-US" dirty="0">
              <a:solidFill>
                <a:schemeClr val="tx2"/>
              </a:solidFill>
              <a:ea typeface="隶书" panose="02010509060101010101" pitchFamily="49" charset="-122"/>
            </a:endParaRPr>
          </a:p>
        </p:txBody>
      </p:sp>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Rectangle 2"/>
          <p:cNvSpPr>
            <a:spLocks noGrp="1" noChangeArrowheads="1"/>
          </p:cNvSpPr>
          <p:nvPr>
            <p:ph type="title"/>
          </p:nvPr>
        </p:nvSpPr>
        <p:spPr>
          <a:xfrm>
            <a:off x="685800" y="381000"/>
            <a:ext cx="8153400" cy="9906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§2.2  </a:t>
            </a:r>
            <a:r>
              <a:rPr kumimoji="1" lang="zh-CN" altLang="en-US" sz="44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线性表的顺序存储结构</a:t>
            </a:r>
            <a:endParaRPr kumimoji="1" lang="zh-CN" altLang="en-US" sz="44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endParaRPr>
          </a:p>
        </p:txBody>
      </p:sp>
      <p:sp>
        <p:nvSpPr>
          <p:cNvPr id="265219" name="Rectangle 3"/>
          <p:cNvSpPr>
            <a:spLocks noGrp="1" noChangeArrowheads="1"/>
          </p:cNvSpPr>
          <p:nvPr>
            <p:ph idx="1" hasCustomPrompt="1"/>
          </p:nvPr>
        </p:nvSpPr>
        <p:spPr>
          <a:xfrm>
            <a:off x="685800" y="1600200"/>
            <a:ext cx="8153400" cy="3048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10000"/>
              </a:spcBef>
              <a:spcAft>
                <a:spcPct val="0"/>
              </a:spcAft>
              <a:buClr>
                <a:srgbClr val="FF7C80"/>
              </a:buClr>
              <a:buSzPct val="50000"/>
              <a:buFont typeface="Wingdings" panose="05000000000000000000" pitchFamily="2" charset="2"/>
              <a:buChar char="n"/>
              <a:defRPr/>
            </a:pPr>
            <a:r>
              <a:rPr kumimoji="1" lang="zh-CN" altLang="en-US" sz="3600" b="1" i="0" u="none" strike="noStrike" kern="1200" cap="none" spc="0" normalizeH="0" baseline="0" noProof="0">
                <a:ln>
                  <a:noFill/>
                </a:ln>
                <a:solidFill>
                  <a:srgbClr val="000099"/>
                </a:solidFill>
                <a:effectLst>
                  <a:outerShdw blurRad="38100" dist="38100" dir="2700000" algn="tl">
                    <a:srgbClr val="C0C0C0"/>
                  </a:outerShdw>
                </a:effectLst>
                <a:uLnTx/>
                <a:uFillTx/>
                <a:latin typeface="+mn-lt"/>
                <a:ea typeface="仿宋_GB2312" pitchFamily="49" charset="-122"/>
                <a:cs typeface="+mn-cs"/>
              </a:rPr>
              <a:t>顺序表</a:t>
            </a:r>
            <a:r>
              <a:rPr kumimoji="1" lang="en-US" altLang="zh-CN"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仿宋_GB2312" pitchFamily="49" charset="-122"/>
                <a:cs typeface="+mn-cs"/>
              </a:rPr>
              <a:t>(Sequential List)</a:t>
            </a:r>
            <a:r>
              <a:rPr kumimoji="1" lang="en-US" altLang="zh-CN" sz="4400" b="1" i="0" u="none" strike="noStrike" kern="1200" cap="none" spc="0" normalizeH="0" baseline="0" noProof="0">
                <a:ln>
                  <a:noFill/>
                </a:ln>
                <a:solidFill>
                  <a:srgbClr val="FF3300"/>
                </a:solidFill>
                <a:effectLst>
                  <a:outerShdw blurRad="38100" dist="38100" dir="2700000" algn="tl">
                    <a:srgbClr val="C0C0C0"/>
                  </a:outerShdw>
                </a:effectLst>
                <a:uLnTx/>
                <a:uFillTx/>
                <a:latin typeface="+mn-lt"/>
                <a:ea typeface="仿宋_GB2312" pitchFamily="49" charset="-122"/>
                <a:cs typeface="+mn-cs"/>
              </a:rPr>
              <a:t> </a:t>
            </a:r>
            <a:r>
              <a:rPr kumimoji="1" lang="zh-CN" altLang="en-US" sz="41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1" lang="zh-CN" altLang="en-US" sz="32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华文楷体" panose="02010600040101010101" pitchFamily="2" charset="-122"/>
                <a:cs typeface="+mn-cs"/>
              </a:rPr>
              <a:t>即把线性表的结点按逻辑次序依次存放在一组地址连续的存储单元里</a:t>
            </a:r>
            <a:r>
              <a:rPr kumimoji="1" lang="zh-CN" altLang="en-US" sz="41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endParaRPr kumimoji="1" lang="zh-CN" altLang="en-US" sz="41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10000"/>
              </a:spcBef>
              <a:spcAft>
                <a:spcPct val="0"/>
              </a:spcAft>
              <a:buClr>
                <a:schemeClr val="accent1"/>
              </a:buClr>
              <a:buSzPct val="50000"/>
              <a:buFont typeface="Wingdings" panose="05000000000000000000" pitchFamily="2" charset="2"/>
              <a:buChar char="u"/>
              <a:defRPr/>
            </a:pPr>
            <a:r>
              <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 可利用</a:t>
            </a:r>
            <a:r>
              <a:rPr kumimoji="1" lang="zh-CN" altLang="en-US" sz="3700" b="1" i="0" u="none" strike="noStrike" kern="1200" cap="none" spc="0" normalizeH="0" baseline="0" noProof="0">
                <a:ln>
                  <a:noFill/>
                </a:ln>
                <a:solidFill>
                  <a:schemeClr val="accent2"/>
                </a:solidFill>
                <a:effectLst>
                  <a:outerShdw blurRad="38100" dist="38100" dir="2700000" algn="tl">
                    <a:srgbClr val="C0C0C0"/>
                  </a:outerShdw>
                </a:effectLst>
                <a:uLnTx/>
                <a:uFillTx/>
                <a:latin typeface="+mn-lt"/>
                <a:ea typeface="仿宋_GB2312" pitchFamily="49" charset="-122"/>
                <a:cs typeface="+mn-cs"/>
              </a:rPr>
              <a:t>一维数组</a:t>
            </a:r>
            <a:r>
              <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描述</a:t>
            </a:r>
            <a:r>
              <a:rPr kumimoji="1" lang="zh-CN" altLang="en-US" sz="3700" b="1" i="0" u="none" strike="noStrike" kern="1200" cap="none" spc="0" normalizeH="0" baseline="0" noProof="0">
                <a:ln>
                  <a:noFill/>
                </a:ln>
                <a:solidFill>
                  <a:srgbClr val="009900"/>
                </a:solidFill>
                <a:effectLst>
                  <a:outerShdw blurRad="38100" dist="38100" dir="2700000" algn="tl">
                    <a:srgbClr val="C0C0C0"/>
                  </a:outerShdw>
                </a:effectLst>
                <a:uLnTx/>
                <a:uFillTx/>
                <a:latin typeface="+mn-lt"/>
                <a:ea typeface="仿宋_GB2312" pitchFamily="49" charset="-122"/>
                <a:cs typeface="+mn-cs"/>
              </a:rPr>
              <a:t>存储结构</a:t>
            </a:r>
            <a:endParaRPr kumimoji="1" lang="zh-CN" altLang="en-US" sz="37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2057400" marR="0" lvl="4" indent="-228600" algn="l" defTabSz="914400" rtl="0" eaLnBrk="1" fontAlgn="base" latinLnBrk="0" hangingPunct="1">
              <a:lnSpc>
                <a:spcPct val="100000"/>
              </a:lnSpc>
              <a:spcBef>
                <a:spcPct val="10000"/>
              </a:spcBef>
              <a:spcAft>
                <a:spcPct val="0"/>
              </a:spcAft>
              <a:buClr>
                <a:schemeClr val="accent1"/>
              </a:buClr>
              <a:buSzPct val="50000"/>
              <a:buFont typeface="Wingdings" panose="05000000000000000000" pitchFamily="2" charset="2"/>
              <a:buChar char="u"/>
              <a:defRPr/>
            </a:pPr>
            <a:endParaRPr kumimoji="1" lang="en-US" altLang="zh-CN" sz="3200" b="1" i="0" u="none" strike="noStrike" kern="1200" cap="none" spc="0" normalizeH="0" baseline="0" noProof="0">
              <a:ln>
                <a:noFill/>
              </a:ln>
              <a:solidFill>
                <a:srgbClr val="FF6600"/>
              </a:solidFill>
              <a:effectLst>
                <a:outerShdw blurRad="38100" dist="38100" dir="2700000" algn="tl">
                  <a:srgbClr val="C0C0C0"/>
                </a:outerShdw>
              </a:effectLst>
              <a:uLnTx/>
              <a:uFillTx/>
              <a:latin typeface="+mn-lt"/>
              <a:ea typeface="仿宋_GB2312" pitchFamily="49" charset="-122"/>
              <a:cs typeface="+mn-cs"/>
            </a:endParaRPr>
          </a:p>
        </p:txBody>
      </p:sp>
      <p:grpSp>
        <p:nvGrpSpPr>
          <p:cNvPr id="12292" name="Group 15"/>
          <p:cNvGrpSpPr/>
          <p:nvPr/>
        </p:nvGrpSpPr>
        <p:grpSpPr>
          <a:xfrm>
            <a:off x="1676400" y="4419600"/>
            <a:ext cx="5053013" cy="1098550"/>
            <a:chOff x="1056" y="2784"/>
            <a:chExt cx="3183" cy="692"/>
          </a:xfrm>
        </p:grpSpPr>
        <p:sp>
          <p:nvSpPr>
            <p:cNvPr id="12293" name="Rectangle 4"/>
            <p:cNvSpPr/>
            <p:nvPr/>
          </p:nvSpPr>
          <p:spPr>
            <a:xfrm>
              <a:off x="1647" y="3111"/>
              <a:ext cx="2592" cy="336"/>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2294" name="Text Box 5"/>
            <p:cNvSpPr txBox="1"/>
            <p:nvPr/>
          </p:nvSpPr>
          <p:spPr>
            <a:xfrm>
              <a:off x="1584" y="3024"/>
              <a:ext cx="2586"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 </a:t>
              </a:r>
              <a:r>
                <a:rPr lang="en-US" altLang="zh-CN" sz="3600" b="1" i="1" dirty="0">
                  <a:solidFill>
                    <a:schemeClr val="tx2"/>
                  </a:solidFill>
                </a:rPr>
                <a:t>a</a:t>
              </a:r>
              <a:r>
                <a:rPr lang="en-US" altLang="zh-CN" sz="3600" b="1" baseline="-25000" dirty="0">
                  <a:solidFill>
                    <a:schemeClr val="tx2"/>
                  </a:solidFill>
                </a:rPr>
                <a:t>1</a:t>
              </a:r>
              <a:r>
                <a:rPr lang="en-US" altLang="zh-CN" b="1" dirty="0">
                  <a:solidFill>
                    <a:schemeClr val="tx2"/>
                  </a:solidFill>
                  <a:latin typeface="Arial" panose="020B0604020202020204" pitchFamily="34" charset="0"/>
                </a:rPr>
                <a:t>  </a:t>
              </a:r>
              <a:r>
                <a:rPr lang="en-US" altLang="zh-CN" sz="3600" b="1" i="1" dirty="0">
                  <a:solidFill>
                    <a:schemeClr val="tx2"/>
                  </a:solidFill>
                </a:rPr>
                <a:t>a</a:t>
              </a:r>
              <a:r>
                <a:rPr lang="en-US" altLang="zh-CN" sz="3600" b="1" baseline="-25000" dirty="0">
                  <a:solidFill>
                    <a:schemeClr val="tx2"/>
                  </a:solidFill>
                </a:rPr>
                <a:t>2</a:t>
              </a:r>
              <a:r>
                <a:rPr lang="en-US" altLang="zh-CN" b="1" dirty="0">
                  <a:solidFill>
                    <a:schemeClr val="tx2"/>
                  </a:solidFill>
                  <a:latin typeface="Arial" panose="020B0604020202020204" pitchFamily="34" charset="0"/>
                </a:rPr>
                <a:t>   </a:t>
              </a:r>
              <a:r>
                <a:rPr lang="en-US" altLang="zh-CN" sz="3600" b="1" i="1" dirty="0">
                  <a:solidFill>
                    <a:schemeClr val="tx2"/>
                  </a:solidFill>
                </a:rPr>
                <a:t>a</a:t>
              </a:r>
              <a:r>
                <a:rPr lang="en-US" altLang="zh-CN" sz="3600" b="1" baseline="-25000" dirty="0">
                  <a:solidFill>
                    <a:schemeClr val="tx2"/>
                  </a:solidFill>
                </a:rPr>
                <a:t>3</a:t>
              </a:r>
              <a:r>
                <a:rPr lang="en-US" altLang="zh-CN" b="1" dirty="0">
                  <a:solidFill>
                    <a:schemeClr val="tx2"/>
                  </a:solidFill>
                  <a:latin typeface="Arial" panose="020B0604020202020204" pitchFamily="34" charset="0"/>
                </a:rPr>
                <a:t>    </a:t>
              </a:r>
              <a:r>
                <a:rPr lang="en-US" altLang="zh-CN" sz="3600" b="1" i="1" dirty="0">
                  <a:solidFill>
                    <a:schemeClr val="tx2"/>
                  </a:solidFill>
                </a:rPr>
                <a:t>a</a:t>
              </a:r>
              <a:r>
                <a:rPr lang="en-US" altLang="zh-CN" sz="3600" b="1" baseline="-25000" dirty="0">
                  <a:solidFill>
                    <a:schemeClr val="tx2"/>
                  </a:solidFill>
                </a:rPr>
                <a:t>4</a:t>
              </a:r>
              <a:r>
                <a:rPr lang="en-US" altLang="zh-CN" b="1" dirty="0">
                  <a:solidFill>
                    <a:schemeClr val="tx2"/>
                  </a:solidFill>
                  <a:latin typeface="Arial" panose="020B0604020202020204" pitchFamily="34" charset="0"/>
                </a:rPr>
                <a:t>  </a:t>
              </a:r>
              <a:r>
                <a:rPr lang="en-US" altLang="zh-CN" sz="3600" b="1" i="1" dirty="0">
                  <a:solidFill>
                    <a:schemeClr val="tx2"/>
                  </a:solidFill>
                </a:rPr>
                <a:t>a</a:t>
              </a:r>
              <a:r>
                <a:rPr lang="en-US" altLang="zh-CN" sz="3600" b="1" baseline="-25000" dirty="0">
                  <a:solidFill>
                    <a:schemeClr val="tx2"/>
                  </a:solidFill>
                </a:rPr>
                <a:t>5</a:t>
              </a:r>
              <a:r>
                <a:rPr lang="en-US" altLang="zh-CN" b="1" dirty="0">
                  <a:solidFill>
                    <a:schemeClr val="tx2"/>
                  </a:solidFill>
                </a:rPr>
                <a:t>  </a:t>
              </a:r>
              <a:r>
                <a:rPr lang="en-US" altLang="zh-CN" sz="3600" b="1" i="1" dirty="0">
                  <a:solidFill>
                    <a:schemeClr val="tx2"/>
                  </a:solidFill>
                </a:rPr>
                <a:t>a</a:t>
              </a:r>
              <a:r>
                <a:rPr lang="en-US" altLang="zh-CN" sz="3600" b="1" baseline="-25000" dirty="0">
                  <a:solidFill>
                    <a:schemeClr val="tx2"/>
                  </a:solidFill>
                </a:rPr>
                <a:t>6</a:t>
              </a:r>
              <a:endParaRPr lang="en-US" altLang="zh-CN" sz="3600" b="1" baseline="-25000" dirty="0">
                <a:solidFill>
                  <a:schemeClr val="tx2"/>
                </a:solidFill>
              </a:endParaRPr>
            </a:p>
          </p:txBody>
        </p:sp>
        <p:sp>
          <p:nvSpPr>
            <p:cNvPr id="12295" name="Line 6"/>
            <p:cNvSpPr/>
            <p:nvPr/>
          </p:nvSpPr>
          <p:spPr>
            <a:xfrm>
              <a:off x="2079" y="3111"/>
              <a:ext cx="0" cy="336"/>
            </a:xfrm>
            <a:prstGeom prst="line">
              <a:avLst/>
            </a:prstGeom>
            <a:ln w="28575" cap="flat" cmpd="sng">
              <a:solidFill>
                <a:schemeClr val="bg2"/>
              </a:solidFill>
              <a:prstDash val="solid"/>
              <a:headEnd type="none" w="med" len="med"/>
              <a:tailEnd type="none" w="med" len="med"/>
            </a:ln>
          </p:spPr>
        </p:sp>
        <p:sp>
          <p:nvSpPr>
            <p:cNvPr id="12296" name="Line 7"/>
            <p:cNvSpPr/>
            <p:nvPr/>
          </p:nvSpPr>
          <p:spPr>
            <a:xfrm>
              <a:off x="2511" y="3111"/>
              <a:ext cx="0" cy="336"/>
            </a:xfrm>
            <a:prstGeom prst="line">
              <a:avLst/>
            </a:prstGeom>
            <a:ln w="28575" cap="flat" cmpd="sng">
              <a:solidFill>
                <a:schemeClr val="bg2"/>
              </a:solidFill>
              <a:prstDash val="solid"/>
              <a:headEnd type="none" w="med" len="med"/>
              <a:tailEnd type="none" w="med" len="med"/>
            </a:ln>
          </p:spPr>
        </p:sp>
        <p:sp>
          <p:nvSpPr>
            <p:cNvPr id="12297" name="Line 8"/>
            <p:cNvSpPr/>
            <p:nvPr/>
          </p:nvSpPr>
          <p:spPr>
            <a:xfrm>
              <a:off x="3375" y="3111"/>
              <a:ext cx="0" cy="336"/>
            </a:xfrm>
            <a:prstGeom prst="line">
              <a:avLst/>
            </a:prstGeom>
            <a:ln w="28575" cap="flat" cmpd="sng">
              <a:solidFill>
                <a:schemeClr val="bg2"/>
              </a:solidFill>
              <a:prstDash val="solid"/>
              <a:headEnd type="none" w="med" len="med"/>
              <a:tailEnd type="none" w="med" len="med"/>
            </a:ln>
          </p:spPr>
        </p:sp>
        <p:sp>
          <p:nvSpPr>
            <p:cNvPr id="12298" name="Line 9"/>
            <p:cNvSpPr/>
            <p:nvPr/>
          </p:nvSpPr>
          <p:spPr>
            <a:xfrm flipH="1">
              <a:off x="3807" y="3111"/>
              <a:ext cx="0" cy="336"/>
            </a:xfrm>
            <a:prstGeom prst="line">
              <a:avLst/>
            </a:prstGeom>
            <a:ln w="28575" cap="flat" cmpd="sng">
              <a:solidFill>
                <a:schemeClr val="bg2"/>
              </a:solidFill>
              <a:prstDash val="solid"/>
              <a:headEnd type="none" w="med" len="med"/>
              <a:tailEnd type="none" w="med" len="med"/>
            </a:ln>
          </p:spPr>
        </p:sp>
        <p:sp>
          <p:nvSpPr>
            <p:cNvPr id="12299" name="Text Box 10"/>
            <p:cNvSpPr txBox="1"/>
            <p:nvPr/>
          </p:nvSpPr>
          <p:spPr>
            <a:xfrm>
              <a:off x="1695" y="2784"/>
              <a:ext cx="241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1      2      3      4      5     6</a:t>
              </a:r>
              <a:endParaRPr lang="en-US" altLang="zh-CN" sz="2400" dirty="0"/>
            </a:p>
          </p:txBody>
        </p:sp>
        <p:sp>
          <p:nvSpPr>
            <p:cNvPr id="12300" name="Text Box 11"/>
            <p:cNvSpPr txBox="1"/>
            <p:nvPr/>
          </p:nvSpPr>
          <p:spPr>
            <a:xfrm>
              <a:off x="1056" y="3111"/>
              <a:ext cx="54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rPr>
                <a:t>data</a:t>
              </a:r>
              <a:endParaRPr lang="en-US" altLang="zh-CN" dirty="0">
                <a:solidFill>
                  <a:schemeClr val="tx2"/>
                </a:solidFill>
              </a:endParaRPr>
            </a:p>
          </p:txBody>
        </p:sp>
        <p:sp>
          <p:nvSpPr>
            <p:cNvPr id="12301" name="Line 12"/>
            <p:cNvSpPr/>
            <p:nvPr/>
          </p:nvSpPr>
          <p:spPr>
            <a:xfrm>
              <a:off x="2943" y="3120"/>
              <a:ext cx="0" cy="336"/>
            </a:xfrm>
            <a:prstGeom prst="line">
              <a:avLst/>
            </a:prstGeom>
            <a:ln w="28575" cap="flat" cmpd="sng">
              <a:solidFill>
                <a:schemeClr val="bg2"/>
              </a:solidFill>
              <a:prstDash val="solid"/>
              <a:headEnd type="none" w="med" len="med"/>
              <a:tailEnd type="none" w="med" len="med"/>
            </a:ln>
          </p:spPr>
        </p:sp>
      </p:grpSp>
    </p:spTree>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7" name="Rectangle 3"/>
          <p:cNvSpPr>
            <a:spLocks noGrp="1" noChangeArrowheads="1"/>
          </p:cNvSpPr>
          <p:nvPr>
            <p:ph type="title"/>
          </p:nvPr>
        </p:nvSpPr>
        <p:spPr>
          <a:xfrm>
            <a:off x="1676400" y="501650"/>
            <a:ext cx="5943600" cy="762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sng" strike="noStrike" kern="1200" cap="none" spc="0" normalizeH="0" baseline="0" noProof="0">
                <a:ln>
                  <a:noFill/>
                </a:ln>
                <a:solidFill>
                  <a:srgbClr val="333399"/>
                </a:solidFill>
                <a:effectLst>
                  <a:outerShdw blurRad="38100" dist="38100" dir="2700000" algn="tl">
                    <a:srgbClr val="C0C0C0"/>
                  </a:outerShdw>
                </a:effectLst>
                <a:uLnTx/>
                <a:uFillTx/>
                <a:latin typeface="+mj-lt"/>
                <a:ea typeface="仿宋_GB2312" pitchFamily="49" charset="-122"/>
                <a:cs typeface="+mj-cs"/>
              </a:rPr>
              <a:t>顺序表的连续存储方式</a:t>
            </a:r>
            <a:endParaRPr kumimoji="1" lang="zh-CN" altLang="en-US" sz="6000" b="1" i="0" u="none" strike="noStrike" kern="1200" cap="none" spc="0" normalizeH="0" baseline="0" noProof="0">
              <a:ln>
                <a:noFill/>
              </a:ln>
              <a:solidFill>
                <a:srgbClr val="333399"/>
              </a:solidFill>
              <a:effectLst>
                <a:outerShdw blurRad="38100" dist="38100" dir="2700000" algn="tl">
                  <a:srgbClr val="C0C0C0"/>
                </a:outerShdw>
              </a:effectLst>
              <a:uLnTx/>
              <a:uFillTx/>
              <a:latin typeface="+mj-lt"/>
              <a:ea typeface="仿宋_GB2312" pitchFamily="49" charset="-122"/>
              <a:cs typeface="+mj-cs"/>
            </a:endParaRPr>
          </a:p>
        </p:txBody>
      </p:sp>
      <p:grpSp>
        <p:nvGrpSpPr>
          <p:cNvPr id="13315" name="Group 38"/>
          <p:cNvGrpSpPr/>
          <p:nvPr/>
        </p:nvGrpSpPr>
        <p:grpSpPr>
          <a:xfrm>
            <a:off x="1316038" y="2713038"/>
            <a:ext cx="6781800" cy="731837"/>
            <a:chOff x="816" y="2160"/>
            <a:chExt cx="4272" cy="461"/>
          </a:xfrm>
        </p:grpSpPr>
        <p:sp>
          <p:nvSpPr>
            <p:cNvPr id="13336" name="AutoShape 16"/>
            <p:cNvSpPr/>
            <p:nvPr/>
          </p:nvSpPr>
          <p:spPr>
            <a:xfrm rot="-5400000">
              <a:off x="984"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37" name="AutoShape 17"/>
            <p:cNvSpPr/>
            <p:nvPr/>
          </p:nvSpPr>
          <p:spPr>
            <a:xfrm rot="-5400000">
              <a:off x="1416"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38" name="AutoShape 18"/>
            <p:cNvSpPr/>
            <p:nvPr/>
          </p:nvSpPr>
          <p:spPr>
            <a:xfrm rot="-5400000">
              <a:off x="1848"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39" name="AutoShape 19"/>
            <p:cNvSpPr/>
            <p:nvPr/>
          </p:nvSpPr>
          <p:spPr>
            <a:xfrm rot="-5400000">
              <a:off x="2280"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40" name="AutoShape 20"/>
            <p:cNvSpPr/>
            <p:nvPr/>
          </p:nvSpPr>
          <p:spPr>
            <a:xfrm rot="-5400000">
              <a:off x="2712"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41" name="AutoShape 21"/>
            <p:cNvSpPr/>
            <p:nvPr/>
          </p:nvSpPr>
          <p:spPr>
            <a:xfrm rot="-5400000">
              <a:off x="3144"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42" name="AutoShape 22"/>
            <p:cNvSpPr/>
            <p:nvPr/>
          </p:nvSpPr>
          <p:spPr>
            <a:xfrm rot="-5400000">
              <a:off x="3576"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43" name="AutoShape 23"/>
            <p:cNvSpPr/>
            <p:nvPr/>
          </p:nvSpPr>
          <p:spPr>
            <a:xfrm rot="-5400000">
              <a:off x="4008"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44" name="AutoShape 24"/>
            <p:cNvSpPr/>
            <p:nvPr/>
          </p:nvSpPr>
          <p:spPr>
            <a:xfrm rot="-5400000">
              <a:off x="4392"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45" name="AutoShape 25"/>
            <p:cNvSpPr/>
            <p:nvPr/>
          </p:nvSpPr>
          <p:spPr>
            <a:xfrm rot="-5400000">
              <a:off x="4824" y="1992"/>
              <a:ext cx="96" cy="432"/>
            </a:xfrm>
            <a:prstGeom prst="leftBrace">
              <a:avLst>
                <a:gd name="adj1" fmla="val 37500"/>
                <a:gd name="adj2" fmla="val 49699"/>
              </a:avLst>
            </a:prstGeom>
            <a:noFill/>
            <a:ln w="38100" cap="flat" cmpd="sng">
              <a:solidFill>
                <a:srgbClr val="33CC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3346" name="Text Box 26"/>
            <p:cNvSpPr txBox="1"/>
            <p:nvPr/>
          </p:nvSpPr>
          <p:spPr>
            <a:xfrm>
              <a:off x="902" y="2256"/>
              <a:ext cx="40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t>c    c     c     c     c     c     c     c    c      c</a:t>
              </a:r>
              <a:endParaRPr lang="en-US" altLang="zh-CN" dirty="0"/>
            </a:p>
          </p:txBody>
        </p:sp>
      </p:grpSp>
      <p:sp>
        <p:nvSpPr>
          <p:cNvPr id="13316" name="Rectangle 27"/>
          <p:cNvSpPr/>
          <p:nvPr/>
        </p:nvSpPr>
        <p:spPr>
          <a:xfrm>
            <a:off x="1295400" y="6032500"/>
            <a:ext cx="7669213"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dirty="0">
                <a:solidFill>
                  <a:srgbClr val="CC0066"/>
                </a:solidFill>
              </a:rPr>
              <a:t>LOC(</a:t>
            </a:r>
            <a:r>
              <a:rPr lang="en-US" altLang="zh-CN" sz="3600" b="1" i="1" dirty="0">
                <a:solidFill>
                  <a:srgbClr val="CC0066"/>
                </a:solidFill>
              </a:rPr>
              <a:t>a</a:t>
            </a:r>
            <a:r>
              <a:rPr lang="en-US" altLang="zh-CN" sz="3600" b="1" i="1" baseline="-25000" dirty="0">
                <a:solidFill>
                  <a:srgbClr val="CC0066"/>
                </a:solidFill>
              </a:rPr>
              <a:t>i</a:t>
            </a:r>
            <a:r>
              <a:rPr lang="en-US" altLang="zh-CN" sz="3600" b="1" dirty="0">
                <a:solidFill>
                  <a:srgbClr val="CC0066"/>
                </a:solidFill>
              </a:rPr>
              <a:t>) = LOC(</a:t>
            </a:r>
            <a:r>
              <a:rPr lang="en-US" altLang="zh-CN" sz="3600" b="1" i="1" dirty="0">
                <a:solidFill>
                  <a:srgbClr val="CC0066"/>
                </a:solidFill>
              </a:rPr>
              <a:t>a</a:t>
            </a:r>
            <a:r>
              <a:rPr lang="en-US" altLang="zh-CN" sz="3600" b="1" i="1" baseline="-25000" dirty="0">
                <a:solidFill>
                  <a:srgbClr val="CC0066"/>
                </a:solidFill>
              </a:rPr>
              <a:t>1</a:t>
            </a:r>
            <a:r>
              <a:rPr lang="en-US" altLang="zh-CN" sz="3600" b="1" i="1" dirty="0">
                <a:solidFill>
                  <a:srgbClr val="CC0066"/>
                </a:solidFill>
              </a:rPr>
              <a:t>)+(i-1)*c</a:t>
            </a:r>
            <a:endParaRPr lang="en-US" altLang="zh-CN" sz="3600" b="1" i="1" dirty="0">
              <a:solidFill>
                <a:srgbClr val="CC0066"/>
              </a:solidFill>
            </a:endParaRPr>
          </a:p>
        </p:txBody>
      </p:sp>
      <p:sp>
        <p:nvSpPr>
          <p:cNvPr id="13317" name="AutoShape 28"/>
          <p:cNvSpPr/>
          <p:nvPr/>
        </p:nvSpPr>
        <p:spPr>
          <a:xfrm>
            <a:off x="3068638" y="4084638"/>
            <a:ext cx="152400" cy="1143000"/>
          </a:xfrm>
          <a:prstGeom prst="leftBrace">
            <a:avLst>
              <a:gd name="adj1" fmla="val 62500"/>
              <a:gd name="adj2" fmla="val 50000"/>
            </a:avLst>
          </a:prstGeom>
          <a:noFill/>
          <a:ln w="38100" cap="flat" cmpd="sng">
            <a:solidFill>
              <a:srgbClr val="CC0066"/>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sz="3600" dirty="0">
              <a:solidFill>
                <a:schemeClr val="bg2"/>
              </a:solidFill>
            </a:endParaRPr>
          </a:p>
        </p:txBody>
      </p:sp>
      <p:sp>
        <p:nvSpPr>
          <p:cNvPr id="13318" name="Rectangle 29"/>
          <p:cNvSpPr/>
          <p:nvPr/>
        </p:nvSpPr>
        <p:spPr>
          <a:xfrm>
            <a:off x="706438" y="4313238"/>
            <a:ext cx="2362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dirty="0">
                <a:solidFill>
                  <a:srgbClr val="CC0066"/>
                </a:solidFill>
              </a:rPr>
              <a:t>LOC(</a:t>
            </a:r>
            <a:r>
              <a:rPr lang="en-US" altLang="zh-CN" sz="3600" b="1" i="1" dirty="0">
                <a:solidFill>
                  <a:srgbClr val="CC0066"/>
                </a:solidFill>
              </a:rPr>
              <a:t>a</a:t>
            </a:r>
            <a:r>
              <a:rPr lang="en-US" altLang="zh-CN" sz="3600" b="1" i="1" baseline="-25000" dirty="0">
                <a:solidFill>
                  <a:srgbClr val="CC0066"/>
                </a:solidFill>
              </a:rPr>
              <a:t>i</a:t>
            </a:r>
            <a:r>
              <a:rPr lang="en-US" altLang="zh-CN" sz="3600" b="1" dirty="0">
                <a:solidFill>
                  <a:srgbClr val="CC0066"/>
                </a:solidFill>
              </a:rPr>
              <a:t>) =</a:t>
            </a:r>
            <a:r>
              <a:rPr lang="en-US" altLang="zh-CN" sz="3600" b="1" dirty="0">
                <a:solidFill>
                  <a:schemeClr val="bg2"/>
                </a:solidFill>
              </a:rPr>
              <a:t> </a:t>
            </a:r>
            <a:endParaRPr lang="en-US" altLang="zh-CN" sz="3600" b="1" dirty="0">
              <a:solidFill>
                <a:schemeClr val="bg2"/>
              </a:solidFill>
            </a:endParaRPr>
          </a:p>
        </p:txBody>
      </p:sp>
      <p:sp>
        <p:nvSpPr>
          <p:cNvPr id="13319" name="Rectangle 30"/>
          <p:cNvSpPr/>
          <p:nvPr/>
        </p:nvSpPr>
        <p:spPr>
          <a:xfrm>
            <a:off x="3297238" y="4662488"/>
            <a:ext cx="52578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dirty="0">
                <a:solidFill>
                  <a:srgbClr val="CC0066"/>
                </a:solidFill>
              </a:rPr>
              <a:t>LOC(</a:t>
            </a:r>
            <a:r>
              <a:rPr lang="en-US" altLang="zh-CN" sz="3600" b="1" i="1" dirty="0">
                <a:solidFill>
                  <a:srgbClr val="CC0066"/>
                </a:solidFill>
              </a:rPr>
              <a:t>a</a:t>
            </a:r>
            <a:r>
              <a:rPr lang="en-US" altLang="zh-CN" sz="3600" b="1" i="1" baseline="-25000" dirty="0">
                <a:solidFill>
                  <a:srgbClr val="CC0066"/>
                </a:solidFill>
              </a:rPr>
              <a:t>i-1</a:t>
            </a:r>
            <a:r>
              <a:rPr lang="en-US" altLang="zh-CN" sz="3600" b="1" dirty="0">
                <a:solidFill>
                  <a:srgbClr val="CC0066"/>
                </a:solidFill>
              </a:rPr>
              <a:t>)+</a:t>
            </a:r>
            <a:r>
              <a:rPr lang="en-US" altLang="zh-CN" sz="3600" b="1" i="1" dirty="0">
                <a:solidFill>
                  <a:srgbClr val="CC0066"/>
                </a:solidFill>
              </a:rPr>
              <a:t>c,  i &gt; 1</a:t>
            </a:r>
            <a:r>
              <a:rPr lang="en-US" altLang="zh-CN" sz="3600" b="1" i="1" dirty="0">
                <a:solidFill>
                  <a:schemeClr val="bg2"/>
                </a:solidFill>
              </a:rPr>
              <a:t> </a:t>
            </a:r>
            <a:endParaRPr lang="en-US" altLang="zh-CN" sz="3600" b="1" i="1" dirty="0">
              <a:solidFill>
                <a:schemeClr val="bg2"/>
              </a:solidFill>
            </a:endParaRPr>
          </a:p>
        </p:txBody>
      </p:sp>
      <p:sp>
        <p:nvSpPr>
          <p:cNvPr id="13320" name="Text Box 31"/>
          <p:cNvSpPr txBox="1"/>
          <p:nvPr/>
        </p:nvSpPr>
        <p:spPr>
          <a:xfrm>
            <a:off x="3297238" y="3932238"/>
            <a:ext cx="274320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rgbClr val="CC0066"/>
                </a:solidFill>
              </a:rPr>
              <a:t>a,         i </a:t>
            </a:r>
            <a:r>
              <a:rPr lang="en-US" altLang="zh-CN" sz="3600" b="1" dirty="0">
                <a:solidFill>
                  <a:srgbClr val="CC0066"/>
                </a:solidFill>
              </a:rPr>
              <a:t>= 1</a:t>
            </a:r>
            <a:r>
              <a:rPr lang="en-US" altLang="zh-CN" sz="3600" i="1" dirty="0">
                <a:solidFill>
                  <a:srgbClr val="3333CC"/>
                </a:solidFill>
              </a:rPr>
              <a:t>   </a:t>
            </a:r>
            <a:endParaRPr lang="en-US" altLang="zh-CN" sz="3600" dirty="0"/>
          </a:p>
        </p:txBody>
      </p:sp>
      <p:sp>
        <p:nvSpPr>
          <p:cNvPr id="13321" name="Line 32"/>
          <p:cNvSpPr/>
          <p:nvPr/>
        </p:nvSpPr>
        <p:spPr>
          <a:xfrm flipV="1">
            <a:off x="4897438" y="2789238"/>
            <a:ext cx="0" cy="838200"/>
          </a:xfrm>
          <a:prstGeom prst="line">
            <a:avLst/>
          </a:prstGeom>
          <a:ln w="38100" cap="flat" cmpd="sng">
            <a:solidFill>
              <a:schemeClr val="tx2"/>
            </a:solidFill>
            <a:prstDash val="solid"/>
            <a:headEnd type="none" w="med" len="med"/>
            <a:tailEnd type="triangle" w="med" len="lg"/>
          </a:ln>
        </p:spPr>
      </p:sp>
      <p:sp>
        <p:nvSpPr>
          <p:cNvPr id="13322" name="Text Box 33"/>
          <p:cNvSpPr txBox="1"/>
          <p:nvPr/>
        </p:nvSpPr>
        <p:spPr>
          <a:xfrm>
            <a:off x="4897438" y="3322638"/>
            <a:ext cx="1724025"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chemeClr val="accent2"/>
                </a:solidFill>
              </a:rPr>
              <a:t>a+(i-1)*c</a:t>
            </a:r>
            <a:endParaRPr lang="en-US" altLang="zh-CN" sz="2400" dirty="0"/>
          </a:p>
        </p:txBody>
      </p:sp>
      <p:grpSp>
        <p:nvGrpSpPr>
          <p:cNvPr id="13323" name="Group 37"/>
          <p:cNvGrpSpPr/>
          <p:nvPr/>
        </p:nvGrpSpPr>
        <p:grpSpPr>
          <a:xfrm>
            <a:off x="827088" y="1341438"/>
            <a:ext cx="7799387" cy="1219200"/>
            <a:chOff x="508" y="1296"/>
            <a:chExt cx="4913" cy="768"/>
          </a:xfrm>
        </p:grpSpPr>
        <p:sp>
          <p:nvSpPr>
            <p:cNvPr id="13324" name="Text Box 5" descr="粉色砂纸"/>
            <p:cNvSpPr txBox="1"/>
            <p:nvPr/>
          </p:nvSpPr>
          <p:spPr>
            <a:xfrm>
              <a:off x="864" y="1680"/>
              <a:ext cx="4256" cy="377"/>
            </a:xfrm>
            <a:prstGeom prst="rect">
              <a:avLst/>
            </a:prstGeom>
            <a:blipFill rotWithShape="0">
              <a:blip r:embed="rId1"/>
            </a:blipFill>
            <a:ln w="19050" cap="flat" cmpd="sng">
              <a:solidFill>
                <a:schemeClr val="accent1"/>
              </a:solidFill>
              <a:prstDash val="solid"/>
              <a:miter/>
              <a:headEnd type="none" w="med" len="med"/>
              <a:tailEnd type="none" w="med" len="med"/>
            </a:ln>
            <a:effectLst>
              <a:outerShdw dist="107763" dir="2699999" algn="ctr" rotWithShape="0">
                <a:srgbClr val="808080"/>
              </a:outerShdw>
            </a:effectLst>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rgbClr val="FF3300"/>
                  </a:solidFill>
                  <a:latin typeface="Arial Narrow" panose="020B0606020202030204" pitchFamily="34" charset="0"/>
                  <a:ea typeface="仿宋_GB2312" pitchFamily="49" charset="-122"/>
                </a:rPr>
                <a:t>a1   a2   a3                  ai             an</a:t>
              </a:r>
              <a:endParaRPr lang="en-US" altLang="zh-CN" sz="3600" dirty="0"/>
            </a:p>
          </p:txBody>
        </p:sp>
        <p:sp>
          <p:nvSpPr>
            <p:cNvPr id="13325" name="Line 6"/>
            <p:cNvSpPr/>
            <p:nvPr/>
          </p:nvSpPr>
          <p:spPr>
            <a:xfrm>
              <a:off x="1248" y="1680"/>
              <a:ext cx="0" cy="384"/>
            </a:xfrm>
            <a:prstGeom prst="line">
              <a:avLst/>
            </a:prstGeom>
            <a:ln w="19050" cap="flat" cmpd="sng">
              <a:solidFill>
                <a:schemeClr val="accent1"/>
              </a:solidFill>
              <a:prstDash val="solid"/>
              <a:headEnd type="none" w="med" len="med"/>
              <a:tailEnd type="none" w="med" len="med"/>
            </a:ln>
          </p:spPr>
        </p:sp>
        <p:sp>
          <p:nvSpPr>
            <p:cNvPr id="13326" name="Line 7"/>
            <p:cNvSpPr/>
            <p:nvPr/>
          </p:nvSpPr>
          <p:spPr>
            <a:xfrm>
              <a:off x="1680" y="1680"/>
              <a:ext cx="0" cy="384"/>
            </a:xfrm>
            <a:prstGeom prst="line">
              <a:avLst/>
            </a:prstGeom>
            <a:ln w="19050" cap="flat" cmpd="sng">
              <a:solidFill>
                <a:schemeClr val="accent1"/>
              </a:solidFill>
              <a:prstDash val="solid"/>
              <a:headEnd type="none" w="med" len="med"/>
              <a:tailEnd type="none" w="med" len="med"/>
            </a:ln>
          </p:spPr>
        </p:sp>
        <p:sp>
          <p:nvSpPr>
            <p:cNvPr id="13327" name="Line 8"/>
            <p:cNvSpPr/>
            <p:nvPr/>
          </p:nvSpPr>
          <p:spPr>
            <a:xfrm>
              <a:off x="2112" y="1680"/>
              <a:ext cx="0" cy="384"/>
            </a:xfrm>
            <a:prstGeom prst="line">
              <a:avLst/>
            </a:prstGeom>
            <a:ln w="19050" cap="flat" cmpd="sng">
              <a:solidFill>
                <a:schemeClr val="accent1"/>
              </a:solidFill>
              <a:prstDash val="solid"/>
              <a:headEnd type="none" w="med" len="med"/>
              <a:tailEnd type="none" w="med" len="med"/>
            </a:ln>
          </p:spPr>
        </p:sp>
        <p:sp>
          <p:nvSpPr>
            <p:cNvPr id="13328" name="Line 9"/>
            <p:cNvSpPr/>
            <p:nvPr/>
          </p:nvSpPr>
          <p:spPr>
            <a:xfrm>
              <a:off x="2544" y="1680"/>
              <a:ext cx="0" cy="384"/>
            </a:xfrm>
            <a:prstGeom prst="line">
              <a:avLst/>
            </a:prstGeom>
            <a:ln w="19050" cap="flat" cmpd="sng">
              <a:solidFill>
                <a:schemeClr val="accent1"/>
              </a:solidFill>
              <a:prstDash val="solid"/>
              <a:headEnd type="none" w="med" len="med"/>
              <a:tailEnd type="none" w="med" len="med"/>
            </a:ln>
          </p:spPr>
        </p:sp>
        <p:sp>
          <p:nvSpPr>
            <p:cNvPr id="13329" name="Line 10"/>
            <p:cNvSpPr/>
            <p:nvPr/>
          </p:nvSpPr>
          <p:spPr>
            <a:xfrm>
              <a:off x="2976" y="1680"/>
              <a:ext cx="0" cy="384"/>
            </a:xfrm>
            <a:prstGeom prst="line">
              <a:avLst/>
            </a:prstGeom>
            <a:ln w="19050" cap="flat" cmpd="sng">
              <a:solidFill>
                <a:schemeClr val="accent1"/>
              </a:solidFill>
              <a:prstDash val="solid"/>
              <a:headEnd type="none" w="med" len="med"/>
              <a:tailEnd type="none" w="med" len="med"/>
            </a:ln>
          </p:spPr>
        </p:sp>
        <p:sp>
          <p:nvSpPr>
            <p:cNvPr id="13330" name="Line 11"/>
            <p:cNvSpPr/>
            <p:nvPr/>
          </p:nvSpPr>
          <p:spPr>
            <a:xfrm>
              <a:off x="3408" y="1680"/>
              <a:ext cx="0" cy="384"/>
            </a:xfrm>
            <a:prstGeom prst="line">
              <a:avLst/>
            </a:prstGeom>
            <a:ln w="19050" cap="flat" cmpd="sng">
              <a:solidFill>
                <a:schemeClr val="accent1"/>
              </a:solidFill>
              <a:prstDash val="solid"/>
              <a:headEnd type="none" w="med" len="med"/>
              <a:tailEnd type="none" w="med" len="med"/>
            </a:ln>
          </p:spPr>
        </p:sp>
        <p:sp>
          <p:nvSpPr>
            <p:cNvPr id="13331" name="Line 12"/>
            <p:cNvSpPr/>
            <p:nvPr/>
          </p:nvSpPr>
          <p:spPr>
            <a:xfrm>
              <a:off x="3840" y="1680"/>
              <a:ext cx="0" cy="384"/>
            </a:xfrm>
            <a:prstGeom prst="line">
              <a:avLst/>
            </a:prstGeom>
            <a:ln w="19050" cap="flat" cmpd="sng">
              <a:solidFill>
                <a:schemeClr val="accent1"/>
              </a:solidFill>
              <a:prstDash val="solid"/>
              <a:headEnd type="none" w="med" len="med"/>
              <a:tailEnd type="none" w="med" len="med"/>
            </a:ln>
          </p:spPr>
        </p:sp>
        <p:sp>
          <p:nvSpPr>
            <p:cNvPr id="13332" name="Line 13"/>
            <p:cNvSpPr/>
            <p:nvPr/>
          </p:nvSpPr>
          <p:spPr>
            <a:xfrm>
              <a:off x="4272" y="1680"/>
              <a:ext cx="0" cy="384"/>
            </a:xfrm>
            <a:prstGeom prst="line">
              <a:avLst/>
            </a:prstGeom>
            <a:ln w="19050" cap="flat" cmpd="sng">
              <a:solidFill>
                <a:schemeClr val="accent1"/>
              </a:solidFill>
              <a:prstDash val="solid"/>
              <a:headEnd type="none" w="med" len="med"/>
              <a:tailEnd type="none" w="med" len="med"/>
            </a:ln>
          </p:spPr>
        </p:sp>
        <p:sp>
          <p:nvSpPr>
            <p:cNvPr id="13333" name="Line 14"/>
            <p:cNvSpPr/>
            <p:nvPr/>
          </p:nvSpPr>
          <p:spPr>
            <a:xfrm>
              <a:off x="4704" y="1680"/>
              <a:ext cx="0" cy="384"/>
            </a:xfrm>
            <a:prstGeom prst="line">
              <a:avLst/>
            </a:prstGeom>
            <a:ln w="19050" cap="flat" cmpd="sng">
              <a:solidFill>
                <a:schemeClr val="accent1"/>
              </a:solidFill>
              <a:prstDash val="solid"/>
              <a:headEnd type="none" w="med" len="med"/>
              <a:tailEnd type="none" w="med" len="med"/>
            </a:ln>
          </p:spPr>
        </p:sp>
        <p:sp>
          <p:nvSpPr>
            <p:cNvPr id="13334" name="Text Box 15"/>
            <p:cNvSpPr txBox="1"/>
            <p:nvPr/>
          </p:nvSpPr>
          <p:spPr>
            <a:xfrm>
              <a:off x="768" y="1296"/>
              <a:ext cx="465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rgbClr val="3333CC"/>
                  </a:solidFill>
                </a:rPr>
                <a:t>  1     2     3     4          i             n      maxsize</a:t>
              </a:r>
              <a:endParaRPr lang="en-US" altLang="zh-CN" b="1" dirty="0">
                <a:solidFill>
                  <a:srgbClr val="3333CC"/>
                </a:solidFill>
              </a:endParaRPr>
            </a:p>
          </p:txBody>
        </p:sp>
        <p:sp>
          <p:nvSpPr>
            <p:cNvPr id="13335" name="Text Box 34"/>
            <p:cNvSpPr txBox="1"/>
            <p:nvPr/>
          </p:nvSpPr>
          <p:spPr>
            <a:xfrm>
              <a:off x="508" y="1612"/>
              <a:ext cx="260"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i="1" dirty="0">
                  <a:solidFill>
                    <a:schemeClr val="accent2"/>
                  </a:solidFill>
                </a:rPr>
                <a:t>a</a:t>
              </a:r>
              <a:endParaRPr lang="en-US" altLang="zh-CN" sz="2400" dirty="0"/>
            </a:p>
          </p:txBody>
        </p:sp>
      </p:grpSp>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noChangeArrowheads="1"/>
          </p:cNvSpPr>
          <p:nvPr>
            <p:ph type="title"/>
          </p:nvPr>
        </p:nvSpPr>
        <p:spPr>
          <a:xfrm>
            <a:off x="685800" y="609600"/>
            <a:ext cx="6096000" cy="6858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333399"/>
                </a:solidFill>
                <a:effectLst>
                  <a:outerShdw blurRad="38100" dist="38100" dir="2700000" algn="tl">
                    <a:srgbClr val="C0C0C0"/>
                  </a:outerShdw>
                </a:effectLst>
                <a:uLnTx/>
                <a:uFillTx/>
                <a:latin typeface="+mj-lt"/>
                <a:ea typeface="仿宋_GB2312" pitchFamily="49" charset="-122"/>
                <a:cs typeface="+mj-cs"/>
              </a:rPr>
              <a:t>顺序表</a:t>
            </a:r>
            <a:r>
              <a:rPr kumimoji="1" lang="en-US" altLang="zh-CN" sz="3600" b="1" i="0" u="none" strike="noStrike" kern="1200" cap="none" spc="0" normalizeH="0" baseline="0" noProof="0">
                <a:ln>
                  <a:noFill/>
                </a:ln>
                <a:solidFill>
                  <a:srgbClr val="333399"/>
                </a:solidFill>
                <a:effectLst>
                  <a:outerShdw blurRad="38100" dist="38100" dir="2700000" algn="tl">
                    <a:srgbClr val="C0C0C0"/>
                  </a:outerShdw>
                </a:effectLst>
                <a:uLnTx/>
                <a:uFillTx/>
                <a:latin typeface="+mj-lt"/>
                <a:ea typeface="仿宋_GB2312" pitchFamily="49" charset="-122"/>
                <a:cs typeface="+mj-cs"/>
              </a:rPr>
              <a:t>(SeqList)</a:t>
            </a:r>
            <a:r>
              <a:rPr kumimoji="1" lang="zh-CN" altLang="en-US" sz="3600" b="1" i="0" u="none" strike="noStrike" kern="1200" cap="none" spc="0" normalizeH="0" baseline="0" noProof="0">
                <a:ln>
                  <a:noFill/>
                </a:ln>
                <a:solidFill>
                  <a:srgbClr val="333399"/>
                </a:solidFill>
                <a:effectLst>
                  <a:outerShdw blurRad="38100" dist="38100" dir="2700000" algn="tl">
                    <a:srgbClr val="C0C0C0"/>
                  </a:outerShdw>
                </a:effectLst>
                <a:uLnTx/>
                <a:uFillTx/>
                <a:latin typeface="+mj-lt"/>
                <a:ea typeface="仿宋_GB2312" pitchFamily="49" charset="-122"/>
                <a:cs typeface="+mj-cs"/>
              </a:rPr>
              <a:t>的定义</a:t>
            </a:r>
            <a:endParaRPr kumimoji="1" lang="zh-CN" altLang="en-US" sz="2400" b="0" i="0" u="none" strike="noStrike" kern="1200" cap="none" spc="0" normalizeH="0" baseline="0" noProof="0">
              <a:ln>
                <a:noFill/>
              </a:ln>
              <a:solidFill>
                <a:srgbClr val="000099"/>
              </a:solidFill>
              <a:effectLst>
                <a:outerShdw blurRad="38100" dist="38100" dir="2700000" algn="tl">
                  <a:srgbClr val="C0C0C0"/>
                </a:outerShdw>
              </a:effectLst>
              <a:uLnTx/>
              <a:uFillTx/>
              <a:latin typeface="+mj-lt"/>
              <a:ea typeface="仿宋_GB2312" pitchFamily="49" charset="-122"/>
              <a:cs typeface="+mj-cs"/>
            </a:endParaRPr>
          </a:p>
        </p:txBody>
      </p:sp>
      <p:sp>
        <p:nvSpPr>
          <p:cNvPr id="14339" name="Rectangle 3"/>
          <p:cNvSpPr>
            <a:spLocks noGrp="1"/>
          </p:cNvSpPr>
          <p:nvPr>
            <p:ph idx="1" hasCustomPrompt="1"/>
          </p:nvPr>
        </p:nvSpPr>
        <p:spPr>
          <a:xfrm>
            <a:off x="152400" y="1524000"/>
            <a:ext cx="8991600" cy="3657600"/>
          </a:xfrm>
          <a:ln/>
        </p:spPr>
        <p:txBody>
          <a:bodyPr vert="horz" wrap="square" lIns="91440" tIns="45720" rIns="91440" bIns="45720" anchor="t" anchorCtr="0"/>
          <a:p>
            <a:pPr eaLnBrk="1" hangingPunct="1">
              <a:lnSpc>
                <a:spcPct val="105000"/>
              </a:lnSpc>
              <a:spcBef>
                <a:spcPct val="0"/>
              </a:spcBef>
              <a:buNone/>
            </a:pPr>
            <a:r>
              <a:rPr lang="en-US" altLang="zh-CN" sz="3600" b="1" dirty="0">
                <a:solidFill>
                  <a:srgbClr val="CC0000"/>
                </a:solidFill>
                <a:ea typeface="仿宋_GB2312" pitchFamily="49" charset="-122"/>
              </a:rPr>
              <a:t>#define </a:t>
            </a:r>
            <a:r>
              <a:rPr lang="en-US" altLang="zh-CN" sz="3600" dirty="0">
                <a:solidFill>
                  <a:srgbClr val="CC0000"/>
                </a:solidFill>
                <a:ea typeface="仿宋_GB2312" pitchFamily="49" charset="-122"/>
              </a:rPr>
              <a:t>MaxSize 10      </a:t>
            </a:r>
            <a:r>
              <a:rPr lang="en-US" altLang="zh-CN" sz="3600" b="1" dirty="0">
                <a:solidFill>
                  <a:srgbClr val="0000FF"/>
                </a:solidFill>
                <a:ea typeface="仿宋_GB2312" pitchFamily="49" charset="-122"/>
              </a:rPr>
              <a:t>//</a:t>
            </a:r>
            <a:r>
              <a:rPr lang="zh-CN" altLang="en-US" sz="3600" dirty="0">
                <a:solidFill>
                  <a:srgbClr val="0000FF"/>
                </a:solidFill>
                <a:ea typeface="隶书" panose="02010509060101010101" pitchFamily="49" charset="-122"/>
              </a:rPr>
              <a:t>最大允许长度</a:t>
            </a:r>
            <a:endParaRPr lang="zh-CN" altLang="en-US" sz="3600" dirty="0">
              <a:solidFill>
                <a:srgbClr val="CC0000"/>
              </a:solidFill>
              <a:ea typeface="仿宋_GB2312" pitchFamily="49" charset="-122"/>
            </a:endParaRPr>
          </a:p>
          <a:p>
            <a:pPr eaLnBrk="1" hangingPunct="1">
              <a:lnSpc>
                <a:spcPct val="105000"/>
              </a:lnSpc>
              <a:spcBef>
                <a:spcPct val="0"/>
              </a:spcBef>
              <a:buNone/>
            </a:pPr>
            <a:endParaRPr lang="zh-CN" altLang="en-US" sz="3600" b="1" dirty="0">
              <a:solidFill>
                <a:srgbClr val="CC0000"/>
              </a:solidFill>
              <a:ea typeface="仿宋_GB2312" pitchFamily="49" charset="-122"/>
            </a:endParaRPr>
          </a:p>
          <a:p>
            <a:pPr eaLnBrk="1" hangingPunct="1">
              <a:lnSpc>
                <a:spcPct val="105000"/>
              </a:lnSpc>
              <a:spcBef>
                <a:spcPct val="0"/>
              </a:spcBef>
              <a:buNone/>
            </a:pPr>
            <a:endParaRPr lang="zh-CN" altLang="en-US" sz="1200" dirty="0">
              <a:solidFill>
                <a:srgbClr val="CC0000"/>
              </a:solidFill>
              <a:ea typeface="仿宋_GB2312" pitchFamily="49" charset="-122"/>
            </a:endParaRPr>
          </a:p>
          <a:p>
            <a:pPr eaLnBrk="1" hangingPunct="1">
              <a:lnSpc>
                <a:spcPct val="105000"/>
              </a:lnSpc>
              <a:spcBef>
                <a:spcPct val="0"/>
              </a:spcBef>
              <a:buNone/>
            </a:pPr>
            <a:r>
              <a:rPr lang="en-US" altLang="zh-CN" sz="3600" b="1" dirty="0">
                <a:solidFill>
                  <a:srgbClr val="CC0000"/>
                </a:solidFill>
                <a:ea typeface="仿宋_GB2312" pitchFamily="49" charset="-122"/>
              </a:rPr>
              <a:t>typedef struct</a:t>
            </a:r>
            <a:endParaRPr lang="en-US" altLang="zh-CN" sz="3600" dirty="0">
              <a:solidFill>
                <a:srgbClr val="CC0000"/>
              </a:solidFill>
              <a:ea typeface="仿宋_GB2312" pitchFamily="49" charset="-122"/>
            </a:endParaRPr>
          </a:p>
          <a:p>
            <a:pPr eaLnBrk="1" hangingPunct="1">
              <a:lnSpc>
                <a:spcPct val="105000"/>
              </a:lnSpc>
              <a:spcBef>
                <a:spcPct val="0"/>
              </a:spcBef>
              <a:buNone/>
            </a:pPr>
            <a:r>
              <a:rPr lang="en-US" altLang="zh-CN" sz="3600" b="1" dirty="0">
                <a:solidFill>
                  <a:srgbClr val="CC0000"/>
                </a:solidFill>
                <a:ea typeface="仿宋_GB2312" pitchFamily="49" charset="-122"/>
              </a:rPr>
              <a:t>{    Elemtype  </a:t>
            </a:r>
            <a:r>
              <a:rPr lang="en-US" altLang="zh-CN" sz="3600" dirty="0">
                <a:solidFill>
                  <a:srgbClr val="CC0000"/>
                </a:solidFill>
                <a:ea typeface="仿宋_GB2312" pitchFamily="49" charset="-122"/>
              </a:rPr>
              <a:t>data[MaxSize]</a:t>
            </a:r>
            <a:r>
              <a:rPr lang="en-US" altLang="zh-CN" sz="3600" b="1" dirty="0">
                <a:solidFill>
                  <a:srgbClr val="CC0000"/>
                </a:solidFill>
                <a:ea typeface="仿宋_GB2312" pitchFamily="49" charset="-122"/>
              </a:rPr>
              <a:t>;   </a:t>
            </a:r>
            <a:r>
              <a:rPr lang="en-US" altLang="zh-CN" sz="3600" b="1" dirty="0">
                <a:solidFill>
                  <a:srgbClr val="0000FF"/>
                </a:solidFill>
                <a:ea typeface="仿宋_GB2312" pitchFamily="49" charset="-122"/>
              </a:rPr>
              <a:t>//</a:t>
            </a:r>
            <a:r>
              <a:rPr lang="zh-CN" altLang="en-US" sz="3600" dirty="0">
                <a:solidFill>
                  <a:srgbClr val="0000FF"/>
                </a:solidFill>
                <a:ea typeface="隶书" panose="02010509060101010101" pitchFamily="49" charset="-122"/>
              </a:rPr>
              <a:t>存储数组</a:t>
            </a:r>
            <a:endParaRPr lang="zh-CN" altLang="en-US" sz="3600" dirty="0">
              <a:solidFill>
                <a:srgbClr val="CC0000"/>
              </a:solidFill>
              <a:ea typeface="仿宋_GB2312" pitchFamily="49" charset="-122"/>
            </a:endParaRPr>
          </a:p>
          <a:p>
            <a:pPr eaLnBrk="1" hangingPunct="1">
              <a:lnSpc>
                <a:spcPct val="105000"/>
              </a:lnSpc>
              <a:spcBef>
                <a:spcPct val="0"/>
              </a:spcBef>
              <a:buNone/>
            </a:pPr>
            <a:r>
              <a:rPr lang="zh-CN" altLang="en-US" sz="3600" dirty="0">
                <a:solidFill>
                  <a:srgbClr val="CC0000"/>
                </a:solidFill>
                <a:ea typeface="仿宋_GB2312" pitchFamily="49" charset="-122"/>
              </a:rPr>
              <a:t>	   </a:t>
            </a:r>
            <a:r>
              <a:rPr lang="en-US" altLang="zh-CN" sz="3600" b="1" dirty="0">
                <a:solidFill>
                  <a:srgbClr val="CC0000"/>
                </a:solidFill>
                <a:ea typeface="仿宋_GB2312" pitchFamily="49" charset="-122"/>
              </a:rPr>
              <a:t>int</a:t>
            </a:r>
            <a:r>
              <a:rPr lang="en-US" altLang="zh-CN" sz="3600" dirty="0">
                <a:solidFill>
                  <a:srgbClr val="CC0000"/>
                </a:solidFill>
                <a:ea typeface="仿宋_GB2312" pitchFamily="49" charset="-122"/>
              </a:rPr>
              <a:t> length</a:t>
            </a:r>
            <a:r>
              <a:rPr lang="en-US" altLang="zh-CN" sz="3600" b="1" dirty="0">
                <a:solidFill>
                  <a:srgbClr val="CC0000"/>
                </a:solidFill>
                <a:ea typeface="仿宋_GB2312" pitchFamily="49" charset="-122"/>
              </a:rPr>
              <a:t>;       </a:t>
            </a:r>
            <a:r>
              <a:rPr lang="en-US" altLang="zh-CN" sz="3600" b="1" dirty="0">
                <a:solidFill>
                  <a:srgbClr val="0000FF"/>
                </a:solidFill>
                <a:ea typeface="仿宋_GB2312" pitchFamily="49" charset="-122"/>
              </a:rPr>
              <a:t>//</a:t>
            </a:r>
            <a:r>
              <a:rPr lang="zh-CN" altLang="en-US" sz="3600" dirty="0">
                <a:solidFill>
                  <a:srgbClr val="0000FF"/>
                </a:solidFill>
                <a:ea typeface="隶书" panose="02010509060101010101" pitchFamily="49" charset="-122"/>
              </a:rPr>
              <a:t>终端结点在数组的位置</a:t>
            </a:r>
            <a:r>
              <a:rPr lang="en-US" altLang="zh-CN" sz="3600" dirty="0">
                <a:solidFill>
                  <a:srgbClr val="0000FF"/>
                </a:solidFill>
                <a:ea typeface="隶书" panose="02010509060101010101" pitchFamily="49" charset="-122"/>
              </a:rPr>
              <a:t>+1</a:t>
            </a:r>
            <a:endParaRPr lang="zh-CN" altLang="en-US" sz="3600" dirty="0">
              <a:solidFill>
                <a:srgbClr val="0000FF"/>
              </a:solidFill>
              <a:ea typeface="隶书" panose="02010509060101010101" pitchFamily="49" charset="-122"/>
            </a:endParaRPr>
          </a:p>
          <a:p>
            <a:pPr eaLnBrk="1" hangingPunct="1">
              <a:lnSpc>
                <a:spcPct val="105000"/>
              </a:lnSpc>
              <a:spcBef>
                <a:spcPct val="0"/>
              </a:spcBef>
              <a:buNone/>
            </a:pPr>
            <a:r>
              <a:rPr lang="en-US" altLang="zh-CN" sz="3600" b="1" dirty="0">
                <a:solidFill>
                  <a:schemeClr val="hlink"/>
                </a:solidFill>
                <a:ea typeface="隶书" panose="02010509060101010101" pitchFamily="49" charset="-122"/>
              </a:rPr>
              <a:t>} </a:t>
            </a:r>
            <a:r>
              <a:rPr lang="en-US" altLang="zh-CN" sz="3600" dirty="0">
                <a:solidFill>
                  <a:schemeClr val="hlink"/>
                </a:solidFill>
                <a:ea typeface="隶书" panose="02010509060101010101" pitchFamily="49" charset="-122"/>
              </a:rPr>
              <a:t>SqList</a:t>
            </a:r>
            <a:r>
              <a:rPr lang="en-US" altLang="zh-CN" sz="3600" b="1" dirty="0">
                <a:solidFill>
                  <a:schemeClr val="hlink"/>
                </a:solidFill>
                <a:ea typeface="隶书" panose="02010509060101010101" pitchFamily="49" charset="-122"/>
              </a:rPr>
              <a:t>;</a:t>
            </a:r>
            <a:r>
              <a:rPr lang="en-US" altLang="zh-CN" sz="3600" b="1" dirty="0">
                <a:solidFill>
                  <a:srgbClr val="CC0000"/>
                </a:solidFill>
                <a:ea typeface="仿宋_GB2312" pitchFamily="49" charset="-122"/>
              </a:rPr>
              <a:t> </a:t>
            </a:r>
            <a:r>
              <a:rPr lang="en-US" altLang="zh-CN" sz="3600" dirty="0">
                <a:solidFill>
                  <a:srgbClr val="CC0000"/>
                </a:solidFill>
                <a:ea typeface="仿宋_GB2312" pitchFamily="49" charset="-122"/>
              </a:rPr>
              <a:t>	</a:t>
            </a:r>
            <a:endParaRPr lang="en-US" altLang="zh-CN" sz="3600" b="1" dirty="0">
              <a:solidFill>
                <a:srgbClr val="CC0000"/>
              </a:solidFill>
              <a:ea typeface="仿宋_GB2312" pitchFamily="49" charset="-122"/>
            </a:endParaRPr>
          </a:p>
        </p:txBody>
      </p:sp>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noChangeArrowheads="1"/>
          </p:cNvSpPr>
          <p:nvPr>
            <p:ph type="title"/>
          </p:nvPr>
        </p:nvSpPr>
        <p:spPr>
          <a:xfrm>
            <a:off x="2286000" y="457200"/>
            <a:ext cx="5410200" cy="6858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990033"/>
                </a:solidFill>
                <a:effectLst>
                  <a:outerShdw blurRad="38100" dist="38100" dir="2700000" algn="tl">
                    <a:srgbClr val="C0C0C0"/>
                  </a:outerShdw>
                </a:effectLst>
                <a:uLnTx/>
                <a:uFillTx/>
                <a:latin typeface="+mj-lt"/>
                <a:ea typeface="仿宋_GB2312" pitchFamily="49" charset="-122"/>
                <a:cs typeface="+mj-cs"/>
              </a:rPr>
              <a:t>顺序表基本运算的实现</a:t>
            </a:r>
            <a:endParaRPr kumimoji="1" lang="zh-CN" altLang="en-US" sz="2400" b="1" i="0" u="none" strike="noStrike" kern="1200" cap="none" spc="0" normalizeH="0" baseline="0" noProof="0">
              <a:ln>
                <a:noFill/>
              </a:ln>
              <a:solidFill>
                <a:srgbClr val="990033"/>
              </a:solidFill>
              <a:effectLst>
                <a:outerShdw blurRad="38100" dist="38100" dir="2700000" algn="tl">
                  <a:srgbClr val="C0C0C0"/>
                </a:outerShdw>
              </a:effectLst>
              <a:uLnTx/>
              <a:uFillTx/>
              <a:latin typeface="+mj-lt"/>
              <a:ea typeface="仿宋_GB2312" pitchFamily="49" charset="-122"/>
              <a:cs typeface="+mj-cs"/>
            </a:endParaRPr>
          </a:p>
        </p:txBody>
      </p:sp>
      <p:sp>
        <p:nvSpPr>
          <p:cNvPr id="151555" name="Rectangle 3"/>
          <p:cNvSpPr>
            <a:spLocks noGrp="1" noChangeArrowheads="1"/>
          </p:cNvSpPr>
          <p:nvPr>
            <p:ph idx="1" hasCustomPrompt="1"/>
          </p:nvPr>
        </p:nvSpPr>
        <p:spPr>
          <a:xfrm>
            <a:off x="228600" y="1371600"/>
            <a:ext cx="8305800" cy="3505200"/>
          </a:xfrm>
        </p:spPr>
        <p:txBody>
          <a:bodyPr vert="horz" wrap="square" lIns="91440" tIns="45720" rIns="91440" bIns="45720" numCol="1" anchor="t" anchorCtr="0" compatLnSpc="1"/>
          <a:lstStyle/>
          <a:p>
            <a:pPr marL="342900" marR="0" lvl="0" indent="-342900" algn="l" defTabSz="914400" rtl="0" eaLnBrk="1" fontAlgn="base" latinLnBrk="0" hangingPunct="1">
              <a:lnSpc>
                <a:spcPct val="105000"/>
              </a:lnSpc>
              <a:spcBef>
                <a:spcPct val="0"/>
              </a:spcBef>
              <a:spcAft>
                <a:spcPct val="0"/>
              </a:spcAft>
              <a:buClr>
                <a:schemeClr val="tx2"/>
              </a:buClr>
              <a:buSzPct val="50000"/>
              <a:buFont typeface="Wingdings" panose="05000000000000000000" pitchFamily="2" charset="2"/>
              <a:buChar char="n"/>
              <a:defRPr/>
            </a:pPr>
            <a:r>
              <a:rPr kumimoji="1" lang="zh-CN" altLang="en-US"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mn-lt"/>
                <a:ea typeface="隶书" panose="02010509060101010101" pitchFamily="49" charset="-122"/>
                <a:cs typeface="+mn-cs"/>
              </a:rPr>
              <a:t>构造一个空的顺序表</a:t>
            </a:r>
            <a:endParaRPr kumimoji="1" lang="zh-CN" altLang="en-US"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mn-lt"/>
              <a:ea typeface="隶书" panose="02010509060101010101"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tx2"/>
              </a:buClr>
              <a:buSzPct val="50000"/>
              <a:buFont typeface="Wingdings" panose="05000000000000000000" pitchFamily="2" charset="2"/>
              <a:buNone/>
              <a:defRPr/>
            </a:pPr>
            <a:r>
              <a:rPr kumimoji="1" lang="zh-CN" altLang="en-US" sz="2800" b="0" i="0" u="none" strike="noStrike" kern="1200" cap="none" spc="0" normalizeH="0" baseline="0" noProof="0" dirty="0">
                <a:ln>
                  <a:noFill/>
                </a:ln>
                <a:solidFill>
                  <a:schemeClr val="hlink"/>
                </a:solidFill>
                <a:effectLst/>
                <a:uLnTx/>
                <a:uFillTx/>
                <a:latin typeface="+mn-lt"/>
                <a:ea typeface="仿宋_GB2312" pitchFamily="49" charset="-122"/>
                <a:cs typeface="+mn-cs"/>
              </a:rPr>
              <a:t>   </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void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InitList</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SqList</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*&amp;L)</a:t>
            </a:r>
            <a:endPar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tx2"/>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     </a:t>
            </a:r>
            <a:endPar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tx2"/>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L= (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SqList</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 ) malloc(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sizeof</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SqList</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a:t>
            </a:r>
            <a:endPar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tx2"/>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L-&gt;length </a:t>
            </a:r>
            <a:r>
              <a:rPr kumimoji="1" lang="en-US" altLang="zh-CN" sz="2800" b="1" i="1" u="none" strike="noStrike" kern="1200" cap="none" spc="0" normalizeH="0" baseline="0" noProof="0" dirty="0">
                <a:ln>
                  <a:noFill/>
                </a:ln>
                <a:solidFill>
                  <a:schemeClr val="hlink"/>
                </a:solidFill>
                <a:effectLst/>
                <a:uLnTx/>
                <a:uFillTx/>
                <a:latin typeface="+mn-lt"/>
                <a:ea typeface="仿宋_GB2312" pitchFamily="49" charset="-122"/>
                <a:cs typeface="+mn-cs"/>
              </a:rPr>
              <a:t>=0;</a:t>
            </a:r>
            <a:endPar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tx2"/>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a:t>
            </a:r>
            <a:endPar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endParaRPr>
          </a:p>
        </p:txBody>
      </p:sp>
      <p:sp>
        <p:nvSpPr>
          <p:cNvPr id="15364" name="Text Box 4"/>
          <p:cNvSpPr txBox="1"/>
          <p:nvPr/>
        </p:nvSpPr>
        <p:spPr>
          <a:xfrm>
            <a:off x="1219200" y="5562600"/>
            <a:ext cx="175260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FF6600"/>
                </a:solidFill>
              </a:rPr>
              <a:t>T(n)=O(1)</a:t>
            </a:r>
            <a:endParaRPr lang="en-US" altLang="zh-CN" sz="2800" b="1" dirty="0">
              <a:solidFill>
                <a:srgbClr val="FF6600"/>
              </a:solidFill>
            </a:endParaRPr>
          </a:p>
        </p:txBody>
      </p:sp>
    </p:spTree>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ChangeArrowheads="1"/>
          </p:cNvSpPr>
          <p:nvPr/>
        </p:nvSpPr>
        <p:spPr bwMode="auto">
          <a:xfrm>
            <a:off x="685800" y="0"/>
            <a:ext cx="8458200" cy="6862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
                <a:srgbClr val="FF6600"/>
              </a:buClr>
              <a:buSzPct val="50000"/>
              <a:buFont typeface="Wingdings" panose="05000000000000000000" pitchFamily="2" charset="2"/>
              <a:buChar char="n"/>
              <a:defRPr/>
            </a:pPr>
            <a:r>
              <a:rPr kumimoji="1" lang="en-US" altLang="zh-CN"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 </a:t>
            </a:r>
            <a:r>
              <a:rPr kumimoji="1" lang="zh-CN" altLang="en-US"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求表的长度</a:t>
            </a:r>
            <a:r>
              <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rPr>
              <a:t>	</a:t>
            </a:r>
            <a:endParaRPr kumimoji="1" lang="zh-CN" altLang="en-US"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int </a:t>
            </a:r>
            <a:r>
              <a:rPr kumimoji="1" lang="en-US" altLang="zh-CN" sz="3200" b="1" i="0" u="none" strike="noStrike" kern="1200" cap="none" spc="0" normalizeH="0" baseline="0" noProof="0" dirty="0" err="1">
                <a:ln>
                  <a:noFill/>
                </a:ln>
                <a:solidFill>
                  <a:srgbClr val="CC0000"/>
                </a:solidFill>
                <a:effectLst/>
                <a:uLnTx/>
                <a:uFillTx/>
                <a:latin typeface="Times New Roman" panose="02020603050405020304" pitchFamily="18" charset="0"/>
                <a:ea typeface="仿宋_GB2312" pitchFamily="49" charset="-122"/>
                <a:cs typeface="+mn-cs"/>
              </a:rPr>
              <a:t>List</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仿宋_GB2312" pitchFamily="49" charset="-122"/>
                <a:cs typeface="+mn-cs"/>
              </a:rPr>
              <a:t>Length</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 ( </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仿宋_GB2312" pitchFamily="49" charset="-122"/>
                <a:cs typeface="+mn-cs"/>
              </a:rPr>
              <a:t>SqList</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  *L )</a:t>
            </a:r>
            <a:endPar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a:t>
            </a:r>
            <a:endPar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         return</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 (L-&gt;length); </a:t>
            </a:r>
            <a:endPar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rPr>
              <a:t>}</a:t>
            </a:r>
            <a:endPar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dirty="0">
              <a:ln>
                <a:noFill/>
              </a:ln>
              <a:solidFill>
                <a:srgbClr val="CC0000"/>
              </a:solidFill>
              <a:effectLst/>
              <a:uLnTx/>
              <a:uFillTx/>
              <a:latin typeface="Times New Roman" panose="02020603050405020304" pitchFamily="18" charset="0"/>
              <a:ea typeface="仿宋_GB2312" pitchFamily="49" charset="-122"/>
              <a:cs typeface="+mn-cs"/>
            </a:endParaRPr>
          </a:p>
          <a:p>
            <a:pPr marL="0" marR="0" lvl="0" indent="0" algn="l" defTabSz="914400" rtl="0" eaLnBrk="1" fontAlgn="base" latinLnBrk="0" hangingPunct="1">
              <a:lnSpc>
                <a:spcPct val="100000"/>
              </a:lnSpc>
              <a:spcBef>
                <a:spcPct val="0"/>
              </a:spcBef>
              <a:spcAft>
                <a:spcPct val="0"/>
              </a:spcAft>
              <a:buClr>
                <a:srgbClr val="FF6600"/>
              </a:buClr>
              <a:buSzPct val="50000"/>
              <a:buFont typeface="Wingdings" panose="05000000000000000000" pitchFamily="2" charset="2"/>
              <a:buChar char="n"/>
              <a:defRPr/>
            </a:pPr>
            <a:r>
              <a:rPr kumimoji="1" lang="en-US" altLang="zh-CN"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 </a:t>
            </a:r>
            <a:r>
              <a:rPr kumimoji="1" lang="zh-CN" altLang="zh-CN"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提取</a:t>
            </a:r>
            <a:r>
              <a:rPr kumimoji="1" lang="zh-CN" altLang="en-US"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函数：在表中提取第 </a:t>
            </a:r>
            <a:r>
              <a:rPr kumimoji="1" lang="en-US" altLang="zh-CN" sz="3200" b="1" i="0" u="none" strike="noStrike" kern="1200" cap="none" spc="0" normalizeH="0" baseline="0" noProof="0" dirty="0" err="1">
                <a:ln>
                  <a:noFill/>
                </a:ln>
                <a:solidFill>
                  <a:srgbClr val="0000FF"/>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i</a:t>
            </a:r>
            <a:r>
              <a:rPr kumimoji="1" lang="en-US" altLang="zh-CN"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 </a:t>
            </a:r>
            <a:r>
              <a:rPr kumimoji="1" lang="zh-CN" altLang="en-US" sz="32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个元素的值</a:t>
            </a:r>
            <a:endParaRPr kumimoji="1" lang="zh-CN" altLang="en-US" sz="3200" b="0" i="0" u="none" strike="noStrike" kern="1200" cap="none" spc="0" normalizeH="0" baseline="0" noProof="0" dirty="0">
              <a:ln>
                <a:noFill/>
              </a:ln>
              <a:solidFill>
                <a:srgbClr val="0000FF"/>
              </a:solidFill>
              <a:effectLst/>
              <a:uLnTx/>
              <a:uFillTx/>
              <a:latin typeface="隶书" panose="02010509060101010101" pitchFamily="49" charset="-122"/>
              <a:ea typeface="隶书" panose="02010509060101010101" pitchFamily="49" charset="-122"/>
              <a:cs typeface="+mn-cs"/>
            </a:endParaRPr>
          </a:p>
          <a:p>
            <a:pPr marL="0" marR="0" lvl="0" indent="0" algn="l" defTabSz="914400" rtl="0" eaLnBrk="1" fontAlgn="base" latinLnBrk="0" hangingPunct="1">
              <a:lnSpc>
                <a:spcPct val="100000"/>
              </a:lnSpc>
              <a:spcBef>
                <a:spcPct val="0"/>
              </a:spcBef>
              <a:spcAft>
                <a:spcPct val="0"/>
              </a:spcAft>
              <a:buClr>
                <a:schemeClr val="tx2"/>
              </a:buClr>
              <a:buSzPct val="50000"/>
              <a:buFont typeface="Wingdings" panose="05000000000000000000" pitchFamily="2" charset="2"/>
              <a:buNone/>
              <a:defRPr/>
            </a:pPr>
            <a:r>
              <a:rPr kumimoji="1" lang="zh-CN" altLang="en-US"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bool </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宋体" panose="02010600030101010101" pitchFamily="2" charset="-122"/>
                <a:cs typeface="+mn-cs"/>
              </a:rPr>
              <a:t>GetElem</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 </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宋体" panose="02010600030101010101" pitchFamily="2" charset="-122"/>
                <a:cs typeface="+mn-cs"/>
              </a:rPr>
              <a:t>SqList</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L,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int</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宋体" panose="02010600030101010101" pitchFamily="2" charset="-122"/>
                <a:cs typeface="+mn-cs"/>
              </a:rPr>
              <a:t>i</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宋体" panose="02010600030101010101" pitchFamily="2" charset="-122"/>
                <a:cs typeface="+mn-cs"/>
              </a:rPr>
              <a:t>ElemType</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&amp;e) </a:t>
            </a:r>
            <a:endPar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
                <a:schemeClr val="tx2"/>
              </a:buClr>
              <a:buSzPct val="50000"/>
              <a:buFont typeface="Wingdings" panose="05000000000000000000" pitchFamily="2" charset="2"/>
              <a:buNone/>
              <a:defRPr/>
            </a:pP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a:t>
            </a:r>
            <a:endPar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if ( </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宋体" panose="02010600030101010101" pitchFamily="2" charset="-122"/>
                <a:cs typeface="+mn-cs"/>
              </a:rPr>
              <a:t>i</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&lt; 1 || </a:t>
            </a:r>
            <a:r>
              <a:rPr kumimoji="1" lang="en-US" altLang="zh-CN" sz="3200" b="0" i="0" u="none" strike="noStrike" kern="1200" cap="none" spc="0" normalizeH="0" baseline="0" noProof="0" dirty="0" err="1">
                <a:ln>
                  <a:noFill/>
                </a:ln>
                <a:solidFill>
                  <a:srgbClr val="CC0000"/>
                </a:solidFill>
                <a:effectLst/>
                <a:uLnTx/>
                <a:uFillTx/>
                <a:latin typeface="Times New Roman" panose="02020603050405020304" pitchFamily="18" charset="0"/>
                <a:ea typeface="宋体" panose="02010600030101010101" pitchFamily="2" charset="-122"/>
                <a:cs typeface="+mn-cs"/>
              </a:rPr>
              <a:t>i</a:t>
            </a: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&gt;L-&gt;length)</a:t>
            </a:r>
            <a:endPar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return false;</a:t>
            </a:r>
            <a:endPar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e=L-&gt;data[i-1]</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a:t>
            </a:r>
            <a:endPar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a:t>
            </a: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return true;	</a:t>
            </a:r>
            <a:endParaRPr kumimoji="1" lang="en-US" altLang="zh-CN" sz="32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      }  </a:t>
            </a:r>
            <a:endParaRPr kumimoji="1" lang="en-US" altLang="zh-CN" sz="32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2514600" y="228600"/>
            <a:ext cx="4267200" cy="762000"/>
          </a:xfrm>
          <a:ln/>
        </p:spPr>
        <p:txBody>
          <a:bodyPr vert="horz" wrap="square" lIns="91440" tIns="45720" rIns="91440" bIns="45720" anchor="ctr" anchorCtr="0"/>
          <a:p>
            <a:pPr eaLnBrk="1" hangingPunct="1"/>
            <a:r>
              <a:rPr lang="zh-CN" altLang="en-US" sz="4000" dirty="0">
                <a:solidFill>
                  <a:srgbClr val="0000FF"/>
                </a:solidFill>
                <a:ea typeface="隶书" panose="02010509060101010101" pitchFamily="49" charset="-122"/>
              </a:rPr>
              <a:t>顺序查找图示</a:t>
            </a:r>
            <a:endParaRPr lang="zh-CN" altLang="en-US" dirty="0">
              <a:solidFill>
                <a:schemeClr val="tx1"/>
              </a:solidFill>
              <a:ea typeface="仿宋_GB2312" pitchFamily="49" charset="-122"/>
            </a:endParaRPr>
          </a:p>
        </p:txBody>
      </p:sp>
      <p:sp>
        <p:nvSpPr>
          <p:cNvPr id="17411" name="Line 3"/>
          <p:cNvSpPr/>
          <p:nvPr/>
        </p:nvSpPr>
        <p:spPr>
          <a:xfrm flipV="1">
            <a:off x="2819400" y="1905000"/>
            <a:ext cx="0" cy="381000"/>
          </a:xfrm>
          <a:prstGeom prst="line">
            <a:avLst/>
          </a:prstGeom>
          <a:ln w="28575" cap="flat" cmpd="sng">
            <a:solidFill>
              <a:schemeClr val="tx2"/>
            </a:solidFill>
            <a:prstDash val="solid"/>
            <a:headEnd type="none" w="med" len="med"/>
            <a:tailEnd type="triangle" w="med" len="lg"/>
          </a:ln>
        </p:spPr>
      </p:sp>
      <p:sp>
        <p:nvSpPr>
          <p:cNvPr id="17412" name="Rectangle 4"/>
          <p:cNvSpPr/>
          <p:nvPr/>
        </p:nvSpPr>
        <p:spPr>
          <a:xfrm>
            <a:off x="2514600" y="1295400"/>
            <a:ext cx="4114800"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7413" name="Text Box 5"/>
          <p:cNvSpPr txBox="1"/>
          <p:nvPr/>
        </p:nvSpPr>
        <p:spPr>
          <a:xfrm>
            <a:off x="2590800" y="1295400"/>
            <a:ext cx="41052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25  34  57  16  48  09</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7414" name="Line 6"/>
          <p:cNvSpPr/>
          <p:nvPr/>
        </p:nvSpPr>
        <p:spPr>
          <a:xfrm>
            <a:off x="3200400" y="1295400"/>
            <a:ext cx="0" cy="533400"/>
          </a:xfrm>
          <a:prstGeom prst="line">
            <a:avLst/>
          </a:prstGeom>
          <a:ln w="28575" cap="flat" cmpd="sng">
            <a:solidFill>
              <a:schemeClr val="bg2"/>
            </a:solidFill>
            <a:prstDash val="solid"/>
            <a:headEnd type="none" w="med" len="med"/>
            <a:tailEnd type="none" w="med" len="med"/>
          </a:ln>
        </p:spPr>
      </p:sp>
      <p:sp>
        <p:nvSpPr>
          <p:cNvPr id="17415" name="Line 7"/>
          <p:cNvSpPr/>
          <p:nvPr/>
        </p:nvSpPr>
        <p:spPr>
          <a:xfrm>
            <a:off x="3886200" y="1295400"/>
            <a:ext cx="0" cy="533400"/>
          </a:xfrm>
          <a:prstGeom prst="line">
            <a:avLst/>
          </a:prstGeom>
          <a:ln w="28575" cap="flat" cmpd="sng">
            <a:solidFill>
              <a:schemeClr val="bg2"/>
            </a:solidFill>
            <a:prstDash val="solid"/>
            <a:headEnd type="none" w="med" len="med"/>
            <a:tailEnd type="none" w="med" len="med"/>
          </a:ln>
        </p:spPr>
      </p:sp>
      <p:sp>
        <p:nvSpPr>
          <p:cNvPr id="17416" name="Line 8"/>
          <p:cNvSpPr/>
          <p:nvPr/>
        </p:nvSpPr>
        <p:spPr>
          <a:xfrm>
            <a:off x="4572000" y="1295400"/>
            <a:ext cx="0" cy="533400"/>
          </a:xfrm>
          <a:prstGeom prst="line">
            <a:avLst/>
          </a:prstGeom>
          <a:ln w="28575" cap="flat" cmpd="sng">
            <a:solidFill>
              <a:schemeClr val="bg2"/>
            </a:solidFill>
            <a:prstDash val="solid"/>
            <a:headEnd type="none" w="med" len="med"/>
            <a:tailEnd type="none" w="med" len="med"/>
          </a:ln>
        </p:spPr>
      </p:sp>
      <p:sp>
        <p:nvSpPr>
          <p:cNvPr id="17417" name="Line 9"/>
          <p:cNvSpPr/>
          <p:nvPr/>
        </p:nvSpPr>
        <p:spPr>
          <a:xfrm>
            <a:off x="5257800" y="1295400"/>
            <a:ext cx="0" cy="533400"/>
          </a:xfrm>
          <a:prstGeom prst="line">
            <a:avLst/>
          </a:prstGeom>
          <a:ln w="28575" cap="flat" cmpd="sng">
            <a:solidFill>
              <a:schemeClr val="bg2"/>
            </a:solidFill>
            <a:prstDash val="solid"/>
            <a:headEnd type="none" w="med" len="med"/>
            <a:tailEnd type="none" w="med" len="med"/>
          </a:ln>
        </p:spPr>
      </p:sp>
      <p:sp>
        <p:nvSpPr>
          <p:cNvPr id="17418" name="Line 10"/>
          <p:cNvSpPr/>
          <p:nvPr/>
        </p:nvSpPr>
        <p:spPr>
          <a:xfrm flipH="1">
            <a:off x="5943600" y="1295400"/>
            <a:ext cx="0" cy="533400"/>
          </a:xfrm>
          <a:prstGeom prst="line">
            <a:avLst/>
          </a:prstGeom>
          <a:ln w="28575" cap="flat" cmpd="sng">
            <a:solidFill>
              <a:schemeClr val="bg2"/>
            </a:solidFill>
            <a:prstDash val="solid"/>
            <a:headEnd type="none" w="med" len="med"/>
            <a:tailEnd type="none" w="med" len="med"/>
          </a:ln>
        </p:spPr>
      </p:sp>
      <p:sp>
        <p:nvSpPr>
          <p:cNvPr id="17419" name="Text Box 11"/>
          <p:cNvSpPr txBox="1"/>
          <p:nvPr/>
        </p:nvSpPr>
        <p:spPr>
          <a:xfrm>
            <a:off x="2590800" y="776288"/>
            <a:ext cx="382905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1      2      3      4      5     6</a:t>
            </a:r>
            <a:endParaRPr lang="en-US" altLang="zh-CN" sz="2400" dirty="0"/>
          </a:p>
        </p:txBody>
      </p:sp>
      <p:sp>
        <p:nvSpPr>
          <p:cNvPr id="17420" name="Text Box 12"/>
          <p:cNvSpPr txBox="1"/>
          <p:nvPr/>
        </p:nvSpPr>
        <p:spPr>
          <a:xfrm>
            <a:off x="1576388" y="1295400"/>
            <a:ext cx="862012"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rPr>
              <a:t>data</a:t>
            </a:r>
            <a:endParaRPr lang="en-US" altLang="zh-CN" dirty="0">
              <a:solidFill>
                <a:schemeClr val="tx2"/>
              </a:solidFill>
            </a:endParaRPr>
          </a:p>
        </p:txBody>
      </p:sp>
      <p:sp>
        <p:nvSpPr>
          <p:cNvPr id="17421" name="Text Box 13"/>
          <p:cNvSpPr txBox="1"/>
          <p:nvPr/>
        </p:nvSpPr>
        <p:spPr>
          <a:xfrm>
            <a:off x="685800" y="1773238"/>
            <a:ext cx="16573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3600" b="1" dirty="0">
                <a:solidFill>
                  <a:schemeClr val="accent2"/>
                </a:solidFill>
                <a:ea typeface="隶书" panose="02010509060101010101" pitchFamily="49" charset="-122"/>
              </a:rPr>
              <a:t>查找</a:t>
            </a:r>
            <a:r>
              <a:rPr lang="zh-CN" altLang="en-US" dirty="0">
                <a:solidFill>
                  <a:srgbClr val="FF5050"/>
                </a:solidFill>
                <a:ea typeface="隶书" panose="02010509060101010101" pitchFamily="49" charset="-122"/>
              </a:rPr>
              <a:t> </a:t>
            </a:r>
            <a:r>
              <a:rPr lang="en-US" altLang="zh-CN" b="1" dirty="0">
                <a:solidFill>
                  <a:srgbClr val="FF5050"/>
                </a:solidFill>
                <a:latin typeface="Arial" panose="020B0604020202020204" pitchFamily="34" charset="0"/>
                <a:ea typeface="隶书" panose="02010509060101010101" pitchFamily="49" charset="-122"/>
              </a:rPr>
              <a:t>16</a:t>
            </a:r>
            <a:endParaRPr lang="en-US" altLang="zh-CN" sz="2400" dirty="0"/>
          </a:p>
        </p:txBody>
      </p:sp>
      <p:sp>
        <p:nvSpPr>
          <p:cNvPr id="17422" name="Text Box 14"/>
          <p:cNvSpPr txBox="1"/>
          <p:nvPr/>
        </p:nvSpPr>
        <p:spPr>
          <a:xfrm>
            <a:off x="2438400" y="1858963"/>
            <a:ext cx="29686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7423" name="Line 15"/>
          <p:cNvSpPr/>
          <p:nvPr/>
        </p:nvSpPr>
        <p:spPr>
          <a:xfrm flipV="1">
            <a:off x="3429000" y="3001963"/>
            <a:ext cx="0" cy="381000"/>
          </a:xfrm>
          <a:prstGeom prst="line">
            <a:avLst/>
          </a:prstGeom>
          <a:ln w="28575" cap="flat" cmpd="sng">
            <a:solidFill>
              <a:schemeClr val="tx2"/>
            </a:solidFill>
            <a:prstDash val="solid"/>
            <a:headEnd type="none" w="med" len="med"/>
            <a:tailEnd type="triangle" w="med" len="lg"/>
          </a:ln>
        </p:spPr>
      </p:sp>
      <p:sp>
        <p:nvSpPr>
          <p:cNvPr id="17424" name="Rectangle 16"/>
          <p:cNvSpPr/>
          <p:nvPr/>
        </p:nvSpPr>
        <p:spPr>
          <a:xfrm>
            <a:off x="2514600" y="2392363"/>
            <a:ext cx="4114800"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7425" name="Text Box 17"/>
          <p:cNvSpPr txBox="1"/>
          <p:nvPr/>
        </p:nvSpPr>
        <p:spPr>
          <a:xfrm>
            <a:off x="2590800" y="2392363"/>
            <a:ext cx="4105275" cy="5794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25  34  57  16  48  09</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7426" name="Line 18"/>
          <p:cNvSpPr/>
          <p:nvPr/>
        </p:nvSpPr>
        <p:spPr>
          <a:xfrm>
            <a:off x="3200400" y="2392363"/>
            <a:ext cx="0" cy="533400"/>
          </a:xfrm>
          <a:prstGeom prst="line">
            <a:avLst/>
          </a:prstGeom>
          <a:ln w="28575" cap="flat" cmpd="sng">
            <a:solidFill>
              <a:schemeClr val="bg2"/>
            </a:solidFill>
            <a:prstDash val="solid"/>
            <a:headEnd type="none" w="med" len="med"/>
            <a:tailEnd type="none" w="med" len="med"/>
          </a:ln>
        </p:spPr>
      </p:sp>
      <p:sp>
        <p:nvSpPr>
          <p:cNvPr id="17427" name="Line 19"/>
          <p:cNvSpPr/>
          <p:nvPr/>
        </p:nvSpPr>
        <p:spPr>
          <a:xfrm>
            <a:off x="3886200" y="2392363"/>
            <a:ext cx="0" cy="533400"/>
          </a:xfrm>
          <a:prstGeom prst="line">
            <a:avLst/>
          </a:prstGeom>
          <a:ln w="28575" cap="flat" cmpd="sng">
            <a:solidFill>
              <a:schemeClr val="bg2"/>
            </a:solidFill>
            <a:prstDash val="solid"/>
            <a:headEnd type="none" w="med" len="med"/>
            <a:tailEnd type="none" w="med" len="med"/>
          </a:ln>
        </p:spPr>
      </p:sp>
      <p:sp>
        <p:nvSpPr>
          <p:cNvPr id="17428" name="Line 20"/>
          <p:cNvSpPr/>
          <p:nvPr/>
        </p:nvSpPr>
        <p:spPr>
          <a:xfrm>
            <a:off x="4572000" y="2392363"/>
            <a:ext cx="0" cy="533400"/>
          </a:xfrm>
          <a:prstGeom prst="line">
            <a:avLst/>
          </a:prstGeom>
          <a:ln w="28575" cap="flat" cmpd="sng">
            <a:solidFill>
              <a:schemeClr val="bg2"/>
            </a:solidFill>
            <a:prstDash val="solid"/>
            <a:headEnd type="none" w="med" len="med"/>
            <a:tailEnd type="none" w="med" len="med"/>
          </a:ln>
        </p:spPr>
      </p:sp>
      <p:sp>
        <p:nvSpPr>
          <p:cNvPr id="17429" name="Line 21"/>
          <p:cNvSpPr/>
          <p:nvPr/>
        </p:nvSpPr>
        <p:spPr>
          <a:xfrm>
            <a:off x="5257800" y="2392363"/>
            <a:ext cx="0" cy="533400"/>
          </a:xfrm>
          <a:prstGeom prst="line">
            <a:avLst/>
          </a:prstGeom>
          <a:ln w="28575" cap="flat" cmpd="sng">
            <a:solidFill>
              <a:schemeClr val="bg2"/>
            </a:solidFill>
            <a:prstDash val="solid"/>
            <a:headEnd type="none" w="med" len="med"/>
            <a:tailEnd type="none" w="med" len="med"/>
          </a:ln>
        </p:spPr>
      </p:sp>
      <p:sp>
        <p:nvSpPr>
          <p:cNvPr id="17430" name="Line 22"/>
          <p:cNvSpPr/>
          <p:nvPr/>
        </p:nvSpPr>
        <p:spPr>
          <a:xfrm flipH="1">
            <a:off x="5943600" y="2392363"/>
            <a:ext cx="0" cy="533400"/>
          </a:xfrm>
          <a:prstGeom prst="line">
            <a:avLst/>
          </a:prstGeom>
          <a:ln w="28575" cap="flat" cmpd="sng">
            <a:solidFill>
              <a:schemeClr val="bg2"/>
            </a:solidFill>
            <a:prstDash val="solid"/>
            <a:headEnd type="none" w="med" len="med"/>
            <a:tailEnd type="none" w="med" len="med"/>
          </a:ln>
        </p:spPr>
      </p:sp>
      <p:sp>
        <p:nvSpPr>
          <p:cNvPr id="17431" name="Text Box 23"/>
          <p:cNvSpPr txBox="1"/>
          <p:nvPr/>
        </p:nvSpPr>
        <p:spPr>
          <a:xfrm>
            <a:off x="3048000" y="2925763"/>
            <a:ext cx="29686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7432" name="Line 24"/>
          <p:cNvSpPr/>
          <p:nvPr/>
        </p:nvSpPr>
        <p:spPr>
          <a:xfrm flipV="1">
            <a:off x="4114800" y="4114800"/>
            <a:ext cx="0" cy="381000"/>
          </a:xfrm>
          <a:prstGeom prst="line">
            <a:avLst/>
          </a:prstGeom>
          <a:ln w="28575" cap="flat" cmpd="sng">
            <a:solidFill>
              <a:schemeClr val="tx2"/>
            </a:solidFill>
            <a:prstDash val="solid"/>
            <a:headEnd type="none" w="med" len="med"/>
            <a:tailEnd type="triangle" w="med" len="lg"/>
          </a:ln>
        </p:spPr>
      </p:sp>
      <p:sp>
        <p:nvSpPr>
          <p:cNvPr id="17433" name="Rectangle 25"/>
          <p:cNvSpPr/>
          <p:nvPr/>
        </p:nvSpPr>
        <p:spPr>
          <a:xfrm>
            <a:off x="2514600" y="3505200"/>
            <a:ext cx="4114800"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7434" name="Text Box 26"/>
          <p:cNvSpPr txBox="1"/>
          <p:nvPr/>
        </p:nvSpPr>
        <p:spPr>
          <a:xfrm>
            <a:off x="2590800" y="3505200"/>
            <a:ext cx="41052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25  34  57  16  48  09</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7435" name="Line 27"/>
          <p:cNvSpPr/>
          <p:nvPr/>
        </p:nvSpPr>
        <p:spPr>
          <a:xfrm>
            <a:off x="3200400" y="3505200"/>
            <a:ext cx="0" cy="533400"/>
          </a:xfrm>
          <a:prstGeom prst="line">
            <a:avLst/>
          </a:prstGeom>
          <a:ln w="28575" cap="flat" cmpd="sng">
            <a:solidFill>
              <a:schemeClr val="bg2"/>
            </a:solidFill>
            <a:prstDash val="solid"/>
            <a:headEnd type="none" w="med" len="med"/>
            <a:tailEnd type="none" w="med" len="med"/>
          </a:ln>
        </p:spPr>
      </p:sp>
      <p:sp>
        <p:nvSpPr>
          <p:cNvPr id="17436" name="Line 28"/>
          <p:cNvSpPr/>
          <p:nvPr/>
        </p:nvSpPr>
        <p:spPr>
          <a:xfrm>
            <a:off x="3886200" y="3505200"/>
            <a:ext cx="0" cy="533400"/>
          </a:xfrm>
          <a:prstGeom prst="line">
            <a:avLst/>
          </a:prstGeom>
          <a:ln w="28575" cap="flat" cmpd="sng">
            <a:solidFill>
              <a:schemeClr val="bg2"/>
            </a:solidFill>
            <a:prstDash val="solid"/>
            <a:headEnd type="none" w="med" len="med"/>
            <a:tailEnd type="none" w="med" len="med"/>
          </a:ln>
        </p:spPr>
      </p:sp>
      <p:sp>
        <p:nvSpPr>
          <p:cNvPr id="17437" name="Line 29"/>
          <p:cNvSpPr/>
          <p:nvPr/>
        </p:nvSpPr>
        <p:spPr>
          <a:xfrm>
            <a:off x="4572000" y="3505200"/>
            <a:ext cx="0" cy="533400"/>
          </a:xfrm>
          <a:prstGeom prst="line">
            <a:avLst/>
          </a:prstGeom>
          <a:ln w="28575" cap="flat" cmpd="sng">
            <a:solidFill>
              <a:schemeClr val="bg2"/>
            </a:solidFill>
            <a:prstDash val="solid"/>
            <a:headEnd type="none" w="med" len="med"/>
            <a:tailEnd type="none" w="med" len="med"/>
          </a:ln>
        </p:spPr>
      </p:sp>
      <p:sp>
        <p:nvSpPr>
          <p:cNvPr id="17438" name="Line 30"/>
          <p:cNvSpPr/>
          <p:nvPr/>
        </p:nvSpPr>
        <p:spPr>
          <a:xfrm>
            <a:off x="5257800" y="3505200"/>
            <a:ext cx="0" cy="533400"/>
          </a:xfrm>
          <a:prstGeom prst="line">
            <a:avLst/>
          </a:prstGeom>
          <a:ln w="28575" cap="flat" cmpd="sng">
            <a:solidFill>
              <a:schemeClr val="bg2"/>
            </a:solidFill>
            <a:prstDash val="solid"/>
            <a:headEnd type="none" w="med" len="med"/>
            <a:tailEnd type="none" w="med" len="med"/>
          </a:ln>
        </p:spPr>
      </p:sp>
      <p:sp>
        <p:nvSpPr>
          <p:cNvPr id="17439" name="Line 31"/>
          <p:cNvSpPr/>
          <p:nvPr/>
        </p:nvSpPr>
        <p:spPr>
          <a:xfrm flipH="1">
            <a:off x="5943600" y="3505200"/>
            <a:ext cx="0" cy="533400"/>
          </a:xfrm>
          <a:prstGeom prst="line">
            <a:avLst/>
          </a:prstGeom>
          <a:ln w="28575" cap="flat" cmpd="sng">
            <a:solidFill>
              <a:schemeClr val="bg2"/>
            </a:solidFill>
            <a:prstDash val="solid"/>
            <a:headEnd type="none" w="med" len="med"/>
            <a:tailEnd type="none" w="med" len="med"/>
          </a:ln>
        </p:spPr>
      </p:sp>
      <p:sp>
        <p:nvSpPr>
          <p:cNvPr id="17440" name="Text Box 32"/>
          <p:cNvSpPr txBox="1"/>
          <p:nvPr/>
        </p:nvSpPr>
        <p:spPr>
          <a:xfrm>
            <a:off x="3741738" y="4038600"/>
            <a:ext cx="296862"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7441" name="Line 33"/>
          <p:cNvSpPr/>
          <p:nvPr/>
        </p:nvSpPr>
        <p:spPr>
          <a:xfrm flipV="1">
            <a:off x="4876800" y="5211763"/>
            <a:ext cx="0" cy="381000"/>
          </a:xfrm>
          <a:prstGeom prst="line">
            <a:avLst/>
          </a:prstGeom>
          <a:ln w="28575" cap="flat" cmpd="sng">
            <a:solidFill>
              <a:schemeClr val="tx2"/>
            </a:solidFill>
            <a:prstDash val="solid"/>
            <a:headEnd type="none" w="med" len="med"/>
            <a:tailEnd type="triangle" w="med" len="lg"/>
          </a:ln>
        </p:spPr>
      </p:sp>
      <p:sp>
        <p:nvSpPr>
          <p:cNvPr id="17442" name="Rectangle 34"/>
          <p:cNvSpPr/>
          <p:nvPr/>
        </p:nvSpPr>
        <p:spPr>
          <a:xfrm>
            <a:off x="2524125" y="4602163"/>
            <a:ext cx="4114800"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7443" name="Text Box 35"/>
          <p:cNvSpPr txBox="1"/>
          <p:nvPr/>
        </p:nvSpPr>
        <p:spPr>
          <a:xfrm>
            <a:off x="2600325" y="4602163"/>
            <a:ext cx="4105275" cy="5794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25  34  57  16  48  09</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7444" name="Line 36"/>
          <p:cNvSpPr/>
          <p:nvPr/>
        </p:nvSpPr>
        <p:spPr>
          <a:xfrm>
            <a:off x="3209925" y="4602163"/>
            <a:ext cx="0" cy="533400"/>
          </a:xfrm>
          <a:prstGeom prst="line">
            <a:avLst/>
          </a:prstGeom>
          <a:ln w="28575" cap="flat" cmpd="sng">
            <a:solidFill>
              <a:schemeClr val="bg2"/>
            </a:solidFill>
            <a:prstDash val="solid"/>
            <a:headEnd type="none" w="med" len="med"/>
            <a:tailEnd type="none" w="med" len="med"/>
          </a:ln>
        </p:spPr>
      </p:sp>
      <p:sp>
        <p:nvSpPr>
          <p:cNvPr id="17445" name="Line 37"/>
          <p:cNvSpPr/>
          <p:nvPr/>
        </p:nvSpPr>
        <p:spPr>
          <a:xfrm>
            <a:off x="3895725" y="4602163"/>
            <a:ext cx="0" cy="533400"/>
          </a:xfrm>
          <a:prstGeom prst="line">
            <a:avLst/>
          </a:prstGeom>
          <a:ln w="28575" cap="flat" cmpd="sng">
            <a:solidFill>
              <a:schemeClr val="bg2"/>
            </a:solidFill>
            <a:prstDash val="solid"/>
            <a:headEnd type="none" w="med" len="med"/>
            <a:tailEnd type="none" w="med" len="med"/>
          </a:ln>
        </p:spPr>
      </p:sp>
      <p:sp>
        <p:nvSpPr>
          <p:cNvPr id="17446" name="Line 38"/>
          <p:cNvSpPr/>
          <p:nvPr/>
        </p:nvSpPr>
        <p:spPr>
          <a:xfrm>
            <a:off x="4581525" y="4602163"/>
            <a:ext cx="0" cy="533400"/>
          </a:xfrm>
          <a:prstGeom prst="line">
            <a:avLst/>
          </a:prstGeom>
          <a:ln w="28575" cap="flat" cmpd="sng">
            <a:solidFill>
              <a:schemeClr val="bg2"/>
            </a:solidFill>
            <a:prstDash val="solid"/>
            <a:headEnd type="none" w="med" len="med"/>
            <a:tailEnd type="none" w="med" len="med"/>
          </a:ln>
        </p:spPr>
      </p:sp>
      <p:sp>
        <p:nvSpPr>
          <p:cNvPr id="17447" name="Line 39"/>
          <p:cNvSpPr/>
          <p:nvPr/>
        </p:nvSpPr>
        <p:spPr>
          <a:xfrm>
            <a:off x="5267325" y="4602163"/>
            <a:ext cx="0" cy="533400"/>
          </a:xfrm>
          <a:prstGeom prst="line">
            <a:avLst/>
          </a:prstGeom>
          <a:ln w="28575" cap="flat" cmpd="sng">
            <a:solidFill>
              <a:schemeClr val="bg2"/>
            </a:solidFill>
            <a:prstDash val="solid"/>
            <a:headEnd type="none" w="med" len="med"/>
            <a:tailEnd type="none" w="med" len="med"/>
          </a:ln>
        </p:spPr>
      </p:sp>
      <p:sp>
        <p:nvSpPr>
          <p:cNvPr id="17448" name="Line 40"/>
          <p:cNvSpPr/>
          <p:nvPr/>
        </p:nvSpPr>
        <p:spPr>
          <a:xfrm flipH="1">
            <a:off x="5953125" y="4602163"/>
            <a:ext cx="0" cy="533400"/>
          </a:xfrm>
          <a:prstGeom prst="line">
            <a:avLst/>
          </a:prstGeom>
          <a:ln w="28575" cap="flat" cmpd="sng">
            <a:solidFill>
              <a:schemeClr val="bg2"/>
            </a:solidFill>
            <a:prstDash val="solid"/>
            <a:headEnd type="none" w="med" len="med"/>
            <a:tailEnd type="none" w="med" len="med"/>
          </a:ln>
        </p:spPr>
      </p:sp>
      <p:sp>
        <p:nvSpPr>
          <p:cNvPr id="17449" name="Text Box 41"/>
          <p:cNvSpPr txBox="1"/>
          <p:nvPr/>
        </p:nvSpPr>
        <p:spPr>
          <a:xfrm>
            <a:off x="4495800" y="5135563"/>
            <a:ext cx="29686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7450" name="AutoShape 42"/>
          <p:cNvSpPr/>
          <p:nvPr/>
        </p:nvSpPr>
        <p:spPr>
          <a:xfrm>
            <a:off x="2971800" y="1981200"/>
            <a:ext cx="533400" cy="152400"/>
          </a:xfrm>
          <a:prstGeom prst="curvedUpArrow">
            <a:avLst>
              <a:gd name="adj1" fmla="val 70000"/>
              <a:gd name="adj2" fmla="val 140000"/>
              <a:gd name="adj3" fmla="val 33333"/>
            </a:avLst>
          </a:prstGeom>
          <a:solidFill>
            <a:srgbClr val="0099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7451" name="AutoShape 43"/>
          <p:cNvSpPr/>
          <p:nvPr/>
        </p:nvSpPr>
        <p:spPr>
          <a:xfrm>
            <a:off x="3581400" y="3048000"/>
            <a:ext cx="533400" cy="152400"/>
          </a:xfrm>
          <a:prstGeom prst="curvedUpArrow">
            <a:avLst>
              <a:gd name="adj1" fmla="val 70000"/>
              <a:gd name="adj2" fmla="val 140000"/>
              <a:gd name="adj3" fmla="val 33333"/>
            </a:avLst>
          </a:prstGeom>
          <a:solidFill>
            <a:srgbClr val="0099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7452" name="AutoShape 44"/>
          <p:cNvSpPr/>
          <p:nvPr/>
        </p:nvSpPr>
        <p:spPr>
          <a:xfrm>
            <a:off x="4343400" y="4191000"/>
            <a:ext cx="533400" cy="152400"/>
          </a:xfrm>
          <a:prstGeom prst="curvedUpArrow">
            <a:avLst>
              <a:gd name="adj1" fmla="val 70000"/>
              <a:gd name="adj2" fmla="val 140000"/>
              <a:gd name="adj3" fmla="val 33333"/>
            </a:avLst>
          </a:prstGeom>
          <a:solidFill>
            <a:srgbClr val="0099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7453" name="Text Box 45"/>
          <p:cNvSpPr txBox="1"/>
          <p:nvPr/>
        </p:nvSpPr>
        <p:spPr>
          <a:xfrm>
            <a:off x="4953000" y="5121275"/>
            <a:ext cx="20256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3600" b="1" dirty="0">
                <a:solidFill>
                  <a:schemeClr val="accent2"/>
                </a:solidFill>
                <a:ea typeface="隶书" panose="02010509060101010101" pitchFamily="49" charset="-122"/>
              </a:rPr>
              <a:t>查找成功</a:t>
            </a:r>
            <a:endParaRPr lang="zh-CN" altLang="en-US" sz="2400" dirty="0"/>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Line 2"/>
          <p:cNvSpPr/>
          <p:nvPr/>
        </p:nvSpPr>
        <p:spPr>
          <a:xfrm flipV="1">
            <a:off x="2811463" y="1371600"/>
            <a:ext cx="0" cy="381000"/>
          </a:xfrm>
          <a:prstGeom prst="line">
            <a:avLst/>
          </a:prstGeom>
          <a:ln w="28575" cap="flat" cmpd="sng">
            <a:solidFill>
              <a:schemeClr val="tx2"/>
            </a:solidFill>
            <a:prstDash val="solid"/>
            <a:headEnd type="none" w="med" len="med"/>
            <a:tailEnd type="triangle" w="med" len="lg"/>
          </a:ln>
        </p:spPr>
      </p:sp>
      <p:sp>
        <p:nvSpPr>
          <p:cNvPr id="18435" name="Rectangle 3"/>
          <p:cNvSpPr/>
          <p:nvPr/>
        </p:nvSpPr>
        <p:spPr>
          <a:xfrm>
            <a:off x="2514600" y="762000"/>
            <a:ext cx="3429000"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36" name="Text Box 4"/>
          <p:cNvSpPr txBox="1"/>
          <p:nvPr/>
        </p:nvSpPr>
        <p:spPr>
          <a:xfrm>
            <a:off x="2590800" y="762000"/>
            <a:ext cx="34290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8437" name="Line 5"/>
          <p:cNvSpPr/>
          <p:nvPr/>
        </p:nvSpPr>
        <p:spPr>
          <a:xfrm>
            <a:off x="3200400" y="762000"/>
            <a:ext cx="0" cy="533400"/>
          </a:xfrm>
          <a:prstGeom prst="line">
            <a:avLst/>
          </a:prstGeom>
          <a:ln w="28575" cap="flat" cmpd="sng">
            <a:solidFill>
              <a:schemeClr val="bg2"/>
            </a:solidFill>
            <a:prstDash val="solid"/>
            <a:headEnd type="none" w="med" len="med"/>
            <a:tailEnd type="none" w="med" len="med"/>
          </a:ln>
        </p:spPr>
      </p:sp>
      <p:sp>
        <p:nvSpPr>
          <p:cNvPr id="18438" name="Line 6"/>
          <p:cNvSpPr/>
          <p:nvPr/>
        </p:nvSpPr>
        <p:spPr>
          <a:xfrm>
            <a:off x="3886200" y="762000"/>
            <a:ext cx="0" cy="533400"/>
          </a:xfrm>
          <a:prstGeom prst="line">
            <a:avLst/>
          </a:prstGeom>
          <a:ln w="28575" cap="flat" cmpd="sng">
            <a:solidFill>
              <a:schemeClr val="bg2"/>
            </a:solidFill>
            <a:prstDash val="solid"/>
            <a:headEnd type="none" w="med" len="med"/>
            <a:tailEnd type="none" w="med" len="med"/>
          </a:ln>
        </p:spPr>
      </p:sp>
      <p:sp>
        <p:nvSpPr>
          <p:cNvPr id="18439" name="Line 7"/>
          <p:cNvSpPr/>
          <p:nvPr/>
        </p:nvSpPr>
        <p:spPr>
          <a:xfrm>
            <a:off x="4572000" y="762000"/>
            <a:ext cx="0" cy="533400"/>
          </a:xfrm>
          <a:prstGeom prst="line">
            <a:avLst/>
          </a:prstGeom>
          <a:ln w="28575" cap="flat" cmpd="sng">
            <a:solidFill>
              <a:schemeClr val="bg2"/>
            </a:solidFill>
            <a:prstDash val="solid"/>
            <a:headEnd type="none" w="med" len="med"/>
            <a:tailEnd type="none" w="med" len="med"/>
          </a:ln>
        </p:spPr>
      </p:sp>
      <p:sp>
        <p:nvSpPr>
          <p:cNvPr id="18440" name="Line 8"/>
          <p:cNvSpPr/>
          <p:nvPr/>
        </p:nvSpPr>
        <p:spPr>
          <a:xfrm>
            <a:off x="5257800" y="762000"/>
            <a:ext cx="0" cy="533400"/>
          </a:xfrm>
          <a:prstGeom prst="line">
            <a:avLst/>
          </a:prstGeom>
          <a:ln w="28575" cap="flat" cmpd="sng">
            <a:solidFill>
              <a:schemeClr val="bg2"/>
            </a:solidFill>
            <a:prstDash val="solid"/>
            <a:headEnd type="none" w="med" len="med"/>
            <a:tailEnd type="none" w="med" len="med"/>
          </a:ln>
        </p:spPr>
      </p:sp>
      <p:sp>
        <p:nvSpPr>
          <p:cNvPr id="18441" name="Text Box 9"/>
          <p:cNvSpPr txBox="1"/>
          <p:nvPr/>
        </p:nvSpPr>
        <p:spPr>
          <a:xfrm>
            <a:off x="2590800" y="319088"/>
            <a:ext cx="311785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1      2      3      4     5</a:t>
            </a:r>
            <a:endParaRPr lang="en-US" altLang="zh-CN" sz="2400" dirty="0"/>
          </a:p>
        </p:txBody>
      </p:sp>
      <p:sp>
        <p:nvSpPr>
          <p:cNvPr id="18442" name="Text Box 10"/>
          <p:cNvSpPr txBox="1"/>
          <p:nvPr/>
        </p:nvSpPr>
        <p:spPr>
          <a:xfrm>
            <a:off x="1576388" y="762000"/>
            <a:ext cx="862012"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rPr>
              <a:t>data</a:t>
            </a:r>
            <a:endParaRPr lang="en-US" altLang="zh-CN" dirty="0">
              <a:solidFill>
                <a:schemeClr val="tx2"/>
              </a:solidFill>
            </a:endParaRPr>
          </a:p>
        </p:txBody>
      </p:sp>
      <p:sp>
        <p:nvSpPr>
          <p:cNvPr id="18443" name="Text Box 11"/>
          <p:cNvSpPr txBox="1"/>
          <p:nvPr/>
        </p:nvSpPr>
        <p:spPr>
          <a:xfrm>
            <a:off x="736600" y="1295400"/>
            <a:ext cx="15494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chemeClr val="accent2"/>
                </a:solidFill>
                <a:ea typeface="隶书" panose="02010509060101010101" pitchFamily="49" charset="-122"/>
              </a:rPr>
              <a:t>查找 </a:t>
            </a:r>
            <a:r>
              <a:rPr lang="en-US" altLang="zh-CN" b="1" dirty="0">
                <a:solidFill>
                  <a:schemeClr val="hlink"/>
                </a:solidFill>
                <a:latin typeface="Arial" panose="020B0604020202020204" pitchFamily="34" charset="0"/>
                <a:ea typeface="隶书" panose="02010509060101010101" pitchFamily="49" charset="-122"/>
              </a:rPr>
              <a:t>50</a:t>
            </a:r>
            <a:endParaRPr lang="en-US" altLang="zh-CN" sz="2400" dirty="0"/>
          </a:p>
        </p:txBody>
      </p:sp>
      <p:sp>
        <p:nvSpPr>
          <p:cNvPr id="18444" name="Text Box 12"/>
          <p:cNvSpPr txBox="1"/>
          <p:nvPr/>
        </p:nvSpPr>
        <p:spPr>
          <a:xfrm>
            <a:off x="2438400" y="1295400"/>
            <a:ext cx="29686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8445" name="Line 13"/>
          <p:cNvSpPr/>
          <p:nvPr/>
        </p:nvSpPr>
        <p:spPr>
          <a:xfrm flipV="1">
            <a:off x="3421063" y="2438400"/>
            <a:ext cx="0" cy="381000"/>
          </a:xfrm>
          <a:prstGeom prst="line">
            <a:avLst/>
          </a:prstGeom>
          <a:ln w="28575" cap="flat" cmpd="sng">
            <a:solidFill>
              <a:schemeClr val="tx2"/>
            </a:solidFill>
            <a:prstDash val="solid"/>
            <a:headEnd type="none" w="med" len="med"/>
            <a:tailEnd type="triangle" w="med" len="lg"/>
          </a:ln>
        </p:spPr>
      </p:sp>
      <p:sp>
        <p:nvSpPr>
          <p:cNvPr id="18446" name="Rectangle 14"/>
          <p:cNvSpPr/>
          <p:nvPr/>
        </p:nvSpPr>
        <p:spPr>
          <a:xfrm>
            <a:off x="2514600" y="1828800"/>
            <a:ext cx="3429000"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47" name="Text Box 15"/>
          <p:cNvSpPr txBox="1"/>
          <p:nvPr/>
        </p:nvSpPr>
        <p:spPr>
          <a:xfrm>
            <a:off x="2590800" y="1828800"/>
            <a:ext cx="35052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8448" name="Line 16"/>
          <p:cNvSpPr/>
          <p:nvPr/>
        </p:nvSpPr>
        <p:spPr>
          <a:xfrm>
            <a:off x="3200400" y="1828800"/>
            <a:ext cx="0" cy="533400"/>
          </a:xfrm>
          <a:prstGeom prst="line">
            <a:avLst/>
          </a:prstGeom>
          <a:ln w="28575" cap="flat" cmpd="sng">
            <a:solidFill>
              <a:schemeClr val="bg2"/>
            </a:solidFill>
            <a:prstDash val="solid"/>
            <a:headEnd type="none" w="med" len="med"/>
            <a:tailEnd type="none" w="med" len="med"/>
          </a:ln>
        </p:spPr>
      </p:sp>
      <p:sp>
        <p:nvSpPr>
          <p:cNvPr id="18449" name="Line 17"/>
          <p:cNvSpPr/>
          <p:nvPr/>
        </p:nvSpPr>
        <p:spPr>
          <a:xfrm>
            <a:off x="3886200" y="1828800"/>
            <a:ext cx="0" cy="533400"/>
          </a:xfrm>
          <a:prstGeom prst="line">
            <a:avLst/>
          </a:prstGeom>
          <a:ln w="28575" cap="flat" cmpd="sng">
            <a:solidFill>
              <a:schemeClr val="bg2"/>
            </a:solidFill>
            <a:prstDash val="solid"/>
            <a:headEnd type="none" w="med" len="med"/>
            <a:tailEnd type="none" w="med" len="med"/>
          </a:ln>
        </p:spPr>
      </p:sp>
      <p:sp>
        <p:nvSpPr>
          <p:cNvPr id="18450" name="Line 18"/>
          <p:cNvSpPr/>
          <p:nvPr/>
        </p:nvSpPr>
        <p:spPr>
          <a:xfrm>
            <a:off x="4572000" y="1828800"/>
            <a:ext cx="0" cy="533400"/>
          </a:xfrm>
          <a:prstGeom prst="line">
            <a:avLst/>
          </a:prstGeom>
          <a:ln w="28575" cap="flat" cmpd="sng">
            <a:solidFill>
              <a:schemeClr val="bg2"/>
            </a:solidFill>
            <a:prstDash val="solid"/>
            <a:headEnd type="none" w="med" len="med"/>
            <a:tailEnd type="none" w="med" len="med"/>
          </a:ln>
        </p:spPr>
      </p:sp>
      <p:sp>
        <p:nvSpPr>
          <p:cNvPr id="18451" name="Line 19"/>
          <p:cNvSpPr/>
          <p:nvPr/>
        </p:nvSpPr>
        <p:spPr>
          <a:xfrm>
            <a:off x="5257800" y="1828800"/>
            <a:ext cx="0" cy="533400"/>
          </a:xfrm>
          <a:prstGeom prst="line">
            <a:avLst/>
          </a:prstGeom>
          <a:ln w="28575" cap="flat" cmpd="sng">
            <a:solidFill>
              <a:schemeClr val="bg2"/>
            </a:solidFill>
            <a:prstDash val="solid"/>
            <a:headEnd type="none" w="med" len="med"/>
            <a:tailEnd type="none" w="med" len="med"/>
          </a:ln>
        </p:spPr>
      </p:sp>
      <p:sp>
        <p:nvSpPr>
          <p:cNvPr id="18452" name="Text Box 20"/>
          <p:cNvSpPr txBox="1"/>
          <p:nvPr/>
        </p:nvSpPr>
        <p:spPr>
          <a:xfrm>
            <a:off x="3048000" y="2362200"/>
            <a:ext cx="29686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8453" name="Line 21"/>
          <p:cNvSpPr/>
          <p:nvPr/>
        </p:nvSpPr>
        <p:spPr>
          <a:xfrm flipV="1">
            <a:off x="4114800" y="3505200"/>
            <a:ext cx="0" cy="381000"/>
          </a:xfrm>
          <a:prstGeom prst="line">
            <a:avLst/>
          </a:prstGeom>
          <a:ln w="28575" cap="flat" cmpd="sng">
            <a:solidFill>
              <a:schemeClr val="tx2"/>
            </a:solidFill>
            <a:prstDash val="solid"/>
            <a:headEnd type="none" w="med" len="med"/>
            <a:tailEnd type="triangle" w="med" len="lg"/>
          </a:ln>
        </p:spPr>
      </p:sp>
      <p:sp>
        <p:nvSpPr>
          <p:cNvPr id="18454" name="Rectangle 22"/>
          <p:cNvSpPr/>
          <p:nvPr/>
        </p:nvSpPr>
        <p:spPr>
          <a:xfrm>
            <a:off x="2514600" y="2895600"/>
            <a:ext cx="3429000"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55" name="Text Box 23"/>
          <p:cNvSpPr txBox="1"/>
          <p:nvPr/>
        </p:nvSpPr>
        <p:spPr>
          <a:xfrm>
            <a:off x="2590800" y="2895600"/>
            <a:ext cx="41052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8456" name="Line 24"/>
          <p:cNvSpPr/>
          <p:nvPr/>
        </p:nvSpPr>
        <p:spPr>
          <a:xfrm>
            <a:off x="3200400" y="2895600"/>
            <a:ext cx="0" cy="533400"/>
          </a:xfrm>
          <a:prstGeom prst="line">
            <a:avLst/>
          </a:prstGeom>
          <a:ln w="28575" cap="flat" cmpd="sng">
            <a:solidFill>
              <a:schemeClr val="bg2"/>
            </a:solidFill>
            <a:prstDash val="solid"/>
            <a:headEnd type="none" w="med" len="med"/>
            <a:tailEnd type="none" w="med" len="med"/>
          </a:ln>
        </p:spPr>
      </p:sp>
      <p:sp>
        <p:nvSpPr>
          <p:cNvPr id="18457" name="Line 25"/>
          <p:cNvSpPr/>
          <p:nvPr/>
        </p:nvSpPr>
        <p:spPr>
          <a:xfrm>
            <a:off x="3886200" y="2895600"/>
            <a:ext cx="0" cy="533400"/>
          </a:xfrm>
          <a:prstGeom prst="line">
            <a:avLst/>
          </a:prstGeom>
          <a:ln w="28575" cap="flat" cmpd="sng">
            <a:solidFill>
              <a:schemeClr val="bg2"/>
            </a:solidFill>
            <a:prstDash val="solid"/>
            <a:headEnd type="none" w="med" len="med"/>
            <a:tailEnd type="none" w="med" len="med"/>
          </a:ln>
        </p:spPr>
      </p:sp>
      <p:sp>
        <p:nvSpPr>
          <p:cNvPr id="18458" name="Line 26"/>
          <p:cNvSpPr/>
          <p:nvPr/>
        </p:nvSpPr>
        <p:spPr>
          <a:xfrm>
            <a:off x="4572000" y="2895600"/>
            <a:ext cx="0" cy="533400"/>
          </a:xfrm>
          <a:prstGeom prst="line">
            <a:avLst/>
          </a:prstGeom>
          <a:ln w="28575" cap="flat" cmpd="sng">
            <a:solidFill>
              <a:schemeClr val="bg2"/>
            </a:solidFill>
            <a:prstDash val="solid"/>
            <a:headEnd type="none" w="med" len="med"/>
            <a:tailEnd type="none" w="med" len="med"/>
          </a:ln>
        </p:spPr>
      </p:sp>
      <p:sp>
        <p:nvSpPr>
          <p:cNvPr id="18459" name="Line 27"/>
          <p:cNvSpPr/>
          <p:nvPr/>
        </p:nvSpPr>
        <p:spPr>
          <a:xfrm>
            <a:off x="5257800" y="2895600"/>
            <a:ext cx="0" cy="533400"/>
          </a:xfrm>
          <a:prstGeom prst="line">
            <a:avLst/>
          </a:prstGeom>
          <a:ln w="28575" cap="flat" cmpd="sng">
            <a:solidFill>
              <a:schemeClr val="bg2"/>
            </a:solidFill>
            <a:prstDash val="solid"/>
            <a:headEnd type="none" w="med" len="med"/>
            <a:tailEnd type="none" w="med" len="med"/>
          </a:ln>
        </p:spPr>
      </p:sp>
      <p:sp>
        <p:nvSpPr>
          <p:cNvPr id="18460" name="Text Box 28"/>
          <p:cNvSpPr txBox="1"/>
          <p:nvPr/>
        </p:nvSpPr>
        <p:spPr>
          <a:xfrm>
            <a:off x="3741738" y="3429000"/>
            <a:ext cx="296862"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8461" name="Line 29"/>
          <p:cNvSpPr/>
          <p:nvPr/>
        </p:nvSpPr>
        <p:spPr>
          <a:xfrm flipV="1">
            <a:off x="4876800" y="4572000"/>
            <a:ext cx="0" cy="381000"/>
          </a:xfrm>
          <a:prstGeom prst="line">
            <a:avLst/>
          </a:prstGeom>
          <a:ln w="28575" cap="flat" cmpd="sng">
            <a:solidFill>
              <a:schemeClr val="tx2"/>
            </a:solidFill>
            <a:prstDash val="solid"/>
            <a:headEnd type="none" w="med" len="med"/>
            <a:tailEnd type="triangle" w="med" len="lg"/>
          </a:ln>
        </p:spPr>
      </p:sp>
      <p:sp>
        <p:nvSpPr>
          <p:cNvPr id="18462" name="Rectangle 30"/>
          <p:cNvSpPr/>
          <p:nvPr/>
        </p:nvSpPr>
        <p:spPr>
          <a:xfrm>
            <a:off x="2524125" y="3962400"/>
            <a:ext cx="3419475"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63" name="Text Box 31"/>
          <p:cNvSpPr txBox="1"/>
          <p:nvPr/>
        </p:nvSpPr>
        <p:spPr>
          <a:xfrm>
            <a:off x="2600325" y="3962400"/>
            <a:ext cx="41052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8464" name="Line 32"/>
          <p:cNvSpPr/>
          <p:nvPr/>
        </p:nvSpPr>
        <p:spPr>
          <a:xfrm>
            <a:off x="3209925" y="3962400"/>
            <a:ext cx="0" cy="533400"/>
          </a:xfrm>
          <a:prstGeom prst="line">
            <a:avLst/>
          </a:prstGeom>
          <a:ln w="28575" cap="flat" cmpd="sng">
            <a:solidFill>
              <a:schemeClr val="bg2"/>
            </a:solidFill>
            <a:prstDash val="solid"/>
            <a:headEnd type="none" w="med" len="med"/>
            <a:tailEnd type="none" w="med" len="med"/>
          </a:ln>
        </p:spPr>
      </p:sp>
      <p:sp>
        <p:nvSpPr>
          <p:cNvPr id="18465" name="Line 33"/>
          <p:cNvSpPr/>
          <p:nvPr/>
        </p:nvSpPr>
        <p:spPr>
          <a:xfrm>
            <a:off x="3895725" y="3962400"/>
            <a:ext cx="0" cy="533400"/>
          </a:xfrm>
          <a:prstGeom prst="line">
            <a:avLst/>
          </a:prstGeom>
          <a:ln w="28575" cap="flat" cmpd="sng">
            <a:solidFill>
              <a:schemeClr val="bg2"/>
            </a:solidFill>
            <a:prstDash val="solid"/>
            <a:headEnd type="none" w="med" len="med"/>
            <a:tailEnd type="none" w="med" len="med"/>
          </a:ln>
        </p:spPr>
      </p:sp>
      <p:sp>
        <p:nvSpPr>
          <p:cNvPr id="18466" name="Line 34"/>
          <p:cNvSpPr/>
          <p:nvPr/>
        </p:nvSpPr>
        <p:spPr>
          <a:xfrm>
            <a:off x="4581525" y="3962400"/>
            <a:ext cx="0" cy="533400"/>
          </a:xfrm>
          <a:prstGeom prst="line">
            <a:avLst/>
          </a:prstGeom>
          <a:ln w="28575" cap="flat" cmpd="sng">
            <a:solidFill>
              <a:schemeClr val="bg2"/>
            </a:solidFill>
            <a:prstDash val="solid"/>
            <a:headEnd type="none" w="med" len="med"/>
            <a:tailEnd type="none" w="med" len="med"/>
          </a:ln>
        </p:spPr>
      </p:sp>
      <p:sp>
        <p:nvSpPr>
          <p:cNvPr id="18467" name="Line 35"/>
          <p:cNvSpPr/>
          <p:nvPr/>
        </p:nvSpPr>
        <p:spPr>
          <a:xfrm>
            <a:off x="5267325" y="3962400"/>
            <a:ext cx="0" cy="533400"/>
          </a:xfrm>
          <a:prstGeom prst="line">
            <a:avLst/>
          </a:prstGeom>
          <a:ln w="28575" cap="flat" cmpd="sng">
            <a:solidFill>
              <a:schemeClr val="bg2"/>
            </a:solidFill>
            <a:prstDash val="solid"/>
            <a:headEnd type="none" w="med" len="med"/>
            <a:tailEnd type="none" w="med" len="med"/>
          </a:ln>
        </p:spPr>
      </p:sp>
      <p:sp>
        <p:nvSpPr>
          <p:cNvPr id="18468" name="Text Box 36"/>
          <p:cNvSpPr txBox="1"/>
          <p:nvPr/>
        </p:nvSpPr>
        <p:spPr>
          <a:xfrm>
            <a:off x="4495800" y="4495800"/>
            <a:ext cx="29686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8469" name="Line 37"/>
          <p:cNvSpPr/>
          <p:nvPr/>
        </p:nvSpPr>
        <p:spPr>
          <a:xfrm flipV="1">
            <a:off x="5562600" y="5638800"/>
            <a:ext cx="0" cy="381000"/>
          </a:xfrm>
          <a:prstGeom prst="line">
            <a:avLst/>
          </a:prstGeom>
          <a:ln w="28575" cap="flat" cmpd="sng">
            <a:solidFill>
              <a:schemeClr val="tx2"/>
            </a:solidFill>
            <a:prstDash val="solid"/>
            <a:headEnd type="none" w="med" len="med"/>
            <a:tailEnd type="triangle" w="med" len="lg"/>
          </a:ln>
        </p:spPr>
      </p:sp>
      <p:sp>
        <p:nvSpPr>
          <p:cNvPr id="18470" name="Rectangle 38"/>
          <p:cNvSpPr/>
          <p:nvPr/>
        </p:nvSpPr>
        <p:spPr>
          <a:xfrm>
            <a:off x="2524125" y="5029200"/>
            <a:ext cx="3419475" cy="533400"/>
          </a:xfrm>
          <a:prstGeom prst="rect">
            <a:avLst/>
          </a:prstGeom>
          <a:solidFill>
            <a:srgbClr val="FF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71" name="Text Box 39"/>
          <p:cNvSpPr txBox="1"/>
          <p:nvPr/>
        </p:nvSpPr>
        <p:spPr>
          <a:xfrm>
            <a:off x="2600325" y="5029200"/>
            <a:ext cx="41052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latin typeface="Arial" panose="020B0604020202020204" pitchFamily="34" charset="0"/>
              </a:rPr>
              <a:t>25  34  57  16  48</a:t>
            </a:r>
            <a:r>
              <a:rPr lang="en-US" altLang="zh-CN" b="1" dirty="0">
                <a:solidFill>
                  <a:schemeClr val="tx2"/>
                </a:solidFill>
              </a:rPr>
              <a:t> </a:t>
            </a:r>
            <a:endParaRPr lang="en-US" altLang="zh-CN" dirty="0">
              <a:latin typeface="Arial Narrow" panose="020B0606020202030204" pitchFamily="34" charset="0"/>
              <a:sym typeface="Symbol" panose="05050102010706020507" pitchFamily="18" charset="2"/>
            </a:endParaRPr>
          </a:p>
        </p:txBody>
      </p:sp>
      <p:sp>
        <p:nvSpPr>
          <p:cNvPr id="18472" name="Line 40"/>
          <p:cNvSpPr/>
          <p:nvPr/>
        </p:nvSpPr>
        <p:spPr>
          <a:xfrm>
            <a:off x="3209925" y="5029200"/>
            <a:ext cx="0" cy="533400"/>
          </a:xfrm>
          <a:prstGeom prst="line">
            <a:avLst/>
          </a:prstGeom>
          <a:ln w="28575" cap="flat" cmpd="sng">
            <a:solidFill>
              <a:schemeClr val="bg2"/>
            </a:solidFill>
            <a:prstDash val="solid"/>
            <a:headEnd type="none" w="med" len="med"/>
            <a:tailEnd type="none" w="med" len="med"/>
          </a:ln>
        </p:spPr>
      </p:sp>
      <p:sp>
        <p:nvSpPr>
          <p:cNvPr id="18473" name="Line 41"/>
          <p:cNvSpPr/>
          <p:nvPr/>
        </p:nvSpPr>
        <p:spPr>
          <a:xfrm>
            <a:off x="3895725" y="5029200"/>
            <a:ext cx="0" cy="533400"/>
          </a:xfrm>
          <a:prstGeom prst="line">
            <a:avLst/>
          </a:prstGeom>
          <a:ln w="28575" cap="flat" cmpd="sng">
            <a:solidFill>
              <a:schemeClr val="bg2"/>
            </a:solidFill>
            <a:prstDash val="solid"/>
            <a:headEnd type="none" w="med" len="med"/>
            <a:tailEnd type="none" w="med" len="med"/>
          </a:ln>
        </p:spPr>
      </p:sp>
      <p:sp>
        <p:nvSpPr>
          <p:cNvPr id="18474" name="Line 42"/>
          <p:cNvSpPr/>
          <p:nvPr/>
        </p:nvSpPr>
        <p:spPr>
          <a:xfrm>
            <a:off x="5267325" y="5029200"/>
            <a:ext cx="0" cy="533400"/>
          </a:xfrm>
          <a:prstGeom prst="line">
            <a:avLst/>
          </a:prstGeom>
          <a:ln w="28575" cap="flat" cmpd="sng">
            <a:solidFill>
              <a:schemeClr val="bg2"/>
            </a:solidFill>
            <a:prstDash val="solid"/>
            <a:headEnd type="none" w="med" len="med"/>
            <a:tailEnd type="none" w="med" len="med"/>
          </a:ln>
        </p:spPr>
      </p:sp>
      <p:sp>
        <p:nvSpPr>
          <p:cNvPr id="18475" name="Line 43"/>
          <p:cNvSpPr/>
          <p:nvPr/>
        </p:nvSpPr>
        <p:spPr>
          <a:xfrm flipH="1">
            <a:off x="4648200" y="5029200"/>
            <a:ext cx="0" cy="533400"/>
          </a:xfrm>
          <a:prstGeom prst="line">
            <a:avLst/>
          </a:prstGeom>
          <a:ln w="28575" cap="flat" cmpd="sng">
            <a:solidFill>
              <a:schemeClr val="bg2"/>
            </a:solidFill>
            <a:prstDash val="solid"/>
            <a:headEnd type="none" w="med" len="med"/>
            <a:tailEnd type="none" w="med" len="med"/>
          </a:ln>
        </p:spPr>
      </p:sp>
      <p:sp>
        <p:nvSpPr>
          <p:cNvPr id="18476" name="Text Box 44"/>
          <p:cNvSpPr txBox="1"/>
          <p:nvPr/>
        </p:nvSpPr>
        <p:spPr>
          <a:xfrm>
            <a:off x="5189538" y="5562600"/>
            <a:ext cx="296862"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sp>
        <p:nvSpPr>
          <p:cNvPr id="18477" name="AutoShape 45"/>
          <p:cNvSpPr/>
          <p:nvPr/>
        </p:nvSpPr>
        <p:spPr>
          <a:xfrm>
            <a:off x="2971800" y="1447800"/>
            <a:ext cx="533400" cy="152400"/>
          </a:xfrm>
          <a:prstGeom prst="curvedUpArrow">
            <a:avLst>
              <a:gd name="adj1" fmla="val 70000"/>
              <a:gd name="adj2" fmla="val 140000"/>
              <a:gd name="adj3" fmla="val 33333"/>
            </a:avLst>
          </a:prstGeom>
          <a:solidFill>
            <a:srgbClr val="FF505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78" name="AutoShape 46"/>
          <p:cNvSpPr/>
          <p:nvPr/>
        </p:nvSpPr>
        <p:spPr>
          <a:xfrm>
            <a:off x="3581400" y="2514600"/>
            <a:ext cx="533400" cy="152400"/>
          </a:xfrm>
          <a:prstGeom prst="curvedUpArrow">
            <a:avLst>
              <a:gd name="adj1" fmla="val 70000"/>
              <a:gd name="adj2" fmla="val 140000"/>
              <a:gd name="adj3" fmla="val 33333"/>
            </a:avLst>
          </a:prstGeom>
          <a:solidFill>
            <a:srgbClr val="FF505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79" name="AutoShape 47"/>
          <p:cNvSpPr/>
          <p:nvPr/>
        </p:nvSpPr>
        <p:spPr>
          <a:xfrm>
            <a:off x="4267200" y="3581400"/>
            <a:ext cx="533400" cy="152400"/>
          </a:xfrm>
          <a:prstGeom prst="curvedUpArrow">
            <a:avLst>
              <a:gd name="adj1" fmla="val 70000"/>
              <a:gd name="adj2" fmla="val 140000"/>
              <a:gd name="adj3" fmla="val 33333"/>
            </a:avLst>
          </a:prstGeom>
          <a:solidFill>
            <a:srgbClr val="FF505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80" name="AutoShape 48"/>
          <p:cNvSpPr/>
          <p:nvPr/>
        </p:nvSpPr>
        <p:spPr>
          <a:xfrm>
            <a:off x="5029200" y="4648200"/>
            <a:ext cx="533400" cy="152400"/>
          </a:xfrm>
          <a:prstGeom prst="curvedUpArrow">
            <a:avLst>
              <a:gd name="adj1" fmla="val 70000"/>
              <a:gd name="adj2" fmla="val 140000"/>
              <a:gd name="adj3" fmla="val 33333"/>
            </a:avLst>
          </a:prstGeom>
          <a:solidFill>
            <a:srgbClr val="FF505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81" name="AutoShape 49"/>
          <p:cNvSpPr/>
          <p:nvPr/>
        </p:nvSpPr>
        <p:spPr>
          <a:xfrm>
            <a:off x="5715000" y="5715000"/>
            <a:ext cx="533400" cy="152400"/>
          </a:xfrm>
          <a:prstGeom prst="curvedUpArrow">
            <a:avLst>
              <a:gd name="adj1" fmla="val 70000"/>
              <a:gd name="adj2" fmla="val 140000"/>
              <a:gd name="adj3" fmla="val 33333"/>
            </a:avLst>
          </a:prstGeom>
          <a:solidFill>
            <a:srgbClr val="FF505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8482" name="Text Box 50"/>
          <p:cNvSpPr txBox="1"/>
          <p:nvPr/>
        </p:nvSpPr>
        <p:spPr>
          <a:xfrm>
            <a:off x="6400800" y="5440363"/>
            <a:ext cx="18224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chemeClr val="accent2"/>
                </a:solidFill>
                <a:ea typeface="隶书" panose="02010509060101010101" pitchFamily="49" charset="-122"/>
              </a:rPr>
              <a:t>查找失败</a:t>
            </a:r>
            <a:endParaRPr lang="zh-CN" altLang="en-US" sz="2400" dirty="0"/>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1" name="Rectangle 3"/>
          <p:cNvSpPr>
            <a:spLocks noGrp="1" noChangeArrowheads="1"/>
          </p:cNvSpPr>
          <p:nvPr>
            <p:ph idx="1" hasCustomPrompt="1"/>
          </p:nvPr>
        </p:nvSpPr>
        <p:spPr>
          <a:xfrm>
            <a:off x="685800" y="533400"/>
            <a:ext cx="7772400" cy="5638800"/>
          </a:xfrm>
        </p:spPr>
        <p:txBody>
          <a:bodyPr vert="horz" wrap="square" lIns="91440" tIns="45720" rIns="91440" bIns="45720" numCol="1" anchor="t" anchorCtr="0" compatLnSpc="1"/>
          <a:lstStyle/>
          <a:p>
            <a:pPr marL="342900" marR="0" lvl="0" indent="-342900" algn="l" defTabSz="914400" rtl="0" eaLnBrk="1" fontAlgn="base" latinLnBrk="0" hangingPunct="1">
              <a:lnSpc>
                <a:spcPct val="105000"/>
              </a:lnSpc>
              <a:spcBef>
                <a:spcPct val="20000"/>
              </a:spcBef>
              <a:spcAft>
                <a:spcPct val="0"/>
              </a:spcAft>
              <a:buClr>
                <a:schemeClr val="hlink"/>
              </a:buClr>
              <a:buSzPct val="5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仿宋_GB2312" pitchFamily="49" charset="-122"/>
                <a:cs typeface="+mn-cs"/>
              </a:rPr>
              <a:t>按值查找：</a:t>
            </a:r>
            <a:r>
              <a:rPr kumimoji="1" lang="zh-CN" altLang="en-US" sz="2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mn-lt"/>
                <a:ea typeface="仿宋_GB2312" pitchFamily="49" charset="-122"/>
                <a:cs typeface="+mn-cs"/>
              </a:rPr>
              <a:t>在顺序表中从头查找结点值等于给定值</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e</a:t>
            </a:r>
            <a:r>
              <a:rPr kumimoji="1" lang="zh-CN" altLang="en-US" sz="2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mn-lt"/>
                <a:ea typeface="仿宋_GB2312" pitchFamily="49" charset="-122"/>
                <a:cs typeface="+mn-cs"/>
              </a:rPr>
              <a:t>的结点</a:t>
            </a:r>
            <a:endParaRPr kumimoji="1"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en-US"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mn-lt"/>
                <a:ea typeface="仿宋_GB2312" pitchFamily="49" charset="-122"/>
                <a:cs typeface="+mn-cs"/>
              </a:rPr>
              <a:t>    int</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LocateElem</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SqList</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L</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a:t>
            </a:r>
            <a:r>
              <a:rPr kumimoji="1" lang="en-US" altLang="zh-CN" sz="2800" b="1" i="0" u="none" strike="noStrike" kern="1200" cap="none" spc="0" normalizeH="0" baseline="0" noProof="0" dirty="0" err="1">
                <a:ln>
                  <a:noFill/>
                </a:ln>
                <a:solidFill>
                  <a:schemeClr val="hlink"/>
                </a:solidFill>
                <a:effectLst>
                  <a:outerShdw blurRad="38100" dist="38100" dir="2700000" algn="tl">
                    <a:srgbClr val="C0C0C0"/>
                  </a:outerShdw>
                </a:effectLst>
                <a:uLnTx/>
                <a:uFillTx/>
                <a:latin typeface="+mn-lt"/>
                <a:ea typeface="仿宋_GB2312" pitchFamily="49" charset="-122"/>
                <a:cs typeface="+mn-cs"/>
              </a:rPr>
              <a:t>Elem</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Type</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e )</a:t>
            </a:r>
            <a:endPar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int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i</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 0</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while </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i</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&lt; L-&gt;length</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&amp;&amp; </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L-&gt;data[</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i</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 e )</a:t>
            </a:r>
            <a:endPar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i</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if </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a:t>
            </a:r>
            <a:r>
              <a:rPr kumimoji="1" lang="en-US" altLang="zh-CN" sz="2800" b="1" i="0" u="none" strike="noStrike" kern="1200" cap="none" spc="0" normalizeH="0" baseline="0" noProof="0" dirty="0" err="1">
                <a:ln>
                  <a:noFill/>
                </a:ln>
                <a:solidFill>
                  <a:schemeClr val="hlink"/>
                </a:solidFill>
                <a:effectLst/>
                <a:uLnTx/>
                <a:uFillTx/>
                <a:latin typeface="+mn-lt"/>
                <a:ea typeface="仿宋_GB2312" pitchFamily="49" charset="-122"/>
                <a:cs typeface="+mn-cs"/>
              </a:rPr>
              <a:t>i</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==L-&gt;length )</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return</a:t>
            </a:r>
            <a:r>
              <a:rPr kumimoji="1" lang="en-US" altLang="zh-CN" sz="2800" b="1" i="0" u="none" strike="noStrike" kern="1200" cap="none" spc="0" normalizeH="0" baseline="0" noProof="0" dirty="0">
                <a:ln>
                  <a:noFill/>
                </a:ln>
                <a:solidFill>
                  <a:schemeClr val="hlink"/>
                </a:solidFill>
                <a:effectLst/>
                <a:uLnTx/>
                <a:uFillTx/>
                <a:latin typeface="+mn-lt"/>
                <a:ea typeface="仿宋_GB2312" pitchFamily="49" charset="-122"/>
                <a:cs typeface="+mn-cs"/>
              </a:rPr>
              <a:t> 0</a:t>
            </a: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else </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return i+1;</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0"/>
              </a:spcBef>
              <a:spcAft>
                <a:spcPct val="0"/>
              </a:spcAft>
              <a:buClr>
                <a:schemeClr val="hlink"/>
              </a:buClr>
              <a:buSzPct val="50000"/>
              <a:buFont typeface="Wingdings" panose="05000000000000000000" pitchFamily="2" charset="2"/>
              <a:buNone/>
              <a:defRPr/>
            </a:pPr>
            <a:r>
              <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rPr>
              <a:t>    }</a:t>
            </a:r>
            <a:endParaRPr kumimoji="1" lang="en-US" altLang="zh-CN" sz="28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3"/>
          <p:cNvSpPr txBox="1"/>
          <p:nvPr/>
        </p:nvSpPr>
        <p:spPr>
          <a:xfrm>
            <a:off x="1981200" y="762000"/>
            <a:ext cx="3546475"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b="1" dirty="0">
                <a:solidFill>
                  <a:schemeClr val="tx2"/>
                </a:solidFill>
                <a:ea typeface="隶书" panose="02010509060101010101" pitchFamily="49" charset="-122"/>
              </a:rPr>
              <a:t>时间性能分析</a:t>
            </a:r>
            <a:endParaRPr lang="zh-CN" altLang="en-US" b="1" dirty="0">
              <a:solidFill>
                <a:srgbClr val="0000CC"/>
              </a:solidFill>
            </a:endParaRPr>
          </a:p>
        </p:txBody>
      </p:sp>
      <p:sp>
        <p:nvSpPr>
          <p:cNvPr id="300036" name="Text Box 4"/>
          <p:cNvSpPr txBox="1"/>
          <p:nvPr/>
        </p:nvSpPr>
        <p:spPr>
          <a:xfrm>
            <a:off x="2073275" y="2525713"/>
            <a:ext cx="5438775"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最好情况：</a:t>
            </a:r>
            <a:r>
              <a:rPr lang="en-US" altLang="zh-CN" b="1" dirty="0">
                <a:solidFill>
                  <a:srgbClr val="0000CC"/>
                </a:solidFill>
              </a:rPr>
              <a:t>T(n)=O(1) </a:t>
            </a:r>
            <a:r>
              <a:rPr lang="zh-CN" altLang="en-US" b="1" dirty="0">
                <a:solidFill>
                  <a:srgbClr val="0000CC"/>
                </a:solidFill>
              </a:rPr>
              <a:t>第一个</a:t>
            </a:r>
            <a:r>
              <a:rPr lang="en-US" altLang="en-US" b="1" dirty="0">
                <a:solidFill>
                  <a:srgbClr val="0000CC"/>
                </a:solidFill>
              </a:rPr>
              <a:t> </a:t>
            </a:r>
            <a:endParaRPr lang="zh-CN" altLang="en-US" b="1" dirty="0">
              <a:solidFill>
                <a:srgbClr val="0000CC"/>
              </a:solidFill>
            </a:endParaRPr>
          </a:p>
        </p:txBody>
      </p:sp>
      <p:sp>
        <p:nvSpPr>
          <p:cNvPr id="300037" name="Text Box 5"/>
          <p:cNvSpPr txBox="1"/>
          <p:nvPr/>
        </p:nvSpPr>
        <p:spPr>
          <a:xfrm>
            <a:off x="2073275" y="3287713"/>
            <a:ext cx="5767388"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最坏情况：</a:t>
            </a:r>
            <a:r>
              <a:rPr lang="en-US" altLang="zh-CN" b="1" dirty="0">
                <a:solidFill>
                  <a:srgbClr val="0000CC"/>
                </a:solidFill>
              </a:rPr>
              <a:t>T(n)=O(n) </a:t>
            </a:r>
            <a:r>
              <a:rPr lang="zh-CN" altLang="en-US" b="1" dirty="0">
                <a:solidFill>
                  <a:srgbClr val="0000CC"/>
                </a:solidFill>
              </a:rPr>
              <a:t>最后一个</a:t>
            </a:r>
            <a:endParaRPr lang="zh-CN" altLang="en-US" b="1" dirty="0">
              <a:solidFill>
                <a:srgbClr val="0000CC"/>
              </a:solidFill>
            </a:endParaRPr>
          </a:p>
        </p:txBody>
      </p:sp>
      <p:sp>
        <p:nvSpPr>
          <p:cNvPr id="300038" name="Text Box 6"/>
          <p:cNvSpPr txBox="1"/>
          <p:nvPr/>
        </p:nvSpPr>
        <p:spPr>
          <a:xfrm>
            <a:off x="2073275" y="1763713"/>
            <a:ext cx="3856038"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CC00CC"/>
                </a:solidFill>
              </a:rPr>
              <a:t>通过比较次数来衡量</a:t>
            </a:r>
            <a:endParaRPr lang="zh-CN" altLang="en-US" b="1" dirty="0">
              <a:solidFill>
                <a:srgbClr val="CC00CC"/>
              </a:solidFill>
            </a:endParaRPr>
          </a:p>
        </p:txBody>
      </p:sp>
      <p:sp>
        <p:nvSpPr>
          <p:cNvPr id="300039" name="Text Box 7"/>
          <p:cNvSpPr txBox="1"/>
          <p:nvPr/>
        </p:nvSpPr>
        <p:spPr>
          <a:xfrm>
            <a:off x="2225675" y="4000500"/>
            <a:ext cx="36258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失败时：</a:t>
            </a:r>
            <a:r>
              <a:rPr lang="en-US" altLang="zh-CN" b="1" dirty="0">
                <a:solidFill>
                  <a:srgbClr val="0000CC"/>
                </a:solidFill>
              </a:rPr>
              <a:t>T(n)=O(n)</a:t>
            </a:r>
            <a:endParaRPr lang="en-US" altLang="zh-CN" b="1" dirty="0">
              <a:solidFill>
                <a:srgbClr val="0000CC"/>
              </a:solidFill>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0038"/>
                                        </p:tgtEl>
                                        <p:attrNameLst>
                                          <p:attrName>style.visibility</p:attrName>
                                        </p:attrNameLst>
                                      </p:cBhvr>
                                      <p:to>
                                        <p:strVal val="visible"/>
                                      </p:to>
                                    </p:set>
                                    <p:animEffect transition="in" filter="box(out)">
                                      <p:cBhvr>
                                        <p:cTn id="7" dur="500"/>
                                        <p:tgtEl>
                                          <p:spTgt spid="3000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00036"/>
                                        </p:tgtEl>
                                        <p:attrNameLst>
                                          <p:attrName>style.visibility</p:attrName>
                                        </p:attrNameLst>
                                      </p:cBhvr>
                                      <p:to>
                                        <p:strVal val="visible"/>
                                      </p:to>
                                    </p:set>
                                    <p:animEffect transition="in" filter="box(out)">
                                      <p:cBhvr>
                                        <p:cTn id="12" dur="500"/>
                                        <p:tgtEl>
                                          <p:spTgt spid="30003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00037"/>
                                        </p:tgtEl>
                                        <p:attrNameLst>
                                          <p:attrName>style.visibility</p:attrName>
                                        </p:attrNameLst>
                                      </p:cBhvr>
                                      <p:to>
                                        <p:strVal val="visible"/>
                                      </p:to>
                                    </p:set>
                                    <p:animEffect transition="in" filter="box(out)">
                                      <p:cBhvr>
                                        <p:cTn id="17" dur="500"/>
                                        <p:tgtEl>
                                          <p:spTgt spid="30003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00039"/>
                                        </p:tgtEl>
                                        <p:attrNameLst>
                                          <p:attrName>style.visibility</p:attrName>
                                        </p:attrNameLst>
                                      </p:cBhvr>
                                      <p:to>
                                        <p:strVal val="visible"/>
                                      </p:to>
                                    </p:set>
                                    <p:animEffect transition="in" filter="box(out)">
                                      <p:cBhvr>
                                        <p:cTn id="22" dur="500"/>
                                        <p:tgtEl>
                                          <p:spTgt spid="300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6" grpId="0"/>
      <p:bldP spid="300037" grpId="0"/>
      <p:bldP spid="300038" grpId="0"/>
      <p:bldP spid="3000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ChangeArrowheads="1"/>
          </p:cNvSpPr>
          <p:nvPr/>
        </p:nvSpPr>
        <p:spPr bwMode="auto">
          <a:xfrm>
            <a:off x="-685800" y="457200"/>
            <a:ext cx="9525000" cy="545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1371600" marR="0" lvl="3" indent="0" algn="l" defTabSz="914400" rtl="0" eaLnBrk="1" fontAlgn="b" latinLnBrk="0" hangingPunct="1">
              <a:lnSpc>
                <a:spcPct val="11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查找成功的平均比较次数</a:t>
            </a:r>
            <a:b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br>
            <a: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    </a:t>
            </a:r>
            <a:b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br>
            <a:b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br>
            <a: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若查找概率相等，则</a:t>
            </a:r>
            <a:b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br>
            <a:b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br>
            <a:endPar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1371600" marR="0" lvl="3" indent="0" algn="l" defTabSz="914400" rtl="0" eaLnBrk="1" fontAlgn="b" latinLnBrk="0" hangingPunct="1">
              <a:lnSpc>
                <a:spcPct val="110000"/>
              </a:lnSpc>
              <a:spcBef>
                <a:spcPct val="0"/>
              </a:spcBef>
              <a:spcAft>
                <a:spcPct val="0"/>
              </a:spcAft>
              <a:buClrTx/>
              <a:buSzTx/>
              <a:buFontTx/>
              <a:buNone/>
              <a:defRPr/>
            </a:pPr>
            <a:endPar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1371600" marR="0" lvl="3" indent="0" algn="l" defTabSz="914400" rtl="0" eaLnBrk="1" fontAlgn="b" latinLnBrk="0" hangingPunct="1">
              <a:lnSpc>
                <a:spcPct val="110000"/>
              </a:lnSpc>
              <a:spcBef>
                <a:spcPct val="0"/>
              </a:spcBef>
              <a:spcAft>
                <a:spcPct val="0"/>
              </a:spcAft>
              <a:buClrTx/>
              <a:buSzTx/>
              <a:buFontTx/>
              <a:buNone/>
              <a:defRPr/>
            </a:pPr>
            <a:endPar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1371600" marR="0" lvl="3" indent="0" algn="l" defTabSz="914400" rtl="0" eaLnBrk="1" fontAlgn="base" latinLnBrk="0" hangingPunct="1">
              <a:lnSpc>
                <a:spcPct val="110000"/>
              </a:lnSpc>
              <a:spcBef>
                <a:spcPct val="0"/>
              </a:spcBef>
              <a:spcAft>
                <a:spcPct val="0"/>
              </a:spcAft>
              <a:buClrTx/>
              <a:buSzTx/>
              <a:buFontTx/>
              <a:buNone/>
              <a:defRPr/>
            </a:pPr>
            <a:endPar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1371600" marR="0" lvl="3" indent="0" algn="l" defTabSz="914400" rtl="0" eaLnBrk="1" fontAlgn="base" latinLnBrk="0" hangingPunct="1">
              <a:lnSpc>
                <a:spcPct val="11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查找不成功    数据比较 </a:t>
            </a:r>
            <a:r>
              <a:rPr kumimoji="1" lang="en-US" altLang="zh-CN" sz="3200" b="1" i="1" u="none" strike="noStrike" kern="1200" cap="none" spc="0" normalizeH="0" baseline="0" noProof="0" dirty="0">
                <a:ln>
                  <a:noFill/>
                </a:ln>
                <a:solidFill>
                  <a:schemeClr val="bg2"/>
                </a:solidFill>
                <a:effectLst/>
                <a:uLnTx/>
                <a:uFillTx/>
                <a:latin typeface="Times New Roman" panose="02020603050405020304" pitchFamily="18" charset="0"/>
                <a:ea typeface="仿宋_GB2312" pitchFamily="49" charset="-122"/>
                <a:cs typeface="+mn-cs"/>
              </a:rPr>
              <a:t>n</a:t>
            </a:r>
            <a:r>
              <a:rPr kumimoji="1" lang="en-US" altLang="zh-CN"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 </a:t>
            </a:r>
            <a: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次</a:t>
            </a:r>
            <a:endPar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graphicFrame>
        <p:nvGraphicFramePr>
          <p:cNvPr id="21507" name="Object 3"/>
          <p:cNvGraphicFramePr>
            <a:graphicFrameLocks noChangeAspect="1"/>
          </p:cNvGraphicFramePr>
          <p:nvPr/>
        </p:nvGraphicFramePr>
        <p:xfrm>
          <a:off x="958850" y="990600"/>
          <a:ext cx="3721100" cy="1143000"/>
        </p:xfrm>
        <a:graphic>
          <a:graphicData uri="http://schemas.openxmlformats.org/presentationml/2006/ole">
            <mc:AlternateContent xmlns:mc="http://schemas.openxmlformats.org/markup-compatibility/2006">
              <mc:Choice xmlns:v="urn:schemas-microsoft-com:vml" Requires="v">
                <p:oleObj spid="_x0000_s3078" name="" r:id="rId1" imgW="1054100" imgH="431800" progId="Equation.3">
                  <p:embed/>
                </p:oleObj>
              </mc:Choice>
              <mc:Fallback>
                <p:oleObj name="" r:id="rId1" imgW="1054100" imgH="431800" progId="Equation.3">
                  <p:embed/>
                  <p:pic>
                    <p:nvPicPr>
                      <p:cNvPr id="0" name="图片 3077"/>
                      <p:cNvPicPr/>
                      <p:nvPr/>
                    </p:nvPicPr>
                    <p:blipFill>
                      <a:blip r:embed="rId2"/>
                      <a:stretch>
                        <a:fillRect/>
                      </a:stretch>
                    </p:blipFill>
                    <p:spPr>
                      <a:xfrm>
                        <a:off x="958850" y="990600"/>
                        <a:ext cx="3721100" cy="1143000"/>
                      </a:xfrm>
                      <a:prstGeom prst="rect">
                        <a:avLst/>
                      </a:prstGeom>
                      <a:noFill/>
                      <a:ln w="38100">
                        <a:noFill/>
                        <a:miter/>
                      </a:ln>
                    </p:spPr>
                  </p:pic>
                </p:oleObj>
              </mc:Fallback>
            </mc:AlternateContent>
          </a:graphicData>
        </a:graphic>
      </p:graphicFrame>
      <p:graphicFrame>
        <p:nvGraphicFramePr>
          <p:cNvPr id="21508" name="Object 4"/>
          <p:cNvGraphicFramePr>
            <a:graphicFrameLocks noChangeAspect="1"/>
          </p:cNvGraphicFramePr>
          <p:nvPr/>
        </p:nvGraphicFramePr>
        <p:xfrm>
          <a:off x="1246188" y="2743200"/>
          <a:ext cx="6573837" cy="2362200"/>
        </p:xfrm>
        <a:graphic>
          <a:graphicData uri="http://schemas.openxmlformats.org/presentationml/2006/ole">
            <mc:AlternateContent xmlns:mc="http://schemas.openxmlformats.org/markup-compatibility/2006">
              <mc:Choice xmlns:v="urn:schemas-microsoft-com:vml" Requires="v">
                <p:oleObj spid="_x0000_s3077" name="" r:id="rId3" imgW="2260600" imgH="838200" progId="Equation.3">
                  <p:embed/>
                </p:oleObj>
              </mc:Choice>
              <mc:Fallback>
                <p:oleObj name="" r:id="rId3" imgW="2260600" imgH="838200" progId="Equation.3">
                  <p:embed/>
                  <p:pic>
                    <p:nvPicPr>
                      <p:cNvPr id="0" name="图片 3076"/>
                      <p:cNvPicPr/>
                      <p:nvPr/>
                    </p:nvPicPr>
                    <p:blipFill>
                      <a:blip r:embed="rId4"/>
                      <a:stretch>
                        <a:fillRect/>
                      </a:stretch>
                    </p:blipFill>
                    <p:spPr>
                      <a:xfrm>
                        <a:off x="1246188" y="2743200"/>
                        <a:ext cx="6573837" cy="2362200"/>
                      </a:xfrm>
                      <a:prstGeom prst="rect">
                        <a:avLst/>
                      </a:prstGeom>
                      <a:noFill/>
                      <a:ln w="38100">
                        <a:noFill/>
                        <a:miter/>
                      </a:ln>
                    </p:spPr>
                  </p:pic>
                </p:oleObj>
              </mc:Fallback>
            </mc:AlternateContent>
          </a:graphicData>
        </a:graphic>
      </p:graphicFrame>
      <p:sp>
        <p:nvSpPr>
          <p:cNvPr id="71685" name="Text Box 5"/>
          <p:cNvSpPr txBox="1"/>
          <p:nvPr/>
        </p:nvSpPr>
        <p:spPr>
          <a:xfrm>
            <a:off x="3276600" y="6019800"/>
            <a:ext cx="19002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rgbClr val="0000CC"/>
                </a:solidFill>
              </a:rPr>
              <a:t>T(n)=O(n)</a:t>
            </a:r>
            <a:endParaRPr lang="en-US" altLang="zh-CN" dirty="0">
              <a:solidFill>
                <a:srgbClr val="0000CC"/>
              </a:solidFill>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1685"/>
                                        </p:tgtEl>
                                        <p:attrNameLst>
                                          <p:attrName>style.visibility</p:attrName>
                                        </p:attrNameLst>
                                      </p:cBhvr>
                                      <p:to>
                                        <p:strVal val="visible"/>
                                      </p:to>
                                    </p:set>
                                    <p:animEffect transition="in" filter="checkerboard(across)">
                                      <p:cBhvr>
                                        <p:cTn id="7" dur="500"/>
                                        <p:tgtEl>
                                          <p:spTgt spid="71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9" name="Rectangle 5"/>
          <p:cNvSpPr>
            <a:spLocks noChangeArrowheads="1"/>
          </p:cNvSpPr>
          <p:nvPr/>
        </p:nvSpPr>
        <p:spPr bwMode="auto">
          <a:xfrm>
            <a:off x="2819400" y="152400"/>
            <a:ext cx="3001963"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1200" cap="none" spc="0" normalizeH="0" baseline="0" noProof="0">
                <a:ln>
                  <a:noFill/>
                </a:ln>
                <a:solidFill>
                  <a:srgbClr val="CC0000"/>
                </a:solidFill>
                <a:effectLst/>
                <a:uLnTx/>
                <a:uFillTx/>
                <a:latin typeface="Times New Roman" panose="02020603050405020304" pitchFamily="18" charset="0"/>
                <a:ea typeface="隶书" panose="02010509060101010101" pitchFamily="49" charset="-122"/>
                <a:cs typeface="+mn-cs"/>
              </a:rPr>
              <a:t>元素的插入</a:t>
            </a:r>
            <a:endParaRPr kumimoji="1" lang="zh-CN" altLang="en-US" sz="4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grpSp>
        <p:nvGrpSpPr>
          <p:cNvPr id="72753" name="Group 49"/>
          <p:cNvGrpSpPr/>
          <p:nvPr/>
        </p:nvGrpSpPr>
        <p:grpSpPr>
          <a:xfrm>
            <a:off x="898525" y="762000"/>
            <a:ext cx="7102475" cy="1219200"/>
            <a:chOff x="566" y="480"/>
            <a:chExt cx="4474" cy="768"/>
          </a:xfrm>
        </p:grpSpPr>
        <p:sp>
          <p:nvSpPr>
            <p:cNvPr id="22564" name="Rectangle 6"/>
            <p:cNvSpPr/>
            <p:nvPr/>
          </p:nvSpPr>
          <p:spPr>
            <a:xfrm>
              <a:off x="1104" y="864"/>
              <a:ext cx="3936" cy="384"/>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22565" name="Text Box 7"/>
            <p:cNvSpPr txBox="1"/>
            <p:nvPr/>
          </p:nvSpPr>
          <p:spPr>
            <a:xfrm>
              <a:off x="1104" y="883"/>
              <a:ext cx="3882"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Arial Narrow" panose="020B0606020202030204" pitchFamily="34" charset="0"/>
                </a:rPr>
                <a:t>25   34   57  16   48  09   63          </a:t>
              </a:r>
              <a:r>
                <a:rPr lang="en-US" altLang="zh-CN" dirty="0">
                  <a:solidFill>
                    <a:schemeClr val="tx2"/>
                  </a:solidFill>
                  <a:latin typeface="Arial Narrow" panose="020B0606020202030204" pitchFamily="34" charset="0"/>
                  <a:sym typeface="Symbol" panose="05050102010706020507" pitchFamily="18" charset="2"/>
                </a:rPr>
                <a:t></a:t>
              </a:r>
              <a:endParaRPr lang="en-US" altLang="zh-CN" dirty="0">
                <a:latin typeface="Arial Narrow" panose="020B0606020202030204" pitchFamily="34" charset="0"/>
                <a:sym typeface="Symbol" panose="05050102010706020507" pitchFamily="18" charset="2"/>
              </a:endParaRPr>
            </a:p>
          </p:txBody>
        </p:sp>
        <p:sp>
          <p:nvSpPr>
            <p:cNvPr id="22566" name="Line 8"/>
            <p:cNvSpPr/>
            <p:nvPr/>
          </p:nvSpPr>
          <p:spPr>
            <a:xfrm>
              <a:off x="1488" y="864"/>
              <a:ext cx="0" cy="384"/>
            </a:xfrm>
            <a:prstGeom prst="line">
              <a:avLst/>
            </a:prstGeom>
            <a:ln w="28575" cap="flat" cmpd="sng">
              <a:solidFill>
                <a:schemeClr val="bg2"/>
              </a:solidFill>
              <a:prstDash val="solid"/>
              <a:headEnd type="none" w="med" len="med"/>
              <a:tailEnd type="none" w="med" len="med"/>
            </a:ln>
          </p:spPr>
        </p:sp>
        <p:sp>
          <p:nvSpPr>
            <p:cNvPr id="22567" name="Line 9"/>
            <p:cNvSpPr/>
            <p:nvPr/>
          </p:nvSpPr>
          <p:spPr>
            <a:xfrm>
              <a:off x="1872" y="864"/>
              <a:ext cx="0" cy="384"/>
            </a:xfrm>
            <a:prstGeom prst="line">
              <a:avLst/>
            </a:prstGeom>
            <a:ln w="28575" cap="flat" cmpd="sng">
              <a:solidFill>
                <a:schemeClr val="bg2"/>
              </a:solidFill>
              <a:prstDash val="solid"/>
              <a:headEnd type="none" w="med" len="med"/>
              <a:tailEnd type="none" w="med" len="med"/>
            </a:ln>
          </p:spPr>
        </p:sp>
        <p:sp>
          <p:nvSpPr>
            <p:cNvPr id="22568" name="Line 10"/>
            <p:cNvSpPr/>
            <p:nvPr/>
          </p:nvSpPr>
          <p:spPr>
            <a:xfrm>
              <a:off x="2256" y="864"/>
              <a:ext cx="0" cy="384"/>
            </a:xfrm>
            <a:prstGeom prst="line">
              <a:avLst/>
            </a:prstGeom>
            <a:ln w="28575" cap="flat" cmpd="sng">
              <a:solidFill>
                <a:schemeClr val="bg2"/>
              </a:solidFill>
              <a:prstDash val="solid"/>
              <a:headEnd type="none" w="med" len="med"/>
              <a:tailEnd type="none" w="med" len="med"/>
            </a:ln>
          </p:spPr>
        </p:sp>
        <p:sp>
          <p:nvSpPr>
            <p:cNvPr id="22569" name="Line 11"/>
            <p:cNvSpPr/>
            <p:nvPr/>
          </p:nvSpPr>
          <p:spPr>
            <a:xfrm>
              <a:off x="2640" y="864"/>
              <a:ext cx="0" cy="384"/>
            </a:xfrm>
            <a:prstGeom prst="line">
              <a:avLst/>
            </a:prstGeom>
            <a:ln w="28575" cap="flat" cmpd="sng">
              <a:solidFill>
                <a:schemeClr val="bg2"/>
              </a:solidFill>
              <a:prstDash val="solid"/>
              <a:headEnd type="none" w="med" len="med"/>
              <a:tailEnd type="none" w="med" len="med"/>
            </a:ln>
          </p:spPr>
        </p:sp>
        <p:sp>
          <p:nvSpPr>
            <p:cNvPr id="22570" name="Line 12"/>
            <p:cNvSpPr/>
            <p:nvPr/>
          </p:nvSpPr>
          <p:spPr>
            <a:xfrm>
              <a:off x="3024" y="864"/>
              <a:ext cx="0" cy="384"/>
            </a:xfrm>
            <a:prstGeom prst="line">
              <a:avLst/>
            </a:prstGeom>
            <a:ln w="28575" cap="flat" cmpd="sng">
              <a:solidFill>
                <a:schemeClr val="bg2"/>
              </a:solidFill>
              <a:prstDash val="solid"/>
              <a:headEnd type="none" w="med" len="med"/>
              <a:tailEnd type="none" w="med" len="med"/>
            </a:ln>
          </p:spPr>
        </p:sp>
        <p:sp>
          <p:nvSpPr>
            <p:cNvPr id="22571" name="Line 13"/>
            <p:cNvSpPr/>
            <p:nvPr/>
          </p:nvSpPr>
          <p:spPr>
            <a:xfrm>
              <a:off x="3408" y="864"/>
              <a:ext cx="0" cy="384"/>
            </a:xfrm>
            <a:prstGeom prst="line">
              <a:avLst/>
            </a:prstGeom>
            <a:ln w="28575" cap="flat" cmpd="sng">
              <a:solidFill>
                <a:schemeClr val="bg2"/>
              </a:solidFill>
              <a:prstDash val="solid"/>
              <a:headEnd type="none" w="med" len="med"/>
              <a:tailEnd type="none" w="med" len="med"/>
            </a:ln>
          </p:spPr>
        </p:sp>
        <p:sp>
          <p:nvSpPr>
            <p:cNvPr id="22572" name="Line 14"/>
            <p:cNvSpPr/>
            <p:nvPr/>
          </p:nvSpPr>
          <p:spPr>
            <a:xfrm>
              <a:off x="3792" y="864"/>
              <a:ext cx="0" cy="384"/>
            </a:xfrm>
            <a:prstGeom prst="line">
              <a:avLst/>
            </a:prstGeom>
            <a:ln w="28575" cap="flat" cmpd="sng">
              <a:solidFill>
                <a:schemeClr val="bg2"/>
              </a:solidFill>
              <a:prstDash val="solid"/>
              <a:headEnd type="none" w="med" len="med"/>
              <a:tailEnd type="none" w="med" len="med"/>
            </a:ln>
          </p:spPr>
        </p:sp>
        <p:sp>
          <p:nvSpPr>
            <p:cNvPr id="22573" name="Line 15"/>
            <p:cNvSpPr/>
            <p:nvPr/>
          </p:nvSpPr>
          <p:spPr>
            <a:xfrm>
              <a:off x="4176" y="864"/>
              <a:ext cx="0" cy="384"/>
            </a:xfrm>
            <a:prstGeom prst="line">
              <a:avLst/>
            </a:prstGeom>
            <a:ln w="28575" cap="flat" cmpd="sng">
              <a:solidFill>
                <a:schemeClr val="bg2"/>
              </a:solidFill>
              <a:prstDash val="solid"/>
              <a:headEnd type="none" w="med" len="med"/>
              <a:tailEnd type="none" w="med" len="med"/>
            </a:ln>
          </p:spPr>
        </p:sp>
        <p:sp>
          <p:nvSpPr>
            <p:cNvPr id="22574" name="Text Box 16"/>
            <p:cNvSpPr txBox="1"/>
            <p:nvPr/>
          </p:nvSpPr>
          <p:spPr>
            <a:xfrm>
              <a:off x="1172" y="480"/>
              <a:ext cx="2524"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1     2    3     4     5     6     7</a:t>
              </a:r>
              <a:endParaRPr lang="en-US" altLang="zh-CN" sz="2400" dirty="0"/>
            </a:p>
          </p:txBody>
        </p:sp>
        <p:sp>
          <p:nvSpPr>
            <p:cNvPr id="22575" name="Text Box 17"/>
            <p:cNvSpPr txBox="1"/>
            <p:nvPr/>
          </p:nvSpPr>
          <p:spPr>
            <a:xfrm>
              <a:off x="566" y="816"/>
              <a:ext cx="54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rPr>
                <a:t>data</a:t>
              </a:r>
              <a:endParaRPr lang="en-US" altLang="zh-CN" dirty="0">
                <a:solidFill>
                  <a:schemeClr val="tx2"/>
                </a:solidFill>
              </a:endParaRPr>
            </a:p>
          </p:txBody>
        </p:sp>
      </p:grpSp>
      <p:grpSp>
        <p:nvGrpSpPr>
          <p:cNvPr id="72756" name="Group 52"/>
          <p:cNvGrpSpPr/>
          <p:nvPr/>
        </p:nvGrpSpPr>
        <p:grpSpPr>
          <a:xfrm>
            <a:off x="3962400" y="2057400"/>
            <a:ext cx="2286000" cy="914400"/>
            <a:chOff x="2496" y="1296"/>
            <a:chExt cx="1440" cy="576"/>
          </a:xfrm>
        </p:grpSpPr>
        <p:sp>
          <p:nvSpPr>
            <p:cNvPr id="22560" name="Line 39"/>
            <p:cNvSpPr/>
            <p:nvPr/>
          </p:nvSpPr>
          <p:spPr>
            <a:xfrm>
              <a:off x="2496" y="1296"/>
              <a:ext cx="288" cy="576"/>
            </a:xfrm>
            <a:prstGeom prst="line">
              <a:avLst/>
            </a:prstGeom>
            <a:ln w="38100" cap="flat" cmpd="sng">
              <a:solidFill>
                <a:schemeClr val="tx2"/>
              </a:solidFill>
              <a:prstDash val="solid"/>
              <a:headEnd type="none" w="med" len="med"/>
              <a:tailEnd type="triangle" w="sm" len="lg"/>
            </a:ln>
          </p:spPr>
        </p:sp>
        <p:sp>
          <p:nvSpPr>
            <p:cNvPr id="22561" name="Line 36"/>
            <p:cNvSpPr/>
            <p:nvPr/>
          </p:nvSpPr>
          <p:spPr>
            <a:xfrm>
              <a:off x="3648" y="1296"/>
              <a:ext cx="288" cy="576"/>
            </a:xfrm>
            <a:prstGeom prst="line">
              <a:avLst/>
            </a:prstGeom>
            <a:ln w="38100" cap="flat" cmpd="sng">
              <a:solidFill>
                <a:schemeClr val="tx2"/>
              </a:solidFill>
              <a:prstDash val="solid"/>
              <a:headEnd type="none" w="med" len="med"/>
              <a:tailEnd type="triangle" w="sm" len="lg"/>
            </a:ln>
          </p:spPr>
        </p:sp>
        <p:sp>
          <p:nvSpPr>
            <p:cNvPr id="22562" name="Line 37"/>
            <p:cNvSpPr/>
            <p:nvPr/>
          </p:nvSpPr>
          <p:spPr>
            <a:xfrm>
              <a:off x="3264" y="1296"/>
              <a:ext cx="288" cy="576"/>
            </a:xfrm>
            <a:prstGeom prst="line">
              <a:avLst/>
            </a:prstGeom>
            <a:ln w="38100" cap="flat" cmpd="sng">
              <a:solidFill>
                <a:schemeClr val="tx2"/>
              </a:solidFill>
              <a:prstDash val="solid"/>
              <a:headEnd type="none" w="med" len="med"/>
              <a:tailEnd type="triangle" w="sm" len="lg"/>
            </a:ln>
          </p:spPr>
        </p:sp>
        <p:sp>
          <p:nvSpPr>
            <p:cNvPr id="22563" name="Line 38"/>
            <p:cNvSpPr/>
            <p:nvPr/>
          </p:nvSpPr>
          <p:spPr>
            <a:xfrm>
              <a:off x="2880" y="1296"/>
              <a:ext cx="288" cy="576"/>
            </a:xfrm>
            <a:prstGeom prst="line">
              <a:avLst/>
            </a:prstGeom>
            <a:ln w="38100" cap="flat" cmpd="sng">
              <a:solidFill>
                <a:schemeClr val="tx2"/>
              </a:solidFill>
              <a:prstDash val="solid"/>
              <a:headEnd type="none" w="med" len="med"/>
              <a:tailEnd type="triangle" w="sm" len="lg"/>
            </a:ln>
          </p:spPr>
        </p:sp>
      </p:grpSp>
      <p:grpSp>
        <p:nvGrpSpPr>
          <p:cNvPr id="72755" name="Group 51"/>
          <p:cNvGrpSpPr/>
          <p:nvPr/>
        </p:nvGrpSpPr>
        <p:grpSpPr>
          <a:xfrm>
            <a:off x="2286000" y="1905000"/>
            <a:ext cx="1851025" cy="1066800"/>
            <a:chOff x="1440" y="1200"/>
            <a:chExt cx="1166" cy="672"/>
          </a:xfrm>
        </p:grpSpPr>
        <p:sp>
          <p:nvSpPr>
            <p:cNvPr id="22555" name="Line 20"/>
            <p:cNvSpPr/>
            <p:nvPr/>
          </p:nvSpPr>
          <p:spPr>
            <a:xfrm flipV="1">
              <a:off x="2448" y="1248"/>
              <a:ext cx="0" cy="288"/>
            </a:xfrm>
            <a:prstGeom prst="line">
              <a:avLst/>
            </a:prstGeom>
            <a:ln w="28575" cap="flat" cmpd="sng">
              <a:solidFill>
                <a:schemeClr val="tx2"/>
              </a:solidFill>
              <a:prstDash val="solid"/>
              <a:headEnd type="none" w="med" len="med"/>
              <a:tailEnd type="triangle" w="med" len="lg"/>
            </a:ln>
          </p:spPr>
        </p:sp>
        <p:sp>
          <p:nvSpPr>
            <p:cNvPr id="22556" name="Rectangle 18"/>
            <p:cNvSpPr/>
            <p:nvPr/>
          </p:nvSpPr>
          <p:spPr>
            <a:xfrm>
              <a:off x="2256" y="1536"/>
              <a:ext cx="336" cy="336"/>
            </a:xfrm>
            <a:prstGeom prst="rect">
              <a:avLst/>
            </a:prstGeom>
            <a:solidFill>
              <a:srgbClr val="008080"/>
            </a:solidFill>
            <a:ln w="38100" cap="flat" cmpd="sng">
              <a:solidFill>
                <a:srgbClr val="FFFF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22557" name="Text Box 19"/>
            <p:cNvSpPr txBox="1"/>
            <p:nvPr/>
          </p:nvSpPr>
          <p:spPr>
            <a:xfrm>
              <a:off x="2256" y="1507"/>
              <a:ext cx="35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bg1"/>
                  </a:solidFill>
                  <a:latin typeface="Arial Narrow" panose="020B0606020202030204" pitchFamily="34" charset="0"/>
                </a:rPr>
                <a:t>50</a:t>
              </a:r>
              <a:endParaRPr lang="en-US" altLang="zh-CN" sz="2400" dirty="0"/>
            </a:p>
          </p:txBody>
        </p:sp>
        <p:sp>
          <p:nvSpPr>
            <p:cNvPr id="22558" name="Text Box 21"/>
            <p:cNvSpPr txBox="1"/>
            <p:nvPr/>
          </p:nvSpPr>
          <p:spPr>
            <a:xfrm>
              <a:off x="1440" y="1440"/>
              <a:ext cx="813"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rgbClr val="FF5050"/>
                  </a:solidFill>
                  <a:ea typeface="隶书" panose="02010509060101010101" pitchFamily="49" charset="-122"/>
                </a:rPr>
                <a:t>插入 </a:t>
              </a:r>
              <a:r>
                <a:rPr lang="en-US" altLang="zh-CN" dirty="0">
                  <a:solidFill>
                    <a:srgbClr val="FF5050"/>
                  </a:solidFill>
                  <a:ea typeface="隶书" panose="02010509060101010101" pitchFamily="49" charset="-122"/>
                </a:rPr>
                <a:t>e</a:t>
              </a:r>
              <a:endParaRPr lang="en-US" altLang="zh-CN" sz="2400" dirty="0"/>
            </a:p>
          </p:txBody>
        </p:sp>
        <p:sp>
          <p:nvSpPr>
            <p:cNvPr id="22559" name="Text Box 40"/>
            <p:cNvSpPr txBox="1"/>
            <p:nvPr/>
          </p:nvSpPr>
          <p:spPr>
            <a:xfrm>
              <a:off x="2117" y="1200"/>
              <a:ext cx="187"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i</a:t>
              </a:r>
              <a:endParaRPr lang="en-US" altLang="zh-CN" sz="2400" dirty="0"/>
            </a:p>
          </p:txBody>
        </p:sp>
      </p:grpSp>
      <p:grpSp>
        <p:nvGrpSpPr>
          <p:cNvPr id="72754" name="Group 50"/>
          <p:cNvGrpSpPr/>
          <p:nvPr/>
        </p:nvGrpSpPr>
        <p:grpSpPr>
          <a:xfrm>
            <a:off x="898525" y="2895600"/>
            <a:ext cx="7102475" cy="1219200"/>
            <a:chOff x="566" y="1824"/>
            <a:chExt cx="4474" cy="768"/>
          </a:xfrm>
        </p:grpSpPr>
        <p:sp>
          <p:nvSpPr>
            <p:cNvPr id="22541" name="Rectangle 33"/>
            <p:cNvSpPr/>
            <p:nvPr/>
          </p:nvSpPr>
          <p:spPr>
            <a:xfrm>
              <a:off x="1104" y="2208"/>
              <a:ext cx="3936" cy="384"/>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22542" name="Line 23"/>
            <p:cNvSpPr/>
            <p:nvPr/>
          </p:nvSpPr>
          <p:spPr>
            <a:xfrm>
              <a:off x="1488" y="2208"/>
              <a:ext cx="0" cy="384"/>
            </a:xfrm>
            <a:prstGeom prst="line">
              <a:avLst/>
            </a:prstGeom>
            <a:ln w="28575" cap="flat" cmpd="sng">
              <a:solidFill>
                <a:schemeClr val="bg2"/>
              </a:solidFill>
              <a:prstDash val="solid"/>
              <a:headEnd type="none" w="med" len="med"/>
              <a:tailEnd type="none" w="med" len="med"/>
            </a:ln>
          </p:spPr>
        </p:sp>
        <p:sp>
          <p:nvSpPr>
            <p:cNvPr id="22543" name="Line 24"/>
            <p:cNvSpPr/>
            <p:nvPr/>
          </p:nvSpPr>
          <p:spPr>
            <a:xfrm>
              <a:off x="1872" y="2208"/>
              <a:ext cx="0" cy="384"/>
            </a:xfrm>
            <a:prstGeom prst="line">
              <a:avLst/>
            </a:prstGeom>
            <a:ln w="28575" cap="flat" cmpd="sng">
              <a:solidFill>
                <a:schemeClr val="bg2"/>
              </a:solidFill>
              <a:prstDash val="solid"/>
              <a:headEnd type="none" w="med" len="med"/>
              <a:tailEnd type="none" w="med" len="med"/>
            </a:ln>
          </p:spPr>
        </p:sp>
        <p:sp>
          <p:nvSpPr>
            <p:cNvPr id="22544" name="Line 25"/>
            <p:cNvSpPr/>
            <p:nvPr/>
          </p:nvSpPr>
          <p:spPr>
            <a:xfrm>
              <a:off x="2256" y="2208"/>
              <a:ext cx="0" cy="384"/>
            </a:xfrm>
            <a:prstGeom prst="line">
              <a:avLst/>
            </a:prstGeom>
            <a:ln w="28575" cap="flat" cmpd="sng">
              <a:solidFill>
                <a:schemeClr val="bg2"/>
              </a:solidFill>
              <a:prstDash val="solid"/>
              <a:headEnd type="none" w="med" len="med"/>
              <a:tailEnd type="none" w="med" len="med"/>
            </a:ln>
          </p:spPr>
        </p:sp>
        <p:sp>
          <p:nvSpPr>
            <p:cNvPr id="22545" name="Line 26"/>
            <p:cNvSpPr/>
            <p:nvPr/>
          </p:nvSpPr>
          <p:spPr>
            <a:xfrm>
              <a:off x="2640" y="2208"/>
              <a:ext cx="0" cy="384"/>
            </a:xfrm>
            <a:prstGeom prst="line">
              <a:avLst/>
            </a:prstGeom>
            <a:ln w="28575" cap="flat" cmpd="sng">
              <a:solidFill>
                <a:schemeClr val="bg2"/>
              </a:solidFill>
              <a:prstDash val="solid"/>
              <a:headEnd type="none" w="med" len="med"/>
              <a:tailEnd type="none" w="med" len="med"/>
            </a:ln>
          </p:spPr>
        </p:sp>
        <p:sp>
          <p:nvSpPr>
            <p:cNvPr id="22546" name="Line 27"/>
            <p:cNvSpPr/>
            <p:nvPr/>
          </p:nvSpPr>
          <p:spPr>
            <a:xfrm>
              <a:off x="3024" y="2208"/>
              <a:ext cx="0" cy="384"/>
            </a:xfrm>
            <a:prstGeom prst="line">
              <a:avLst/>
            </a:prstGeom>
            <a:ln w="28575" cap="flat" cmpd="sng">
              <a:solidFill>
                <a:schemeClr val="bg2"/>
              </a:solidFill>
              <a:prstDash val="solid"/>
              <a:headEnd type="none" w="med" len="med"/>
              <a:tailEnd type="none" w="med" len="med"/>
            </a:ln>
          </p:spPr>
        </p:sp>
        <p:sp>
          <p:nvSpPr>
            <p:cNvPr id="22547" name="Line 28"/>
            <p:cNvSpPr/>
            <p:nvPr/>
          </p:nvSpPr>
          <p:spPr>
            <a:xfrm>
              <a:off x="3408" y="2208"/>
              <a:ext cx="0" cy="384"/>
            </a:xfrm>
            <a:prstGeom prst="line">
              <a:avLst/>
            </a:prstGeom>
            <a:ln w="28575" cap="flat" cmpd="sng">
              <a:solidFill>
                <a:schemeClr val="bg2"/>
              </a:solidFill>
              <a:prstDash val="solid"/>
              <a:headEnd type="none" w="med" len="med"/>
              <a:tailEnd type="none" w="med" len="med"/>
            </a:ln>
          </p:spPr>
        </p:sp>
        <p:sp>
          <p:nvSpPr>
            <p:cNvPr id="22548" name="Line 29"/>
            <p:cNvSpPr/>
            <p:nvPr/>
          </p:nvSpPr>
          <p:spPr>
            <a:xfrm>
              <a:off x="3792" y="2208"/>
              <a:ext cx="0" cy="384"/>
            </a:xfrm>
            <a:prstGeom prst="line">
              <a:avLst/>
            </a:prstGeom>
            <a:ln w="28575" cap="flat" cmpd="sng">
              <a:solidFill>
                <a:schemeClr val="bg2"/>
              </a:solidFill>
              <a:prstDash val="solid"/>
              <a:headEnd type="none" w="med" len="med"/>
              <a:tailEnd type="none" w="med" len="med"/>
            </a:ln>
          </p:spPr>
        </p:sp>
        <p:sp>
          <p:nvSpPr>
            <p:cNvPr id="22549" name="Line 30"/>
            <p:cNvSpPr/>
            <p:nvPr/>
          </p:nvSpPr>
          <p:spPr>
            <a:xfrm>
              <a:off x="4176" y="2208"/>
              <a:ext cx="0" cy="384"/>
            </a:xfrm>
            <a:prstGeom prst="line">
              <a:avLst/>
            </a:prstGeom>
            <a:ln w="28575" cap="flat" cmpd="sng">
              <a:solidFill>
                <a:schemeClr val="bg2"/>
              </a:solidFill>
              <a:prstDash val="solid"/>
              <a:headEnd type="none" w="med" len="med"/>
              <a:tailEnd type="none" w="med" len="med"/>
            </a:ln>
          </p:spPr>
        </p:sp>
        <p:sp>
          <p:nvSpPr>
            <p:cNvPr id="22550" name="Text Box 31"/>
            <p:cNvSpPr txBox="1"/>
            <p:nvPr/>
          </p:nvSpPr>
          <p:spPr>
            <a:xfrm>
              <a:off x="1172" y="1824"/>
              <a:ext cx="2860"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1     2    3     4     5     6     7    8</a:t>
              </a:r>
              <a:endParaRPr lang="en-US" altLang="zh-CN" sz="2400" dirty="0"/>
            </a:p>
          </p:txBody>
        </p:sp>
        <p:sp>
          <p:nvSpPr>
            <p:cNvPr id="22551" name="Text Box 32"/>
            <p:cNvSpPr txBox="1"/>
            <p:nvPr/>
          </p:nvSpPr>
          <p:spPr>
            <a:xfrm>
              <a:off x="566" y="2160"/>
              <a:ext cx="54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rPr>
                <a:t>data</a:t>
              </a:r>
              <a:endParaRPr lang="en-US" altLang="zh-CN" dirty="0">
                <a:solidFill>
                  <a:schemeClr val="tx2"/>
                </a:solidFill>
              </a:endParaRPr>
            </a:p>
          </p:txBody>
        </p:sp>
        <p:sp>
          <p:nvSpPr>
            <p:cNvPr id="22552" name="Rectangle 34"/>
            <p:cNvSpPr/>
            <p:nvPr/>
          </p:nvSpPr>
          <p:spPr>
            <a:xfrm>
              <a:off x="2256" y="2208"/>
              <a:ext cx="384" cy="384"/>
            </a:xfrm>
            <a:prstGeom prst="rect">
              <a:avLst/>
            </a:prstGeom>
            <a:solidFill>
              <a:srgbClr val="008080"/>
            </a:solidFill>
            <a:ln w="38100" cap="flat" cmpd="sng">
              <a:solidFill>
                <a:srgbClr val="FFFF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22553" name="Text Box 35"/>
            <p:cNvSpPr txBox="1"/>
            <p:nvPr/>
          </p:nvSpPr>
          <p:spPr>
            <a:xfrm>
              <a:off x="2256" y="2208"/>
              <a:ext cx="35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bg1"/>
                  </a:solidFill>
                  <a:latin typeface="Arial Narrow" panose="020B0606020202030204" pitchFamily="34" charset="0"/>
                </a:rPr>
                <a:t>50</a:t>
              </a:r>
              <a:endParaRPr lang="en-US" altLang="zh-CN" sz="2400" dirty="0"/>
            </a:p>
          </p:txBody>
        </p:sp>
        <p:sp>
          <p:nvSpPr>
            <p:cNvPr id="22554" name="Text Box 43"/>
            <p:cNvSpPr txBox="1"/>
            <p:nvPr/>
          </p:nvSpPr>
          <p:spPr>
            <a:xfrm>
              <a:off x="1104" y="2208"/>
              <a:ext cx="110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Arial Narrow" panose="020B0606020202030204" pitchFamily="34" charset="0"/>
                </a:rPr>
                <a:t>25   34  57</a:t>
              </a:r>
              <a:endParaRPr lang="en-US" altLang="zh-CN" dirty="0">
                <a:solidFill>
                  <a:schemeClr val="tx2"/>
                </a:solidFill>
                <a:latin typeface="Arial Narrow" panose="020B0606020202030204" pitchFamily="34" charset="0"/>
              </a:endParaRPr>
            </a:p>
          </p:txBody>
        </p:sp>
      </p:grpSp>
      <p:sp>
        <p:nvSpPr>
          <p:cNvPr id="72748" name="Text Box 44"/>
          <p:cNvSpPr txBox="1"/>
          <p:nvPr/>
        </p:nvSpPr>
        <p:spPr>
          <a:xfrm>
            <a:off x="1584325" y="4819650"/>
            <a:ext cx="30511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rgbClr val="0000CC"/>
                </a:solidFill>
              </a:rPr>
              <a:t>将</a:t>
            </a:r>
            <a:r>
              <a:rPr lang="en-US" altLang="zh-CN" i="1" dirty="0">
                <a:solidFill>
                  <a:srgbClr val="0000CC"/>
                </a:solidFill>
              </a:rPr>
              <a:t>a</a:t>
            </a:r>
            <a:r>
              <a:rPr lang="en-US" altLang="zh-CN" i="1" baseline="-25000" dirty="0">
                <a:solidFill>
                  <a:srgbClr val="0000CC"/>
                </a:solidFill>
              </a:rPr>
              <a:t>i</a:t>
            </a:r>
            <a:r>
              <a:rPr lang="en-US" altLang="zh-CN" i="1" dirty="0">
                <a:solidFill>
                  <a:srgbClr val="0000CC"/>
                </a:solidFill>
              </a:rPr>
              <a:t>~a</a:t>
            </a:r>
            <a:r>
              <a:rPr lang="en-US" altLang="zh-CN" i="1" baseline="-25000" dirty="0">
                <a:solidFill>
                  <a:srgbClr val="0000CC"/>
                </a:solidFill>
              </a:rPr>
              <a:t>n</a:t>
            </a:r>
            <a:r>
              <a:rPr lang="zh-CN" altLang="en-US" dirty="0">
                <a:solidFill>
                  <a:srgbClr val="0000CC"/>
                </a:solidFill>
              </a:rPr>
              <a:t>依次后移</a:t>
            </a:r>
            <a:endParaRPr lang="zh-CN" altLang="en-US" sz="4400" dirty="0"/>
          </a:p>
        </p:txBody>
      </p:sp>
      <p:sp>
        <p:nvSpPr>
          <p:cNvPr id="72749" name="Text Box 45"/>
          <p:cNvSpPr txBox="1"/>
          <p:nvPr/>
        </p:nvSpPr>
        <p:spPr>
          <a:xfrm>
            <a:off x="4648200" y="4648200"/>
            <a:ext cx="4346575"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dirty="0">
                <a:solidFill>
                  <a:srgbClr val="CC0000"/>
                </a:solidFill>
                <a:ea typeface="隶书" panose="02010509060101010101" pitchFamily="49" charset="-122"/>
              </a:rPr>
              <a:t>逆序移至</a:t>
            </a:r>
            <a:r>
              <a:rPr lang="en-US" altLang="zh-CN" sz="4400" dirty="0">
                <a:solidFill>
                  <a:srgbClr val="CC0000"/>
                </a:solidFill>
                <a:ea typeface="隶书" panose="02010509060101010101" pitchFamily="49" charset="-122"/>
              </a:rPr>
              <a:t>i+1~n+1</a:t>
            </a:r>
            <a:endParaRPr lang="en-US" altLang="zh-CN" sz="4400" dirty="0"/>
          </a:p>
        </p:txBody>
      </p:sp>
      <p:sp>
        <p:nvSpPr>
          <p:cNvPr id="72750" name="Text Box 46"/>
          <p:cNvSpPr txBox="1"/>
          <p:nvPr/>
        </p:nvSpPr>
        <p:spPr>
          <a:xfrm>
            <a:off x="1600200" y="5334000"/>
            <a:ext cx="3763963" cy="584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zh-CN" dirty="0">
                <a:solidFill>
                  <a:srgbClr val="0000CC"/>
                </a:solidFill>
              </a:rPr>
              <a:t>在第</a:t>
            </a:r>
            <a:r>
              <a:rPr lang="en-US" altLang="zh-CN" dirty="0">
                <a:solidFill>
                  <a:srgbClr val="0000CC"/>
                </a:solidFill>
              </a:rPr>
              <a:t>i</a:t>
            </a:r>
            <a:r>
              <a:rPr lang="zh-CN" altLang="zh-CN" dirty="0">
                <a:solidFill>
                  <a:srgbClr val="0000CC"/>
                </a:solidFill>
              </a:rPr>
              <a:t>个位置上</a:t>
            </a:r>
            <a:r>
              <a:rPr lang="zh-CN" altLang="en-US" dirty="0">
                <a:solidFill>
                  <a:srgbClr val="0000CC"/>
                </a:solidFill>
              </a:rPr>
              <a:t>插入</a:t>
            </a:r>
            <a:r>
              <a:rPr lang="en-US" altLang="zh-CN" dirty="0">
                <a:solidFill>
                  <a:srgbClr val="0000CC"/>
                </a:solidFill>
              </a:rPr>
              <a:t>e</a:t>
            </a:r>
            <a:endParaRPr lang="en-US" altLang="zh-CN" dirty="0">
              <a:solidFill>
                <a:srgbClr val="0000CC"/>
              </a:solidFill>
            </a:endParaRPr>
          </a:p>
        </p:txBody>
      </p:sp>
      <p:sp>
        <p:nvSpPr>
          <p:cNvPr id="72751" name="Text Box 47"/>
          <p:cNvSpPr txBox="1"/>
          <p:nvPr/>
        </p:nvSpPr>
        <p:spPr>
          <a:xfrm>
            <a:off x="1660525" y="5810250"/>
            <a:ext cx="1606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rgbClr val="0000CC"/>
                </a:solidFill>
              </a:rPr>
              <a:t>长度加</a:t>
            </a:r>
            <a:r>
              <a:rPr lang="en-US" altLang="zh-CN" dirty="0">
                <a:solidFill>
                  <a:srgbClr val="0000CC"/>
                </a:solidFill>
              </a:rPr>
              <a:t>1</a:t>
            </a:r>
            <a:endParaRPr lang="en-US" altLang="zh-CN" dirty="0">
              <a:solidFill>
                <a:srgbClr val="0000CC"/>
              </a:solidFill>
            </a:endParaRPr>
          </a:p>
        </p:txBody>
      </p:sp>
      <p:sp>
        <p:nvSpPr>
          <p:cNvPr id="72752" name="Text Box 48"/>
          <p:cNvSpPr txBox="1"/>
          <p:nvPr/>
        </p:nvSpPr>
        <p:spPr>
          <a:xfrm>
            <a:off x="1660525" y="4202113"/>
            <a:ext cx="25082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rgbClr val="0000CC"/>
                </a:solidFill>
              </a:rPr>
              <a:t>i</a:t>
            </a:r>
            <a:r>
              <a:rPr lang="en-US" altLang="zh-CN" dirty="0">
                <a:solidFill>
                  <a:srgbClr val="0000CC"/>
                </a:solidFill>
                <a:sym typeface="Symbol" panose="05050102010706020507" pitchFamily="18" charset="2"/>
              </a:rPr>
              <a:t>1  </a:t>
            </a:r>
            <a:r>
              <a:rPr lang="zh-CN" altLang="zh-CN" dirty="0">
                <a:solidFill>
                  <a:srgbClr val="0000CC"/>
                </a:solidFill>
                <a:sym typeface="Symbol" panose="05050102010706020507" pitchFamily="18" charset="2"/>
              </a:rPr>
              <a:t>且</a:t>
            </a:r>
            <a:r>
              <a:rPr lang="zh-CN" altLang="en-US" dirty="0">
                <a:solidFill>
                  <a:srgbClr val="0000CC"/>
                </a:solidFill>
              </a:rPr>
              <a:t>  </a:t>
            </a:r>
            <a:r>
              <a:rPr lang="en-US" altLang="zh-CN" dirty="0">
                <a:solidFill>
                  <a:srgbClr val="0000CC"/>
                </a:solidFill>
              </a:rPr>
              <a:t>i</a:t>
            </a:r>
            <a:r>
              <a:rPr lang="en-US" altLang="zh-CN" dirty="0">
                <a:solidFill>
                  <a:srgbClr val="0000CC"/>
                </a:solidFill>
                <a:sym typeface="Symbol" panose="05050102010706020507" pitchFamily="18" charset="2"/>
              </a:rPr>
              <a:t>n+1</a:t>
            </a:r>
            <a:endParaRPr lang="en-US" altLang="zh-CN" dirty="0">
              <a:solidFill>
                <a:srgbClr val="0000CC"/>
              </a:solidFill>
            </a:endParaRPr>
          </a:p>
        </p:txBody>
      </p:sp>
      <p:sp>
        <p:nvSpPr>
          <p:cNvPr id="72745" name="Text Box 41"/>
          <p:cNvSpPr txBox="1"/>
          <p:nvPr/>
        </p:nvSpPr>
        <p:spPr>
          <a:xfrm>
            <a:off x="4191000" y="3505200"/>
            <a:ext cx="367982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Arial Narrow" panose="020B0606020202030204" pitchFamily="34" charset="0"/>
              </a:rPr>
              <a:t>16   48  09  63      </a:t>
            </a:r>
            <a:r>
              <a:rPr lang="en-US" altLang="zh-CN" dirty="0">
                <a:solidFill>
                  <a:schemeClr val="tx2"/>
                </a:solidFill>
                <a:latin typeface="Arial Narrow" panose="020B0606020202030204" pitchFamily="34" charset="0"/>
                <a:sym typeface="Symbol" panose="05050102010706020507" pitchFamily="18" charset="2"/>
              </a:rPr>
              <a:t></a:t>
            </a:r>
            <a:endParaRPr lang="en-US" altLang="zh-CN" dirty="0">
              <a:solidFill>
                <a:schemeClr val="tx2"/>
              </a:solidFill>
              <a:latin typeface="Arial Narrow" panose="020B0606020202030204" pitchFamily="34"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2753"/>
                                        </p:tgtEl>
                                        <p:attrNameLst>
                                          <p:attrName>style.visibility</p:attrName>
                                        </p:attrNameLst>
                                      </p:cBhvr>
                                      <p:to>
                                        <p:strVal val="visible"/>
                                      </p:to>
                                    </p:set>
                                    <p:animEffect transition="in" filter="box(out)">
                                      <p:cBhvr>
                                        <p:cTn id="7" dur="500"/>
                                        <p:tgtEl>
                                          <p:spTgt spid="7275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2755"/>
                                        </p:tgtEl>
                                        <p:attrNameLst>
                                          <p:attrName>style.visibility</p:attrName>
                                        </p:attrNameLst>
                                      </p:cBhvr>
                                      <p:to>
                                        <p:strVal val="visible"/>
                                      </p:to>
                                    </p:set>
                                    <p:animEffect transition="in" filter="box(out)">
                                      <p:cBhvr>
                                        <p:cTn id="12" dur="500"/>
                                        <p:tgtEl>
                                          <p:spTgt spid="7275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72754"/>
                                        </p:tgtEl>
                                        <p:attrNameLst>
                                          <p:attrName>style.visibility</p:attrName>
                                        </p:attrNameLst>
                                      </p:cBhvr>
                                      <p:to>
                                        <p:strVal val="visible"/>
                                      </p:to>
                                    </p:set>
                                    <p:animEffect transition="in" filter="box(out)">
                                      <p:cBhvr>
                                        <p:cTn id="17" dur="500"/>
                                        <p:tgtEl>
                                          <p:spTgt spid="7275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72756"/>
                                        </p:tgtEl>
                                        <p:attrNameLst>
                                          <p:attrName>style.visibility</p:attrName>
                                        </p:attrNameLst>
                                      </p:cBhvr>
                                      <p:to>
                                        <p:strVal val="visible"/>
                                      </p:to>
                                    </p:set>
                                    <p:animEffect transition="in" filter="box(out)">
                                      <p:cBhvr>
                                        <p:cTn id="22" dur="500"/>
                                        <p:tgtEl>
                                          <p:spTgt spid="7275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2745"/>
                                        </p:tgtEl>
                                        <p:attrNameLst>
                                          <p:attrName>style.visibility</p:attrName>
                                        </p:attrNameLst>
                                      </p:cBhvr>
                                      <p:to>
                                        <p:strVal val="visible"/>
                                      </p:to>
                                    </p:set>
                                    <p:animEffect transition="in" filter="box(out)">
                                      <p:cBhvr>
                                        <p:cTn id="27" dur="500"/>
                                        <p:tgtEl>
                                          <p:spTgt spid="7274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72752"/>
                                        </p:tgtEl>
                                        <p:attrNameLst>
                                          <p:attrName>style.visibility</p:attrName>
                                        </p:attrNameLst>
                                      </p:cBhvr>
                                      <p:to>
                                        <p:strVal val="visible"/>
                                      </p:to>
                                    </p:set>
                                    <p:animEffect transition="in" filter="box(out)">
                                      <p:cBhvr>
                                        <p:cTn id="32" dur="500"/>
                                        <p:tgtEl>
                                          <p:spTgt spid="7275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72748"/>
                                        </p:tgtEl>
                                        <p:attrNameLst>
                                          <p:attrName>style.visibility</p:attrName>
                                        </p:attrNameLst>
                                      </p:cBhvr>
                                      <p:to>
                                        <p:strVal val="visible"/>
                                      </p:to>
                                    </p:set>
                                    <p:animEffect transition="in" filter="box(out)">
                                      <p:cBhvr>
                                        <p:cTn id="37" dur="500"/>
                                        <p:tgtEl>
                                          <p:spTgt spid="7274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72749"/>
                                        </p:tgtEl>
                                        <p:attrNameLst>
                                          <p:attrName>style.visibility</p:attrName>
                                        </p:attrNameLst>
                                      </p:cBhvr>
                                      <p:to>
                                        <p:strVal val="visible"/>
                                      </p:to>
                                    </p:set>
                                    <p:animEffect transition="in" filter="box(out)">
                                      <p:cBhvr>
                                        <p:cTn id="42" dur="500"/>
                                        <p:tgtEl>
                                          <p:spTgt spid="72749"/>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72750"/>
                                        </p:tgtEl>
                                        <p:attrNameLst>
                                          <p:attrName>style.visibility</p:attrName>
                                        </p:attrNameLst>
                                      </p:cBhvr>
                                      <p:to>
                                        <p:strVal val="visible"/>
                                      </p:to>
                                    </p:set>
                                    <p:animEffect transition="in" filter="box(out)">
                                      <p:cBhvr>
                                        <p:cTn id="47" dur="500"/>
                                        <p:tgtEl>
                                          <p:spTgt spid="7275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72751"/>
                                        </p:tgtEl>
                                        <p:attrNameLst>
                                          <p:attrName>style.visibility</p:attrName>
                                        </p:attrNameLst>
                                      </p:cBhvr>
                                      <p:to>
                                        <p:strVal val="visible"/>
                                      </p:to>
                                    </p:set>
                                    <p:animEffect transition="in" filter="box(out)">
                                      <p:cBhvr>
                                        <p:cTn id="52" dur="500"/>
                                        <p:tgtEl>
                                          <p:spTgt spid="72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48" grpId="0"/>
      <p:bldP spid="72749" grpId="0"/>
      <p:bldP spid="72750" grpId="0"/>
      <p:bldP spid="72751" grpId="0"/>
      <p:bldP spid="72752" grpId="0"/>
      <p:bldP spid="7274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Text Box 2"/>
          <p:cNvSpPr txBox="1">
            <a:spLocks noChangeArrowheads="1"/>
          </p:cNvSpPr>
          <p:nvPr/>
        </p:nvSpPr>
        <p:spPr bwMode="auto">
          <a:xfrm>
            <a:off x="-152400" y="152400"/>
            <a:ext cx="9448800" cy="649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defTabSz="914400" eaLnBrk="1" hangingPunct="1">
              <a:buClr>
                <a:srgbClr val="FF6600"/>
              </a:buClr>
              <a:buSzPct val="50000"/>
              <a:buFont typeface="Wingdings" panose="05000000000000000000" pitchFamily="2" charset="2"/>
              <a:buChar char="n"/>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zh-CN" altLang="en-US" sz="3200" kern="1200" cap="none" spc="0" normalizeH="0" baseline="0" noProof="0" dirty="0">
                <a:latin typeface="Times New Roman" panose="02020603050405020304" pitchFamily="18" charset="0"/>
                <a:ea typeface="宋体" panose="02010600030101010101" pitchFamily="2" charset="-122"/>
                <a:cs typeface="+mn-cs"/>
              </a:rPr>
              <a:t>线性表中</a:t>
            </a:r>
            <a:r>
              <a:rPr kumimoji="1" lang="zh-CN" altLang="en-US" sz="3200" kern="1200" cap="none" spc="0" normalizeH="0" baseline="0" noProof="0" dirty="0">
                <a:effectLst>
                  <a:outerShdw blurRad="38100" dist="38100" dir="2700000" algn="tl">
                    <a:srgbClr val="C0C0C0"/>
                  </a:outerShdw>
                </a:effectLst>
                <a:latin typeface="Times New Roman" panose="02020603050405020304" pitchFamily="18" charset="0"/>
                <a:ea typeface="仿宋_GB2312" pitchFamily="49" charset="-122"/>
                <a:cs typeface="+mn-cs"/>
              </a:rPr>
              <a:t>元素的插入</a:t>
            </a:r>
            <a:endParaRPr kumimoji="1" lang="zh-CN" altLang="en-US" sz="3200"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zh-CN" altLang="en-US"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bool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ListInsert</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SqList</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*&amp;L, int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Elemtype</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e )</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0000FF"/>
                </a:solidFill>
                <a:latin typeface="Times New Roman" panose="02020603050405020304" pitchFamily="18" charset="0"/>
                <a:ea typeface="宋体" panose="02010600030101010101" pitchFamily="2" charset="-122"/>
                <a:cs typeface="+mn-cs"/>
              </a:rPr>
              <a:t>    //</a:t>
            </a:r>
            <a:r>
              <a:rPr kumimoji="1" lang="zh-CN" altLang="en-US" sz="3200" kern="1200" cap="none" spc="0" normalizeH="0" baseline="0" noProof="0" dirty="0">
                <a:solidFill>
                  <a:srgbClr val="0000FF"/>
                </a:solidFill>
                <a:latin typeface="Times New Roman" panose="02020603050405020304" pitchFamily="18" charset="0"/>
                <a:ea typeface="隶书" panose="02010509060101010101" pitchFamily="49" charset="-122"/>
                <a:cs typeface="+mn-cs"/>
              </a:rPr>
              <a:t>在表中第</a:t>
            </a:r>
            <a:r>
              <a:rPr kumimoji="1" lang="zh-CN" altLang="en-US" sz="3200" kern="1200" cap="none" spc="0" normalizeH="0" baseline="0" noProof="0" dirty="0">
                <a:solidFill>
                  <a:srgbClr val="0000FF"/>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err="1">
                <a:solidFill>
                  <a:srgbClr val="0000FF"/>
                </a:solidFill>
                <a:latin typeface="Times New Roman" panose="02020603050405020304" pitchFamily="18" charset="0"/>
                <a:ea typeface="仿宋_GB2312" pitchFamily="49" charset="-122"/>
                <a:cs typeface="+mn-cs"/>
              </a:rPr>
              <a:t>i</a:t>
            </a:r>
            <a:r>
              <a:rPr kumimoji="1" lang="en-US" altLang="zh-CN" sz="3200" kern="1200" cap="none" spc="0" normalizeH="0" baseline="0" noProof="0" dirty="0">
                <a:solidFill>
                  <a:srgbClr val="0000FF"/>
                </a:solidFill>
                <a:latin typeface="Times New Roman" panose="02020603050405020304" pitchFamily="18" charset="0"/>
                <a:ea typeface="仿宋_GB2312" pitchFamily="49" charset="-122"/>
                <a:cs typeface="+mn-cs"/>
              </a:rPr>
              <a:t> </a:t>
            </a:r>
            <a:r>
              <a:rPr kumimoji="1" lang="zh-CN" altLang="en-US" sz="3200" kern="1200" cap="none" spc="0" normalizeH="0" baseline="0" noProof="0" dirty="0">
                <a:solidFill>
                  <a:srgbClr val="0000FF"/>
                </a:solidFill>
                <a:latin typeface="Times New Roman" panose="02020603050405020304" pitchFamily="18" charset="0"/>
                <a:ea typeface="隶书" panose="02010509060101010101" pitchFamily="49" charset="-122"/>
                <a:cs typeface="+mn-cs"/>
              </a:rPr>
              <a:t>个位置插入新元素</a:t>
            </a:r>
            <a:r>
              <a:rPr kumimoji="1" lang="en-US" altLang="zh-CN" sz="3200" kern="1200" cap="none" spc="0" normalizeH="0" baseline="0" noProof="0" dirty="0">
                <a:solidFill>
                  <a:srgbClr val="0000FF"/>
                </a:solidFill>
                <a:latin typeface="隶书" panose="02010509060101010101" pitchFamily="49" charset="-122"/>
                <a:ea typeface="隶书" panose="02010509060101010101" pitchFamily="49" charset="-122"/>
                <a:cs typeface="+mn-cs"/>
              </a:rPr>
              <a:t>e</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if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&lt; 1||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&gt;L-&gt;length +1|| L-&gt;length </a:t>
            </a:r>
            <a:r>
              <a:rPr kumimoji="1" lang="en-US" altLang="zh-CN" sz="3200" i="1" kern="1200" cap="none" spc="0" normalizeH="0" baseline="0" noProof="0" dirty="0">
                <a:solidFill>
                  <a:srgbClr val="CC0000"/>
                </a:solidFill>
                <a:latin typeface="Times New Roman" panose="02020603050405020304" pitchFamily="18" charset="0"/>
                <a:ea typeface="宋体" panose="02010600030101010101" pitchFamily="2" charset="-122"/>
                <a:cs typeface="+mn-cs"/>
              </a:rPr>
              <a:t>==</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MaxSize</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return </a:t>
            </a:r>
            <a:r>
              <a:rPr kumimoji="1" lang="en-US" altLang="zh-CN" sz="3200" kern="1200" cap="none" spc="0" normalizeH="0" baseline="0" noProof="0" dirty="0">
                <a:solidFill>
                  <a:srgbClr val="990033"/>
                </a:solidFill>
                <a:latin typeface="Times New Roman" panose="02020603050405020304" pitchFamily="18" charset="0"/>
                <a:ea typeface="宋体" panose="02010600030101010101" pitchFamily="2" charset="-122"/>
                <a:cs typeface="+mn-cs"/>
              </a:rPr>
              <a:t>false</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en-US" altLang="zh-CN" sz="3200" kern="1200" cap="none" spc="0" normalizeH="0" baseline="0" noProof="0" dirty="0">
                <a:solidFill>
                  <a:srgbClr val="0000FF"/>
                </a:solidFill>
                <a:latin typeface="Times New Roman" panose="02020603050405020304" pitchFamily="18" charset="0"/>
                <a:ea typeface="宋体" panose="02010600030101010101" pitchFamily="2" charset="-122"/>
                <a:cs typeface="+mn-cs"/>
              </a:rPr>
              <a:t>//</a:t>
            </a:r>
            <a:r>
              <a:rPr kumimoji="1" lang="zh-CN" altLang="en-US" sz="3200" kern="1200" cap="none" spc="0" normalizeH="0" baseline="0" noProof="0" dirty="0">
                <a:solidFill>
                  <a:srgbClr val="0000FF"/>
                </a:solidFill>
                <a:latin typeface="Times New Roman" panose="02020603050405020304" pitchFamily="18" charset="0"/>
                <a:ea typeface="隶书" panose="02010509060101010101" pitchFamily="49" charset="-122"/>
                <a:cs typeface="+mn-cs"/>
              </a:rPr>
              <a:t>插入不成功</a:t>
            </a:r>
            <a:r>
              <a:rPr kumimoji="1" lang="zh-CN" altLang="en-US"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endParaRPr kumimoji="1" lang="zh-CN" altLang="en-US"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zh-CN" altLang="en-US"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for (  j = L-&gt;length; j &gt; </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j</a:t>
            </a:r>
            <a:r>
              <a:rPr kumimoji="1" lang="en-US" altLang="zh-CN" sz="3200" kern="1200" cap="none" spc="0" normalizeH="0" baseline="0" noProof="0" dirty="0">
                <a:solidFill>
                  <a:srgbClr val="CC0000"/>
                </a:solidFill>
                <a:latin typeface="宋体" panose="02010600030101010101" pitchFamily="2" charset="-122"/>
                <a:ea typeface="宋体" panose="02010600030101010101" pitchFamily="2" charset="-122"/>
                <a:cs typeface="+mn-cs"/>
              </a:rPr>
              <a:t>--</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L-&gt;data[j] = L-&gt;data[j </a:t>
            </a:r>
            <a:r>
              <a:rPr kumimoji="1" lang="en-US" altLang="zh-CN" sz="3200" kern="1200" cap="none" spc="0" normalizeH="0" baseline="0" noProof="0" dirty="0">
                <a:solidFill>
                  <a:srgbClr val="CC0000"/>
                </a:solidFill>
                <a:latin typeface="宋体" panose="02010600030101010101" pitchFamily="2" charset="-122"/>
                <a:ea typeface="宋体" panose="02010600030101010101" pitchFamily="2" charset="-122"/>
                <a:cs typeface="+mn-cs"/>
              </a:rPr>
              <a:t>-</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1];		</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L-&gt;data[</a:t>
            </a:r>
            <a:r>
              <a:rPr kumimoji="1" lang="en-US" altLang="zh-CN" sz="3200" kern="1200" cap="none" spc="0" normalizeH="0" baseline="0" noProof="0" dirty="0" err="1">
                <a:solidFill>
                  <a:srgbClr val="CC0000"/>
                </a:solidFill>
                <a:latin typeface="Times New Roman" panose="02020603050405020304" pitchFamily="18" charset="0"/>
                <a:ea typeface="宋体" panose="02010600030101010101" pitchFamily="2"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 e;   L-&gt;length++;	</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return </a:t>
            </a:r>
            <a:r>
              <a:rPr kumimoji="1" lang="en-US" altLang="zh-CN" sz="3200" kern="1200" cap="none" spc="0" normalizeH="0" baseline="0" noProof="0" dirty="0" err="1">
                <a:solidFill>
                  <a:srgbClr val="990033"/>
                </a:solidFill>
                <a:latin typeface="Times New Roman" panose="02020603050405020304" pitchFamily="18" charset="0"/>
                <a:ea typeface="宋体" panose="02010600030101010101" pitchFamily="2" charset="-122"/>
                <a:cs typeface="+mn-cs"/>
              </a:rPr>
              <a:t>ture</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en-US" altLang="zh-CN" sz="3200" kern="1200" cap="none" spc="0" normalizeH="0" baseline="0" noProof="0" dirty="0">
                <a:solidFill>
                  <a:srgbClr val="0000FF"/>
                </a:solidFill>
                <a:latin typeface="Times New Roman" panose="02020603050405020304" pitchFamily="18" charset="0"/>
                <a:ea typeface="宋体" panose="02010600030101010101" pitchFamily="2" charset="-122"/>
                <a:cs typeface="+mn-cs"/>
              </a:rPr>
              <a:t>//</a:t>
            </a:r>
            <a:r>
              <a:rPr kumimoji="1" lang="zh-CN" altLang="en-US" sz="3200" kern="1200" cap="none" spc="0" normalizeH="0" baseline="0" noProof="0" dirty="0">
                <a:solidFill>
                  <a:srgbClr val="0000FF"/>
                </a:solidFill>
                <a:latin typeface="Times New Roman" panose="02020603050405020304" pitchFamily="18" charset="0"/>
                <a:ea typeface="隶书" panose="02010509060101010101" pitchFamily="49" charset="-122"/>
                <a:cs typeface="+mn-cs"/>
              </a:rPr>
              <a:t>插入成功</a:t>
            </a:r>
            <a:r>
              <a:rPr kumimoji="1" lang="zh-CN" altLang="en-US"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endParaRPr kumimoji="1" lang="zh-CN" altLang="en-US"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zh-CN" altLang="en-US"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endPar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endParaRPr>
          </a:p>
        </p:txBody>
      </p:sp>
    </p:spTree>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97986" name="Object 2"/>
          <p:cNvGraphicFramePr>
            <a:graphicFrameLocks noChangeAspect="1"/>
          </p:cNvGraphicFramePr>
          <p:nvPr/>
        </p:nvGraphicFramePr>
        <p:xfrm>
          <a:off x="631825" y="4419600"/>
          <a:ext cx="8194675" cy="2133600"/>
        </p:xfrm>
        <a:graphic>
          <a:graphicData uri="http://schemas.openxmlformats.org/presentationml/2006/ole">
            <mc:AlternateContent xmlns:mc="http://schemas.openxmlformats.org/markup-compatibility/2006">
              <mc:Choice xmlns:v="urn:schemas-microsoft-com:vml" Requires="v">
                <p:oleObj spid="_x0000_s3076" name="" r:id="rId1" imgW="3035300" imgH="863600" progId="Equation.3">
                  <p:embed/>
                </p:oleObj>
              </mc:Choice>
              <mc:Fallback>
                <p:oleObj name="" r:id="rId1" imgW="3035300" imgH="863600" progId="Equation.3">
                  <p:embed/>
                  <p:pic>
                    <p:nvPicPr>
                      <p:cNvPr id="0" name="图片 3075"/>
                      <p:cNvPicPr/>
                      <p:nvPr/>
                    </p:nvPicPr>
                    <p:blipFill>
                      <a:blip r:embed="rId2"/>
                      <a:stretch>
                        <a:fillRect/>
                      </a:stretch>
                    </p:blipFill>
                    <p:spPr>
                      <a:xfrm>
                        <a:off x="631825" y="4419600"/>
                        <a:ext cx="8194675" cy="2133600"/>
                      </a:xfrm>
                      <a:prstGeom prst="rect">
                        <a:avLst/>
                      </a:prstGeom>
                      <a:noFill/>
                      <a:ln w="38100">
                        <a:noFill/>
                        <a:miter/>
                      </a:ln>
                    </p:spPr>
                  </p:pic>
                </p:oleObj>
              </mc:Fallback>
            </mc:AlternateContent>
          </a:graphicData>
        </a:graphic>
      </p:graphicFrame>
      <p:sp>
        <p:nvSpPr>
          <p:cNvPr id="24579" name="Text Box 3"/>
          <p:cNvSpPr txBox="1"/>
          <p:nvPr/>
        </p:nvSpPr>
        <p:spPr>
          <a:xfrm>
            <a:off x="1279525" y="522288"/>
            <a:ext cx="3546475"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b="1" dirty="0">
                <a:solidFill>
                  <a:schemeClr val="tx2"/>
                </a:solidFill>
                <a:ea typeface="隶书" panose="02010509060101010101" pitchFamily="49" charset="-122"/>
              </a:rPr>
              <a:t>时间性能分析</a:t>
            </a:r>
            <a:endParaRPr lang="zh-CN" altLang="en-US" b="1" dirty="0">
              <a:solidFill>
                <a:srgbClr val="0000CC"/>
              </a:solidFill>
            </a:endParaRPr>
          </a:p>
        </p:txBody>
      </p:sp>
      <p:sp>
        <p:nvSpPr>
          <p:cNvPr id="297988" name="Text Box 4"/>
          <p:cNvSpPr txBox="1"/>
          <p:nvPr/>
        </p:nvSpPr>
        <p:spPr>
          <a:xfrm>
            <a:off x="919163" y="2286000"/>
            <a:ext cx="8342312"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最好情况：插入在</a:t>
            </a:r>
            <a:r>
              <a:rPr lang="en-US" altLang="zh-CN" b="1" dirty="0">
                <a:solidFill>
                  <a:srgbClr val="0000CC"/>
                </a:solidFill>
              </a:rPr>
              <a:t>n+1 </a:t>
            </a:r>
            <a:r>
              <a:rPr lang="zh-CN" altLang="en-US" b="1" dirty="0">
                <a:solidFill>
                  <a:srgbClr val="0000CC"/>
                </a:solidFill>
              </a:rPr>
              <a:t>上，移动</a:t>
            </a:r>
            <a:r>
              <a:rPr lang="en-US" altLang="zh-CN" b="1" dirty="0">
                <a:solidFill>
                  <a:srgbClr val="0000CC"/>
                </a:solidFill>
              </a:rPr>
              <a:t>0</a:t>
            </a:r>
            <a:r>
              <a:rPr lang="zh-CN" altLang="en-US" b="1" dirty="0">
                <a:solidFill>
                  <a:srgbClr val="0000CC"/>
                </a:solidFill>
              </a:rPr>
              <a:t>次 </a:t>
            </a:r>
            <a:r>
              <a:rPr lang="en-US" altLang="zh-CN" b="1" dirty="0">
                <a:solidFill>
                  <a:srgbClr val="0000CC"/>
                </a:solidFill>
              </a:rPr>
              <a:t>T(n)=O(1)</a:t>
            </a:r>
            <a:endParaRPr lang="en-US" altLang="zh-CN" b="1" dirty="0">
              <a:solidFill>
                <a:srgbClr val="0000CC"/>
              </a:solidFill>
            </a:endParaRPr>
          </a:p>
        </p:txBody>
      </p:sp>
      <p:sp>
        <p:nvSpPr>
          <p:cNvPr id="297989" name="Text Box 5"/>
          <p:cNvSpPr txBox="1"/>
          <p:nvPr/>
        </p:nvSpPr>
        <p:spPr>
          <a:xfrm>
            <a:off x="914400" y="2971800"/>
            <a:ext cx="8337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最坏情况：插入在首位，移动</a:t>
            </a:r>
            <a:r>
              <a:rPr lang="en-US" altLang="zh-CN" b="1" dirty="0">
                <a:solidFill>
                  <a:srgbClr val="0000CC"/>
                </a:solidFill>
              </a:rPr>
              <a:t>n</a:t>
            </a:r>
            <a:r>
              <a:rPr lang="zh-CN" altLang="en-US" b="1" dirty="0">
                <a:solidFill>
                  <a:srgbClr val="0000CC"/>
                </a:solidFill>
              </a:rPr>
              <a:t>次    </a:t>
            </a:r>
            <a:r>
              <a:rPr lang="en-US" altLang="zh-CN" b="1" dirty="0">
                <a:solidFill>
                  <a:srgbClr val="0000CC"/>
                </a:solidFill>
              </a:rPr>
              <a:t>T(n)=O(n)</a:t>
            </a:r>
            <a:endParaRPr lang="en-US" altLang="zh-CN" b="1" dirty="0">
              <a:solidFill>
                <a:srgbClr val="0000CC"/>
              </a:solidFill>
            </a:endParaRPr>
          </a:p>
        </p:txBody>
      </p:sp>
      <p:sp>
        <p:nvSpPr>
          <p:cNvPr id="297990" name="Text Box 6"/>
          <p:cNvSpPr txBox="1"/>
          <p:nvPr/>
        </p:nvSpPr>
        <p:spPr>
          <a:xfrm>
            <a:off x="1066800" y="1524000"/>
            <a:ext cx="38560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CC00CC"/>
                </a:solidFill>
              </a:rPr>
              <a:t>通过移动次数来衡量</a:t>
            </a:r>
            <a:endParaRPr lang="zh-CN" altLang="en-US" b="1" dirty="0">
              <a:solidFill>
                <a:srgbClr val="CC00CC"/>
              </a:solidFill>
            </a:endParaRPr>
          </a:p>
        </p:txBody>
      </p:sp>
      <p:sp>
        <p:nvSpPr>
          <p:cNvPr id="297991" name="Text Box 7"/>
          <p:cNvSpPr txBox="1"/>
          <p:nvPr/>
        </p:nvSpPr>
        <p:spPr>
          <a:xfrm>
            <a:off x="1524000" y="3733800"/>
            <a:ext cx="222408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平均情况：</a:t>
            </a:r>
            <a:endParaRPr lang="zh-CN" altLang="en-US" b="1" dirty="0">
              <a:solidFill>
                <a:srgbClr val="0000CC"/>
              </a:solidFill>
            </a:endParaRPr>
          </a:p>
        </p:txBody>
      </p:sp>
      <p:sp>
        <p:nvSpPr>
          <p:cNvPr id="297992" name="Text Box 8"/>
          <p:cNvSpPr txBox="1"/>
          <p:nvPr/>
        </p:nvSpPr>
        <p:spPr>
          <a:xfrm>
            <a:off x="4098925" y="3752850"/>
            <a:ext cx="19939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T(n)=O(n)</a:t>
            </a:r>
            <a:endParaRPr lang="en-US" altLang="zh-CN" b="1"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97990"/>
                                        </p:tgtEl>
                                        <p:attrNameLst>
                                          <p:attrName>style.visibility</p:attrName>
                                        </p:attrNameLst>
                                      </p:cBhvr>
                                      <p:to>
                                        <p:strVal val="visible"/>
                                      </p:to>
                                    </p:set>
                                    <p:animEffect transition="in" filter="box(out)">
                                      <p:cBhvr>
                                        <p:cTn id="7" dur="500"/>
                                        <p:tgtEl>
                                          <p:spTgt spid="29799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97988"/>
                                        </p:tgtEl>
                                        <p:attrNameLst>
                                          <p:attrName>style.visibility</p:attrName>
                                        </p:attrNameLst>
                                      </p:cBhvr>
                                      <p:to>
                                        <p:strVal val="visible"/>
                                      </p:to>
                                    </p:set>
                                    <p:animEffect transition="in" filter="box(out)">
                                      <p:cBhvr>
                                        <p:cTn id="12" dur="500"/>
                                        <p:tgtEl>
                                          <p:spTgt spid="29798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97989"/>
                                        </p:tgtEl>
                                        <p:attrNameLst>
                                          <p:attrName>style.visibility</p:attrName>
                                        </p:attrNameLst>
                                      </p:cBhvr>
                                      <p:to>
                                        <p:strVal val="visible"/>
                                      </p:to>
                                    </p:set>
                                    <p:animEffect transition="in" filter="box(out)">
                                      <p:cBhvr>
                                        <p:cTn id="17" dur="500"/>
                                        <p:tgtEl>
                                          <p:spTgt spid="29798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97991"/>
                                        </p:tgtEl>
                                        <p:attrNameLst>
                                          <p:attrName>style.visibility</p:attrName>
                                        </p:attrNameLst>
                                      </p:cBhvr>
                                      <p:to>
                                        <p:strVal val="visible"/>
                                      </p:to>
                                    </p:set>
                                    <p:animEffect transition="in" filter="box(out)">
                                      <p:cBhvr>
                                        <p:cTn id="22" dur="500"/>
                                        <p:tgtEl>
                                          <p:spTgt spid="29799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97986"/>
                                        </p:tgtEl>
                                        <p:attrNameLst>
                                          <p:attrName>style.visibility</p:attrName>
                                        </p:attrNameLst>
                                      </p:cBhvr>
                                      <p:to>
                                        <p:strVal val="visible"/>
                                      </p:to>
                                    </p:set>
                                    <p:animEffect transition="in" filter="box(out)">
                                      <p:cBhvr>
                                        <p:cTn id="27" dur="500"/>
                                        <p:tgtEl>
                                          <p:spTgt spid="29798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97992"/>
                                        </p:tgtEl>
                                        <p:attrNameLst>
                                          <p:attrName>style.visibility</p:attrName>
                                        </p:attrNameLst>
                                      </p:cBhvr>
                                      <p:to>
                                        <p:strVal val="visible"/>
                                      </p:to>
                                    </p:set>
                                    <p:animEffect transition="in" filter="box(out)">
                                      <p:cBhvr>
                                        <p:cTn id="32" dur="500"/>
                                        <p:tgtEl>
                                          <p:spTgt spid="297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8" grpId="0"/>
      <p:bldP spid="297989" grpId="0"/>
      <p:bldP spid="297990" grpId="0"/>
      <p:bldP spid="297991" grpId="0"/>
      <p:bldP spid="29799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p:nvPr/>
        </p:nvSpPr>
        <p:spPr>
          <a:xfrm>
            <a:off x="3048000" y="304800"/>
            <a:ext cx="3001963" cy="7620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b="1" dirty="0">
                <a:solidFill>
                  <a:srgbClr val="CC0000"/>
                </a:solidFill>
                <a:ea typeface="隶书" panose="02010509060101010101" pitchFamily="49" charset="-122"/>
              </a:rPr>
              <a:t>元素的删除</a:t>
            </a:r>
            <a:endParaRPr lang="zh-CN" altLang="en-US" sz="1800" dirty="0"/>
          </a:p>
        </p:txBody>
      </p:sp>
      <p:grpSp>
        <p:nvGrpSpPr>
          <p:cNvPr id="74794" name="Group 42"/>
          <p:cNvGrpSpPr/>
          <p:nvPr/>
        </p:nvGrpSpPr>
        <p:grpSpPr>
          <a:xfrm>
            <a:off x="898525" y="990600"/>
            <a:ext cx="7102475" cy="1219200"/>
            <a:chOff x="566" y="624"/>
            <a:chExt cx="4474" cy="768"/>
          </a:xfrm>
        </p:grpSpPr>
        <p:sp>
          <p:nvSpPr>
            <p:cNvPr id="25630" name="Rectangle 5"/>
            <p:cNvSpPr/>
            <p:nvPr/>
          </p:nvSpPr>
          <p:spPr>
            <a:xfrm>
              <a:off x="1104" y="1008"/>
              <a:ext cx="3936" cy="384"/>
            </a:xfrm>
            <a:prstGeom prst="rect">
              <a:avLst/>
            </a:prstGeom>
            <a:solidFill>
              <a:schemeClr val="bg1"/>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25631" name="Text Box 6"/>
            <p:cNvSpPr txBox="1"/>
            <p:nvPr/>
          </p:nvSpPr>
          <p:spPr>
            <a:xfrm>
              <a:off x="1110" y="1027"/>
              <a:ext cx="3882"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Arial Narrow" panose="020B0606020202030204" pitchFamily="34" charset="0"/>
                </a:rPr>
                <a:t>25   34   57  50  16   48   09  63    </a:t>
              </a:r>
              <a:r>
                <a:rPr lang="en-US" altLang="zh-CN" dirty="0">
                  <a:solidFill>
                    <a:schemeClr val="tx2"/>
                  </a:solidFill>
                  <a:latin typeface="Arial Narrow" panose="020B0606020202030204" pitchFamily="34" charset="0"/>
                  <a:sym typeface="Symbol" panose="05050102010706020507" pitchFamily="18" charset="2"/>
                </a:rPr>
                <a:t></a:t>
              </a:r>
              <a:endParaRPr lang="en-US" altLang="zh-CN" dirty="0">
                <a:latin typeface="Arial Narrow" panose="020B0606020202030204" pitchFamily="34" charset="0"/>
                <a:sym typeface="Symbol" panose="05050102010706020507" pitchFamily="18" charset="2"/>
              </a:endParaRPr>
            </a:p>
          </p:txBody>
        </p:sp>
        <p:sp>
          <p:nvSpPr>
            <p:cNvPr id="25632" name="Line 7"/>
            <p:cNvSpPr/>
            <p:nvPr/>
          </p:nvSpPr>
          <p:spPr>
            <a:xfrm>
              <a:off x="1488" y="1008"/>
              <a:ext cx="0" cy="384"/>
            </a:xfrm>
            <a:prstGeom prst="line">
              <a:avLst/>
            </a:prstGeom>
            <a:ln w="28575" cap="flat" cmpd="sng">
              <a:solidFill>
                <a:schemeClr val="bg2"/>
              </a:solidFill>
              <a:prstDash val="solid"/>
              <a:headEnd type="none" w="med" len="med"/>
              <a:tailEnd type="none" w="med" len="med"/>
            </a:ln>
          </p:spPr>
        </p:sp>
        <p:sp>
          <p:nvSpPr>
            <p:cNvPr id="25633" name="Line 8"/>
            <p:cNvSpPr/>
            <p:nvPr/>
          </p:nvSpPr>
          <p:spPr>
            <a:xfrm>
              <a:off x="1872" y="1008"/>
              <a:ext cx="0" cy="384"/>
            </a:xfrm>
            <a:prstGeom prst="line">
              <a:avLst/>
            </a:prstGeom>
            <a:ln w="28575" cap="flat" cmpd="sng">
              <a:solidFill>
                <a:schemeClr val="bg2"/>
              </a:solidFill>
              <a:prstDash val="solid"/>
              <a:headEnd type="none" w="med" len="med"/>
              <a:tailEnd type="none" w="med" len="med"/>
            </a:ln>
          </p:spPr>
        </p:sp>
        <p:sp>
          <p:nvSpPr>
            <p:cNvPr id="25634" name="Line 9"/>
            <p:cNvSpPr/>
            <p:nvPr/>
          </p:nvSpPr>
          <p:spPr>
            <a:xfrm>
              <a:off x="3024" y="1008"/>
              <a:ext cx="0" cy="384"/>
            </a:xfrm>
            <a:prstGeom prst="line">
              <a:avLst/>
            </a:prstGeom>
            <a:ln w="28575" cap="flat" cmpd="sng">
              <a:solidFill>
                <a:schemeClr val="bg2"/>
              </a:solidFill>
              <a:prstDash val="solid"/>
              <a:headEnd type="none" w="med" len="med"/>
              <a:tailEnd type="none" w="med" len="med"/>
            </a:ln>
          </p:spPr>
        </p:sp>
        <p:sp>
          <p:nvSpPr>
            <p:cNvPr id="25635" name="Line 10"/>
            <p:cNvSpPr/>
            <p:nvPr/>
          </p:nvSpPr>
          <p:spPr>
            <a:xfrm>
              <a:off x="3408" y="1008"/>
              <a:ext cx="0" cy="384"/>
            </a:xfrm>
            <a:prstGeom prst="line">
              <a:avLst/>
            </a:prstGeom>
            <a:ln w="28575" cap="flat" cmpd="sng">
              <a:solidFill>
                <a:schemeClr val="bg2"/>
              </a:solidFill>
              <a:prstDash val="solid"/>
              <a:headEnd type="none" w="med" len="med"/>
              <a:tailEnd type="none" w="med" len="med"/>
            </a:ln>
          </p:spPr>
        </p:sp>
        <p:sp>
          <p:nvSpPr>
            <p:cNvPr id="25636" name="Line 11"/>
            <p:cNvSpPr/>
            <p:nvPr/>
          </p:nvSpPr>
          <p:spPr>
            <a:xfrm>
              <a:off x="3792" y="1008"/>
              <a:ext cx="0" cy="384"/>
            </a:xfrm>
            <a:prstGeom prst="line">
              <a:avLst/>
            </a:prstGeom>
            <a:ln w="28575" cap="flat" cmpd="sng">
              <a:solidFill>
                <a:schemeClr val="bg2"/>
              </a:solidFill>
              <a:prstDash val="solid"/>
              <a:headEnd type="none" w="med" len="med"/>
              <a:tailEnd type="none" w="med" len="med"/>
            </a:ln>
          </p:spPr>
        </p:sp>
        <p:sp>
          <p:nvSpPr>
            <p:cNvPr id="25637" name="Line 12"/>
            <p:cNvSpPr/>
            <p:nvPr/>
          </p:nvSpPr>
          <p:spPr>
            <a:xfrm>
              <a:off x="4176" y="1008"/>
              <a:ext cx="0" cy="384"/>
            </a:xfrm>
            <a:prstGeom prst="line">
              <a:avLst/>
            </a:prstGeom>
            <a:ln w="28575" cap="flat" cmpd="sng">
              <a:solidFill>
                <a:schemeClr val="bg2"/>
              </a:solidFill>
              <a:prstDash val="solid"/>
              <a:headEnd type="none" w="med" len="med"/>
              <a:tailEnd type="none" w="med" len="med"/>
            </a:ln>
          </p:spPr>
        </p:sp>
        <p:sp>
          <p:nvSpPr>
            <p:cNvPr id="25638" name="Text Box 13"/>
            <p:cNvSpPr txBox="1"/>
            <p:nvPr/>
          </p:nvSpPr>
          <p:spPr>
            <a:xfrm>
              <a:off x="1172" y="624"/>
              <a:ext cx="2916"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1     2    3     4     5     6     7     8</a:t>
              </a:r>
              <a:endParaRPr lang="en-US" altLang="zh-CN" sz="2400" dirty="0"/>
            </a:p>
          </p:txBody>
        </p:sp>
        <p:sp>
          <p:nvSpPr>
            <p:cNvPr id="25639" name="Text Box 14"/>
            <p:cNvSpPr txBox="1"/>
            <p:nvPr/>
          </p:nvSpPr>
          <p:spPr>
            <a:xfrm>
              <a:off x="566" y="1008"/>
              <a:ext cx="54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rPr>
                <a:t>data</a:t>
              </a:r>
              <a:endParaRPr lang="en-US" altLang="zh-CN" dirty="0">
                <a:solidFill>
                  <a:schemeClr val="tx2"/>
                </a:solidFill>
              </a:endParaRPr>
            </a:p>
          </p:txBody>
        </p:sp>
        <p:sp>
          <p:nvSpPr>
            <p:cNvPr id="25640" name="Line 15"/>
            <p:cNvSpPr/>
            <p:nvPr/>
          </p:nvSpPr>
          <p:spPr>
            <a:xfrm>
              <a:off x="2640" y="1008"/>
              <a:ext cx="0" cy="384"/>
            </a:xfrm>
            <a:prstGeom prst="line">
              <a:avLst/>
            </a:prstGeom>
            <a:ln w="28575" cap="flat" cmpd="sng">
              <a:solidFill>
                <a:schemeClr val="bg2"/>
              </a:solidFill>
              <a:prstDash val="solid"/>
              <a:headEnd type="none" w="med" len="med"/>
              <a:tailEnd type="none" w="med" len="med"/>
            </a:ln>
          </p:spPr>
        </p:sp>
        <p:sp>
          <p:nvSpPr>
            <p:cNvPr id="25641" name="Line 16"/>
            <p:cNvSpPr/>
            <p:nvPr/>
          </p:nvSpPr>
          <p:spPr>
            <a:xfrm>
              <a:off x="2256" y="1008"/>
              <a:ext cx="0" cy="384"/>
            </a:xfrm>
            <a:prstGeom prst="line">
              <a:avLst/>
            </a:prstGeom>
            <a:ln w="28575" cap="flat" cmpd="sng">
              <a:solidFill>
                <a:schemeClr val="bg2"/>
              </a:solidFill>
              <a:prstDash val="solid"/>
              <a:headEnd type="none" w="med" len="med"/>
              <a:tailEnd type="none" w="med" len="med"/>
            </a:ln>
          </p:spPr>
        </p:sp>
      </p:grpSp>
      <p:grpSp>
        <p:nvGrpSpPr>
          <p:cNvPr id="74798" name="Group 46"/>
          <p:cNvGrpSpPr/>
          <p:nvPr/>
        </p:nvGrpSpPr>
        <p:grpSpPr>
          <a:xfrm>
            <a:off x="4572000" y="2286000"/>
            <a:ext cx="1676400" cy="685800"/>
            <a:chOff x="2880" y="1440"/>
            <a:chExt cx="1056" cy="432"/>
          </a:xfrm>
        </p:grpSpPr>
        <p:sp>
          <p:nvSpPr>
            <p:cNvPr id="25627" name="Line 33"/>
            <p:cNvSpPr/>
            <p:nvPr/>
          </p:nvSpPr>
          <p:spPr>
            <a:xfrm flipH="1">
              <a:off x="2880" y="1440"/>
              <a:ext cx="288" cy="432"/>
            </a:xfrm>
            <a:prstGeom prst="line">
              <a:avLst/>
            </a:prstGeom>
            <a:ln w="28575" cap="flat" cmpd="sng">
              <a:solidFill>
                <a:schemeClr val="tx2"/>
              </a:solidFill>
              <a:prstDash val="solid"/>
              <a:headEnd type="none" w="med" len="med"/>
              <a:tailEnd type="triangle" w="med" len="lg"/>
            </a:ln>
          </p:spPr>
        </p:sp>
        <p:sp>
          <p:nvSpPr>
            <p:cNvPr id="25628" name="Line 34"/>
            <p:cNvSpPr/>
            <p:nvPr/>
          </p:nvSpPr>
          <p:spPr>
            <a:xfrm flipH="1">
              <a:off x="3264" y="1440"/>
              <a:ext cx="288" cy="432"/>
            </a:xfrm>
            <a:prstGeom prst="line">
              <a:avLst/>
            </a:prstGeom>
            <a:ln w="28575" cap="flat" cmpd="sng">
              <a:solidFill>
                <a:schemeClr val="tx2"/>
              </a:solidFill>
              <a:prstDash val="solid"/>
              <a:headEnd type="none" w="med" len="med"/>
              <a:tailEnd type="triangle" w="med" len="lg"/>
            </a:ln>
          </p:spPr>
        </p:sp>
        <p:sp>
          <p:nvSpPr>
            <p:cNvPr id="25629" name="Line 35"/>
            <p:cNvSpPr/>
            <p:nvPr/>
          </p:nvSpPr>
          <p:spPr>
            <a:xfrm flipH="1">
              <a:off x="3648" y="1440"/>
              <a:ext cx="288" cy="432"/>
            </a:xfrm>
            <a:prstGeom prst="line">
              <a:avLst/>
            </a:prstGeom>
            <a:ln w="28575" cap="flat" cmpd="sng">
              <a:solidFill>
                <a:schemeClr val="tx2"/>
              </a:solidFill>
              <a:prstDash val="solid"/>
              <a:headEnd type="none" w="med" len="med"/>
              <a:tailEnd type="triangle" w="med" len="lg"/>
            </a:ln>
          </p:spPr>
        </p:sp>
      </p:grpSp>
      <p:sp>
        <p:nvSpPr>
          <p:cNvPr id="74788" name="Text Box 36"/>
          <p:cNvSpPr txBox="1"/>
          <p:nvPr/>
        </p:nvSpPr>
        <p:spPr>
          <a:xfrm>
            <a:off x="1279525" y="5048250"/>
            <a:ext cx="336391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rgbClr val="0000CC"/>
                </a:solidFill>
              </a:rPr>
              <a:t>将</a:t>
            </a:r>
            <a:r>
              <a:rPr lang="en-US" altLang="zh-CN" i="1" dirty="0">
                <a:solidFill>
                  <a:srgbClr val="0000CC"/>
                </a:solidFill>
              </a:rPr>
              <a:t>a</a:t>
            </a:r>
            <a:r>
              <a:rPr lang="en-US" altLang="zh-CN" i="1" baseline="-25000" dirty="0">
                <a:solidFill>
                  <a:srgbClr val="0000CC"/>
                </a:solidFill>
              </a:rPr>
              <a:t>i+1</a:t>
            </a:r>
            <a:r>
              <a:rPr lang="en-US" altLang="zh-CN" i="1" dirty="0">
                <a:solidFill>
                  <a:srgbClr val="0000CC"/>
                </a:solidFill>
              </a:rPr>
              <a:t>~a</a:t>
            </a:r>
            <a:r>
              <a:rPr lang="en-US" altLang="zh-CN" i="1" baseline="-25000" dirty="0">
                <a:solidFill>
                  <a:srgbClr val="0000CC"/>
                </a:solidFill>
              </a:rPr>
              <a:t>n</a:t>
            </a:r>
            <a:r>
              <a:rPr lang="zh-CN" altLang="en-US" dirty="0">
                <a:solidFill>
                  <a:srgbClr val="0000CC"/>
                </a:solidFill>
              </a:rPr>
              <a:t>依次前移</a:t>
            </a:r>
            <a:endParaRPr lang="zh-CN" altLang="en-US" dirty="0">
              <a:solidFill>
                <a:srgbClr val="0000CC"/>
              </a:solidFill>
            </a:endParaRPr>
          </a:p>
        </p:txBody>
      </p:sp>
      <p:sp>
        <p:nvSpPr>
          <p:cNvPr id="74789" name="Text Box 37"/>
          <p:cNvSpPr txBox="1"/>
          <p:nvPr/>
        </p:nvSpPr>
        <p:spPr>
          <a:xfrm>
            <a:off x="5029200" y="4987925"/>
            <a:ext cx="3621088"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dirty="0">
                <a:solidFill>
                  <a:schemeClr val="tx2"/>
                </a:solidFill>
                <a:ea typeface="隶书" panose="02010509060101010101" pitchFamily="49" charset="-122"/>
              </a:rPr>
              <a:t>正序移到</a:t>
            </a:r>
            <a:r>
              <a:rPr lang="en-US" altLang="zh-CN" sz="4400" dirty="0">
                <a:solidFill>
                  <a:schemeClr val="tx2"/>
                </a:solidFill>
                <a:ea typeface="隶书" panose="02010509060101010101" pitchFamily="49" charset="-122"/>
              </a:rPr>
              <a:t>i~n-1</a:t>
            </a:r>
            <a:endParaRPr lang="en-US" altLang="zh-CN" sz="4400" dirty="0">
              <a:solidFill>
                <a:schemeClr val="tx2"/>
              </a:solidFill>
              <a:ea typeface="隶书" panose="02010509060101010101" pitchFamily="49" charset="-122"/>
            </a:endParaRPr>
          </a:p>
        </p:txBody>
      </p:sp>
      <p:sp>
        <p:nvSpPr>
          <p:cNvPr id="74790" name="Text Box 38"/>
          <p:cNvSpPr txBox="1"/>
          <p:nvPr/>
        </p:nvSpPr>
        <p:spPr>
          <a:xfrm>
            <a:off x="1295400" y="5715000"/>
            <a:ext cx="18097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rgbClr val="0000CC"/>
                </a:solidFill>
              </a:rPr>
              <a:t>长度减１</a:t>
            </a:r>
            <a:endParaRPr lang="zh-CN" altLang="en-US" dirty="0">
              <a:solidFill>
                <a:srgbClr val="0000CC"/>
              </a:solidFill>
            </a:endParaRPr>
          </a:p>
        </p:txBody>
      </p:sp>
      <p:sp>
        <p:nvSpPr>
          <p:cNvPr id="74791" name="Text Box 39"/>
          <p:cNvSpPr txBox="1"/>
          <p:nvPr/>
        </p:nvSpPr>
        <p:spPr>
          <a:xfrm>
            <a:off x="1355725" y="4354513"/>
            <a:ext cx="22796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rgbClr val="0000CC"/>
                </a:solidFill>
              </a:rPr>
              <a:t>i</a:t>
            </a:r>
            <a:r>
              <a:rPr lang="en-US" altLang="zh-CN" dirty="0">
                <a:solidFill>
                  <a:srgbClr val="0000CC"/>
                </a:solidFill>
                <a:sym typeface="Symbol" panose="05050102010706020507" pitchFamily="18" charset="2"/>
              </a:rPr>
              <a:t>1</a:t>
            </a:r>
            <a:r>
              <a:rPr lang="zh-CN" altLang="en-US" dirty="0">
                <a:solidFill>
                  <a:srgbClr val="0000CC"/>
                </a:solidFill>
                <a:sym typeface="Symbol" panose="05050102010706020507" pitchFamily="18" charset="2"/>
              </a:rPr>
              <a:t>　且  </a:t>
            </a:r>
            <a:r>
              <a:rPr lang="en-US" altLang="zh-CN" dirty="0">
                <a:solidFill>
                  <a:srgbClr val="0000CC"/>
                </a:solidFill>
                <a:sym typeface="Symbol" panose="05050102010706020507" pitchFamily="18" charset="2"/>
              </a:rPr>
              <a:t>in</a:t>
            </a:r>
            <a:endParaRPr lang="en-US" altLang="zh-CN" dirty="0">
              <a:solidFill>
                <a:srgbClr val="0000CC"/>
              </a:solidFill>
            </a:endParaRPr>
          </a:p>
        </p:txBody>
      </p:sp>
      <p:grpSp>
        <p:nvGrpSpPr>
          <p:cNvPr id="74796" name="Group 44"/>
          <p:cNvGrpSpPr/>
          <p:nvPr/>
        </p:nvGrpSpPr>
        <p:grpSpPr>
          <a:xfrm>
            <a:off x="914400" y="2757488"/>
            <a:ext cx="7086600" cy="1281112"/>
            <a:chOff x="576" y="1737"/>
            <a:chExt cx="4464" cy="807"/>
          </a:xfrm>
        </p:grpSpPr>
        <p:sp>
          <p:nvSpPr>
            <p:cNvPr id="25615" name="Rectangle 21"/>
            <p:cNvSpPr/>
            <p:nvPr/>
          </p:nvSpPr>
          <p:spPr>
            <a:xfrm>
              <a:off x="1104" y="2160"/>
              <a:ext cx="3936" cy="384"/>
            </a:xfrm>
            <a:prstGeom prst="rect">
              <a:avLst/>
            </a:prstGeom>
            <a:solidFill>
              <a:schemeClr val="bg1"/>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25616" name="Line 23"/>
            <p:cNvSpPr/>
            <p:nvPr/>
          </p:nvSpPr>
          <p:spPr>
            <a:xfrm>
              <a:off x="1498" y="2160"/>
              <a:ext cx="0" cy="384"/>
            </a:xfrm>
            <a:prstGeom prst="line">
              <a:avLst/>
            </a:prstGeom>
            <a:ln w="28575" cap="flat" cmpd="sng">
              <a:solidFill>
                <a:schemeClr val="bg2"/>
              </a:solidFill>
              <a:prstDash val="solid"/>
              <a:headEnd type="none" w="med" len="med"/>
              <a:tailEnd type="none" w="med" len="med"/>
            </a:ln>
          </p:spPr>
        </p:sp>
        <p:sp>
          <p:nvSpPr>
            <p:cNvPr id="25617" name="Line 24"/>
            <p:cNvSpPr/>
            <p:nvPr/>
          </p:nvSpPr>
          <p:spPr>
            <a:xfrm>
              <a:off x="1882" y="2160"/>
              <a:ext cx="0" cy="384"/>
            </a:xfrm>
            <a:prstGeom prst="line">
              <a:avLst/>
            </a:prstGeom>
            <a:ln w="28575" cap="flat" cmpd="sng">
              <a:solidFill>
                <a:schemeClr val="bg2"/>
              </a:solidFill>
              <a:prstDash val="solid"/>
              <a:headEnd type="none" w="med" len="med"/>
              <a:tailEnd type="none" w="med" len="med"/>
            </a:ln>
          </p:spPr>
        </p:sp>
        <p:sp>
          <p:nvSpPr>
            <p:cNvPr id="25618" name="Line 25"/>
            <p:cNvSpPr/>
            <p:nvPr/>
          </p:nvSpPr>
          <p:spPr>
            <a:xfrm>
              <a:off x="3418" y="2160"/>
              <a:ext cx="0" cy="384"/>
            </a:xfrm>
            <a:prstGeom prst="line">
              <a:avLst/>
            </a:prstGeom>
            <a:ln w="28575" cap="flat" cmpd="sng">
              <a:solidFill>
                <a:schemeClr val="bg2"/>
              </a:solidFill>
              <a:prstDash val="solid"/>
              <a:headEnd type="none" w="med" len="med"/>
              <a:tailEnd type="none" w="med" len="med"/>
            </a:ln>
          </p:spPr>
        </p:sp>
        <p:sp>
          <p:nvSpPr>
            <p:cNvPr id="25619" name="Line 26"/>
            <p:cNvSpPr/>
            <p:nvPr/>
          </p:nvSpPr>
          <p:spPr>
            <a:xfrm>
              <a:off x="3802" y="2160"/>
              <a:ext cx="0" cy="384"/>
            </a:xfrm>
            <a:prstGeom prst="line">
              <a:avLst/>
            </a:prstGeom>
            <a:ln w="28575" cap="flat" cmpd="sng">
              <a:solidFill>
                <a:schemeClr val="bg2"/>
              </a:solidFill>
              <a:prstDash val="solid"/>
              <a:headEnd type="none" w="med" len="med"/>
              <a:tailEnd type="none" w="med" len="med"/>
            </a:ln>
          </p:spPr>
        </p:sp>
        <p:sp>
          <p:nvSpPr>
            <p:cNvPr id="25620" name="Line 27"/>
            <p:cNvSpPr/>
            <p:nvPr/>
          </p:nvSpPr>
          <p:spPr>
            <a:xfrm>
              <a:off x="4186" y="2160"/>
              <a:ext cx="0" cy="384"/>
            </a:xfrm>
            <a:prstGeom prst="line">
              <a:avLst/>
            </a:prstGeom>
            <a:ln w="28575" cap="flat" cmpd="sng">
              <a:solidFill>
                <a:schemeClr val="bg2"/>
              </a:solidFill>
              <a:prstDash val="solid"/>
              <a:headEnd type="none" w="med" len="med"/>
              <a:tailEnd type="none" w="med" len="med"/>
            </a:ln>
          </p:spPr>
        </p:sp>
        <p:sp>
          <p:nvSpPr>
            <p:cNvPr id="25621" name="Text Box 28"/>
            <p:cNvSpPr txBox="1"/>
            <p:nvPr/>
          </p:nvSpPr>
          <p:spPr>
            <a:xfrm>
              <a:off x="1182" y="1737"/>
              <a:ext cx="2916"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1     2    3     4     5     6     7     8</a:t>
              </a:r>
              <a:endParaRPr lang="en-US" altLang="zh-CN" sz="2400" dirty="0"/>
            </a:p>
          </p:txBody>
        </p:sp>
        <p:sp>
          <p:nvSpPr>
            <p:cNvPr id="25622" name="Text Box 29"/>
            <p:cNvSpPr txBox="1"/>
            <p:nvPr/>
          </p:nvSpPr>
          <p:spPr>
            <a:xfrm>
              <a:off x="576" y="2064"/>
              <a:ext cx="54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rPr>
                <a:t>data</a:t>
              </a:r>
              <a:endParaRPr lang="en-US" altLang="zh-CN" dirty="0">
                <a:solidFill>
                  <a:schemeClr val="tx2"/>
                </a:solidFill>
              </a:endParaRPr>
            </a:p>
          </p:txBody>
        </p:sp>
        <p:sp>
          <p:nvSpPr>
            <p:cNvPr id="25623" name="Line 30"/>
            <p:cNvSpPr/>
            <p:nvPr/>
          </p:nvSpPr>
          <p:spPr>
            <a:xfrm>
              <a:off x="2266" y="2160"/>
              <a:ext cx="0" cy="384"/>
            </a:xfrm>
            <a:prstGeom prst="line">
              <a:avLst/>
            </a:prstGeom>
            <a:ln w="28575" cap="flat" cmpd="sng">
              <a:solidFill>
                <a:schemeClr val="bg2"/>
              </a:solidFill>
              <a:prstDash val="solid"/>
              <a:headEnd type="none" w="med" len="med"/>
              <a:tailEnd type="none" w="med" len="med"/>
            </a:ln>
          </p:spPr>
        </p:sp>
        <p:sp>
          <p:nvSpPr>
            <p:cNvPr id="25624" name="Line 31"/>
            <p:cNvSpPr/>
            <p:nvPr/>
          </p:nvSpPr>
          <p:spPr>
            <a:xfrm>
              <a:off x="2640" y="2160"/>
              <a:ext cx="0" cy="384"/>
            </a:xfrm>
            <a:prstGeom prst="line">
              <a:avLst/>
            </a:prstGeom>
            <a:ln w="28575" cap="flat" cmpd="sng">
              <a:solidFill>
                <a:schemeClr val="bg2"/>
              </a:solidFill>
              <a:prstDash val="solid"/>
              <a:headEnd type="none" w="med" len="med"/>
              <a:tailEnd type="none" w="med" len="med"/>
            </a:ln>
          </p:spPr>
        </p:sp>
        <p:sp>
          <p:nvSpPr>
            <p:cNvPr id="25625" name="Line 32"/>
            <p:cNvSpPr/>
            <p:nvPr/>
          </p:nvSpPr>
          <p:spPr>
            <a:xfrm>
              <a:off x="3072" y="2160"/>
              <a:ext cx="0" cy="384"/>
            </a:xfrm>
            <a:prstGeom prst="line">
              <a:avLst/>
            </a:prstGeom>
            <a:ln w="28575" cap="flat" cmpd="sng">
              <a:solidFill>
                <a:schemeClr val="bg2"/>
              </a:solidFill>
              <a:prstDash val="solid"/>
              <a:headEnd type="none" w="med" len="med"/>
              <a:tailEnd type="none" w="med" len="med"/>
            </a:ln>
          </p:spPr>
        </p:sp>
        <p:sp>
          <p:nvSpPr>
            <p:cNvPr id="25626" name="Text Box 41"/>
            <p:cNvSpPr txBox="1"/>
            <p:nvPr/>
          </p:nvSpPr>
          <p:spPr>
            <a:xfrm>
              <a:off x="1104" y="2160"/>
              <a:ext cx="151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Arial Narrow" panose="020B0606020202030204" pitchFamily="34" charset="0"/>
                </a:rPr>
                <a:t>25   34   57  50</a:t>
              </a:r>
              <a:endParaRPr lang="en-US" altLang="zh-CN" dirty="0">
                <a:solidFill>
                  <a:schemeClr val="tx2"/>
                </a:solidFill>
                <a:latin typeface="Arial Narrow" panose="020B0606020202030204" pitchFamily="34" charset="0"/>
              </a:endParaRPr>
            </a:p>
          </p:txBody>
        </p:sp>
      </p:grpSp>
      <p:grpSp>
        <p:nvGrpSpPr>
          <p:cNvPr id="74797" name="Group 45"/>
          <p:cNvGrpSpPr/>
          <p:nvPr/>
        </p:nvGrpSpPr>
        <p:grpSpPr>
          <a:xfrm>
            <a:off x="3124200" y="1600200"/>
            <a:ext cx="1666875" cy="1270000"/>
            <a:chOff x="1968" y="1008"/>
            <a:chExt cx="1050" cy="800"/>
          </a:xfrm>
        </p:grpSpPr>
        <p:sp>
          <p:nvSpPr>
            <p:cNvPr id="25612" name="Line 19"/>
            <p:cNvSpPr/>
            <p:nvPr/>
          </p:nvSpPr>
          <p:spPr>
            <a:xfrm flipV="1">
              <a:off x="2832" y="1440"/>
              <a:ext cx="0" cy="240"/>
            </a:xfrm>
            <a:prstGeom prst="line">
              <a:avLst/>
            </a:prstGeom>
            <a:ln w="28575" cap="flat" cmpd="sng">
              <a:solidFill>
                <a:schemeClr val="tx2"/>
              </a:solidFill>
              <a:prstDash val="solid"/>
              <a:headEnd type="none" w="med" len="med"/>
              <a:tailEnd type="triangle" w="med" len="lg"/>
            </a:ln>
          </p:spPr>
        </p:sp>
        <p:sp>
          <p:nvSpPr>
            <p:cNvPr id="25613" name="Text Box 20"/>
            <p:cNvSpPr txBox="1"/>
            <p:nvPr/>
          </p:nvSpPr>
          <p:spPr>
            <a:xfrm>
              <a:off x="1968" y="1440"/>
              <a:ext cx="748"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chemeClr val="accent2"/>
                  </a:solidFill>
                  <a:ea typeface="隶书" panose="02010509060101010101" pitchFamily="49" charset="-122"/>
                </a:rPr>
                <a:t>删除</a:t>
              </a:r>
              <a:r>
                <a:rPr lang="en-US" altLang="zh-CN" dirty="0">
                  <a:solidFill>
                    <a:schemeClr val="accent2"/>
                  </a:solidFill>
                  <a:ea typeface="隶书" panose="02010509060101010101" pitchFamily="49" charset="-122"/>
                </a:rPr>
                <a:t>e</a:t>
              </a:r>
              <a:endParaRPr lang="en-US" altLang="zh-CN" sz="2400" dirty="0"/>
            </a:p>
          </p:txBody>
        </p:sp>
        <p:sp>
          <p:nvSpPr>
            <p:cNvPr id="25614" name="Text Box 43"/>
            <p:cNvSpPr txBox="1"/>
            <p:nvPr/>
          </p:nvSpPr>
          <p:spPr>
            <a:xfrm>
              <a:off x="2640" y="1008"/>
              <a:ext cx="378" cy="371"/>
            </a:xfrm>
            <a:prstGeom prst="rect">
              <a:avLst/>
            </a:prstGeom>
            <a:solidFill>
              <a:schemeClr val="tx2"/>
            </a:solidFill>
            <a:ln w="9525" cap="flat" cmpd="sng">
              <a:solidFill>
                <a:schemeClr val="tx2"/>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bg1"/>
                  </a:solidFill>
                </a:rPr>
                <a:t>16</a:t>
              </a:r>
              <a:endParaRPr lang="en-US" altLang="zh-CN" dirty="0">
                <a:solidFill>
                  <a:schemeClr val="bg1"/>
                </a:solidFill>
              </a:endParaRPr>
            </a:p>
          </p:txBody>
        </p:sp>
      </p:grpSp>
      <p:sp>
        <p:nvSpPr>
          <p:cNvPr id="74792" name="Text Box 40"/>
          <p:cNvSpPr txBox="1"/>
          <p:nvPr/>
        </p:nvSpPr>
        <p:spPr>
          <a:xfrm>
            <a:off x="4191000" y="3429000"/>
            <a:ext cx="34925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Arial Narrow" panose="020B0606020202030204" pitchFamily="34" charset="0"/>
              </a:rPr>
              <a:t>48   09  63          </a:t>
            </a:r>
            <a:r>
              <a:rPr lang="en-US" altLang="zh-CN" dirty="0">
                <a:solidFill>
                  <a:schemeClr val="tx2"/>
                </a:solidFill>
                <a:latin typeface="Arial Narrow" panose="020B0606020202030204" pitchFamily="34" charset="0"/>
                <a:sym typeface="Symbol" panose="05050102010706020507" pitchFamily="18" charset="2"/>
              </a:rPr>
              <a:t></a:t>
            </a:r>
            <a:endParaRPr lang="en-US" altLang="zh-CN"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4794"/>
                                        </p:tgtEl>
                                        <p:attrNameLst>
                                          <p:attrName>style.visibility</p:attrName>
                                        </p:attrNameLst>
                                      </p:cBhvr>
                                      <p:to>
                                        <p:strVal val="visible"/>
                                      </p:to>
                                    </p:set>
                                    <p:animEffect transition="in" filter="box(out)">
                                      <p:cBhvr>
                                        <p:cTn id="7" dur="500"/>
                                        <p:tgtEl>
                                          <p:spTgt spid="7479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4797"/>
                                        </p:tgtEl>
                                        <p:attrNameLst>
                                          <p:attrName>style.visibility</p:attrName>
                                        </p:attrNameLst>
                                      </p:cBhvr>
                                      <p:to>
                                        <p:strVal val="visible"/>
                                      </p:to>
                                    </p:set>
                                    <p:animEffect transition="in" filter="box(out)">
                                      <p:cBhvr>
                                        <p:cTn id="12" dur="500"/>
                                        <p:tgtEl>
                                          <p:spTgt spid="7479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74796"/>
                                        </p:tgtEl>
                                        <p:attrNameLst>
                                          <p:attrName>style.visibility</p:attrName>
                                        </p:attrNameLst>
                                      </p:cBhvr>
                                      <p:to>
                                        <p:strVal val="visible"/>
                                      </p:to>
                                    </p:set>
                                    <p:animEffect transition="in" filter="box(out)">
                                      <p:cBhvr>
                                        <p:cTn id="17" dur="500"/>
                                        <p:tgtEl>
                                          <p:spTgt spid="7479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74798"/>
                                        </p:tgtEl>
                                        <p:attrNameLst>
                                          <p:attrName>style.visibility</p:attrName>
                                        </p:attrNameLst>
                                      </p:cBhvr>
                                      <p:to>
                                        <p:strVal val="visible"/>
                                      </p:to>
                                    </p:set>
                                    <p:animEffect transition="in" filter="box(out)">
                                      <p:cBhvr>
                                        <p:cTn id="22" dur="500"/>
                                        <p:tgtEl>
                                          <p:spTgt spid="7479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4792"/>
                                        </p:tgtEl>
                                        <p:attrNameLst>
                                          <p:attrName>style.visibility</p:attrName>
                                        </p:attrNameLst>
                                      </p:cBhvr>
                                      <p:to>
                                        <p:strVal val="visible"/>
                                      </p:to>
                                    </p:set>
                                    <p:animEffect transition="in" filter="box(out)">
                                      <p:cBhvr>
                                        <p:cTn id="27" dur="500"/>
                                        <p:tgtEl>
                                          <p:spTgt spid="7479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74788"/>
                                        </p:tgtEl>
                                        <p:attrNameLst>
                                          <p:attrName>style.visibility</p:attrName>
                                        </p:attrNameLst>
                                      </p:cBhvr>
                                      <p:to>
                                        <p:strVal val="visible"/>
                                      </p:to>
                                    </p:set>
                                    <p:animEffect transition="in" filter="box(out)">
                                      <p:cBhvr>
                                        <p:cTn id="32" dur="500"/>
                                        <p:tgtEl>
                                          <p:spTgt spid="7478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74789"/>
                                        </p:tgtEl>
                                        <p:attrNameLst>
                                          <p:attrName>style.visibility</p:attrName>
                                        </p:attrNameLst>
                                      </p:cBhvr>
                                      <p:to>
                                        <p:strVal val="visible"/>
                                      </p:to>
                                    </p:set>
                                    <p:animEffect transition="in" filter="box(out)">
                                      <p:cBhvr>
                                        <p:cTn id="37" dur="500"/>
                                        <p:tgtEl>
                                          <p:spTgt spid="7478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74790"/>
                                        </p:tgtEl>
                                        <p:attrNameLst>
                                          <p:attrName>style.visibility</p:attrName>
                                        </p:attrNameLst>
                                      </p:cBhvr>
                                      <p:to>
                                        <p:strVal val="visible"/>
                                      </p:to>
                                    </p:set>
                                    <p:animEffect transition="in" filter="box(out)">
                                      <p:cBhvr>
                                        <p:cTn id="42" dur="500"/>
                                        <p:tgtEl>
                                          <p:spTgt spid="7479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74791"/>
                                        </p:tgtEl>
                                        <p:attrNameLst>
                                          <p:attrName>style.visibility</p:attrName>
                                        </p:attrNameLst>
                                      </p:cBhvr>
                                      <p:to>
                                        <p:strVal val="visible"/>
                                      </p:to>
                                    </p:set>
                                    <p:animEffect transition="in" filter="box(out)">
                                      <p:cBhvr>
                                        <p:cTn id="47" dur="500"/>
                                        <p:tgtEl>
                                          <p:spTgt spid="74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8" grpId="0"/>
      <p:bldP spid="74789" grpId="0"/>
      <p:bldP spid="74790" grpId="0"/>
      <p:bldP spid="74791" grpId="0"/>
      <p:bldP spid="7479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a:spLocks noChangeArrowheads="1"/>
          </p:cNvSpPr>
          <p:nvPr/>
        </p:nvSpPr>
        <p:spPr bwMode="auto">
          <a:xfrm>
            <a:off x="228600" y="381000"/>
            <a:ext cx="8915400" cy="655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defTabSz="914400" eaLnBrk="1" hangingPunct="1">
              <a:buClr>
                <a:srgbClr val="FF6600"/>
              </a:buClr>
              <a:buSzPct val="50000"/>
              <a:buFont typeface="Wingdings" panose="05000000000000000000" pitchFamily="2" charset="2"/>
              <a:buChar char="n"/>
              <a:defRPr/>
            </a:pPr>
            <a:r>
              <a:rPr kumimoji="1" lang="en-US" altLang="zh-CN" sz="3600" kern="1200" cap="none" spc="0" normalizeH="0" baseline="0" noProof="0" dirty="0">
                <a:solidFill>
                  <a:srgbClr val="CC0000"/>
                </a:solidFill>
                <a:latin typeface="Times New Roman" panose="02020603050405020304" pitchFamily="18" charset="0"/>
                <a:ea typeface="宋体" panose="02010600030101010101" pitchFamily="2" charset="-122"/>
                <a:cs typeface="+mn-cs"/>
              </a:rPr>
              <a:t>  </a:t>
            </a:r>
            <a:r>
              <a:rPr kumimoji="1" lang="zh-CN" altLang="en-US" sz="3200" kern="1200" cap="none" spc="0" normalizeH="0" baseline="0" noProof="0" dirty="0">
                <a:effectLst>
                  <a:outerShdw blurRad="38100" dist="38100" dir="2700000" algn="tl">
                    <a:srgbClr val="C0C0C0"/>
                  </a:outerShdw>
                </a:effectLst>
                <a:latin typeface="Times New Roman" panose="02020603050405020304" pitchFamily="18" charset="0"/>
                <a:ea typeface="仿宋_GB2312" pitchFamily="49" charset="-122"/>
                <a:cs typeface="+mn-cs"/>
              </a:rPr>
              <a:t>线性表中元素的删除</a:t>
            </a:r>
            <a:endParaRPr kumimoji="1" lang="zh-CN" altLang="en-US" sz="320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zh-CN" altLang="en-US" sz="320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bool</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ListDelete</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SqList</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*&amp;</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L, int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i</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ElemType</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&amp;e)</a:t>
            </a:r>
            <a:endPar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t>
            </a:r>
            <a:endPar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0000FF"/>
                </a:solidFill>
                <a:latin typeface="Times New Roman" panose="02020603050405020304" pitchFamily="18" charset="0"/>
                <a:ea typeface="仿宋_GB2312" pitchFamily="49" charset="-122"/>
                <a:cs typeface="+mn-cs"/>
              </a:rPr>
              <a:t>//</a:t>
            </a:r>
            <a:r>
              <a:rPr kumimoji="1" lang="zh-CN" altLang="en-US" sz="3200" b="0" kern="1200" cap="none" spc="0" normalizeH="0" baseline="0" noProof="0" dirty="0">
                <a:solidFill>
                  <a:srgbClr val="0000FF"/>
                </a:solidFill>
                <a:latin typeface="Times New Roman" panose="02020603050405020304" pitchFamily="18" charset="0"/>
                <a:ea typeface="隶书" panose="02010509060101010101" pitchFamily="49" charset="-122"/>
                <a:cs typeface="+mn-cs"/>
              </a:rPr>
              <a:t>在表中删除已有元素，并用</a:t>
            </a:r>
            <a:r>
              <a:rPr kumimoji="1" lang="en-US" altLang="zh-CN" sz="3200" b="0" kern="1200" cap="none" spc="0" normalizeH="0" baseline="0" noProof="0" dirty="0">
                <a:solidFill>
                  <a:srgbClr val="0000FF"/>
                </a:solidFill>
                <a:latin typeface="Times New Roman" panose="02020603050405020304" pitchFamily="18" charset="0"/>
                <a:ea typeface="隶书" panose="02010509060101010101" pitchFamily="49" charset="-122"/>
                <a:cs typeface="+mn-cs"/>
              </a:rPr>
              <a:t>e</a:t>
            </a:r>
            <a:r>
              <a:rPr kumimoji="1" lang="zh-CN" altLang="en-US" sz="3200" b="0" kern="1200" cap="none" spc="0" normalizeH="0" baseline="0" noProof="0" dirty="0">
                <a:solidFill>
                  <a:srgbClr val="0000FF"/>
                </a:solidFill>
                <a:latin typeface="Times New Roman" panose="02020603050405020304" pitchFamily="18" charset="0"/>
                <a:ea typeface="隶书" panose="02010509060101010101" pitchFamily="49" charset="-122"/>
                <a:cs typeface="+mn-cs"/>
              </a:rPr>
              <a:t>返回其值</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a:t>
            </a:r>
            <a:endPar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if </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i</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&lt;1 ||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i</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&gt;L-&gt;length) </a:t>
            </a:r>
            <a:endPar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return false;</a:t>
            </a:r>
            <a:endPar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err="1">
                <a:solidFill>
                  <a:srgbClr val="CC0000"/>
                </a:solidFill>
                <a:latin typeface="Times New Roman" panose="02020603050405020304" pitchFamily="18" charset="0"/>
                <a:ea typeface="仿宋_GB2312" pitchFamily="49"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t>
            </a:r>
            <a:endPar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e=L-&gt;data[</a:t>
            </a:r>
            <a:r>
              <a:rPr kumimoji="1" lang="en-US" altLang="zh-CN" sz="3200" kern="1200" cap="none" spc="0" normalizeH="0" baseline="0" noProof="0" dirty="0" err="1">
                <a:solidFill>
                  <a:srgbClr val="CC0000"/>
                </a:solidFill>
                <a:latin typeface="Times New Roman" panose="02020603050405020304" pitchFamily="18" charset="0"/>
                <a:ea typeface="仿宋_GB2312" pitchFamily="49"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t>
            </a:r>
            <a:endPar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for </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j =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i</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j &lt; L-&gt;length-1</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j++</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 </a:t>
            </a:r>
            <a:endPar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L-&gt;</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elem</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[j] = L-&gt;</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elem</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[j+1]</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t>
            </a:r>
            <a:endPar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宋体" panose="02010600030101010101" pitchFamily="2" charset="-122"/>
                <a:cs typeface="+mn-cs"/>
              </a:rPr>
              <a:t>L-&gt;length--;</a:t>
            </a:r>
            <a:endPar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return</a:t>
            </a:r>
            <a:r>
              <a:rPr kumimoji="1" lang="en-US" altLang="zh-CN" sz="3200" b="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b="0" kern="1200" cap="none" spc="0" normalizeH="0" baseline="0" noProof="0" dirty="0" err="1">
                <a:solidFill>
                  <a:srgbClr val="CC0000"/>
                </a:solidFill>
                <a:latin typeface="Times New Roman" panose="02020603050405020304" pitchFamily="18" charset="0"/>
                <a:ea typeface="仿宋_GB2312" pitchFamily="49" charset="-122"/>
                <a:cs typeface="+mn-cs"/>
              </a:rPr>
              <a:t>ture</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0000FF"/>
                </a:solidFill>
                <a:latin typeface="Times New Roman" panose="02020603050405020304" pitchFamily="18" charset="0"/>
                <a:ea typeface="仿宋_GB2312" pitchFamily="49" charset="-122"/>
                <a:cs typeface="+mn-cs"/>
              </a:rPr>
              <a:t>//</a:t>
            </a:r>
            <a:r>
              <a:rPr kumimoji="1" lang="zh-CN" altLang="en-US" sz="3200" b="0" kern="1200" cap="none" spc="0" normalizeH="0" baseline="0" noProof="0" dirty="0">
                <a:solidFill>
                  <a:srgbClr val="0000FF"/>
                </a:solidFill>
                <a:latin typeface="Times New Roman" panose="02020603050405020304" pitchFamily="18" charset="0"/>
                <a:ea typeface="隶书" panose="02010509060101010101" pitchFamily="49" charset="-122"/>
                <a:cs typeface="+mn-cs"/>
              </a:rPr>
              <a:t>成功删除</a:t>
            </a:r>
            <a:r>
              <a:rPr kumimoji="1" lang="zh-CN" altLang="en-US" sz="3200" kern="1200" cap="none" spc="0" normalizeH="0" baseline="0" noProof="0" dirty="0">
                <a:solidFill>
                  <a:srgbClr val="CC0000"/>
                </a:solidFill>
                <a:latin typeface="Times New Roman" panose="02020603050405020304" pitchFamily="18" charset="0"/>
                <a:ea typeface="仿宋_GB2312" pitchFamily="49" charset="-122"/>
                <a:cs typeface="+mn-cs"/>
              </a:rPr>
              <a:t>	</a:t>
            </a:r>
            <a:endParaRPr kumimoji="1" lang="zh-CN" altLang="en-US" sz="3200" kern="1200" cap="none" spc="0" normalizeH="0" baseline="0" noProof="0" dirty="0">
              <a:solidFill>
                <a:srgbClr val="CC0000"/>
              </a:solidFill>
              <a:latin typeface="Times New Roman" panose="02020603050405020304" pitchFamily="18" charset="0"/>
              <a:ea typeface="仿宋_GB2312" pitchFamily="49" charset="-122"/>
              <a:cs typeface="+mn-cs"/>
            </a:endParaRPr>
          </a:p>
          <a:p>
            <a:pPr marR="0" defTabSz="914400" eaLnBrk="1" hangingPunct="1">
              <a:buClrTx/>
              <a:buSzTx/>
              <a:buFontTx/>
              <a:buNone/>
              <a:defRPr/>
            </a:pPr>
            <a:r>
              <a:rPr kumimoji="1" lang="zh-CN" altLang="en-US" sz="3200" kern="1200" cap="none" spc="0" normalizeH="0" baseline="0" noProof="0" dirty="0">
                <a:solidFill>
                  <a:srgbClr val="CC0000"/>
                </a:solidFill>
                <a:latin typeface="Times New Roman" panose="02020603050405020304" pitchFamily="18" charset="0"/>
                <a:ea typeface="仿宋_GB2312" pitchFamily="49" charset="-122"/>
                <a:cs typeface="+mn-cs"/>
              </a:rPr>
              <a:t> </a:t>
            </a:r>
            <a:r>
              <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rPr>
              <a:t>}</a:t>
            </a:r>
            <a:endParaRPr kumimoji="1" lang="en-US" altLang="zh-CN" sz="3200" kern="1200" cap="none" spc="0" normalizeH="0" baseline="0" noProof="0" dirty="0">
              <a:solidFill>
                <a:srgbClr val="CC0000"/>
              </a:solidFill>
              <a:latin typeface="Times New Roman" panose="02020603050405020304" pitchFamily="18" charset="0"/>
              <a:ea typeface="仿宋_GB2312" pitchFamily="49" charset="-122"/>
              <a:cs typeface="+mn-cs"/>
            </a:endParaRPr>
          </a:p>
        </p:txBody>
      </p:sp>
    </p:spTree>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3"/>
          <p:cNvSpPr txBox="1"/>
          <p:nvPr/>
        </p:nvSpPr>
        <p:spPr>
          <a:xfrm>
            <a:off x="1279525" y="522288"/>
            <a:ext cx="3546475"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b="1" dirty="0">
                <a:solidFill>
                  <a:schemeClr val="tx2"/>
                </a:solidFill>
                <a:ea typeface="隶书" panose="02010509060101010101" pitchFamily="49" charset="-122"/>
              </a:rPr>
              <a:t>时间性能分析</a:t>
            </a:r>
            <a:endParaRPr lang="zh-CN" altLang="en-US" b="1" dirty="0">
              <a:solidFill>
                <a:srgbClr val="0000CC"/>
              </a:solidFill>
            </a:endParaRPr>
          </a:p>
        </p:txBody>
      </p:sp>
      <p:sp>
        <p:nvSpPr>
          <p:cNvPr id="301060" name="Text Box 4"/>
          <p:cNvSpPr txBox="1"/>
          <p:nvPr/>
        </p:nvSpPr>
        <p:spPr>
          <a:xfrm>
            <a:off x="919163" y="2286000"/>
            <a:ext cx="8189912"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最好情况：删除表尾，移动</a:t>
            </a:r>
            <a:r>
              <a:rPr lang="en-US" altLang="zh-CN" b="1" dirty="0">
                <a:solidFill>
                  <a:srgbClr val="0000CC"/>
                </a:solidFill>
              </a:rPr>
              <a:t>0</a:t>
            </a:r>
            <a:r>
              <a:rPr lang="zh-CN" altLang="en-US" b="1" dirty="0">
                <a:solidFill>
                  <a:srgbClr val="0000CC"/>
                </a:solidFill>
              </a:rPr>
              <a:t>次       </a:t>
            </a:r>
            <a:r>
              <a:rPr lang="en-US" altLang="zh-CN" b="1" dirty="0">
                <a:solidFill>
                  <a:srgbClr val="0000CC"/>
                </a:solidFill>
              </a:rPr>
              <a:t>T(n)=O(1)</a:t>
            </a:r>
            <a:endParaRPr lang="en-US" altLang="zh-CN" b="1" dirty="0">
              <a:solidFill>
                <a:srgbClr val="0000CC"/>
              </a:solidFill>
            </a:endParaRPr>
          </a:p>
        </p:txBody>
      </p:sp>
      <p:sp>
        <p:nvSpPr>
          <p:cNvPr id="301061" name="Text Box 5"/>
          <p:cNvSpPr txBox="1"/>
          <p:nvPr/>
        </p:nvSpPr>
        <p:spPr>
          <a:xfrm>
            <a:off x="914400" y="2971800"/>
            <a:ext cx="8267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最坏情况：删除首位，移动</a:t>
            </a:r>
            <a:r>
              <a:rPr lang="en-US" altLang="zh-CN" b="1" dirty="0">
                <a:solidFill>
                  <a:srgbClr val="0000CC"/>
                </a:solidFill>
              </a:rPr>
              <a:t>n-1</a:t>
            </a:r>
            <a:r>
              <a:rPr lang="zh-CN" altLang="en-US" b="1" dirty="0">
                <a:solidFill>
                  <a:srgbClr val="0000CC"/>
                </a:solidFill>
              </a:rPr>
              <a:t>次    </a:t>
            </a:r>
            <a:r>
              <a:rPr lang="en-US" altLang="zh-CN" b="1" dirty="0">
                <a:solidFill>
                  <a:srgbClr val="0000CC"/>
                </a:solidFill>
              </a:rPr>
              <a:t>T(n)=O(n)</a:t>
            </a:r>
            <a:endParaRPr lang="en-US" altLang="zh-CN" b="1" dirty="0">
              <a:solidFill>
                <a:srgbClr val="0000CC"/>
              </a:solidFill>
            </a:endParaRPr>
          </a:p>
        </p:txBody>
      </p:sp>
      <p:sp>
        <p:nvSpPr>
          <p:cNvPr id="301062" name="Text Box 6"/>
          <p:cNvSpPr txBox="1"/>
          <p:nvPr/>
        </p:nvSpPr>
        <p:spPr>
          <a:xfrm>
            <a:off x="1066800" y="1524000"/>
            <a:ext cx="38560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CC00CC"/>
                </a:solidFill>
              </a:rPr>
              <a:t>通过移动次数来衡量</a:t>
            </a:r>
            <a:endParaRPr lang="zh-CN" altLang="en-US" b="1" dirty="0">
              <a:solidFill>
                <a:srgbClr val="CC00CC"/>
              </a:solidFill>
            </a:endParaRPr>
          </a:p>
        </p:txBody>
      </p:sp>
      <p:sp>
        <p:nvSpPr>
          <p:cNvPr id="301063" name="Text Box 7"/>
          <p:cNvSpPr txBox="1"/>
          <p:nvPr/>
        </p:nvSpPr>
        <p:spPr>
          <a:xfrm>
            <a:off x="1524000" y="3733800"/>
            <a:ext cx="222408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CC"/>
                </a:solidFill>
              </a:rPr>
              <a:t>平均情况：</a:t>
            </a:r>
            <a:endParaRPr lang="zh-CN" altLang="en-US" b="1" dirty="0">
              <a:solidFill>
                <a:srgbClr val="0000CC"/>
              </a:solidFill>
            </a:endParaRPr>
          </a:p>
        </p:txBody>
      </p:sp>
      <p:sp>
        <p:nvSpPr>
          <p:cNvPr id="301064" name="Text Box 8"/>
          <p:cNvSpPr txBox="1"/>
          <p:nvPr/>
        </p:nvSpPr>
        <p:spPr>
          <a:xfrm>
            <a:off x="4098925" y="3752850"/>
            <a:ext cx="19939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T(n)=O(n)</a:t>
            </a:r>
            <a:endParaRPr lang="en-US" altLang="zh-CN" b="1" dirty="0"/>
          </a:p>
        </p:txBody>
      </p:sp>
      <p:graphicFrame>
        <p:nvGraphicFramePr>
          <p:cNvPr id="301065" name="Object 9"/>
          <p:cNvGraphicFramePr>
            <a:graphicFrameLocks noChangeAspect="1"/>
          </p:cNvGraphicFramePr>
          <p:nvPr/>
        </p:nvGraphicFramePr>
        <p:xfrm>
          <a:off x="1090613" y="4495800"/>
          <a:ext cx="6731000" cy="1066800"/>
        </p:xfrm>
        <a:graphic>
          <a:graphicData uri="http://schemas.openxmlformats.org/presentationml/2006/ole">
            <mc:AlternateContent xmlns:mc="http://schemas.openxmlformats.org/markup-compatibility/2006">
              <mc:Choice xmlns:v="urn:schemas-microsoft-com:vml" Requires="v">
                <p:oleObj spid="_x0000_s3079" name="" r:id="rId1" imgW="2527300" imgH="431800" progId="Equation.3">
                  <p:embed/>
                </p:oleObj>
              </mc:Choice>
              <mc:Fallback>
                <p:oleObj name="" r:id="rId1" imgW="2527300" imgH="431800" progId="Equation.3">
                  <p:embed/>
                  <p:pic>
                    <p:nvPicPr>
                      <p:cNvPr id="0" name="图片 3078"/>
                      <p:cNvPicPr/>
                      <p:nvPr/>
                    </p:nvPicPr>
                    <p:blipFill>
                      <a:blip r:embed="rId2"/>
                      <a:stretch>
                        <a:fillRect/>
                      </a:stretch>
                    </p:blipFill>
                    <p:spPr>
                      <a:xfrm>
                        <a:off x="1090613" y="4495800"/>
                        <a:ext cx="6731000" cy="1066800"/>
                      </a:xfrm>
                      <a:prstGeom prst="rect">
                        <a:avLst/>
                      </a:prstGeom>
                      <a:noFill/>
                      <a:ln w="38100">
                        <a:noFill/>
                        <a:miter/>
                      </a:ln>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1062"/>
                                        </p:tgtEl>
                                        <p:attrNameLst>
                                          <p:attrName>style.visibility</p:attrName>
                                        </p:attrNameLst>
                                      </p:cBhvr>
                                      <p:to>
                                        <p:strVal val="visible"/>
                                      </p:to>
                                    </p:set>
                                    <p:animEffect transition="in" filter="box(out)">
                                      <p:cBhvr>
                                        <p:cTn id="7" dur="500"/>
                                        <p:tgtEl>
                                          <p:spTgt spid="30106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01060"/>
                                        </p:tgtEl>
                                        <p:attrNameLst>
                                          <p:attrName>style.visibility</p:attrName>
                                        </p:attrNameLst>
                                      </p:cBhvr>
                                      <p:to>
                                        <p:strVal val="visible"/>
                                      </p:to>
                                    </p:set>
                                    <p:animEffect transition="in" filter="box(out)">
                                      <p:cBhvr>
                                        <p:cTn id="12" dur="500"/>
                                        <p:tgtEl>
                                          <p:spTgt spid="30106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01061"/>
                                        </p:tgtEl>
                                        <p:attrNameLst>
                                          <p:attrName>style.visibility</p:attrName>
                                        </p:attrNameLst>
                                      </p:cBhvr>
                                      <p:to>
                                        <p:strVal val="visible"/>
                                      </p:to>
                                    </p:set>
                                    <p:animEffect transition="in" filter="box(out)">
                                      <p:cBhvr>
                                        <p:cTn id="17" dur="500"/>
                                        <p:tgtEl>
                                          <p:spTgt spid="30106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01063"/>
                                        </p:tgtEl>
                                        <p:attrNameLst>
                                          <p:attrName>style.visibility</p:attrName>
                                        </p:attrNameLst>
                                      </p:cBhvr>
                                      <p:to>
                                        <p:strVal val="visible"/>
                                      </p:to>
                                    </p:set>
                                    <p:animEffect transition="in" filter="box(out)">
                                      <p:cBhvr>
                                        <p:cTn id="22" dur="500"/>
                                        <p:tgtEl>
                                          <p:spTgt spid="30106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01065"/>
                                        </p:tgtEl>
                                        <p:attrNameLst>
                                          <p:attrName>style.visibility</p:attrName>
                                        </p:attrNameLst>
                                      </p:cBhvr>
                                      <p:to>
                                        <p:strVal val="visible"/>
                                      </p:to>
                                    </p:set>
                                    <p:anim calcmode="lin" valueType="num">
                                      <p:cBhvr additive="base">
                                        <p:cTn id="27" dur="500" fill="hold"/>
                                        <p:tgtEl>
                                          <p:spTgt spid="301065"/>
                                        </p:tgtEl>
                                        <p:attrNameLst>
                                          <p:attrName>ppt_x</p:attrName>
                                        </p:attrNameLst>
                                      </p:cBhvr>
                                      <p:tavLst>
                                        <p:tav tm="0">
                                          <p:val>
                                            <p:strVal val="0-#ppt_w/2"/>
                                          </p:val>
                                        </p:tav>
                                        <p:tav tm="100000">
                                          <p:val>
                                            <p:strVal val="#ppt_x"/>
                                          </p:val>
                                        </p:tav>
                                      </p:tavLst>
                                    </p:anim>
                                    <p:anim calcmode="lin" valueType="num">
                                      <p:cBhvr additive="base">
                                        <p:cTn id="28" dur="500" fill="hold"/>
                                        <p:tgtEl>
                                          <p:spTgt spid="30106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301064"/>
                                        </p:tgtEl>
                                        <p:attrNameLst>
                                          <p:attrName>style.visibility</p:attrName>
                                        </p:attrNameLst>
                                      </p:cBhvr>
                                      <p:to>
                                        <p:strVal val="visible"/>
                                      </p:to>
                                    </p:set>
                                    <p:animEffect transition="in" filter="box(out)">
                                      <p:cBhvr>
                                        <p:cTn id="33" dur="500"/>
                                        <p:tgtEl>
                                          <p:spTgt spid="301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0" grpId="0"/>
      <p:bldP spid="301061" grpId="0"/>
      <p:bldP spid="301062" grpId="0"/>
      <p:bldP spid="301063" grpId="0"/>
      <p:bldP spid="30106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1234" name="Text Box 2"/>
          <p:cNvSpPr txBox="1">
            <a:spLocks noChangeArrowheads="1"/>
          </p:cNvSpPr>
          <p:nvPr/>
        </p:nvSpPr>
        <p:spPr bwMode="auto">
          <a:xfrm>
            <a:off x="2590800" y="228600"/>
            <a:ext cx="3579813"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1" hangingPunct="1">
              <a:buClrTx/>
              <a:buSzTx/>
              <a:buFontTx/>
              <a:buNone/>
              <a:defRPr/>
            </a:pPr>
            <a:r>
              <a:rPr kumimoji="1" lang="zh-CN" altLang="en-US" sz="4400" kern="1200" cap="none" spc="0" normalizeH="0" baseline="0" noProof="0">
                <a:solidFill>
                  <a:schemeClr val="hlink"/>
                </a:solidFill>
                <a:effectLst>
                  <a:outerShdw blurRad="38100" dist="38100" dir="2700000" algn="tl">
                    <a:srgbClr val="C0C0C0"/>
                  </a:outerShdw>
                </a:effectLst>
                <a:latin typeface="隶书" panose="02010509060101010101" pitchFamily="49" charset="-122"/>
                <a:ea typeface="隶书" panose="02010509060101010101" pitchFamily="49" charset="-122"/>
                <a:cs typeface="+mn-cs"/>
              </a:rPr>
              <a:t>顺序表的性能</a:t>
            </a:r>
            <a:endParaRPr kumimoji="1" lang="zh-CN" altLang="en-US" sz="4400" kern="1200" cap="none" spc="0" normalizeH="0" baseline="0" noProof="0" dirty="0">
              <a:solidFill>
                <a:schemeClr val="hlink"/>
              </a:solidFill>
              <a:effectLst>
                <a:outerShdw blurRad="38100" dist="38100" dir="2700000" algn="tl">
                  <a:srgbClr val="C0C0C0"/>
                </a:outerShdw>
              </a:effectLst>
              <a:latin typeface="隶书" panose="02010509060101010101" pitchFamily="49" charset="-122"/>
              <a:ea typeface="隶书" panose="02010509060101010101" pitchFamily="49" charset="-122"/>
              <a:cs typeface="+mn-cs"/>
            </a:endParaRPr>
          </a:p>
        </p:txBody>
      </p:sp>
      <p:sp>
        <p:nvSpPr>
          <p:cNvPr id="28675" name="Rectangle 3"/>
          <p:cNvSpPr/>
          <p:nvPr/>
        </p:nvSpPr>
        <p:spPr>
          <a:xfrm>
            <a:off x="914400" y="1752600"/>
            <a:ext cx="6248400" cy="2895600"/>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342900" lvl="0" indent="-342900" eaLnBrk="1" hangingPunct="1"/>
            <a:r>
              <a:rPr lang="en-US" altLang="zh-CN" sz="2400" b="1" dirty="0">
                <a:solidFill>
                  <a:srgbClr val="0000CC"/>
                </a:solidFill>
              </a:rPr>
              <a:t>InitList</a:t>
            </a:r>
            <a:r>
              <a:rPr lang="zh-CN" altLang="en-US" sz="2400" b="1" dirty="0">
                <a:solidFill>
                  <a:srgbClr val="0000CC"/>
                </a:solidFill>
              </a:rPr>
              <a:t>（</a:t>
            </a:r>
            <a:r>
              <a:rPr lang="en-US" altLang="zh-CN" sz="2400" b="1" dirty="0">
                <a:solidFill>
                  <a:srgbClr val="0000CC"/>
                </a:solidFill>
              </a:rPr>
              <a:t>&amp;L</a:t>
            </a:r>
            <a:r>
              <a:rPr lang="zh-CN" altLang="en-US" sz="2400" b="1" dirty="0">
                <a:solidFill>
                  <a:srgbClr val="0000CC"/>
                </a:solidFill>
              </a:rPr>
              <a:t>）                        </a:t>
            </a:r>
            <a:r>
              <a:rPr lang="en-US" altLang="zh-CN" sz="2400" b="1" dirty="0">
                <a:solidFill>
                  <a:srgbClr val="FF6600"/>
                </a:solidFill>
              </a:rPr>
              <a:t>O(1)</a:t>
            </a:r>
            <a:r>
              <a:rPr lang="en-US" altLang="zh-CN" sz="2400" b="1" dirty="0">
                <a:solidFill>
                  <a:srgbClr val="0000CC"/>
                </a:solidFill>
              </a:rPr>
              <a:t> </a:t>
            </a:r>
            <a:endParaRPr lang="en-US" altLang="zh-CN" sz="2400" b="1" dirty="0">
              <a:solidFill>
                <a:srgbClr val="0000CC"/>
              </a:solidFill>
            </a:endParaRPr>
          </a:p>
          <a:p>
            <a:pPr marL="342900" lvl="0" indent="-342900" eaLnBrk="1" hangingPunct="1"/>
            <a:r>
              <a:rPr lang="en-US" altLang="zh-CN" sz="2400" b="1" dirty="0">
                <a:solidFill>
                  <a:srgbClr val="0000CC"/>
                </a:solidFill>
              </a:rPr>
              <a:t>ListLength</a:t>
            </a:r>
            <a:r>
              <a:rPr lang="zh-CN" altLang="en-US" sz="2400" b="1" dirty="0">
                <a:solidFill>
                  <a:srgbClr val="0000CC"/>
                </a:solidFill>
              </a:rPr>
              <a:t>（</a:t>
            </a:r>
            <a:r>
              <a:rPr lang="en-US" altLang="zh-CN" sz="2400" b="1" dirty="0">
                <a:solidFill>
                  <a:srgbClr val="0000CC"/>
                </a:solidFill>
              </a:rPr>
              <a:t>L</a:t>
            </a:r>
            <a:r>
              <a:rPr lang="zh-CN" altLang="en-US" sz="2400" b="1" dirty="0">
                <a:solidFill>
                  <a:srgbClr val="0000CC"/>
                </a:solidFill>
              </a:rPr>
              <a:t>）                     </a:t>
            </a:r>
            <a:r>
              <a:rPr lang="en-US" altLang="zh-CN" sz="2400" b="1" dirty="0">
                <a:solidFill>
                  <a:srgbClr val="FF6600"/>
                </a:solidFill>
              </a:rPr>
              <a:t>O(1)</a:t>
            </a:r>
            <a:r>
              <a:rPr lang="en-US" altLang="zh-CN" sz="2400" b="1" dirty="0">
                <a:solidFill>
                  <a:srgbClr val="0000CC"/>
                </a:solidFill>
              </a:rPr>
              <a:t> </a:t>
            </a:r>
            <a:endParaRPr lang="en-US" altLang="zh-CN" sz="2400" b="1" dirty="0">
              <a:solidFill>
                <a:srgbClr val="0000CC"/>
              </a:solidFill>
            </a:endParaRPr>
          </a:p>
          <a:p>
            <a:pPr marL="342900" lvl="0" indent="-342900" eaLnBrk="1" hangingPunct="1"/>
            <a:r>
              <a:rPr lang="en-US" altLang="zh-CN" sz="2400" b="1" dirty="0">
                <a:solidFill>
                  <a:srgbClr val="0000CC"/>
                </a:solidFill>
              </a:rPr>
              <a:t>GetElem</a:t>
            </a:r>
            <a:r>
              <a:rPr lang="zh-CN" altLang="en-US" sz="2400" b="1" dirty="0">
                <a:solidFill>
                  <a:srgbClr val="0000CC"/>
                </a:solidFill>
              </a:rPr>
              <a:t>（</a:t>
            </a:r>
            <a:r>
              <a:rPr lang="en-US" altLang="zh-CN" sz="2400" b="1" dirty="0">
                <a:solidFill>
                  <a:srgbClr val="0000CC"/>
                </a:solidFill>
              </a:rPr>
              <a:t>L</a:t>
            </a:r>
            <a:r>
              <a:rPr lang="zh-CN" altLang="en-US" sz="2400" b="1" dirty="0">
                <a:solidFill>
                  <a:srgbClr val="0000CC"/>
                </a:solidFill>
              </a:rPr>
              <a:t>，</a:t>
            </a:r>
            <a:r>
              <a:rPr lang="en-US" altLang="zh-CN" sz="2400" b="1" dirty="0">
                <a:solidFill>
                  <a:srgbClr val="0000CC"/>
                </a:solidFill>
              </a:rPr>
              <a:t>i, &amp;e)                </a:t>
            </a:r>
            <a:r>
              <a:rPr lang="en-US" altLang="zh-CN" sz="2400" b="1" dirty="0">
                <a:solidFill>
                  <a:srgbClr val="FF6600"/>
                </a:solidFill>
              </a:rPr>
              <a:t>O(1)</a:t>
            </a:r>
            <a:endParaRPr lang="en-US" altLang="zh-CN" sz="2400" b="1" dirty="0">
              <a:solidFill>
                <a:srgbClr val="FF6600"/>
              </a:solidFill>
            </a:endParaRPr>
          </a:p>
          <a:p>
            <a:pPr marL="342900" lvl="0" indent="-342900" eaLnBrk="1" hangingPunct="1"/>
            <a:r>
              <a:rPr lang="en-US" altLang="zh-CN" sz="2400" b="1" dirty="0">
                <a:solidFill>
                  <a:srgbClr val="0000CC"/>
                </a:solidFill>
              </a:rPr>
              <a:t>LocateElem</a:t>
            </a:r>
            <a:r>
              <a:rPr lang="zh-CN" altLang="en-US" sz="2400" b="1" dirty="0">
                <a:solidFill>
                  <a:srgbClr val="0000CC"/>
                </a:solidFill>
              </a:rPr>
              <a:t>（</a:t>
            </a:r>
            <a:r>
              <a:rPr lang="en-US" altLang="zh-CN" sz="2400" b="1" dirty="0">
                <a:solidFill>
                  <a:srgbClr val="0000CC"/>
                </a:solidFill>
              </a:rPr>
              <a:t>L</a:t>
            </a:r>
            <a:r>
              <a:rPr lang="zh-CN" altLang="en-US" sz="2400" b="1" dirty="0">
                <a:solidFill>
                  <a:srgbClr val="0000CC"/>
                </a:solidFill>
              </a:rPr>
              <a:t>，</a:t>
            </a:r>
            <a:r>
              <a:rPr lang="en-US" altLang="zh-CN" sz="2400" b="1" dirty="0">
                <a:solidFill>
                  <a:srgbClr val="0000CC"/>
                </a:solidFill>
              </a:rPr>
              <a:t>e</a:t>
            </a:r>
            <a:r>
              <a:rPr lang="zh-CN" altLang="en-US" sz="2400" b="1" dirty="0">
                <a:solidFill>
                  <a:srgbClr val="0000CC"/>
                </a:solidFill>
              </a:rPr>
              <a:t>）              </a:t>
            </a:r>
            <a:r>
              <a:rPr lang="en-US" altLang="zh-CN" sz="2400" b="1" dirty="0">
                <a:solidFill>
                  <a:srgbClr val="FF6600"/>
                </a:solidFill>
              </a:rPr>
              <a:t>O(n)</a:t>
            </a:r>
            <a:endParaRPr lang="en-US" altLang="zh-CN" sz="2400" b="1" dirty="0">
              <a:solidFill>
                <a:srgbClr val="FF6600"/>
              </a:solidFill>
            </a:endParaRPr>
          </a:p>
          <a:p>
            <a:pPr marL="342900" lvl="0" indent="-342900" eaLnBrk="1" hangingPunct="1"/>
            <a:r>
              <a:rPr lang="en-US" altLang="zh-CN" sz="2400" b="1" dirty="0">
                <a:solidFill>
                  <a:srgbClr val="0000CC"/>
                </a:solidFill>
              </a:rPr>
              <a:t>ListInsert</a:t>
            </a:r>
            <a:r>
              <a:rPr lang="zh-CN" altLang="en-US" sz="2400" b="1" dirty="0">
                <a:solidFill>
                  <a:srgbClr val="0000CC"/>
                </a:solidFill>
              </a:rPr>
              <a:t>（</a:t>
            </a:r>
            <a:r>
              <a:rPr lang="en-US" altLang="zh-CN" sz="2400" b="1" dirty="0">
                <a:solidFill>
                  <a:srgbClr val="0000CC"/>
                </a:solidFill>
              </a:rPr>
              <a:t>&amp;L</a:t>
            </a:r>
            <a:r>
              <a:rPr lang="zh-CN" altLang="en-US" sz="2400" b="1" dirty="0">
                <a:solidFill>
                  <a:srgbClr val="0000CC"/>
                </a:solidFill>
              </a:rPr>
              <a:t>，</a:t>
            </a:r>
            <a:r>
              <a:rPr lang="en-US" altLang="zh-CN" sz="2400" b="1" dirty="0">
                <a:solidFill>
                  <a:srgbClr val="0000CC"/>
                </a:solidFill>
              </a:rPr>
              <a:t>i</a:t>
            </a:r>
            <a:r>
              <a:rPr lang="zh-CN" altLang="en-US" sz="2400" b="1" dirty="0">
                <a:solidFill>
                  <a:srgbClr val="0000CC"/>
                </a:solidFill>
              </a:rPr>
              <a:t>，</a:t>
            </a:r>
            <a:r>
              <a:rPr lang="en-US" altLang="zh-CN" sz="2400" b="1" dirty="0">
                <a:solidFill>
                  <a:srgbClr val="0000CC"/>
                </a:solidFill>
              </a:rPr>
              <a:t>e)            </a:t>
            </a:r>
            <a:r>
              <a:rPr lang="en-US" altLang="zh-CN" sz="2400" b="1" dirty="0">
                <a:solidFill>
                  <a:srgbClr val="FF6600"/>
                </a:solidFill>
              </a:rPr>
              <a:t>O(n)</a:t>
            </a:r>
            <a:endParaRPr lang="en-US" altLang="zh-CN" sz="2400" b="1" dirty="0">
              <a:solidFill>
                <a:srgbClr val="FF6600"/>
              </a:solidFill>
            </a:endParaRPr>
          </a:p>
          <a:p>
            <a:pPr marL="342900" lvl="0" indent="-342900" eaLnBrk="1" hangingPunct="1"/>
            <a:r>
              <a:rPr lang="en-US" altLang="zh-CN" sz="2400" b="1" dirty="0">
                <a:solidFill>
                  <a:srgbClr val="0000CC"/>
                </a:solidFill>
              </a:rPr>
              <a:t>ListDelete (&amp;L, i, &amp;e)              </a:t>
            </a:r>
            <a:r>
              <a:rPr lang="en-US" altLang="zh-CN" sz="2400" b="1" dirty="0">
                <a:solidFill>
                  <a:srgbClr val="FF6600"/>
                </a:solidFill>
              </a:rPr>
              <a:t>O(n)</a:t>
            </a:r>
            <a:endParaRPr lang="en-US" altLang="zh-CN" sz="2400" b="1" dirty="0">
              <a:solidFill>
                <a:srgbClr val="FF6600"/>
              </a:solidFill>
            </a:endParaRPr>
          </a:p>
        </p:txBody>
      </p:sp>
      <p:sp>
        <p:nvSpPr>
          <p:cNvPr id="28676" name="Text Box 4"/>
          <p:cNvSpPr txBox="1"/>
          <p:nvPr/>
        </p:nvSpPr>
        <p:spPr>
          <a:xfrm>
            <a:off x="762000" y="1165225"/>
            <a:ext cx="179070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t>*</a:t>
            </a:r>
            <a:r>
              <a:rPr lang="zh-CN" altLang="en-US" sz="2800" b="1" dirty="0"/>
              <a:t>时间性能</a:t>
            </a:r>
            <a:endParaRPr lang="zh-CN" altLang="en-US" sz="2800" b="1" dirty="0"/>
          </a:p>
        </p:txBody>
      </p:sp>
      <p:sp>
        <p:nvSpPr>
          <p:cNvPr id="28677" name="Text Box 5"/>
          <p:cNvSpPr txBox="1"/>
          <p:nvPr/>
        </p:nvSpPr>
        <p:spPr>
          <a:xfrm>
            <a:off x="838200" y="4495800"/>
            <a:ext cx="61579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solidFill>
                  <a:srgbClr val="FF0066"/>
                </a:solidFill>
              </a:rPr>
              <a:t>随机存取效率高</a:t>
            </a:r>
            <a:r>
              <a:rPr lang="en-US" altLang="zh-CN" sz="2400" b="1" dirty="0">
                <a:solidFill>
                  <a:srgbClr val="FF0066"/>
                </a:solidFill>
              </a:rPr>
              <a:t>,</a:t>
            </a:r>
            <a:r>
              <a:rPr lang="zh-CN" altLang="en-US" sz="2400" b="1" dirty="0">
                <a:solidFill>
                  <a:srgbClr val="FF0066"/>
                </a:solidFill>
              </a:rPr>
              <a:t>但插入和删除移动工作量大</a:t>
            </a:r>
            <a:r>
              <a:rPr lang="en-US" altLang="zh-CN" sz="2400" b="1" dirty="0">
                <a:solidFill>
                  <a:srgbClr val="FF0066"/>
                </a:solidFill>
              </a:rPr>
              <a:t>.</a:t>
            </a:r>
            <a:endParaRPr lang="en-US" altLang="zh-CN" sz="2400" b="1" dirty="0">
              <a:solidFill>
                <a:srgbClr val="FF0066"/>
              </a:solidFill>
            </a:endParaRPr>
          </a:p>
        </p:txBody>
      </p:sp>
      <p:sp>
        <p:nvSpPr>
          <p:cNvPr id="28678" name="Text Box 6"/>
          <p:cNvSpPr txBox="1"/>
          <p:nvPr/>
        </p:nvSpPr>
        <p:spPr>
          <a:xfrm>
            <a:off x="914400" y="4953000"/>
            <a:ext cx="179070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t>*</a:t>
            </a:r>
            <a:r>
              <a:rPr lang="zh-CN" altLang="en-US" sz="2800" b="1" dirty="0"/>
              <a:t>空间性能</a:t>
            </a:r>
            <a:endParaRPr lang="zh-CN" altLang="en-US" sz="2800" b="1" dirty="0"/>
          </a:p>
        </p:txBody>
      </p:sp>
      <p:sp>
        <p:nvSpPr>
          <p:cNvPr id="28679" name="Text Box 7"/>
          <p:cNvSpPr txBox="1"/>
          <p:nvPr/>
        </p:nvSpPr>
        <p:spPr>
          <a:xfrm>
            <a:off x="914400" y="5562600"/>
            <a:ext cx="6770688"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b="1" dirty="0">
                <a:solidFill>
                  <a:srgbClr val="FF0066"/>
                </a:solidFill>
              </a:rPr>
              <a:t>无需额外增加空间来表示数据元素之间的关系</a:t>
            </a:r>
            <a:r>
              <a:rPr lang="en-US" altLang="zh-CN" sz="2400" b="1" dirty="0">
                <a:solidFill>
                  <a:srgbClr val="FF0066"/>
                </a:solidFill>
              </a:rPr>
              <a:t>.</a:t>
            </a:r>
            <a:endParaRPr lang="en-US" altLang="zh-CN" sz="2400" b="1" dirty="0">
              <a:solidFill>
                <a:srgbClr val="FF0066"/>
              </a:solidFill>
            </a:endParaRPr>
          </a:p>
          <a:p>
            <a:pPr marL="0" lvl="0" indent="0" eaLnBrk="1" hangingPunct="1">
              <a:spcBef>
                <a:spcPct val="0"/>
              </a:spcBef>
              <a:buNone/>
            </a:pPr>
            <a:r>
              <a:rPr lang="zh-CN" altLang="en-US" sz="2400" b="1" dirty="0">
                <a:solidFill>
                  <a:srgbClr val="FF0066"/>
                </a:solidFill>
              </a:rPr>
              <a:t>但要预先分配存储空间</a:t>
            </a:r>
            <a:r>
              <a:rPr lang="en-US" altLang="zh-CN" sz="2400" b="1" dirty="0">
                <a:solidFill>
                  <a:srgbClr val="FF0066"/>
                </a:solidFill>
              </a:rPr>
              <a:t>,</a:t>
            </a:r>
            <a:r>
              <a:rPr lang="zh-CN" altLang="en-US" sz="2400" b="1" dirty="0">
                <a:solidFill>
                  <a:srgbClr val="FF0066"/>
                </a:solidFill>
              </a:rPr>
              <a:t>将会出现溢出或浪费现象</a:t>
            </a:r>
            <a:r>
              <a:rPr lang="en-US" altLang="zh-CN" sz="2400" b="1" dirty="0">
                <a:solidFill>
                  <a:srgbClr val="FF0066"/>
                </a:solidFill>
              </a:rPr>
              <a:t>.</a:t>
            </a:r>
            <a:endParaRPr lang="en-US" altLang="zh-CN" sz="2400" b="1" dirty="0">
              <a:solidFill>
                <a:srgbClr val="FF0066"/>
              </a:solidFill>
            </a:endParaRPr>
          </a:p>
        </p:txBody>
      </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3" name="Rectangle 1029"/>
          <p:cNvSpPr>
            <a:spLocks noGrp="1" noChangeArrowheads="1"/>
          </p:cNvSpPr>
          <p:nvPr>
            <p:ph type="title"/>
          </p:nvPr>
        </p:nvSpPr>
        <p:spPr>
          <a:xfrm>
            <a:off x="685800" y="609600"/>
            <a:ext cx="7772400" cy="6096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链表（</a:t>
            </a:r>
            <a:r>
              <a:rPr kumimoji="1" lang="en-US" altLang="zh-CN"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Linked List</a:t>
            </a:r>
            <a:r>
              <a:rPr kumimoji="1" lang="zh-CN" altLang="en-US"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a:t>
            </a:r>
            <a:endParaRPr kumimoji="1" lang="zh-CN" altLang="en-US" sz="4400" b="1" i="0" u="none" strike="noStrike" kern="1200" cap="none" spc="0" normalizeH="0" baseline="0" noProof="0" dirty="0">
              <a:ln>
                <a:noFill/>
              </a:ln>
              <a:solidFill>
                <a:schemeClr val="tx2"/>
              </a:solidFill>
              <a:effectLst/>
              <a:uLnTx/>
              <a:uFillTx/>
              <a:latin typeface="+mj-lt"/>
              <a:ea typeface="+mj-ea"/>
              <a:cs typeface="+mj-cs"/>
            </a:endParaRPr>
          </a:p>
        </p:txBody>
      </p:sp>
      <p:sp>
        <p:nvSpPr>
          <p:cNvPr id="155654" name="Rectangle 1030"/>
          <p:cNvSpPr>
            <a:spLocks noGrp="1" noChangeArrowheads="1"/>
          </p:cNvSpPr>
          <p:nvPr>
            <p:ph idx="1" hasCustomPrompt="1"/>
          </p:nvPr>
        </p:nvSpPr>
        <p:spPr>
          <a:xfrm>
            <a:off x="914400" y="1524000"/>
            <a:ext cx="7772400" cy="4191000"/>
          </a:xfrm>
        </p:spPr>
        <p:txBody>
          <a:bodyPr vert="horz" wrap="square" lIns="91440" tIns="45720" rIns="91440" bIns="45720" numCol="1" anchor="t" anchorCtr="0" compatLnSpc="1"/>
          <a:lstStyle/>
          <a:p>
            <a:pPr marL="342900" marR="0" lvl="0" indent="-342900" algn="l" defTabSz="914400" rtl="0" eaLnBrk="1" fontAlgn="base" latinLnBrk="0" hangingPunct="1">
              <a:lnSpc>
                <a:spcPct val="105000"/>
              </a:lnSpc>
              <a:spcBef>
                <a:spcPct val="20000"/>
              </a:spcBef>
              <a:spcAft>
                <a:spcPct val="0"/>
              </a:spcAft>
              <a:buClrTx/>
              <a:buSzTx/>
              <a:buFontTx/>
              <a:buNone/>
              <a:defRPr/>
            </a:pPr>
            <a:r>
              <a:rPr kumimoji="1" lang="zh-CN" altLang="en-US" sz="32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楷体_GB2312" pitchFamily="49" charset="-122"/>
                <a:ea typeface="楷体_GB2312" pitchFamily="49" charset="-122"/>
                <a:cs typeface="+mn-cs"/>
              </a:rPr>
              <a:t>链表是线性表的链接存储表示</a:t>
            </a:r>
            <a:endParaRPr kumimoji="1" lang="zh-CN" altLang="en-US" sz="32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Tx/>
              <a:buSzTx/>
              <a:buFontTx/>
              <a:buNone/>
              <a:defRPr/>
            </a:pPr>
            <a:r>
              <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链表的种类</a:t>
            </a:r>
            <a:endPar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Tx/>
              <a:buSzTx/>
              <a:buFontTx/>
              <a:buNone/>
              <a:defRPr/>
            </a:pPr>
            <a:r>
              <a:rPr kumimoji="1" lang="en-US" altLang="zh-CN"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(1)</a:t>
            </a:r>
            <a:r>
              <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实现方式</a:t>
            </a:r>
            <a:r>
              <a:rPr kumimoji="1" lang="en-US" altLang="zh-CN"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a:t>
            </a:r>
            <a:endParaRPr kumimoji="1" lang="en-US" altLang="zh-CN"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Tx/>
              <a:buSzTx/>
              <a:buFontTx/>
              <a:buNone/>
              <a:defRPr/>
            </a:pPr>
            <a:r>
              <a:rPr kumimoji="1" lang="en-US" altLang="zh-CN"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      </a:t>
            </a:r>
            <a:r>
              <a:rPr kumimoji="1" lang="zh-CN" altLang="en-US" sz="32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仿宋_GB2312" pitchFamily="49" charset="-122"/>
                <a:ea typeface="仿宋_GB2312" pitchFamily="49" charset="-122"/>
                <a:cs typeface="+mn-cs"/>
              </a:rPr>
              <a:t>动态链表和静态链表</a:t>
            </a:r>
            <a:endParaRPr kumimoji="1" lang="zh-CN" altLang="en-US" sz="32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Tx/>
              <a:buSzTx/>
              <a:buFontTx/>
              <a:buNone/>
              <a:defRPr/>
            </a:pPr>
            <a:r>
              <a:rPr kumimoji="1" lang="en-US" altLang="zh-CN"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(2)</a:t>
            </a:r>
            <a:r>
              <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链接形式</a:t>
            </a:r>
            <a:endParaRPr kumimoji="1" lang="zh-CN" altLang="en-US" sz="32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hlinkClick r:id="" action="ppaction://noaction"/>
            </a:endParaRPr>
          </a:p>
          <a:p>
            <a:pPr marL="342900" marR="0" lvl="0" indent="-342900" algn="l" defTabSz="914400" rtl="0" eaLnBrk="1" fontAlgn="base" latinLnBrk="0" hangingPunct="1">
              <a:lnSpc>
                <a:spcPct val="105000"/>
              </a:lnSpc>
              <a:spcBef>
                <a:spcPct val="20000"/>
              </a:spcBef>
              <a:spcAft>
                <a:spcPct val="0"/>
              </a:spcAft>
              <a:buClr>
                <a:schemeClr val="accent1"/>
              </a:buClr>
              <a:buSzPct val="50000"/>
              <a:buFont typeface="Wingdings" panose="05000000000000000000" pitchFamily="2" charset="2"/>
              <a:buNone/>
              <a:defRPr/>
            </a:pPr>
            <a:r>
              <a:rPr kumimoji="1" lang="zh-CN" altLang="en-US"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      </a:t>
            </a:r>
            <a:r>
              <a:rPr kumimoji="1" lang="zh-CN" altLang="en-US" sz="32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仿宋_GB2312" pitchFamily="49" charset="-122"/>
                <a:ea typeface="仿宋_GB2312" pitchFamily="49" charset="-122"/>
                <a:cs typeface="+mn-cs"/>
              </a:rPr>
              <a:t>单链表．双向链表和循环链表</a:t>
            </a:r>
            <a:endParaRPr kumimoji="1" lang="zh-CN" altLang="en-US"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hlinkClick r:id="" action="ppaction://noaction"/>
            </a:endParaRPr>
          </a:p>
        </p:txBody>
      </p:sp>
    </p:spTree>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Text Box 2"/>
          <p:cNvSpPr txBox="1">
            <a:spLocks noChangeArrowheads="1"/>
          </p:cNvSpPr>
          <p:nvPr/>
        </p:nvSpPr>
        <p:spPr bwMode="auto">
          <a:xfrm>
            <a:off x="2225675" y="596900"/>
            <a:ext cx="4733925" cy="784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a:defRPr kumimoji="1" sz="2400">
                <a:solidFill>
                  <a:schemeClr val="tx1"/>
                </a:solidFill>
                <a:latin typeface="Times New Roman" panose="02020603050405020304" pitchFamily="18" charset="0"/>
                <a:ea typeface="宋体" panose="02010600030101010101" pitchFamily="2" charset="-122"/>
              </a:defRPr>
            </a:lvl1pPr>
            <a:lvl2pPr marL="565150" defTabSz="1129030">
              <a:defRPr kumimoji="1" sz="2400">
                <a:solidFill>
                  <a:schemeClr val="tx1"/>
                </a:solidFill>
                <a:latin typeface="Times New Roman" panose="02020603050405020304" pitchFamily="18" charset="0"/>
                <a:ea typeface="宋体" panose="02010600030101010101" pitchFamily="2" charset="-122"/>
              </a:defRPr>
            </a:lvl2pPr>
            <a:lvl3pPr marL="1129030" defTabSz="1129030">
              <a:defRPr kumimoji="1" sz="2400">
                <a:solidFill>
                  <a:schemeClr val="tx1"/>
                </a:solidFill>
                <a:latin typeface="Times New Roman" panose="02020603050405020304" pitchFamily="18" charset="0"/>
                <a:ea typeface="宋体" panose="02010600030101010101" pitchFamily="2" charset="-122"/>
              </a:defRPr>
            </a:lvl3pPr>
            <a:lvl4pPr marL="1694180" defTabSz="1129030">
              <a:defRPr kumimoji="1" sz="2400">
                <a:solidFill>
                  <a:schemeClr val="tx1"/>
                </a:solidFill>
                <a:latin typeface="Times New Roman" panose="02020603050405020304" pitchFamily="18" charset="0"/>
                <a:ea typeface="宋体" panose="02010600030101010101" pitchFamily="2" charset="-122"/>
              </a:defRPr>
            </a:lvl4pPr>
            <a:lvl5pPr marL="2259330" defTabSz="1129030">
              <a:defRPr kumimoji="1" sz="2400">
                <a:solidFill>
                  <a:schemeClr val="tx1"/>
                </a:solidFill>
                <a:latin typeface="Times New Roman" panose="02020603050405020304" pitchFamily="18" charset="0"/>
                <a:ea typeface="宋体" panose="02010600030101010101" pitchFamily="2" charset="-122"/>
              </a:defRPr>
            </a:lvl5pPr>
            <a:lvl6pPr marL="27165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737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309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881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1129030" rtl="0" eaLnBrk="1" fontAlgn="base" latinLnBrk="0" hangingPunct="1">
              <a:lnSpc>
                <a:spcPct val="100000"/>
              </a:lnSpc>
              <a:spcBef>
                <a:spcPct val="0"/>
              </a:spcBef>
              <a:spcAft>
                <a:spcPct val="0"/>
              </a:spcAft>
              <a:buClrTx/>
              <a:buSzTx/>
              <a:buFontTx/>
              <a:buNone/>
              <a:defRPr/>
            </a:pPr>
            <a:r>
              <a:rPr kumimoji="1" lang="zh-CN" altLang="en-US" sz="44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单链表的存储映像</a:t>
            </a:r>
            <a:endParaRPr kumimoji="1" lang="zh-CN" altLang="en-US" sz="3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7699" name="Rectangle 3"/>
          <p:cNvSpPr/>
          <p:nvPr/>
        </p:nvSpPr>
        <p:spPr>
          <a:xfrm>
            <a:off x="838200" y="1676400"/>
            <a:ext cx="7543800" cy="609600"/>
          </a:xfrm>
          <a:prstGeom prst="rect">
            <a:avLst/>
          </a:prstGeom>
          <a:solidFill>
            <a:srgbClr val="00FF00"/>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157702" name="Text Box 6"/>
          <p:cNvSpPr txBox="1"/>
          <p:nvPr/>
        </p:nvSpPr>
        <p:spPr>
          <a:xfrm>
            <a:off x="2622550" y="2468563"/>
            <a:ext cx="36258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ea typeface="仿宋_GB2312" pitchFamily="49" charset="-122"/>
              </a:rPr>
              <a:t>(a) </a:t>
            </a:r>
            <a:r>
              <a:rPr lang="zh-CN" altLang="zh-CN" b="1" dirty="0">
                <a:solidFill>
                  <a:schemeClr val="accent2"/>
                </a:solidFill>
                <a:ea typeface="隶书" panose="02010509060101010101" pitchFamily="49" charset="-122"/>
              </a:rPr>
              <a:t>可利用存储空间</a:t>
            </a:r>
            <a:endParaRPr lang="zh-CN" altLang="en-US" sz="2400" dirty="0"/>
          </a:p>
        </p:txBody>
      </p:sp>
      <p:sp>
        <p:nvSpPr>
          <p:cNvPr id="157703" name="Rectangle 7"/>
          <p:cNvSpPr/>
          <p:nvPr/>
        </p:nvSpPr>
        <p:spPr>
          <a:xfrm>
            <a:off x="838200" y="3352800"/>
            <a:ext cx="7543800" cy="609600"/>
          </a:xfrm>
          <a:prstGeom prst="rect">
            <a:avLst/>
          </a:prstGeom>
          <a:solidFill>
            <a:srgbClr val="00FF00"/>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grpSp>
        <p:nvGrpSpPr>
          <p:cNvPr id="157737" name="Group 41"/>
          <p:cNvGrpSpPr/>
          <p:nvPr/>
        </p:nvGrpSpPr>
        <p:grpSpPr>
          <a:xfrm>
            <a:off x="1524000" y="3324225"/>
            <a:ext cx="685800" cy="638175"/>
            <a:chOff x="960" y="2094"/>
            <a:chExt cx="432" cy="402"/>
          </a:xfrm>
        </p:grpSpPr>
        <p:sp>
          <p:nvSpPr>
            <p:cNvPr id="30760" name="Rectangle 8"/>
            <p:cNvSpPr/>
            <p:nvPr/>
          </p:nvSpPr>
          <p:spPr>
            <a:xfrm>
              <a:off x="960" y="2112"/>
              <a:ext cx="432" cy="384"/>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0761" name="Line 12"/>
            <p:cNvSpPr/>
            <p:nvPr/>
          </p:nvSpPr>
          <p:spPr>
            <a:xfrm>
              <a:off x="1248" y="2112"/>
              <a:ext cx="0" cy="384"/>
            </a:xfrm>
            <a:prstGeom prst="line">
              <a:avLst/>
            </a:prstGeom>
            <a:ln w="9525" cap="flat" cmpd="sng">
              <a:solidFill>
                <a:schemeClr val="tx1"/>
              </a:solidFill>
              <a:prstDash val="solid"/>
              <a:headEnd type="none" w="med" len="med"/>
              <a:tailEnd type="none" w="med" len="med"/>
            </a:ln>
          </p:spPr>
        </p:sp>
        <p:sp>
          <p:nvSpPr>
            <p:cNvPr id="30762" name="Text Box 13"/>
            <p:cNvSpPr txBox="1"/>
            <p:nvPr/>
          </p:nvSpPr>
          <p:spPr>
            <a:xfrm>
              <a:off x="960" y="2094"/>
              <a:ext cx="304"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rgbClr val="FF5050"/>
                  </a:solidFill>
                </a:rPr>
                <a:t>a</a:t>
              </a:r>
              <a:r>
                <a:rPr lang="en-US" altLang="zh-CN" sz="2800" b="1" baseline="-25000" dirty="0">
                  <a:solidFill>
                    <a:srgbClr val="FF5050"/>
                  </a:solidFill>
                </a:rPr>
                <a:t>1</a:t>
              </a:r>
              <a:endParaRPr lang="en-US" altLang="zh-CN" sz="2400" dirty="0"/>
            </a:p>
          </p:txBody>
        </p:sp>
      </p:grpSp>
      <p:grpSp>
        <p:nvGrpSpPr>
          <p:cNvPr id="157738" name="Group 42"/>
          <p:cNvGrpSpPr/>
          <p:nvPr/>
        </p:nvGrpSpPr>
        <p:grpSpPr>
          <a:xfrm>
            <a:off x="2819400" y="3352800"/>
            <a:ext cx="685800" cy="609600"/>
            <a:chOff x="1776" y="2112"/>
            <a:chExt cx="432" cy="384"/>
          </a:xfrm>
        </p:grpSpPr>
        <p:sp>
          <p:nvSpPr>
            <p:cNvPr id="30757" name="Rectangle 11"/>
            <p:cNvSpPr/>
            <p:nvPr/>
          </p:nvSpPr>
          <p:spPr>
            <a:xfrm>
              <a:off x="1776" y="2112"/>
              <a:ext cx="432" cy="384"/>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0758" name="Text Box 14"/>
            <p:cNvSpPr txBox="1"/>
            <p:nvPr/>
          </p:nvSpPr>
          <p:spPr>
            <a:xfrm>
              <a:off x="1776" y="2112"/>
              <a:ext cx="304"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rgbClr val="FF5050"/>
                  </a:solidFill>
                </a:rPr>
                <a:t>a</a:t>
              </a:r>
              <a:r>
                <a:rPr lang="en-US" altLang="zh-CN" sz="2800" b="1" baseline="-25000" dirty="0">
                  <a:solidFill>
                    <a:srgbClr val="FF5050"/>
                  </a:solidFill>
                </a:rPr>
                <a:t>3</a:t>
              </a:r>
              <a:endParaRPr lang="en-US" altLang="zh-CN" sz="2400" dirty="0"/>
            </a:p>
          </p:txBody>
        </p:sp>
        <p:sp>
          <p:nvSpPr>
            <p:cNvPr id="30759" name="Line 17"/>
            <p:cNvSpPr/>
            <p:nvPr/>
          </p:nvSpPr>
          <p:spPr>
            <a:xfrm>
              <a:off x="2064" y="2112"/>
              <a:ext cx="0" cy="384"/>
            </a:xfrm>
            <a:prstGeom prst="line">
              <a:avLst/>
            </a:prstGeom>
            <a:ln w="9525" cap="flat" cmpd="sng">
              <a:solidFill>
                <a:schemeClr val="tx1"/>
              </a:solidFill>
              <a:prstDash val="solid"/>
              <a:headEnd type="none" w="med" len="med"/>
              <a:tailEnd type="none" w="med" len="med"/>
            </a:ln>
          </p:spPr>
        </p:sp>
      </p:grpSp>
      <p:grpSp>
        <p:nvGrpSpPr>
          <p:cNvPr id="157739" name="Group 43"/>
          <p:cNvGrpSpPr/>
          <p:nvPr/>
        </p:nvGrpSpPr>
        <p:grpSpPr>
          <a:xfrm>
            <a:off x="4546600" y="3352800"/>
            <a:ext cx="711200" cy="609600"/>
            <a:chOff x="2864" y="2112"/>
            <a:chExt cx="448" cy="384"/>
          </a:xfrm>
        </p:grpSpPr>
        <p:sp>
          <p:nvSpPr>
            <p:cNvPr id="30754" name="Rectangle 10"/>
            <p:cNvSpPr/>
            <p:nvPr/>
          </p:nvSpPr>
          <p:spPr>
            <a:xfrm>
              <a:off x="2880" y="2112"/>
              <a:ext cx="432" cy="384"/>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0755" name="Text Box 15"/>
            <p:cNvSpPr txBox="1"/>
            <p:nvPr/>
          </p:nvSpPr>
          <p:spPr>
            <a:xfrm>
              <a:off x="2864" y="2112"/>
              <a:ext cx="304"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rgbClr val="FF5050"/>
                  </a:solidFill>
                </a:rPr>
                <a:t>a</a:t>
              </a:r>
              <a:r>
                <a:rPr lang="en-US" altLang="zh-CN" sz="2800" b="1" baseline="-25000" dirty="0">
                  <a:solidFill>
                    <a:srgbClr val="FF5050"/>
                  </a:solidFill>
                </a:rPr>
                <a:t>2</a:t>
              </a:r>
              <a:endParaRPr lang="en-US" altLang="zh-CN" sz="2400" dirty="0"/>
            </a:p>
          </p:txBody>
        </p:sp>
        <p:sp>
          <p:nvSpPr>
            <p:cNvPr id="30756" name="Line 18"/>
            <p:cNvSpPr/>
            <p:nvPr/>
          </p:nvSpPr>
          <p:spPr>
            <a:xfrm>
              <a:off x="3168" y="2112"/>
              <a:ext cx="0" cy="384"/>
            </a:xfrm>
            <a:prstGeom prst="line">
              <a:avLst/>
            </a:prstGeom>
            <a:ln w="9525" cap="flat" cmpd="sng">
              <a:solidFill>
                <a:schemeClr val="tx1"/>
              </a:solidFill>
              <a:prstDash val="solid"/>
              <a:headEnd type="none" w="med" len="med"/>
              <a:tailEnd type="none" w="med" len="med"/>
            </a:ln>
          </p:spPr>
        </p:sp>
      </p:grpSp>
      <p:grpSp>
        <p:nvGrpSpPr>
          <p:cNvPr id="157740" name="Group 44"/>
          <p:cNvGrpSpPr/>
          <p:nvPr/>
        </p:nvGrpSpPr>
        <p:grpSpPr>
          <a:xfrm>
            <a:off x="5842000" y="3352800"/>
            <a:ext cx="711200" cy="609600"/>
            <a:chOff x="3680" y="2112"/>
            <a:chExt cx="448" cy="384"/>
          </a:xfrm>
        </p:grpSpPr>
        <p:sp>
          <p:nvSpPr>
            <p:cNvPr id="30751" name="Rectangle 9"/>
            <p:cNvSpPr/>
            <p:nvPr/>
          </p:nvSpPr>
          <p:spPr>
            <a:xfrm>
              <a:off x="3696" y="2112"/>
              <a:ext cx="432" cy="384"/>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0752" name="Text Box 16"/>
            <p:cNvSpPr txBox="1"/>
            <p:nvPr/>
          </p:nvSpPr>
          <p:spPr>
            <a:xfrm>
              <a:off x="3680" y="2112"/>
              <a:ext cx="304"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rgbClr val="FF5050"/>
                  </a:solidFill>
                </a:rPr>
                <a:t>a</a:t>
              </a:r>
              <a:r>
                <a:rPr lang="en-US" altLang="zh-CN" sz="2800" b="1" baseline="-25000" dirty="0">
                  <a:solidFill>
                    <a:srgbClr val="FF5050"/>
                  </a:solidFill>
                </a:rPr>
                <a:t>4</a:t>
              </a:r>
              <a:endParaRPr lang="en-US" altLang="zh-CN" sz="2400" dirty="0"/>
            </a:p>
          </p:txBody>
        </p:sp>
        <p:sp>
          <p:nvSpPr>
            <p:cNvPr id="30753" name="Line 19"/>
            <p:cNvSpPr/>
            <p:nvPr/>
          </p:nvSpPr>
          <p:spPr>
            <a:xfrm>
              <a:off x="3984" y="2112"/>
              <a:ext cx="0" cy="384"/>
            </a:xfrm>
            <a:prstGeom prst="line">
              <a:avLst/>
            </a:prstGeom>
            <a:ln w="9525" cap="flat" cmpd="sng">
              <a:solidFill>
                <a:schemeClr val="tx1"/>
              </a:solidFill>
              <a:prstDash val="solid"/>
              <a:headEnd type="none" w="med" len="med"/>
              <a:tailEnd type="none" w="med" len="med"/>
            </a:ln>
          </p:spPr>
        </p:sp>
      </p:grpSp>
      <p:sp>
        <p:nvSpPr>
          <p:cNvPr id="157716" name="Text Box 20"/>
          <p:cNvSpPr txBox="1"/>
          <p:nvPr/>
        </p:nvSpPr>
        <p:spPr>
          <a:xfrm>
            <a:off x="6248400" y="3429000"/>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solidFill>
                  <a:schemeClr val="accent2"/>
                </a:solidFill>
                <a:sym typeface="Symbol" panose="05050102010706020507" pitchFamily="18" charset="2"/>
              </a:rPr>
              <a:t></a:t>
            </a:r>
            <a:endParaRPr lang="en-US" altLang="zh-CN" sz="2400" dirty="0"/>
          </a:p>
        </p:txBody>
      </p:sp>
      <p:grpSp>
        <p:nvGrpSpPr>
          <p:cNvPr id="157741" name="Group 45"/>
          <p:cNvGrpSpPr/>
          <p:nvPr/>
        </p:nvGrpSpPr>
        <p:grpSpPr>
          <a:xfrm>
            <a:off x="1295400" y="4038600"/>
            <a:ext cx="703263" cy="1036638"/>
            <a:chOff x="816" y="2544"/>
            <a:chExt cx="443" cy="653"/>
          </a:xfrm>
        </p:grpSpPr>
        <p:sp>
          <p:nvSpPr>
            <p:cNvPr id="30749" name="Line 21"/>
            <p:cNvSpPr/>
            <p:nvPr/>
          </p:nvSpPr>
          <p:spPr>
            <a:xfrm flipV="1">
              <a:off x="1008" y="2544"/>
              <a:ext cx="0" cy="384"/>
            </a:xfrm>
            <a:prstGeom prst="line">
              <a:avLst/>
            </a:prstGeom>
            <a:ln w="28575" cap="flat" cmpd="sng">
              <a:solidFill>
                <a:schemeClr val="accent2"/>
              </a:solidFill>
              <a:prstDash val="solid"/>
              <a:headEnd type="none" w="med" len="med"/>
              <a:tailEnd type="triangle" w="sm" len="lg"/>
            </a:ln>
          </p:spPr>
        </p:sp>
        <p:sp>
          <p:nvSpPr>
            <p:cNvPr id="30750" name="Text Box 24"/>
            <p:cNvSpPr txBox="1"/>
            <p:nvPr/>
          </p:nvSpPr>
          <p:spPr>
            <a:xfrm>
              <a:off x="816" y="2832"/>
              <a:ext cx="44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rgbClr val="FF5050"/>
                  </a:solidFill>
                </a:rPr>
                <a:t>list</a:t>
              </a:r>
              <a:endParaRPr lang="en-US" altLang="zh-CN" sz="2400" dirty="0"/>
            </a:p>
          </p:txBody>
        </p:sp>
      </p:grpSp>
      <p:grpSp>
        <p:nvGrpSpPr>
          <p:cNvPr id="157742" name="Group 46"/>
          <p:cNvGrpSpPr/>
          <p:nvPr/>
        </p:nvGrpSpPr>
        <p:grpSpPr>
          <a:xfrm>
            <a:off x="2133600" y="3657600"/>
            <a:ext cx="2514600" cy="685800"/>
            <a:chOff x="1344" y="2304"/>
            <a:chExt cx="1584" cy="432"/>
          </a:xfrm>
        </p:grpSpPr>
        <p:sp>
          <p:nvSpPr>
            <p:cNvPr id="30746" name="Line 25"/>
            <p:cNvSpPr/>
            <p:nvPr/>
          </p:nvSpPr>
          <p:spPr>
            <a:xfrm>
              <a:off x="1344" y="2304"/>
              <a:ext cx="0" cy="432"/>
            </a:xfrm>
            <a:prstGeom prst="line">
              <a:avLst/>
            </a:prstGeom>
            <a:ln w="38100" cap="flat" cmpd="sng">
              <a:solidFill>
                <a:schemeClr val="accent2"/>
              </a:solidFill>
              <a:prstDash val="solid"/>
              <a:headEnd type="none" w="med" len="med"/>
              <a:tailEnd type="none" w="med" len="med"/>
            </a:ln>
          </p:spPr>
        </p:sp>
        <p:sp>
          <p:nvSpPr>
            <p:cNvPr id="30747" name="Line 26"/>
            <p:cNvSpPr/>
            <p:nvPr/>
          </p:nvSpPr>
          <p:spPr>
            <a:xfrm flipV="1">
              <a:off x="2928" y="2544"/>
              <a:ext cx="0" cy="192"/>
            </a:xfrm>
            <a:prstGeom prst="line">
              <a:avLst/>
            </a:prstGeom>
            <a:ln w="28575" cap="flat" cmpd="sng">
              <a:solidFill>
                <a:schemeClr val="accent2"/>
              </a:solidFill>
              <a:prstDash val="solid"/>
              <a:headEnd type="none" w="med" len="med"/>
              <a:tailEnd type="triangle" w="sm" len="lg"/>
            </a:ln>
          </p:spPr>
        </p:sp>
        <p:sp>
          <p:nvSpPr>
            <p:cNvPr id="30748" name="Line 27"/>
            <p:cNvSpPr/>
            <p:nvPr/>
          </p:nvSpPr>
          <p:spPr>
            <a:xfrm flipH="1">
              <a:off x="1344" y="2736"/>
              <a:ext cx="1584" cy="0"/>
            </a:xfrm>
            <a:prstGeom prst="line">
              <a:avLst/>
            </a:prstGeom>
            <a:ln w="28575" cap="flat" cmpd="sng">
              <a:solidFill>
                <a:schemeClr val="accent2"/>
              </a:solidFill>
              <a:prstDash val="solid"/>
              <a:headEnd type="none" w="med" len="med"/>
              <a:tailEnd type="none" w="med" len="med"/>
            </a:ln>
          </p:spPr>
        </p:sp>
      </p:grpSp>
      <p:grpSp>
        <p:nvGrpSpPr>
          <p:cNvPr id="157743" name="Group 47"/>
          <p:cNvGrpSpPr/>
          <p:nvPr/>
        </p:nvGrpSpPr>
        <p:grpSpPr>
          <a:xfrm>
            <a:off x="2895600" y="3657600"/>
            <a:ext cx="2286000" cy="914400"/>
            <a:chOff x="1824" y="2304"/>
            <a:chExt cx="1440" cy="576"/>
          </a:xfrm>
        </p:grpSpPr>
        <p:sp>
          <p:nvSpPr>
            <p:cNvPr id="30743" name="Line 28"/>
            <p:cNvSpPr/>
            <p:nvPr/>
          </p:nvSpPr>
          <p:spPr>
            <a:xfrm>
              <a:off x="3264" y="2304"/>
              <a:ext cx="0" cy="576"/>
            </a:xfrm>
            <a:prstGeom prst="line">
              <a:avLst/>
            </a:prstGeom>
            <a:ln w="28575" cap="flat" cmpd="sng">
              <a:solidFill>
                <a:schemeClr val="accent2"/>
              </a:solidFill>
              <a:prstDash val="solid"/>
              <a:headEnd type="none" w="med" len="med"/>
              <a:tailEnd type="none" w="med" len="med"/>
            </a:ln>
          </p:spPr>
        </p:sp>
        <p:sp>
          <p:nvSpPr>
            <p:cNvPr id="30744" name="Line 29"/>
            <p:cNvSpPr/>
            <p:nvPr/>
          </p:nvSpPr>
          <p:spPr>
            <a:xfrm flipH="1">
              <a:off x="1824" y="2880"/>
              <a:ext cx="1440" cy="0"/>
            </a:xfrm>
            <a:prstGeom prst="line">
              <a:avLst/>
            </a:prstGeom>
            <a:ln w="38100" cap="flat" cmpd="sng">
              <a:solidFill>
                <a:schemeClr val="accent2"/>
              </a:solidFill>
              <a:prstDash val="solid"/>
              <a:headEnd type="none" w="med" len="med"/>
              <a:tailEnd type="none" w="med" len="med"/>
            </a:ln>
          </p:spPr>
        </p:sp>
        <p:sp>
          <p:nvSpPr>
            <p:cNvPr id="30745" name="Line 30"/>
            <p:cNvSpPr/>
            <p:nvPr/>
          </p:nvSpPr>
          <p:spPr>
            <a:xfrm flipV="1">
              <a:off x="1824" y="2544"/>
              <a:ext cx="0" cy="336"/>
            </a:xfrm>
            <a:prstGeom prst="line">
              <a:avLst/>
            </a:prstGeom>
            <a:ln w="28575" cap="flat" cmpd="sng">
              <a:solidFill>
                <a:schemeClr val="accent2"/>
              </a:solidFill>
              <a:prstDash val="solid"/>
              <a:headEnd type="none" w="med" len="med"/>
              <a:tailEnd type="triangle" w="sm" len="lg"/>
            </a:ln>
          </p:spPr>
        </p:sp>
      </p:grpSp>
      <p:grpSp>
        <p:nvGrpSpPr>
          <p:cNvPr id="157744" name="Group 48"/>
          <p:cNvGrpSpPr/>
          <p:nvPr/>
        </p:nvGrpSpPr>
        <p:grpSpPr>
          <a:xfrm>
            <a:off x="3429000" y="3657600"/>
            <a:ext cx="2514600" cy="1143000"/>
            <a:chOff x="2160" y="2304"/>
            <a:chExt cx="1584" cy="720"/>
          </a:xfrm>
        </p:grpSpPr>
        <p:sp>
          <p:nvSpPr>
            <p:cNvPr id="30740" name="Line 31"/>
            <p:cNvSpPr/>
            <p:nvPr/>
          </p:nvSpPr>
          <p:spPr>
            <a:xfrm>
              <a:off x="2160" y="2304"/>
              <a:ext cx="0" cy="720"/>
            </a:xfrm>
            <a:prstGeom prst="line">
              <a:avLst/>
            </a:prstGeom>
            <a:ln w="28575" cap="flat" cmpd="sng">
              <a:solidFill>
                <a:schemeClr val="accent2"/>
              </a:solidFill>
              <a:prstDash val="solid"/>
              <a:headEnd type="none" w="med" len="med"/>
              <a:tailEnd type="none" w="med" len="med"/>
            </a:ln>
          </p:spPr>
        </p:sp>
        <p:sp>
          <p:nvSpPr>
            <p:cNvPr id="30741" name="Line 32"/>
            <p:cNvSpPr/>
            <p:nvPr/>
          </p:nvSpPr>
          <p:spPr>
            <a:xfrm>
              <a:off x="2160" y="3024"/>
              <a:ext cx="1584" cy="0"/>
            </a:xfrm>
            <a:prstGeom prst="line">
              <a:avLst/>
            </a:prstGeom>
            <a:ln w="38100" cap="flat" cmpd="sng">
              <a:solidFill>
                <a:schemeClr val="accent2"/>
              </a:solidFill>
              <a:prstDash val="solid"/>
              <a:headEnd type="none" w="med" len="med"/>
              <a:tailEnd type="none" w="med" len="med"/>
            </a:ln>
          </p:spPr>
        </p:sp>
        <p:sp>
          <p:nvSpPr>
            <p:cNvPr id="30742" name="Line 33"/>
            <p:cNvSpPr/>
            <p:nvPr/>
          </p:nvSpPr>
          <p:spPr>
            <a:xfrm flipV="1">
              <a:off x="3744" y="2544"/>
              <a:ext cx="0" cy="480"/>
            </a:xfrm>
            <a:prstGeom prst="line">
              <a:avLst/>
            </a:prstGeom>
            <a:ln w="28575" cap="flat" cmpd="sng">
              <a:solidFill>
                <a:schemeClr val="accent2"/>
              </a:solidFill>
              <a:prstDash val="solid"/>
              <a:headEnd type="none" w="med" len="med"/>
              <a:tailEnd type="triangle" w="sm" len="lg"/>
            </a:ln>
          </p:spPr>
        </p:sp>
      </p:grpSp>
      <p:sp>
        <p:nvSpPr>
          <p:cNvPr id="157730" name="Text Box 34"/>
          <p:cNvSpPr txBox="1"/>
          <p:nvPr/>
        </p:nvSpPr>
        <p:spPr>
          <a:xfrm>
            <a:off x="1600200" y="4953000"/>
            <a:ext cx="610552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ea typeface="仿宋_GB2312" pitchFamily="49" charset="-122"/>
              </a:rPr>
              <a:t>(b) </a:t>
            </a:r>
            <a:r>
              <a:rPr lang="zh-CN" altLang="zh-CN" b="1" dirty="0">
                <a:solidFill>
                  <a:schemeClr val="accent2"/>
                </a:solidFill>
                <a:latin typeface="隶书" panose="02010509060101010101" pitchFamily="49" charset="-122"/>
                <a:ea typeface="隶书" panose="02010509060101010101" pitchFamily="49" charset="-122"/>
              </a:rPr>
              <a:t>经过一段运行后的单链表结构</a:t>
            </a:r>
            <a:endParaRPr lang="zh-CN" altLang="en-US" sz="2400" dirty="0"/>
          </a:p>
        </p:txBody>
      </p:sp>
      <p:sp>
        <p:nvSpPr>
          <p:cNvPr id="157731" name="Text Box 35"/>
          <p:cNvSpPr txBox="1"/>
          <p:nvPr/>
        </p:nvSpPr>
        <p:spPr>
          <a:xfrm>
            <a:off x="1431925" y="2860675"/>
            <a:ext cx="5137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solidFill>
                  <a:srgbClr val="CC00CC"/>
                </a:solidFill>
              </a:rPr>
              <a:t>2000         2010               2050         2080</a:t>
            </a:r>
            <a:endParaRPr lang="en-US" altLang="zh-CN" sz="2400" dirty="0">
              <a:solidFill>
                <a:srgbClr val="CC00CC"/>
              </a:solidFill>
            </a:endParaRPr>
          </a:p>
        </p:txBody>
      </p:sp>
      <p:sp>
        <p:nvSpPr>
          <p:cNvPr id="157732" name="Text Box 36"/>
          <p:cNvSpPr txBox="1"/>
          <p:nvPr/>
        </p:nvSpPr>
        <p:spPr>
          <a:xfrm>
            <a:off x="1828800" y="3352800"/>
            <a:ext cx="692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000" dirty="0">
                <a:solidFill>
                  <a:srgbClr val="0000CC"/>
                </a:solidFill>
              </a:rPr>
              <a:t>2050</a:t>
            </a:r>
            <a:endParaRPr lang="en-US" altLang="zh-CN" sz="2400" dirty="0"/>
          </a:p>
        </p:txBody>
      </p:sp>
      <p:sp>
        <p:nvSpPr>
          <p:cNvPr id="157734" name="Text Box 38"/>
          <p:cNvSpPr txBox="1"/>
          <p:nvPr/>
        </p:nvSpPr>
        <p:spPr>
          <a:xfrm>
            <a:off x="3124200" y="3352800"/>
            <a:ext cx="692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000" dirty="0">
                <a:solidFill>
                  <a:srgbClr val="0000CC"/>
                </a:solidFill>
              </a:rPr>
              <a:t>2080</a:t>
            </a:r>
            <a:endParaRPr lang="en-US" altLang="zh-CN" sz="2400" dirty="0"/>
          </a:p>
        </p:txBody>
      </p:sp>
      <p:sp>
        <p:nvSpPr>
          <p:cNvPr id="157735" name="Text Box 39"/>
          <p:cNvSpPr txBox="1"/>
          <p:nvPr/>
        </p:nvSpPr>
        <p:spPr>
          <a:xfrm>
            <a:off x="4800600" y="3352800"/>
            <a:ext cx="692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000" dirty="0">
                <a:solidFill>
                  <a:srgbClr val="0000CC"/>
                </a:solidFill>
              </a:rPr>
              <a:t>2010</a:t>
            </a:r>
            <a:endParaRPr lang="en-US" altLang="zh-CN" sz="2400" dirty="0"/>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7699"/>
                                        </p:tgtEl>
                                        <p:attrNameLst>
                                          <p:attrName>style.visibility</p:attrName>
                                        </p:attrNameLst>
                                      </p:cBhvr>
                                      <p:to>
                                        <p:strVal val="visible"/>
                                      </p:to>
                                    </p:set>
                                    <p:animEffect transition="in" filter="box(out)">
                                      <p:cBhvr>
                                        <p:cTn id="7" dur="500"/>
                                        <p:tgtEl>
                                          <p:spTgt spid="157699"/>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57702"/>
                                        </p:tgtEl>
                                        <p:attrNameLst>
                                          <p:attrName>style.visibility</p:attrName>
                                        </p:attrNameLst>
                                      </p:cBhvr>
                                      <p:to>
                                        <p:strVal val="visible"/>
                                      </p:to>
                                    </p:set>
                                    <p:animEffect transition="in" filter="box(out)">
                                      <p:cBhvr>
                                        <p:cTn id="11" dur="500"/>
                                        <p:tgtEl>
                                          <p:spTgt spid="157702"/>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57703"/>
                                        </p:tgtEl>
                                        <p:attrNameLst>
                                          <p:attrName>style.visibility</p:attrName>
                                        </p:attrNameLst>
                                      </p:cBhvr>
                                      <p:to>
                                        <p:strVal val="visible"/>
                                      </p:to>
                                    </p:set>
                                    <p:animEffect transition="in" filter="box(out)">
                                      <p:cBhvr>
                                        <p:cTn id="16" dur="500"/>
                                        <p:tgtEl>
                                          <p:spTgt spid="157703"/>
                                        </p:tgtEl>
                                      </p:cBhvr>
                                    </p:animEffect>
                                  </p:childTnLst>
                                </p:cTn>
                              </p:par>
                            </p:childTnLst>
                          </p:cTn>
                        </p:par>
                        <p:par>
                          <p:cTn id="17" fill="hold">
                            <p:stCondLst>
                              <p:cond delay="500"/>
                            </p:stCondLst>
                            <p:childTnLst>
                              <p:par>
                                <p:cTn id="18" presetID="4" presetClass="entr" presetSubtype="32" fill="hold" grpId="0" nodeType="afterEffect">
                                  <p:stCondLst>
                                    <p:cond delay="0"/>
                                  </p:stCondLst>
                                  <p:childTnLst>
                                    <p:set>
                                      <p:cBhvr>
                                        <p:cTn id="19" dur="1" fill="hold">
                                          <p:stCondLst>
                                            <p:cond delay="0"/>
                                          </p:stCondLst>
                                        </p:cTn>
                                        <p:tgtEl>
                                          <p:spTgt spid="157730"/>
                                        </p:tgtEl>
                                        <p:attrNameLst>
                                          <p:attrName>style.visibility</p:attrName>
                                        </p:attrNameLst>
                                      </p:cBhvr>
                                      <p:to>
                                        <p:strVal val="visible"/>
                                      </p:to>
                                    </p:set>
                                    <p:animEffect transition="in" filter="box(out)">
                                      <p:cBhvr>
                                        <p:cTn id="20" dur="500"/>
                                        <p:tgtEl>
                                          <p:spTgt spid="157730"/>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57731"/>
                                        </p:tgtEl>
                                        <p:attrNameLst>
                                          <p:attrName>style.visibility</p:attrName>
                                        </p:attrNameLst>
                                      </p:cBhvr>
                                      <p:to>
                                        <p:strVal val="visible"/>
                                      </p:to>
                                    </p:set>
                                    <p:animEffect transition="in" filter="box(out)">
                                      <p:cBhvr>
                                        <p:cTn id="25" dur="500"/>
                                        <p:tgtEl>
                                          <p:spTgt spid="157731"/>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157737"/>
                                        </p:tgtEl>
                                        <p:attrNameLst>
                                          <p:attrName>style.visibility</p:attrName>
                                        </p:attrNameLst>
                                      </p:cBhvr>
                                      <p:to>
                                        <p:strVal val="visible"/>
                                      </p:to>
                                    </p:set>
                                    <p:animEffect transition="in" filter="box(out)">
                                      <p:cBhvr>
                                        <p:cTn id="30" dur="500"/>
                                        <p:tgtEl>
                                          <p:spTgt spid="15773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57739"/>
                                        </p:tgtEl>
                                        <p:attrNameLst>
                                          <p:attrName>style.visibility</p:attrName>
                                        </p:attrNameLst>
                                      </p:cBhvr>
                                      <p:to>
                                        <p:strVal val="visible"/>
                                      </p:to>
                                    </p:set>
                                    <p:animEffect transition="in" filter="box(out)">
                                      <p:cBhvr>
                                        <p:cTn id="35" dur="500"/>
                                        <p:tgtEl>
                                          <p:spTgt spid="157739"/>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157738"/>
                                        </p:tgtEl>
                                        <p:attrNameLst>
                                          <p:attrName>style.visibility</p:attrName>
                                        </p:attrNameLst>
                                      </p:cBhvr>
                                      <p:to>
                                        <p:strVal val="visible"/>
                                      </p:to>
                                    </p:set>
                                    <p:animEffect transition="in" filter="box(out)">
                                      <p:cBhvr>
                                        <p:cTn id="40" dur="500"/>
                                        <p:tgtEl>
                                          <p:spTgt spid="157738"/>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32" fill="hold" nodeType="clickEffect">
                                  <p:stCondLst>
                                    <p:cond delay="0"/>
                                  </p:stCondLst>
                                  <p:childTnLst>
                                    <p:set>
                                      <p:cBhvr>
                                        <p:cTn id="44" dur="1" fill="hold">
                                          <p:stCondLst>
                                            <p:cond delay="0"/>
                                          </p:stCondLst>
                                        </p:cTn>
                                        <p:tgtEl>
                                          <p:spTgt spid="157740"/>
                                        </p:tgtEl>
                                        <p:attrNameLst>
                                          <p:attrName>style.visibility</p:attrName>
                                        </p:attrNameLst>
                                      </p:cBhvr>
                                      <p:to>
                                        <p:strVal val="visible"/>
                                      </p:to>
                                    </p:set>
                                    <p:animEffect transition="in" filter="box(out)">
                                      <p:cBhvr>
                                        <p:cTn id="45" dur="500"/>
                                        <p:tgtEl>
                                          <p:spTgt spid="157740"/>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157732"/>
                                        </p:tgtEl>
                                        <p:attrNameLst>
                                          <p:attrName>style.visibility</p:attrName>
                                        </p:attrNameLst>
                                      </p:cBhvr>
                                      <p:to>
                                        <p:strVal val="visible"/>
                                      </p:to>
                                    </p:set>
                                    <p:animEffect transition="in" filter="box(out)">
                                      <p:cBhvr>
                                        <p:cTn id="50" dur="500"/>
                                        <p:tgtEl>
                                          <p:spTgt spid="157732"/>
                                        </p:tgtEl>
                                      </p:cBhvr>
                                    </p:animEffect>
                                  </p:childTnLst>
                                </p:cTn>
                              </p:par>
                            </p:childTnLst>
                          </p:cTn>
                        </p:par>
                        <p:par>
                          <p:cTn id="51" fill="hold">
                            <p:stCondLst>
                              <p:cond delay="500"/>
                            </p:stCondLst>
                            <p:childTnLst>
                              <p:par>
                                <p:cTn id="52" presetID="4" presetClass="entr" presetSubtype="32" fill="hold" nodeType="afterEffect">
                                  <p:stCondLst>
                                    <p:cond delay="0"/>
                                  </p:stCondLst>
                                  <p:childTnLst>
                                    <p:set>
                                      <p:cBhvr>
                                        <p:cTn id="53" dur="1" fill="hold">
                                          <p:stCondLst>
                                            <p:cond delay="0"/>
                                          </p:stCondLst>
                                        </p:cTn>
                                        <p:tgtEl>
                                          <p:spTgt spid="157742"/>
                                        </p:tgtEl>
                                        <p:attrNameLst>
                                          <p:attrName>style.visibility</p:attrName>
                                        </p:attrNameLst>
                                      </p:cBhvr>
                                      <p:to>
                                        <p:strVal val="visible"/>
                                      </p:to>
                                    </p:set>
                                    <p:animEffect transition="in" filter="box(out)">
                                      <p:cBhvr>
                                        <p:cTn id="54" dur="500"/>
                                        <p:tgtEl>
                                          <p:spTgt spid="157742"/>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grpId="0" nodeType="clickEffect">
                                  <p:stCondLst>
                                    <p:cond delay="0"/>
                                  </p:stCondLst>
                                  <p:childTnLst>
                                    <p:set>
                                      <p:cBhvr>
                                        <p:cTn id="58" dur="1" fill="hold">
                                          <p:stCondLst>
                                            <p:cond delay="0"/>
                                          </p:stCondLst>
                                        </p:cTn>
                                        <p:tgtEl>
                                          <p:spTgt spid="157735"/>
                                        </p:tgtEl>
                                        <p:attrNameLst>
                                          <p:attrName>style.visibility</p:attrName>
                                        </p:attrNameLst>
                                      </p:cBhvr>
                                      <p:to>
                                        <p:strVal val="visible"/>
                                      </p:to>
                                    </p:set>
                                    <p:animEffect transition="in" filter="box(out)">
                                      <p:cBhvr>
                                        <p:cTn id="59" dur="500"/>
                                        <p:tgtEl>
                                          <p:spTgt spid="157735"/>
                                        </p:tgtEl>
                                      </p:cBhvr>
                                    </p:animEffect>
                                  </p:childTnLst>
                                </p:cTn>
                              </p:par>
                            </p:childTnLst>
                          </p:cTn>
                        </p:par>
                        <p:par>
                          <p:cTn id="60" fill="hold">
                            <p:stCondLst>
                              <p:cond delay="500"/>
                            </p:stCondLst>
                            <p:childTnLst>
                              <p:par>
                                <p:cTn id="61" presetID="4" presetClass="entr" presetSubtype="32" fill="hold" nodeType="afterEffect">
                                  <p:stCondLst>
                                    <p:cond delay="0"/>
                                  </p:stCondLst>
                                  <p:childTnLst>
                                    <p:set>
                                      <p:cBhvr>
                                        <p:cTn id="62" dur="1" fill="hold">
                                          <p:stCondLst>
                                            <p:cond delay="0"/>
                                          </p:stCondLst>
                                        </p:cTn>
                                        <p:tgtEl>
                                          <p:spTgt spid="157743"/>
                                        </p:tgtEl>
                                        <p:attrNameLst>
                                          <p:attrName>style.visibility</p:attrName>
                                        </p:attrNameLst>
                                      </p:cBhvr>
                                      <p:to>
                                        <p:strVal val="visible"/>
                                      </p:to>
                                    </p:set>
                                    <p:animEffect transition="in" filter="box(out)">
                                      <p:cBhvr>
                                        <p:cTn id="63" dur="500"/>
                                        <p:tgtEl>
                                          <p:spTgt spid="157743"/>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57734"/>
                                        </p:tgtEl>
                                        <p:attrNameLst>
                                          <p:attrName>style.visibility</p:attrName>
                                        </p:attrNameLst>
                                      </p:cBhvr>
                                      <p:to>
                                        <p:strVal val="visible"/>
                                      </p:to>
                                    </p:set>
                                    <p:animEffect transition="in" filter="box(out)">
                                      <p:cBhvr>
                                        <p:cTn id="68" dur="500"/>
                                        <p:tgtEl>
                                          <p:spTgt spid="157734"/>
                                        </p:tgtEl>
                                      </p:cBhvr>
                                    </p:animEffect>
                                  </p:childTnLst>
                                </p:cTn>
                              </p:par>
                            </p:childTnLst>
                          </p:cTn>
                        </p:par>
                        <p:par>
                          <p:cTn id="69" fill="hold">
                            <p:stCondLst>
                              <p:cond delay="500"/>
                            </p:stCondLst>
                            <p:childTnLst>
                              <p:par>
                                <p:cTn id="70" presetID="4" presetClass="entr" presetSubtype="32" fill="hold" nodeType="afterEffect">
                                  <p:stCondLst>
                                    <p:cond delay="0"/>
                                  </p:stCondLst>
                                  <p:childTnLst>
                                    <p:set>
                                      <p:cBhvr>
                                        <p:cTn id="71" dur="1" fill="hold">
                                          <p:stCondLst>
                                            <p:cond delay="0"/>
                                          </p:stCondLst>
                                        </p:cTn>
                                        <p:tgtEl>
                                          <p:spTgt spid="157744"/>
                                        </p:tgtEl>
                                        <p:attrNameLst>
                                          <p:attrName>style.visibility</p:attrName>
                                        </p:attrNameLst>
                                      </p:cBhvr>
                                      <p:to>
                                        <p:strVal val="visible"/>
                                      </p:to>
                                    </p:set>
                                    <p:animEffect transition="in" filter="box(out)">
                                      <p:cBhvr>
                                        <p:cTn id="72" dur="500"/>
                                        <p:tgtEl>
                                          <p:spTgt spid="157744"/>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57716"/>
                                        </p:tgtEl>
                                        <p:attrNameLst>
                                          <p:attrName>style.visibility</p:attrName>
                                        </p:attrNameLst>
                                      </p:cBhvr>
                                      <p:to>
                                        <p:strVal val="visible"/>
                                      </p:to>
                                    </p:set>
                                    <p:animEffect transition="in" filter="box(out)">
                                      <p:cBhvr>
                                        <p:cTn id="77" dur="500"/>
                                        <p:tgtEl>
                                          <p:spTgt spid="157716"/>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32" fill="hold" nodeType="clickEffect">
                                  <p:stCondLst>
                                    <p:cond delay="0"/>
                                  </p:stCondLst>
                                  <p:childTnLst>
                                    <p:set>
                                      <p:cBhvr>
                                        <p:cTn id="81" dur="1" fill="hold">
                                          <p:stCondLst>
                                            <p:cond delay="0"/>
                                          </p:stCondLst>
                                        </p:cTn>
                                        <p:tgtEl>
                                          <p:spTgt spid="157741"/>
                                        </p:tgtEl>
                                        <p:attrNameLst>
                                          <p:attrName>style.visibility</p:attrName>
                                        </p:attrNameLst>
                                      </p:cBhvr>
                                      <p:to>
                                        <p:strVal val="visible"/>
                                      </p:to>
                                    </p:set>
                                    <p:animEffect transition="in" filter="box(out)">
                                      <p:cBhvr>
                                        <p:cTn id="82" dur="500"/>
                                        <p:tgtEl>
                                          <p:spTgt spid="157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2" grpId="0"/>
      <p:bldP spid="157716" grpId="0"/>
      <p:bldP spid="157730" grpId="0"/>
      <p:bldP spid="157731" grpId="0"/>
      <p:bldP spid="157732" grpId="0"/>
      <p:bldP spid="157734" grpId="0"/>
      <p:bldP spid="1577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noChangeArrowheads="1"/>
          </p:cNvSpPr>
          <p:nvPr>
            <p:ph type="title"/>
          </p:nvPr>
        </p:nvSpPr>
        <p:spPr>
          <a:xfrm>
            <a:off x="990600" y="417513"/>
            <a:ext cx="7772400" cy="6858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单链表 </a:t>
            </a:r>
            <a:r>
              <a:rPr kumimoji="1" lang="en-US" altLang="zh-CN" sz="44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(Single Linked List)</a:t>
            </a:r>
            <a:endParaRPr kumimoji="1" lang="en-US" altLang="zh-CN" sz="4400" b="1" i="0" u="none" strike="noStrike" kern="1200" cap="none" spc="0" normalizeH="0" baseline="0" noProof="0" dirty="0">
              <a:ln>
                <a:noFill/>
              </a:ln>
              <a:solidFill>
                <a:schemeClr val="tx2"/>
              </a:solidFill>
              <a:effectLst/>
              <a:uLnTx/>
              <a:uFillTx/>
              <a:latin typeface="+mj-lt"/>
              <a:ea typeface="仿宋_GB2312" pitchFamily="49" charset="-122"/>
              <a:cs typeface="+mj-cs"/>
            </a:endParaRPr>
          </a:p>
        </p:txBody>
      </p:sp>
      <p:grpSp>
        <p:nvGrpSpPr>
          <p:cNvPr id="156732" name="Group 60"/>
          <p:cNvGrpSpPr/>
          <p:nvPr/>
        </p:nvGrpSpPr>
        <p:grpSpPr>
          <a:xfrm>
            <a:off x="2438400" y="2406650"/>
            <a:ext cx="2971800" cy="641350"/>
            <a:chOff x="1536" y="1516"/>
            <a:chExt cx="1872" cy="404"/>
          </a:xfrm>
        </p:grpSpPr>
        <p:sp>
          <p:nvSpPr>
            <p:cNvPr id="31778" name="Rectangle 4"/>
            <p:cNvSpPr/>
            <p:nvPr/>
          </p:nvSpPr>
          <p:spPr>
            <a:xfrm>
              <a:off x="1536" y="1536"/>
              <a:ext cx="1872" cy="384"/>
            </a:xfrm>
            <a:prstGeom prst="rect">
              <a:avLst/>
            </a:prstGeom>
            <a:solidFill>
              <a:srgbClr val="FFFFCC"/>
            </a:solidFill>
            <a:ln w="28575" cap="flat" cmpd="sng">
              <a:solidFill>
                <a:srgbClr val="008080"/>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1779" name="Text Box 5"/>
            <p:cNvSpPr txBox="1"/>
            <p:nvPr/>
          </p:nvSpPr>
          <p:spPr>
            <a:xfrm>
              <a:off x="1692" y="1516"/>
              <a:ext cx="154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3600" b="1" dirty="0">
                  <a:solidFill>
                    <a:schemeClr val="accent2"/>
                  </a:solidFill>
                </a:rPr>
                <a:t>data     next</a:t>
              </a:r>
              <a:endParaRPr lang="en-US" altLang="zh-CN" sz="2400" b="1" dirty="0"/>
            </a:p>
          </p:txBody>
        </p:sp>
        <p:sp>
          <p:nvSpPr>
            <p:cNvPr id="31780" name="Line 6"/>
            <p:cNvSpPr/>
            <p:nvPr/>
          </p:nvSpPr>
          <p:spPr>
            <a:xfrm>
              <a:off x="2448" y="1536"/>
              <a:ext cx="0" cy="384"/>
            </a:xfrm>
            <a:prstGeom prst="line">
              <a:avLst/>
            </a:prstGeom>
            <a:ln w="38100" cap="flat" cmpd="sng">
              <a:solidFill>
                <a:schemeClr val="bg2"/>
              </a:solidFill>
              <a:prstDash val="solid"/>
              <a:headEnd type="none" w="med" len="med"/>
              <a:tailEnd type="none" w="med" len="med"/>
            </a:ln>
          </p:spPr>
        </p:sp>
      </p:grpSp>
      <p:sp>
        <p:nvSpPr>
          <p:cNvPr id="156701" name="Text Box 29"/>
          <p:cNvSpPr txBox="1"/>
          <p:nvPr/>
        </p:nvSpPr>
        <p:spPr>
          <a:xfrm>
            <a:off x="762000" y="1524000"/>
            <a:ext cx="2038350"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3600" b="1" dirty="0">
                <a:solidFill>
                  <a:srgbClr val="FF6600"/>
                </a:solidFill>
                <a:ea typeface="隶书" panose="02010509060101010101" pitchFamily="49" charset="-122"/>
              </a:rPr>
              <a:t>结点结构</a:t>
            </a:r>
            <a:endParaRPr lang="zh-CN" altLang="en-US" b="1" dirty="0"/>
          </a:p>
        </p:txBody>
      </p:sp>
      <p:sp>
        <p:nvSpPr>
          <p:cNvPr id="156702" name="Text Box 30"/>
          <p:cNvSpPr txBox="1"/>
          <p:nvPr/>
        </p:nvSpPr>
        <p:spPr>
          <a:xfrm>
            <a:off x="838200" y="3429000"/>
            <a:ext cx="2963863"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3600" b="1" dirty="0">
                <a:solidFill>
                  <a:srgbClr val="FF6600"/>
                </a:solidFill>
                <a:ea typeface="隶书" panose="02010509060101010101" pitchFamily="49" charset="-122"/>
              </a:rPr>
              <a:t>单链表的表示</a:t>
            </a:r>
            <a:endParaRPr lang="zh-CN" altLang="en-US" b="1" dirty="0"/>
          </a:p>
        </p:txBody>
      </p:sp>
      <p:grpSp>
        <p:nvGrpSpPr>
          <p:cNvPr id="156733" name="Group 61"/>
          <p:cNvGrpSpPr/>
          <p:nvPr/>
        </p:nvGrpSpPr>
        <p:grpSpPr>
          <a:xfrm>
            <a:off x="838200" y="4267200"/>
            <a:ext cx="6934200" cy="609600"/>
            <a:chOff x="528" y="2688"/>
            <a:chExt cx="4368" cy="384"/>
          </a:xfrm>
        </p:grpSpPr>
        <p:sp>
          <p:nvSpPr>
            <p:cNvPr id="31756" name="Text Box 28"/>
            <p:cNvSpPr txBox="1"/>
            <p:nvPr/>
          </p:nvSpPr>
          <p:spPr>
            <a:xfrm>
              <a:off x="528" y="2688"/>
              <a:ext cx="44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rgbClr val="CC3300"/>
                  </a:solidFill>
                </a:rPr>
                <a:t>list</a:t>
              </a:r>
              <a:endParaRPr lang="en-US" altLang="zh-CN" sz="2400" b="1" dirty="0"/>
            </a:p>
          </p:txBody>
        </p:sp>
        <p:sp>
          <p:nvSpPr>
            <p:cNvPr id="31757" name="Rectangle 31"/>
            <p:cNvSpPr/>
            <p:nvPr/>
          </p:nvSpPr>
          <p:spPr>
            <a:xfrm>
              <a:off x="1296" y="273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1758" name="Line 32"/>
            <p:cNvSpPr/>
            <p:nvPr/>
          </p:nvSpPr>
          <p:spPr>
            <a:xfrm>
              <a:off x="1632" y="2736"/>
              <a:ext cx="0" cy="336"/>
            </a:xfrm>
            <a:prstGeom prst="line">
              <a:avLst/>
            </a:prstGeom>
            <a:ln w="9525" cap="flat" cmpd="sng">
              <a:solidFill>
                <a:schemeClr val="accent2"/>
              </a:solidFill>
              <a:prstDash val="solid"/>
              <a:headEnd type="none" w="med" len="med"/>
              <a:tailEnd type="none" w="med" len="med"/>
            </a:ln>
          </p:spPr>
        </p:sp>
        <p:sp>
          <p:nvSpPr>
            <p:cNvPr id="31759" name="Line 33"/>
            <p:cNvSpPr/>
            <p:nvPr/>
          </p:nvSpPr>
          <p:spPr>
            <a:xfrm>
              <a:off x="1008" y="2880"/>
              <a:ext cx="288" cy="0"/>
            </a:xfrm>
            <a:prstGeom prst="line">
              <a:avLst/>
            </a:prstGeom>
            <a:ln w="38100" cap="flat" cmpd="sng">
              <a:solidFill>
                <a:schemeClr val="accent2"/>
              </a:solidFill>
              <a:prstDash val="solid"/>
              <a:headEnd type="none" w="med" len="med"/>
              <a:tailEnd type="triangle" w="sm" len="med"/>
            </a:ln>
          </p:spPr>
        </p:sp>
        <p:sp>
          <p:nvSpPr>
            <p:cNvPr id="31760" name="Rectangle 34"/>
            <p:cNvSpPr/>
            <p:nvPr/>
          </p:nvSpPr>
          <p:spPr>
            <a:xfrm>
              <a:off x="2064" y="273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1761" name="Line 35"/>
            <p:cNvSpPr/>
            <p:nvPr/>
          </p:nvSpPr>
          <p:spPr>
            <a:xfrm>
              <a:off x="2400" y="2736"/>
              <a:ext cx="0" cy="336"/>
            </a:xfrm>
            <a:prstGeom prst="line">
              <a:avLst/>
            </a:prstGeom>
            <a:ln w="9525" cap="flat" cmpd="sng">
              <a:solidFill>
                <a:schemeClr val="accent2"/>
              </a:solidFill>
              <a:prstDash val="solid"/>
              <a:headEnd type="none" w="med" len="med"/>
              <a:tailEnd type="none" w="med" len="med"/>
            </a:ln>
          </p:spPr>
        </p:sp>
        <p:sp>
          <p:nvSpPr>
            <p:cNvPr id="31762" name="Line 36"/>
            <p:cNvSpPr/>
            <p:nvPr/>
          </p:nvSpPr>
          <p:spPr>
            <a:xfrm>
              <a:off x="1776" y="2880"/>
              <a:ext cx="288" cy="0"/>
            </a:xfrm>
            <a:prstGeom prst="line">
              <a:avLst/>
            </a:prstGeom>
            <a:ln w="38100" cap="flat" cmpd="sng">
              <a:solidFill>
                <a:schemeClr val="accent2"/>
              </a:solidFill>
              <a:prstDash val="solid"/>
              <a:headEnd type="none" w="med" len="med"/>
              <a:tailEnd type="triangle" w="sm" len="med"/>
            </a:ln>
          </p:spPr>
        </p:sp>
        <p:sp>
          <p:nvSpPr>
            <p:cNvPr id="31763" name="Rectangle 37"/>
            <p:cNvSpPr/>
            <p:nvPr/>
          </p:nvSpPr>
          <p:spPr>
            <a:xfrm>
              <a:off x="2832" y="273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1764" name="Line 38"/>
            <p:cNvSpPr/>
            <p:nvPr/>
          </p:nvSpPr>
          <p:spPr>
            <a:xfrm>
              <a:off x="3168" y="2736"/>
              <a:ext cx="0" cy="336"/>
            </a:xfrm>
            <a:prstGeom prst="line">
              <a:avLst/>
            </a:prstGeom>
            <a:ln w="9525" cap="flat" cmpd="sng">
              <a:solidFill>
                <a:schemeClr val="accent2"/>
              </a:solidFill>
              <a:prstDash val="solid"/>
              <a:headEnd type="none" w="med" len="med"/>
              <a:tailEnd type="none" w="med" len="med"/>
            </a:ln>
          </p:spPr>
        </p:sp>
        <p:sp>
          <p:nvSpPr>
            <p:cNvPr id="31765" name="Line 39"/>
            <p:cNvSpPr/>
            <p:nvPr/>
          </p:nvSpPr>
          <p:spPr>
            <a:xfrm>
              <a:off x="2544" y="2880"/>
              <a:ext cx="288" cy="0"/>
            </a:xfrm>
            <a:prstGeom prst="line">
              <a:avLst/>
            </a:prstGeom>
            <a:ln w="38100" cap="flat" cmpd="sng">
              <a:solidFill>
                <a:schemeClr val="accent2"/>
              </a:solidFill>
              <a:prstDash val="solid"/>
              <a:headEnd type="none" w="med" len="med"/>
              <a:tailEnd type="triangle" w="sm" len="med"/>
            </a:ln>
          </p:spPr>
        </p:sp>
        <p:sp>
          <p:nvSpPr>
            <p:cNvPr id="31766" name="Rectangle 40"/>
            <p:cNvSpPr/>
            <p:nvPr/>
          </p:nvSpPr>
          <p:spPr>
            <a:xfrm>
              <a:off x="3600" y="273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1767" name="Line 41"/>
            <p:cNvSpPr/>
            <p:nvPr/>
          </p:nvSpPr>
          <p:spPr>
            <a:xfrm>
              <a:off x="3936" y="2736"/>
              <a:ext cx="0" cy="336"/>
            </a:xfrm>
            <a:prstGeom prst="line">
              <a:avLst/>
            </a:prstGeom>
            <a:ln w="9525" cap="flat" cmpd="sng">
              <a:solidFill>
                <a:schemeClr val="accent2"/>
              </a:solidFill>
              <a:prstDash val="solid"/>
              <a:headEnd type="none" w="med" len="med"/>
              <a:tailEnd type="none" w="med" len="med"/>
            </a:ln>
          </p:spPr>
        </p:sp>
        <p:sp>
          <p:nvSpPr>
            <p:cNvPr id="31768" name="Line 42"/>
            <p:cNvSpPr/>
            <p:nvPr/>
          </p:nvSpPr>
          <p:spPr>
            <a:xfrm>
              <a:off x="3312" y="2880"/>
              <a:ext cx="288" cy="0"/>
            </a:xfrm>
            <a:prstGeom prst="line">
              <a:avLst/>
            </a:prstGeom>
            <a:ln w="38100" cap="flat" cmpd="sng">
              <a:solidFill>
                <a:schemeClr val="accent2"/>
              </a:solidFill>
              <a:prstDash val="solid"/>
              <a:headEnd type="none" w="med" len="med"/>
              <a:tailEnd type="triangle" w="sm" len="med"/>
            </a:ln>
          </p:spPr>
        </p:sp>
        <p:sp>
          <p:nvSpPr>
            <p:cNvPr id="31769" name="Rectangle 43"/>
            <p:cNvSpPr/>
            <p:nvPr/>
          </p:nvSpPr>
          <p:spPr>
            <a:xfrm>
              <a:off x="4368" y="273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1770" name="Line 44"/>
            <p:cNvSpPr/>
            <p:nvPr/>
          </p:nvSpPr>
          <p:spPr>
            <a:xfrm>
              <a:off x="4704" y="2736"/>
              <a:ext cx="1" cy="336"/>
            </a:xfrm>
            <a:prstGeom prst="line">
              <a:avLst/>
            </a:prstGeom>
            <a:ln w="9525" cap="flat" cmpd="sng">
              <a:solidFill>
                <a:schemeClr val="accent2"/>
              </a:solidFill>
              <a:prstDash val="solid"/>
              <a:headEnd type="none" w="med" len="med"/>
              <a:tailEnd type="none" w="med" len="med"/>
            </a:ln>
          </p:spPr>
        </p:sp>
        <p:sp>
          <p:nvSpPr>
            <p:cNvPr id="31771" name="Line 45"/>
            <p:cNvSpPr/>
            <p:nvPr/>
          </p:nvSpPr>
          <p:spPr>
            <a:xfrm>
              <a:off x="4032" y="2880"/>
              <a:ext cx="314" cy="1"/>
            </a:xfrm>
            <a:prstGeom prst="line">
              <a:avLst/>
            </a:prstGeom>
            <a:ln w="38100" cap="flat" cmpd="sng">
              <a:solidFill>
                <a:schemeClr val="accent2"/>
              </a:solidFill>
              <a:prstDash val="solid"/>
              <a:headEnd type="none" w="med" len="med"/>
              <a:tailEnd type="triangle" w="sm" len="med"/>
            </a:ln>
          </p:spPr>
        </p:sp>
        <p:sp>
          <p:nvSpPr>
            <p:cNvPr id="31772" name="Text Box 46"/>
            <p:cNvSpPr txBox="1"/>
            <p:nvPr/>
          </p:nvSpPr>
          <p:spPr>
            <a:xfrm>
              <a:off x="1296" y="268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1</a:t>
              </a:r>
              <a:endParaRPr lang="en-US" altLang="zh-CN" sz="2400" b="1" dirty="0"/>
            </a:p>
          </p:txBody>
        </p:sp>
        <p:sp>
          <p:nvSpPr>
            <p:cNvPr id="31773" name="Text Box 47"/>
            <p:cNvSpPr txBox="1"/>
            <p:nvPr/>
          </p:nvSpPr>
          <p:spPr>
            <a:xfrm>
              <a:off x="2064" y="268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2</a:t>
              </a:r>
              <a:endParaRPr lang="en-US" altLang="zh-CN" sz="2400" b="1" dirty="0"/>
            </a:p>
          </p:txBody>
        </p:sp>
        <p:sp>
          <p:nvSpPr>
            <p:cNvPr id="31774" name="Text Box 48"/>
            <p:cNvSpPr txBox="1"/>
            <p:nvPr/>
          </p:nvSpPr>
          <p:spPr>
            <a:xfrm>
              <a:off x="2832" y="268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3</a:t>
              </a:r>
              <a:endParaRPr lang="en-US" altLang="zh-CN" sz="2400" b="1" dirty="0"/>
            </a:p>
          </p:txBody>
        </p:sp>
        <p:sp>
          <p:nvSpPr>
            <p:cNvPr id="31775" name="Text Box 49"/>
            <p:cNvSpPr txBox="1"/>
            <p:nvPr/>
          </p:nvSpPr>
          <p:spPr>
            <a:xfrm>
              <a:off x="3600" y="268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4</a:t>
              </a:r>
              <a:endParaRPr lang="en-US" altLang="zh-CN" sz="2400" b="1" dirty="0"/>
            </a:p>
          </p:txBody>
        </p:sp>
        <p:sp>
          <p:nvSpPr>
            <p:cNvPr id="31776" name="Text Box 50"/>
            <p:cNvSpPr txBox="1"/>
            <p:nvPr/>
          </p:nvSpPr>
          <p:spPr>
            <a:xfrm>
              <a:off x="4368" y="268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5</a:t>
              </a:r>
              <a:endParaRPr lang="en-US" altLang="zh-CN" sz="2400" b="1" dirty="0"/>
            </a:p>
          </p:txBody>
        </p:sp>
        <p:sp>
          <p:nvSpPr>
            <p:cNvPr id="31777" name="Text Box 51"/>
            <p:cNvSpPr txBox="1"/>
            <p:nvPr/>
          </p:nvSpPr>
          <p:spPr>
            <a:xfrm>
              <a:off x="4656" y="2736"/>
              <a:ext cx="23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solidFill>
                    <a:schemeClr val="accent2"/>
                  </a:solidFill>
                  <a:sym typeface="Symbol" panose="05050102010706020507" pitchFamily="18" charset="2"/>
                </a:rPr>
                <a:t></a:t>
              </a:r>
              <a:endParaRPr lang="en-US" altLang="zh-CN" sz="2400" b="1" dirty="0"/>
            </a:p>
          </p:txBody>
        </p:sp>
      </p:grpSp>
      <p:sp>
        <p:nvSpPr>
          <p:cNvPr id="156726" name="AutoShape 54"/>
          <p:cNvSpPr/>
          <p:nvPr/>
        </p:nvSpPr>
        <p:spPr>
          <a:xfrm>
            <a:off x="7086600" y="3352800"/>
            <a:ext cx="1752600" cy="609600"/>
          </a:xfrm>
          <a:prstGeom prst="wedgeRectCallout">
            <a:avLst>
              <a:gd name="adj1" fmla="val -24907"/>
              <a:gd name="adj2" fmla="val 125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solidFill>
                  <a:srgbClr val="0000CC"/>
                </a:solidFill>
              </a:rPr>
              <a:t>空指针</a:t>
            </a:r>
            <a:r>
              <a:rPr lang="en-US" altLang="zh-CN" sz="2400" b="1" dirty="0">
                <a:solidFill>
                  <a:srgbClr val="0000CC"/>
                </a:solidFill>
              </a:rPr>
              <a:t>NULL</a:t>
            </a:r>
            <a:endParaRPr lang="en-US" altLang="zh-CN" b="1" dirty="0"/>
          </a:p>
        </p:txBody>
      </p:sp>
      <p:sp>
        <p:nvSpPr>
          <p:cNvPr id="156727" name="Text Box 55"/>
          <p:cNvSpPr txBox="1"/>
          <p:nvPr/>
        </p:nvSpPr>
        <p:spPr>
          <a:xfrm>
            <a:off x="1355725" y="5200650"/>
            <a:ext cx="50196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CC0000"/>
                </a:solidFill>
                <a:ea typeface="隶书" panose="02010509060101010101" pitchFamily="49" charset="-122"/>
              </a:rPr>
              <a:t>空表  </a:t>
            </a:r>
            <a:r>
              <a:rPr lang="en-US" altLang="zh-CN" b="1" dirty="0">
                <a:solidFill>
                  <a:srgbClr val="CC0000"/>
                </a:solidFill>
                <a:ea typeface="隶书" panose="02010509060101010101" pitchFamily="49" charset="-122"/>
              </a:rPr>
              <a:t>list=        </a:t>
            </a:r>
            <a:r>
              <a:rPr lang="en-US" altLang="zh-CN" b="1" dirty="0">
                <a:solidFill>
                  <a:srgbClr val="CC00CC"/>
                </a:solidFill>
                <a:ea typeface="隶书" panose="02010509060101010101" pitchFamily="49" charset="-122"/>
              </a:rPr>
              <a:t> (list=NULL)</a:t>
            </a:r>
            <a:endParaRPr lang="en-US" altLang="zh-CN" b="1" dirty="0"/>
          </a:p>
        </p:txBody>
      </p:sp>
      <p:sp>
        <p:nvSpPr>
          <p:cNvPr id="156728" name="Text Box 56"/>
          <p:cNvSpPr txBox="1"/>
          <p:nvPr/>
        </p:nvSpPr>
        <p:spPr>
          <a:xfrm>
            <a:off x="3200400" y="5257800"/>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solidFill>
                  <a:schemeClr val="accent2"/>
                </a:solidFill>
                <a:sym typeface="Symbol" panose="05050102010706020507" pitchFamily="18" charset="2"/>
              </a:rPr>
              <a:t></a:t>
            </a:r>
            <a:endParaRPr lang="en-US" altLang="zh-CN" sz="2400" b="1" dirty="0"/>
          </a:p>
        </p:txBody>
      </p:sp>
      <p:sp>
        <p:nvSpPr>
          <p:cNvPr id="156730" name="AutoShape 58"/>
          <p:cNvSpPr/>
          <p:nvPr/>
        </p:nvSpPr>
        <p:spPr>
          <a:xfrm>
            <a:off x="990600" y="2819400"/>
            <a:ext cx="1295400" cy="533400"/>
          </a:xfrm>
          <a:prstGeom prst="wedgeRectCallout">
            <a:avLst>
              <a:gd name="adj1" fmla="val 77449"/>
              <a:gd name="adj2" fmla="val -42856"/>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solidFill>
                  <a:srgbClr val="CC0000"/>
                </a:solidFill>
                <a:ea typeface="楷体_GB2312" pitchFamily="49" charset="-122"/>
              </a:rPr>
              <a:t>数据元素</a:t>
            </a:r>
            <a:endParaRPr lang="zh-CN" altLang="en-US" sz="2800" b="1" dirty="0"/>
          </a:p>
        </p:txBody>
      </p:sp>
      <p:sp>
        <p:nvSpPr>
          <p:cNvPr id="156731" name="AutoShape 59"/>
          <p:cNvSpPr/>
          <p:nvPr/>
        </p:nvSpPr>
        <p:spPr>
          <a:xfrm>
            <a:off x="5486400" y="1600200"/>
            <a:ext cx="2209800" cy="533400"/>
          </a:xfrm>
          <a:prstGeom prst="wedgeRectCallout">
            <a:avLst>
              <a:gd name="adj1" fmla="val -64509"/>
              <a:gd name="adj2" fmla="val 141963"/>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solidFill>
                  <a:srgbClr val="CC0000"/>
                </a:solidFill>
                <a:ea typeface="楷体_GB2312" pitchFamily="49" charset="-122"/>
              </a:rPr>
              <a:t>指向下一个结点</a:t>
            </a:r>
            <a:endParaRPr lang="zh-CN" altLang="en-US" sz="2800" b="1" dirty="0"/>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6701"/>
                                        </p:tgtEl>
                                        <p:attrNameLst>
                                          <p:attrName>style.visibility</p:attrName>
                                        </p:attrNameLst>
                                      </p:cBhvr>
                                      <p:to>
                                        <p:strVal val="visible"/>
                                      </p:to>
                                    </p:set>
                                    <p:animEffect transition="in" filter="box(out)">
                                      <p:cBhvr>
                                        <p:cTn id="7" dur="500"/>
                                        <p:tgtEl>
                                          <p:spTgt spid="15670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6732"/>
                                        </p:tgtEl>
                                        <p:attrNameLst>
                                          <p:attrName>style.visibility</p:attrName>
                                        </p:attrNameLst>
                                      </p:cBhvr>
                                      <p:to>
                                        <p:strVal val="visible"/>
                                      </p:to>
                                    </p:set>
                                    <p:animEffect transition="in" filter="box(out)">
                                      <p:cBhvr>
                                        <p:cTn id="12" dur="500"/>
                                        <p:tgtEl>
                                          <p:spTgt spid="15673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6730"/>
                                        </p:tgtEl>
                                        <p:attrNameLst>
                                          <p:attrName>style.visibility</p:attrName>
                                        </p:attrNameLst>
                                      </p:cBhvr>
                                      <p:to>
                                        <p:strVal val="visible"/>
                                      </p:to>
                                    </p:set>
                                    <p:animEffect transition="in" filter="box(out)">
                                      <p:cBhvr>
                                        <p:cTn id="17" dur="500"/>
                                        <p:tgtEl>
                                          <p:spTgt spid="15673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56731"/>
                                        </p:tgtEl>
                                        <p:attrNameLst>
                                          <p:attrName>style.visibility</p:attrName>
                                        </p:attrNameLst>
                                      </p:cBhvr>
                                      <p:to>
                                        <p:strVal val="visible"/>
                                      </p:to>
                                    </p:set>
                                    <p:animEffect transition="in" filter="box(out)">
                                      <p:cBhvr>
                                        <p:cTn id="22" dur="500"/>
                                        <p:tgtEl>
                                          <p:spTgt spid="15673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56702"/>
                                        </p:tgtEl>
                                        <p:attrNameLst>
                                          <p:attrName>style.visibility</p:attrName>
                                        </p:attrNameLst>
                                      </p:cBhvr>
                                      <p:to>
                                        <p:strVal val="visible"/>
                                      </p:to>
                                    </p:set>
                                    <p:animEffect transition="in" filter="box(out)">
                                      <p:cBhvr>
                                        <p:cTn id="27" dur="500"/>
                                        <p:tgtEl>
                                          <p:spTgt spid="15670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56733"/>
                                        </p:tgtEl>
                                        <p:attrNameLst>
                                          <p:attrName>style.visibility</p:attrName>
                                        </p:attrNameLst>
                                      </p:cBhvr>
                                      <p:to>
                                        <p:strVal val="visible"/>
                                      </p:to>
                                    </p:set>
                                    <p:animEffect transition="in" filter="box(out)">
                                      <p:cBhvr>
                                        <p:cTn id="32" dur="500"/>
                                        <p:tgtEl>
                                          <p:spTgt spid="15673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56726"/>
                                        </p:tgtEl>
                                        <p:attrNameLst>
                                          <p:attrName>style.visibility</p:attrName>
                                        </p:attrNameLst>
                                      </p:cBhvr>
                                      <p:to>
                                        <p:strVal val="visible"/>
                                      </p:to>
                                    </p:set>
                                    <p:animEffect transition="in" filter="box(out)">
                                      <p:cBhvr>
                                        <p:cTn id="37" dur="500"/>
                                        <p:tgtEl>
                                          <p:spTgt spid="15672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56727"/>
                                        </p:tgtEl>
                                        <p:attrNameLst>
                                          <p:attrName>style.visibility</p:attrName>
                                        </p:attrNameLst>
                                      </p:cBhvr>
                                      <p:to>
                                        <p:strVal val="visible"/>
                                      </p:to>
                                    </p:set>
                                    <p:animEffect transition="in" filter="box(out)">
                                      <p:cBhvr>
                                        <p:cTn id="42" dur="500"/>
                                        <p:tgtEl>
                                          <p:spTgt spid="156727"/>
                                        </p:tgtEl>
                                      </p:cBhvr>
                                    </p:animEffect>
                                  </p:childTnLst>
                                </p:cTn>
                              </p:par>
                            </p:childTnLst>
                          </p:cTn>
                        </p:par>
                        <p:par>
                          <p:cTn id="43" fill="hold">
                            <p:stCondLst>
                              <p:cond delay="500"/>
                            </p:stCondLst>
                            <p:childTnLst>
                              <p:par>
                                <p:cTn id="44" presetID="4" presetClass="entr" presetSubtype="32" fill="hold" grpId="0" nodeType="afterEffect">
                                  <p:stCondLst>
                                    <p:cond delay="0"/>
                                  </p:stCondLst>
                                  <p:childTnLst>
                                    <p:set>
                                      <p:cBhvr>
                                        <p:cTn id="45" dur="1" fill="hold">
                                          <p:stCondLst>
                                            <p:cond delay="0"/>
                                          </p:stCondLst>
                                        </p:cTn>
                                        <p:tgtEl>
                                          <p:spTgt spid="156728"/>
                                        </p:tgtEl>
                                        <p:attrNameLst>
                                          <p:attrName>style.visibility</p:attrName>
                                        </p:attrNameLst>
                                      </p:cBhvr>
                                      <p:to>
                                        <p:strVal val="visible"/>
                                      </p:to>
                                    </p:set>
                                    <p:animEffect transition="in" filter="box(out)">
                                      <p:cBhvr>
                                        <p:cTn id="46" dur="500"/>
                                        <p:tgtEl>
                                          <p:spTgt spid="156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01" grpId="0"/>
      <p:bldP spid="156702" grpId="0"/>
      <p:bldP spid="156726" grpId="0" animBg="1"/>
      <p:bldP spid="156727" grpId="0"/>
      <p:bldP spid="156728" grpId="0"/>
      <p:bldP spid="156730" grpId="0" animBg="1"/>
      <p:bldP spid="1567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5155" name="Rectangle 3"/>
          <p:cNvSpPr>
            <a:spLocks noChangeArrowheads="1"/>
          </p:cNvSpPr>
          <p:nvPr/>
        </p:nvSpPr>
        <p:spPr bwMode="auto">
          <a:xfrm>
            <a:off x="990600" y="381000"/>
            <a:ext cx="5181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结点的数据类型</a:t>
            </a:r>
            <a:endParaRPr kumimoji="1" lang="zh-CN" altLang="en-US" sz="4400" b="1" i="0" u="none" strike="noStrike" kern="1200" cap="none" spc="0" normalizeH="0" baseline="0" noProof="0" dirty="0">
              <a:ln>
                <a:noFill/>
              </a:ln>
              <a:solidFill>
                <a:schemeClr val="tx2"/>
              </a:solidFill>
              <a:effectLst/>
              <a:uLnTx/>
              <a:uFillTx/>
              <a:latin typeface="Times New Roman" panose="02020603050405020304" pitchFamily="18" charset="0"/>
              <a:ea typeface="仿宋_GB2312" pitchFamily="49" charset="-122"/>
              <a:cs typeface="+mn-cs"/>
            </a:endParaRPr>
          </a:p>
        </p:txBody>
      </p:sp>
      <p:sp>
        <p:nvSpPr>
          <p:cNvPr id="32771" name="Rectangle 4"/>
          <p:cNvSpPr/>
          <p:nvPr/>
        </p:nvSpPr>
        <p:spPr>
          <a:xfrm>
            <a:off x="685800" y="1447800"/>
            <a:ext cx="7772400" cy="4114800"/>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342900" lvl="0" indent="-342900" eaLnBrk="1" hangingPunct="1">
              <a:spcBef>
                <a:spcPct val="0"/>
              </a:spcBef>
              <a:buNone/>
            </a:pPr>
            <a:r>
              <a:rPr lang="en-US" altLang="zh-CN" b="1" dirty="0">
                <a:solidFill>
                  <a:srgbClr val="CC3300"/>
                </a:solidFill>
                <a:ea typeface="仿宋_GB2312" pitchFamily="49" charset="-122"/>
              </a:rPr>
              <a:t>typedef   int  ElemType;</a:t>
            </a:r>
            <a:endParaRPr lang="en-US" altLang="zh-CN" b="1" dirty="0">
              <a:solidFill>
                <a:srgbClr val="CC3300"/>
              </a:solidFill>
              <a:ea typeface="仿宋_GB2312" pitchFamily="49" charset="-122"/>
            </a:endParaRPr>
          </a:p>
          <a:p>
            <a:pPr marL="342900" lvl="0" indent="-342900" eaLnBrk="1" hangingPunct="1">
              <a:spcBef>
                <a:spcPct val="0"/>
              </a:spcBef>
              <a:buNone/>
            </a:pPr>
            <a:endParaRPr lang="en-US" altLang="zh-CN" sz="1000" b="1" dirty="0">
              <a:solidFill>
                <a:srgbClr val="CC3300"/>
              </a:solidFill>
              <a:ea typeface="仿宋_GB2312" pitchFamily="49" charset="-122"/>
            </a:endParaRPr>
          </a:p>
          <a:p>
            <a:pPr marL="342900" lvl="0" indent="-342900" eaLnBrk="1" hangingPunct="1">
              <a:spcBef>
                <a:spcPct val="0"/>
              </a:spcBef>
              <a:buNone/>
            </a:pPr>
            <a:r>
              <a:rPr lang="en-US" altLang="zh-CN" b="1" dirty="0">
                <a:solidFill>
                  <a:srgbClr val="CC3300"/>
                </a:solidFill>
                <a:ea typeface="仿宋_GB2312" pitchFamily="49" charset="-122"/>
              </a:rPr>
              <a:t>typedef   struct LNode        </a:t>
            </a:r>
            <a:r>
              <a:rPr lang="en-US" altLang="zh-CN" b="1" dirty="0">
                <a:solidFill>
                  <a:srgbClr val="0000FF"/>
                </a:solidFill>
                <a:ea typeface="仿宋_GB2312" pitchFamily="49" charset="-122"/>
              </a:rPr>
              <a:t>//</a:t>
            </a:r>
            <a:r>
              <a:rPr lang="zh-CN" altLang="en-US" b="1" dirty="0">
                <a:solidFill>
                  <a:srgbClr val="0000FF"/>
                </a:solidFill>
                <a:ea typeface="隶书" panose="02010509060101010101" pitchFamily="49" charset="-122"/>
              </a:rPr>
              <a:t>链表结点</a:t>
            </a:r>
            <a:r>
              <a:rPr lang="zh-CN" altLang="en-US" b="1" dirty="0">
                <a:solidFill>
                  <a:srgbClr val="CC3300"/>
                </a:solidFill>
                <a:ea typeface="仿宋_GB2312" pitchFamily="49" charset="-122"/>
              </a:rPr>
              <a:t> </a:t>
            </a:r>
            <a:endParaRPr lang="zh-CN" altLang="en-US" b="1" dirty="0">
              <a:solidFill>
                <a:srgbClr val="CC3300"/>
              </a:solidFill>
              <a:ea typeface="仿宋_GB2312" pitchFamily="49" charset="-122"/>
            </a:endParaRPr>
          </a:p>
          <a:p>
            <a:pPr marL="342900" lvl="0" indent="-342900" eaLnBrk="1" hangingPunct="1">
              <a:spcBef>
                <a:spcPct val="0"/>
              </a:spcBef>
              <a:buNone/>
            </a:pPr>
            <a:r>
              <a:rPr lang="zh-CN" altLang="en-US" b="1" dirty="0">
                <a:solidFill>
                  <a:srgbClr val="CC3300"/>
                </a:solidFill>
                <a:ea typeface="仿宋_GB2312" pitchFamily="49" charset="-122"/>
              </a:rPr>
              <a:t>  </a:t>
            </a:r>
            <a:r>
              <a:rPr lang="en-US" altLang="zh-CN" b="1" dirty="0">
                <a:solidFill>
                  <a:srgbClr val="CC3300"/>
                </a:solidFill>
                <a:ea typeface="仿宋_GB2312" pitchFamily="49" charset="-122"/>
              </a:rPr>
              <a:t>{  ElemType   data;	</a:t>
            </a:r>
            <a:r>
              <a:rPr lang="en-US" altLang="zh-CN" b="1" dirty="0">
                <a:solidFill>
                  <a:schemeClr val="hlink"/>
                </a:solidFill>
                <a:ea typeface="仿宋_GB2312" pitchFamily="49" charset="-122"/>
              </a:rPr>
              <a:t>     </a:t>
            </a:r>
            <a:r>
              <a:rPr lang="en-US" altLang="zh-CN" b="1" dirty="0">
                <a:solidFill>
                  <a:srgbClr val="0000FF"/>
                </a:solidFill>
                <a:ea typeface="仿宋_GB2312" pitchFamily="49" charset="-122"/>
              </a:rPr>
              <a:t>//</a:t>
            </a:r>
            <a:r>
              <a:rPr lang="zh-CN" altLang="en-US" b="1" dirty="0">
                <a:solidFill>
                  <a:srgbClr val="0000FF"/>
                </a:solidFill>
                <a:ea typeface="隶书" panose="02010509060101010101" pitchFamily="49" charset="-122"/>
              </a:rPr>
              <a:t>结点数据域</a:t>
            </a:r>
            <a:endParaRPr lang="zh-CN" altLang="en-US" b="1" dirty="0">
              <a:solidFill>
                <a:srgbClr val="0000FF"/>
              </a:solidFill>
              <a:ea typeface="隶书" panose="02010509060101010101" pitchFamily="49" charset="-122"/>
            </a:endParaRPr>
          </a:p>
          <a:p>
            <a:pPr marL="342900" lvl="0" indent="-342900" eaLnBrk="1" hangingPunct="1">
              <a:spcBef>
                <a:spcPct val="0"/>
              </a:spcBef>
              <a:buNone/>
            </a:pPr>
            <a:r>
              <a:rPr lang="zh-CN" altLang="en-US" b="1" dirty="0">
                <a:solidFill>
                  <a:schemeClr val="hlink"/>
                </a:solidFill>
                <a:ea typeface="仿宋_GB2312" pitchFamily="49" charset="-122"/>
              </a:rPr>
              <a:t>      </a:t>
            </a:r>
            <a:r>
              <a:rPr lang="en-US" altLang="zh-CN" b="1" dirty="0">
                <a:solidFill>
                  <a:schemeClr val="hlink"/>
                </a:solidFill>
                <a:ea typeface="仿宋_GB2312" pitchFamily="49" charset="-122"/>
              </a:rPr>
              <a:t>struct </a:t>
            </a:r>
            <a:r>
              <a:rPr lang="en-US" altLang="zh-CN" b="1" dirty="0">
                <a:solidFill>
                  <a:srgbClr val="CC3300"/>
                </a:solidFill>
                <a:ea typeface="仿宋_GB2312" pitchFamily="49" charset="-122"/>
              </a:rPr>
              <a:t>LNode</a:t>
            </a:r>
            <a:r>
              <a:rPr lang="en-US" altLang="zh-CN" b="1" dirty="0">
                <a:solidFill>
                  <a:schemeClr val="hlink"/>
                </a:solidFill>
                <a:ea typeface="仿宋_GB2312" pitchFamily="49" charset="-122"/>
              </a:rPr>
              <a:t> *next</a:t>
            </a:r>
            <a:r>
              <a:rPr lang="en-US" altLang="zh-CN" b="1" dirty="0">
                <a:solidFill>
                  <a:srgbClr val="CC3300"/>
                </a:solidFill>
                <a:ea typeface="仿宋_GB2312" pitchFamily="49" charset="-122"/>
              </a:rPr>
              <a:t>;</a:t>
            </a:r>
            <a:r>
              <a:rPr lang="en-US" altLang="zh-CN" b="1" dirty="0">
                <a:solidFill>
                  <a:schemeClr val="hlink"/>
                </a:solidFill>
                <a:ea typeface="仿宋_GB2312" pitchFamily="49" charset="-122"/>
              </a:rPr>
              <a:t>           </a:t>
            </a:r>
            <a:r>
              <a:rPr lang="en-US" altLang="zh-CN" b="1" dirty="0">
                <a:solidFill>
                  <a:srgbClr val="0000FF"/>
                </a:solidFill>
                <a:ea typeface="仿宋_GB2312" pitchFamily="49" charset="-122"/>
              </a:rPr>
              <a:t>//</a:t>
            </a:r>
            <a:r>
              <a:rPr lang="zh-CN" altLang="en-US" b="1" dirty="0">
                <a:solidFill>
                  <a:srgbClr val="0000FF"/>
                </a:solidFill>
                <a:ea typeface="隶书" panose="02010509060101010101" pitchFamily="49" charset="-122"/>
              </a:rPr>
              <a:t>结点指针域</a:t>
            </a:r>
            <a:endParaRPr lang="zh-CN" altLang="en-US" b="1" dirty="0">
              <a:solidFill>
                <a:schemeClr val="hlink"/>
              </a:solidFill>
              <a:ea typeface="仿宋_GB2312" pitchFamily="49" charset="-122"/>
            </a:endParaRPr>
          </a:p>
          <a:p>
            <a:pPr marL="342900" lvl="0" indent="-342900" eaLnBrk="1" hangingPunct="1">
              <a:spcBef>
                <a:spcPct val="0"/>
              </a:spcBef>
              <a:buNone/>
            </a:pPr>
            <a:r>
              <a:rPr lang="zh-CN" altLang="en-US" b="1" dirty="0">
                <a:solidFill>
                  <a:srgbClr val="CC3300"/>
                </a:solidFill>
                <a:ea typeface="仿宋_GB2312" pitchFamily="49" charset="-122"/>
              </a:rPr>
              <a:t>  </a:t>
            </a:r>
            <a:r>
              <a:rPr lang="en-US" altLang="zh-CN" b="1" dirty="0">
                <a:solidFill>
                  <a:srgbClr val="CC3300"/>
                </a:solidFill>
                <a:ea typeface="仿宋_GB2312" pitchFamily="49" charset="-122"/>
              </a:rPr>
              <a:t>} </a:t>
            </a:r>
            <a:r>
              <a:rPr lang="en-US" altLang="zh-CN" b="1" dirty="0">
                <a:solidFill>
                  <a:schemeClr val="hlink"/>
                </a:solidFill>
                <a:ea typeface="隶书" panose="02010509060101010101" pitchFamily="49" charset="-122"/>
              </a:rPr>
              <a:t>LinkList</a:t>
            </a:r>
            <a:r>
              <a:rPr lang="en-US" altLang="zh-CN" b="1" dirty="0">
                <a:solidFill>
                  <a:srgbClr val="CC3300"/>
                </a:solidFill>
                <a:ea typeface="仿宋_GB2312" pitchFamily="49" charset="-122"/>
              </a:rPr>
              <a:t>;</a:t>
            </a:r>
            <a:endParaRPr lang="en-US" altLang="zh-CN" b="1" dirty="0">
              <a:solidFill>
                <a:srgbClr val="CC3300"/>
              </a:solidFill>
              <a:ea typeface="仿宋_GB2312" pitchFamily="49" charset="-122"/>
            </a:endParaRPr>
          </a:p>
          <a:p>
            <a:pPr marL="342900" lvl="0" indent="-342900" eaLnBrk="1" hangingPunct="1">
              <a:lnSpc>
                <a:spcPct val="95000"/>
              </a:lnSpc>
              <a:buNone/>
            </a:pPr>
            <a:endParaRPr lang="en-US" altLang="zh-CN" sz="1000" b="1" dirty="0">
              <a:solidFill>
                <a:srgbClr val="CC3300"/>
              </a:solidFill>
              <a:ea typeface="仿宋_GB2312" pitchFamily="49" charset="-122"/>
            </a:endParaRPr>
          </a:p>
          <a:p>
            <a:pPr marL="342900" lvl="0" indent="-342900" eaLnBrk="1" hangingPunct="1">
              <a:lnSpc>
                <a:spcPct val="95000"/>
              </a:lnSpc>
              <a:buNone/>
            </a:pPr>
            <a:endParaRPr lang="en-US" altLang="zh-CN" sz="1000" b="1" dirty="0">
              <a:solidFill>
                <a:srgbClr val="0000FF"/>
              </a:solidFill>
              <a:ea typeface="隶书" panose="02010509060101010101" pitchFamily="49" charset="-122"/>
            </a:endParaRPr>
          </a:p>
          <a:p>
            <a:pPr marL="342900" lvl="0" indent="-342900" eaLnBrk="1" hangingPunct="1">
              <a:lnSpc>
                <a:spcPct val="95000"/>
              </a:lnSpc>
              <a:buNone/>
            </a:pPr>
            <a:r>
              <a:rPr lang="en-US" altLang="zh-CN" b="1" dirty="0">
                <a:solidFill>
                  <a:schemeClr val="hlink"/>
                </a:solidFill>
                <a:ea typeface="隶书" panose="02010509060101010101" pitchFamily="49" charset="-122"/>
              </a:rPr>
              <a:t>  LinkList   *list;</a:t>
            </a:r>
            <a:r>
              <a:rPr lang="en-US" altLang="zh-CN" b="1" dirty="0">
                <a:solidFill>
                  <a:srgbClr val="0000FF"/>
                </a:solidFill>
                <a:ea typeface="隶书" panose="02010509060101010101" pitchFamily="49" charset="-122"/>
              </a:rPr>
              <a:t>                   //</a:t>
            </a:r>
            <a:r>
              <a:rPr lang="zh-CN" altLang="en-US" b="1" dirty="0">
                <a:solidFill>
                  <a:srgbClr val="0000FF"/>
                </a:solidFill>
                <a:latin typeface="隶书" panose="02010509060101010101" pitchFamily="49" charset="-122"/>
                <a:ea typeface="隶书" panose="02010509060101010101" pitchFamily="49" charset="-122"/>
              </a:rPr>
              <a:t>链表</a:t>
            </a:r>
            <a:r>
              <a:rPr lang="zh-CN" altLang="en-US" b="1" dirty="0">
                <a:solidFill>
                  <a:srgbClr val="0000FF"/>
                </a:solidFill>
                <a:ea typeface="隶书" panose="02010509060101010101" pitchFamily="49" charset="-122"/>
              </a:rPr>
              <a:t>头指针</a:t>
            </a:r>
            <a:endParaRPr lang="zh-CN" altLang="en-US" b="1" dirty="0">
              <a:solidFill>
                <a:srgbClr val="0000FF"/>
              </a:solidFill>
              <a:ea typeface="隶书" panose="02010509060101010101" pitchFamily="49" charset="-122"/>
            </a:endParaRPr>
          </a:p>
        </p:txBody>
      </p:sp>
    </p:spTree>
  </p:cSld>
  <p:clrMapOvr>
    <a:masterClrMapping/>
  </p:clrMapOvr>
  <p:transition>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4" name="Rectangle 6"/>
          <p:cNvSpPr>
            <a:spLocks noGrp="1" noChangeArrowheads="1"/>
          </p:cNvSpPr>
          <p:nvPr>
            <p:ph type="title"/>
          </p:nvPr>
        </p:nvSpPr>
        <p:spPr>
          <a:xfrm>
            <a:off x="1981200" y="457200"/>
            <a:ext cx="4953000" cy="762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a:ln>
                  <a:noFill/>
                </a:ln>
                <a:solidFill>
                  <a:schemeClr val="hlink"/>
                </a:solidFill>
                <a:effectLst>
                  <a:outerShdw blurRad="38100" dist="38100" dir="2700000" algn="tl">
                    <a:srgbClr val="C0C0C0"/>
                  </a:outerShdw>
                </a:effectLst>
                <a:uLnTx/>
                <a:uFillTx/>
                <a:latin typeface="+mj-lt"/>
                <a:ea typeface="仿宋_GB2312" pitchFamily="49" charset="-122"/>
                <a:cs typeface="+mj-cs"/>
              </a:rPr>
              <a:t>带表头结点的单链表</a:t>
            </a:r>
            <a:endParaRPr kumimoji="1" lang="zh-CN" altLang="en-US" sz="4400" b="1" i="0" u="none" strike="noStrike" kern="1200" cap="none" spc="0" normalizeH="0" baseline="0" noProof="0">
              <a:ln>
                <a:noFill/>
              </a:ln>
              <a:solidFill>
                <a:schemeClr val="tx2"/>
              </a:solidFill>
              <a:effectLst/>
              <a:uLnTx/>
              <a:uFillTx/>
              <a:latin typeface="+mj-lt"/>
              <a:ea typeface="仿宋_GB2312" pitchFamily="49" charset="-122"/>
              <a:cs typeface="+mj-cs"/>
            </a:endParaRPr>
          </a:p>
        </p:txBody>
      </p:sp>
      <p:sp>
        <p:nvSpPr>
          <p:cNvPr id="171015" name="Rectangle 7"/>
          <p:cNvSpPr>
            <a:spLocks noGrp="1" noChangeArrowheads="1"/>
          </p:cNvSpPr>
          <p:nvPr>
            <p:ph idx="1" hasCustomPrompt="1"/>
          </p:nvPr>
        </p:nvSpPr>
        <p:spPr>
          <a:xfrm>
            <a:off x="838200" y="1600200"/>
            <a:ext cx="7696200" cy="2438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rgbClr val="FF7C80"/>
              </a:buClr>
              <a:buSzPct val="50000"/>
              <a:buFont typeface="Wingdings" panose="05000000000000000000" pitchFamily="2" charset="2"/>
              <a:buChar char="n"/>
              <a:defRPr/>
            </a:pPr>
            <a:r>
              <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表头结点位于表的最前端，本身不带数据，</a:t>
            </a:r>
            <a:r>
              <a:rPr kumimoji="1" lang="zh-CN" altLang="en-US" sz="2800" b="1" i="0" u="none" strike="noStrike" kern="1200" cap="none" spc="0" normalizeH="0" baseline="0" noProof="0">
                <a:ln>
                  <a:noFill/>
                </a:ln>
                <a:solidFill>
                  <a:schemeClr val="accent2"/>
                </a:solidFill>
                <a:effectLst>
                  <a:outerShdw blurRad="38100" dist="38100" dir="2700000" algn="tl">
                    <a:srgbClr val="C0C0C0"/>
                  </a:outerShdw>
                </a:effectLst>
                <a:uLnTx/>
                <a:uFillTx/>
                <a:latin typeface="+mn-lt"/>
                <a:ea typeface="仿宋_GB2312" pitchFamily="49" charset="-122"/>
                <a:cs typeface="+mn-cs"/>
              </a:rPr>
              <a:t>仅标志表头</a:t>
            </a:r>
            <a:r>
              <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a:t>
            </a:r>
            <a:endPar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rgbClr val="FF7C80"/>
              </a:buClr>
              <a:buSzPct val="50000"/>
              <a:buFont typeface="Wingdings" panose="05000000000000000000" pitchFamily="2" charset="2"/>
              <a:buChar char="n"/>
              <a:defRPr/>
            </a:pPr>
            <a:r>
              <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设置表头结点的目的是</a:t>
            </a:r>
            <a:endPar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accent1"/>
              </a:buClr>
              <a:buSzPct val="50000"/>
              <a:buFont typeface="Wingdings" panose="05000000000000000000" pitchFamily="2" charset="2"/>
              <a:buChar char="u"/>
              <a:defRPr/>
            </a:pPr>
            <a:r>
              <a:rPr kumimoji="1" lang="zh-CN" altLang="en-US" sz="2800" b="1" i="0" u="none" strike="noStrike" kern="1200" cap="none" spc="0" normalizeH="0" baseline="0" noProof="0">
                <a:ln>
                  <a:noFill/>
                </a:ln>
                <a:solidFill>
                  <a:srgbClr val="FF5050"/>
                </a:solidFill>
                <a:effectLst>
                  <a:outerShdw blurRad="38100" dist="38100" dir="2700000" algn="tl">
                    <a:srgbClr val="C0C0C0"/>
                  </a:outerShdw>
                </a:effectLst>
                <a:uLnTx/>
                <a:uFillTx/>
                <a:latin typeface="+mn-lt"/>
                <a:ea typeface="仿宋_GB2312" pitchFamily="49" charset="-122"/>
                <a:cs typeface="+mn-cs"/>
              </a:rPr>
              <a:t>统一空表与非空表的操作</a:t>
            </a:r>
            <a:endParaRPr kumimoji="1" lang="zh-CN" altLang="en-US" sz="2800" b="1" i="0" u="none" strike="noStrike" kern="1200" cap="none" spc="0" normalizeH="0" baseline="0" noProof="0">
              <a:ln>
                <a:noFill/>
              </a:ln>
              <a:solidFill>
                <a:srgbClr val="FF5050"/>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accent1"/>
              </a:buClr>
              <a:buSzPct val="50000"/>
              <a:buFont typeface="Wingdings" panose="05000000000000000000" pitchFamily="2" charset="2"/>
              <a:buChar char="u"/>
              <a:defRPr/>
            </a:pPr>
            <a:r>
              <a:rPr kumimoji="1" lang="zh-CN" altLang="en-US" sz="2800" b="1" i="0" u="none" strike="noStrike" kern="1200" cap="none" spc="0" normalizeH="0" baseline="0" noProof="0">
                <a:ln>
                  <a:noFill/>
                </a:ln>
                <a:solidFill>
                  <a:srgbClr val="FF5050"/>
                </a:solidFill>
                <a:effectLst>
                  <a:outerShdw blurRad="38100" dist="38100" dir="2700000" algn="tl">
                    <a:srgbClr val="C0C0C0"/>
                  </a:outerShdw>
                </a:effectLst>
                <a:uLnTx/>
                <a:uFillTx/>
                <a:latin typeface="+mn-lt"/>
                <a:ea typeface="仿宋_GB2312" pitchFamily="49" charset="-122"/>
                <a:cs typeface="+mn-cs"/>
              </a:rPr>
              <a:t>简化链表操作的实现</a:t>
            </a:r>
            <a:endParaRPr kumimoji="1" lang="zh-CN" altLang="en-US" sz="2800" b="1" i="0" u="none" strike="noStrike" kern="1200" cap="none" spc="0" normalizeH="0" baseline="0" noProof="0">
              <a:ln>
                <a:noFill/>
              </a:ln>
              <a:solidFill>
                <a:schemeClr val="tx1"/>
              </a:solidFill>
              <a:effectLst/>
              <a:uLnTx/>
              <a:uFillTx/>
              <a:latin typeface="+mn-lt"/>
              <a:ea typeface="仿宋_GB2312" pitchFamily="49" charset="-122"/>
              <a:cs typeface="+mn-cs"/>
            </a:endParaRPr>
          </a:p>
        </p:txBody>
      </p:sp>
      <p:sp>
        <p:nvSpPr>
          <p:cNvPr id="171016" name="Text Box 8"/>
          <p:cNvSpPr txBox="1">
            <a:spLocks noChangeArrowheads="1"/>
          </p:cNvSpPr>
          <p:nvPr/>
        </p:nvSpPr>
        <p:spPr bwMode="auto">
          <a:xfrm>
            <a:off x="3124200" y="5257800"/>
            <a:ext cx="1449388" cy="60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12947" tIns="56473" rIns="112947" bIns="56473">
            <a:spAutoFit/>
          </a:bodyPr>
          <a:lstStyle>
            <a:lvl1pPr defTabSz="1129030">
              <a:defRPr kumimoji="1" sz="2400">
                <a:solidFill>
                  <a:schemeClr val="tx1"/>
                </a:solidFill>
                <a:latin typeface="Times New Roman" panose="02020603050405020304" pitchFamily="18" charset="0"/>
                <a:ea typeface="宋体" panose="02010600030101010101" pitchFamily="2" charset="-122"/>
              </a:defRPr>
            </a:lvl1pPr>
            <a:lvl2pPr marL="565150" defTabSz="1129030">
              <a:defRPr kumimoji="1" sz="2400">
                <a:solidFill>
                  <a:schemeClr val="tx1"/>
                </a:solidFill>
                <a:latin typeface="Times New Roman" panose="02020603050405020304" pitchFamily="18" charset="0"/>
                <a:ea typeface="宋体" panose="02010600030101010101" pitchFamily="2" charset="-122"/>
              </a:defRPr>
            </a:lvl2pPr>
            <a:lvl3pPr marL="1129030" defTabSz="1129030">
              <a:defRPr kumimoji="1" sz="2400">
                <a:solidFill>
                  <a:schemeClr val="tx1"/>
                </a:solidFill>
                <a:latin typeface="Times New Roman" panose="02020603050405020304" pitchFamily="18" charset="0"/>
                <a:ea typeface="宋体" panose="02010600030101010101" pitchFamily="2" charset="-122"/>
              </a:defRPr>
            </a:lvl3pPr>
            <a:lvl4pPr marL="1694180" defTabSz="1129030">
              <a:defRPr kumimoji="1" sz="2400">
                <a:solidFill>
                  <a:schemeClr val="tx1"/>
                </a:solidFill>
                <a:latin typeface="Times New Roman" panose="02020603050405020304" pitchFamily="18" charset="0"/>
                <a:ea typeface="宋体" panose="02010600030101010101" pitchFamily="2" charset="-122"/>
              </a:defRPr>
            </a:lvl4pPr>
            <a:lvl5pPr marL="2259330" defTabSz="1129030">
              <a:defRPr kumimoji="1" sz="2400">
                <a:solidFill>
                  <a:schemeClr val="tx1"/>
                </a:solidFill>
                <a:latin typeface="Times New Roman" panose="02020603050405020304" pitchFamily="18" charset="0"/>
                <a:ea typeface="宋体" panose="02010600030101010101" pitchFamily="2" charset="-122"/>
              </a:defRPr>
            </a:lvl5pPr>
            <a:lvl6pPr marL="27165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737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309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881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112903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9900CC"/>
                </a:solidFill>
                <a:effectLst>
                  <a:outerShdw blurRad="38100" dist="38100" dir="2700000" algn="tl">
                    <a:srgbClr val="C0C0C0"/>
                  </a:outerShdw>
                </a:effectLst>
                <a:uLnTx/>
                <a:uFillTx/>
                <a:latin typeface="仿宋_GB2312" pitchFamily="49" charset="-122"/>
                <a:ea typeface="仿宋_GB2312" pitchFamily="49" charset="-122"/>
                <a:cs typeface="+mn-cs"/>
              </a:rPr>
              <a:t>非空表</a:t>
            </a:r>
            <a:endParaRPr kumimoji="1" lang="zh-CN" altLang="en-US" sz="3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71035" name="Group 27"/>
          <p:cNvGrpSpPr/>
          <p:nvPr/>
        </p:nvGrpSpPr>
        <p:grpSpPr>
          <a:xfrm>
            <a:off x="3098800" y="4495800"/>
            <a:ext cx="2692400" cy="609600"/>
            <a:chOff x="1952" y="2832"/>
            <a:chExt cx="1696" cy="384"/>
          </a:xfrm>
        </p:grpSpPr>
        <p:sp>
          <p:nvSpPr>
            <p:cNvPr id="33814" name="Rectangle 3"/>
            <p:cNvSpPr/>
            <p:nvPr/>
          </p:nvSpPr>
          <p:spPr>
            <a:xfrm>
              <a:off x="3168" y="2880"/>
              <a:ext cx="288"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b="1" dirty="0"/>
            </a:p>
          </p:txBody>
        </p:sp>
        <p:sp>
          <p:nvSpPr>
            <p:cNvPr id="33815" name="Rectangle 4"/>
            <p:cNvSpPr/>
            <p:nvPr/>
          </p:nvSpPr>
          <p:spPr>
            <a:xfrm>
              <a:off x="1968" y="2880"/>
              <a:ext cx="240"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b="1" dirty="0"/>
            </a:p>
          </p:txBody>
        </p:sp>
        <p:sp>
          <p:nvSpPr>
            <p:cNvPr id="33816" name="Rectangle 9"/>
            <p:cNvSpPr/>
            <p:nvPr/>
          </p:nvSpPr>
          <p:spPr>
            <a:xfrm>
              <a:off x="2208" y="2880"/>
              <a:ext cx="192"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b="1" dirty="0"/>
            </a:p>
          </p:txBody>
        </p:sp>
        <p:sp>
          <p:nvSpPr>
            <p:cNvPr id="33817" name="Line 10"/>
            <p:cNvSpPr/>
            <p:nvPr/>
          </p:nvSpPr>
          <p:spPr>
            <a:xfrm>
              <a:off x="2352" y="3024"/>
              <a:ext cx="288" cy="0"/>
            </a:xfrm>
            <a:prstGeom prst="line">
              <a:avLst/>
            </a:prstGeom>
            <a:ln w="38100" cap="flat" cmpd="sng">
              <a:solidFill>
                <a:schemeClr val="tx2"/>
              </a:solidFill>
              <a:prstDash val="solid"/>
              <a:headEnd type="none" w="med" len="med"/>
              <a:tailEnd type="none" w="med" len="med"/>
            </a:ln>
          </p:spPr>
        </p:sp>
        <p:sp>
          <p:nvSpPr>
            <p:cNvPr id="33818" name="Line 11"/>
            <p:cNvSpPr/>
            <p:nvPr/>
          </p:nvSpPr>
          <p:spPr>
            <a:xfrm flipV="1">
              <a:off x="2640" y="3024"/>
              <a:ext cx="288" cy="0"/>
            </a:xfrm>
            <a:prstGeom prst="line">
              <a:avLst/>
            </a:prstGeom>
            <a:ln w="38100" cap="flat" cmpd="sng">
              <a:solidFill>
                <a:schemeClr val="tx2"/>
              </a:solidFill>
              <a:prstDash val="sysDot"/>
              <a:headEnd type="none" w="med" len="med"/>
              <a:tailEnd type="none" w="med" len="med"/>
            </a:ln>
          </p:spPr>
        </p:sp>
        <p:sp>
          <p:nvSpPr>
            <p:cNvPr id="33819" name="Line 12"/>
            <p:cNvSpPr/>
            <p:nvPr/>
          </p:nvSpPr>
          <p:spPr>
            <a:xfrm>
              <a:off x="2928" y="3024"/>
              <a:ext cx="240" cy="0"/>
            </a:xfrm>
            <a:prstGeom prst="line">
              <a:avLst/>
            </a:prstGeom>
            <a:ln w="38100" cap="flat" cmpd="sng">
              <a:solidFill>
                <a:schemeClr val="tx2"/>
              </a:solidFill>
              <a:prstDash val="solid"/>
              <a:headEnd type="none" w="med" len="med"/>
              <a:tailEnd type="triangle" w="sm" len="lg"/>
            </a:ln>
          </p:spPr>
        </p:sp>
        <p:sp>
          <p:nvSpPr>
            <p:cNvPr id="33820" name="Rectangle 13"/>
            <p:cNvSpPr/>
            <p:nvPr/>
          </p:nvSpPr>
          <p:spPr>
            <a:xfrm>
              <a:off x="3456" y="2880"/>
              <a:ext cx="192" cy="336"/>
            </a:xfrm>
            <a:prstGeom prst="rect">
              <a:avLst/>
            </a:prstGeom>
            <a:solidFill>
              <a:srgbClr val="FFFFCC"/>
            </a:solidFill>
            <a:ln w="19050"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solidFill>
                    <a:schemeClr val="accent2"/>
                  </a:solidFill>
                  <a:latin typeface="隶书" panose="02010509060101010101" pitchFamily="49" charset="-122"/>
                  <a:ea typeface="隶书" panose="02010509060101010101" pitchFamily="49" charset="-122"/>
                  <a:sym typeface="Symbol" panose="05050102010706020507" pitchFamily="18" charset="2"/>
                </a:rPr>
                <a:t></a:t>
              </a:r>
              <a:endParaRPr lang="en-US" altLang="zh-CN" sz="2400" b="1" dirty="0">
                <a:solidFill>
                  <a:schemeClr val="accent2"/>
                </a:solidFill>
                <a:sym typeface="Symbol" panose="05050102010706020507" pitchFamily="18" charset="2"/>
              </a:endParaRPr>
            </a:p>
          </p:txBody>
        </p:sp>
        <p:sp>
          <p:nvSpPr>
            <p:cNvPr id="33821" name="Text Box 14"/>
            <p:cNvSpPr txBox="1"/>
            <p:nvPr/>
          </p:nvSpPr>
          <p:spPr>
            <a:xfrm>
              <a:off x="3168" y="2841"/>
              <a:ext cx="328"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i="1" baseline="-25000" dirty="0">
                  <a:solidFill>
                    <a:schemeClr val="accent2"/>
                  </a:solidFill>
                </a:rPr>
                <a:t>n</a:t>
              </a:r>
              <a:endParaRPr lang="en-US" altLang="zh-CN" b="1" dirty="0">
                <a:solidFill>
                  <a:schemeClr val="accent2"/>
                </a:solidFill>
              </a:endParaRPr>
            </a:p>
          </p:txBody>
        </p:sp>
        <p:sp>
          <p:nvSpPr>
            <p:cNvPr id="33822" name="Text Box 15"/>
            <p:cNvSpPr txBox="1"/>
            <p:nvPr/>
          </p:nvSpPr>
          <p:spPr>
            <a:xfrm>
              <a:off x="1952" y="2832"/>
              <a:ext cx="352"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baseline="-25000" dirty="0">
                  <a:solidFill>
                    <a:schemeClr val="accent2"/>
                  </a:solidFill>
                </a:rPr>
                <a:t>1</a:t>
              </a:r>
              <a:endParaRPr lang="en-US" altLang="zh-CN" b="1" dirty="0"/>
            </a:p>
          </p:txBody>
        </p:sp>
      </p:grpSp>
      <p:grpSp>
        <p:nvGrpSpPr>
          <p:cNvPr id="171036" name="Group 28"/>
          <p:cNvGrpSpPr/>
          <p:nvPr/>
        </p:nvGrpSpPr>
        <p:grpSpPr>
          <a:xfrm>
            <a:off x="1905000" y="4572000"/>
            <a:ext cx="1219200" cy="533400"/>
            <a:chOff x="1200" y="2880"/>
            <a:chExt cx="768" cy="336"/>
          </a:xfrm>
        </p:grpSpPr>
        <p:sp>
          <p:nvSpPr>
            <p:cNvPr id="33811" name="Rectangle 5"/>
            <p:cNvSpPr/>
            <p:nvPr/>
          </p:nvSpPr>
          <p:spPr>
            <a:xfrm>
              <a:off x="1200" y="2880"/>
              <a:ext cx="240" cy="336"/>
            </a:xfrm>
            <a:prstGeom prst="rect">
              <a:avLst/>
            </a:prstGeom>
            <a:solidFill>
              <a:schemeClr val="bg2"/>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b="1" dirty="0"/>
            </a:p>
          </p:txBody>
        </p:sp>
        <p:sp>
          <p:nvSpPr>
            <p:cNvPr id="33812" name="Rectangle 16"/>
            <p:cNvSpPr/>
            <p:nvPr/>
          </p:nvSpPr>
          <p:spPr>
            <a:xfrm>
              <a:off x="1440" y="2880"/>
              <a:ext cx="192"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b="1" dirty="0"/>
            </a:p>
          </p:txBody>
        </p:sp>
        <p:sp>
          <p:nvSpPr>
            <p:cNvPr id="33813" name="Line 17"/>
            <p:cNvSpPr/>
            <p:nvPr/>
          </p:nvSpPr>
          <p:spPr>
            <a:xfrm>
              <a:off x="1536" y="3024"/>
              <a:ext cx="432" cy="0"/>
            </a:xfrm>
            <a:prstGeom prst="line">
              <a:avLst/>
            </a:prstGeom>
            <a:ln w="38100" cap="flat" cmpd="sng">
              <a:solidFill>
                <a:schemeClr val="tx2"/>
              </a:solidFill>
              <a:prstDash val="solid"/>
              <a:headEnd type="none" w="med" len="med"/>
              <a:tailEnd type="triangle" w="sm" len="lg"/>
            </a:ln>
          </p:spPr>
        </p:sp>
      </p:grpSp>
      <p:grpSp>
        <p:nvGrpSpPr>
          <p:cNvPr id="171038" name="Group 30"/>
          <p:cNvGrpSpPr/>
          <p:nvPr/>
        </p:nvGrpSpPr>
        <p:grpSpPr>
          <a:xfrm>
            <a:off x="6310313" y="4495800"/>
            <a:ext cx="1843087" cy="609600"/>
            <a:chOff x="3975" y="2832"/>
            <a:chExt cx="1161" cy="384"/>
          </a:xfrm>
        </p:grpSpPr>
        <p:sp>
          <p:nvSpPr>
            <p:cNvPr id="33807" name="Rectangle 2"/>
            <p:cNvSpPr/>
            <p:nvPr/>
          </p:nvSpPr>
          <p:spPr>
            <a:xfrm>
              <a:off x="4704" y="2880"/>
              <a:ext cx="240" cy="336"/>
            </a:xfrm>
            <a:prstGeom prst="rect">
              <a:avLst/>
            </a:prstGeom>
            <a:solidFill>
              <a:schemeClr val="bg2"/>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b="1" dirty="0"/>
            </a:p>
          </p:txBody>
        </p:sp>
        <p:sp>
          <p:nvSpPr>
            <p:cNvPr id="33808" name="Line 20"/>
            <p:cNvSpPr/>
            <p:nvPr/>
          </p:nvSpPr>
          <p:spPr>
            <a:xfrm>
              <a:off x="4464" y="3024"/>
              <a:ext cx="240" cy="0"/>
            </a:xfrm>
            <a:prstGeom prst="line">
              <a:avLst/>
            </a:prstGeom>
            <a:ln w="38100" cap="flat" cmpd="sng">
              <a:solidFill>
                <a:schemeClr val="tx2"/>
              </a:solidFill>
              <a:prstDash val="solid"/>
              <a:headEnd type="none" w="med" len="med"/>
              <a:tailEnd type="triangle" w="sm" len="lg"/>
            </a:ln>
          </p:spPr>
        </p:sp>
        <p:sp>
          <p:nvSpPr>
            <p:cNvPr id="33809" name="Text Box 21"/>
            <p:cNvSpPr txBox="1"/>
            <p:nvPr/>
          </p:nvSpPr>
          <p:spPr>
            <a:xfrm>
              <a:off x="3975" y="2832"/>
              <a:ext cx="4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FF3300"/>
                  </a:solidFill>
                </a:rPr>
                <a:t>    L</a:t>
              </a:r>
              <a:endParaRPr lang="en-US" altLang="zh-CN" b="1" dirty="0"/>
            </a:p>
          </p:txBody>
        </p:sp>
        <p:sp>
          <p:nvSpPr>
            <p:cNvPr id="33810" name="Rectangle 22"/>
            <p:cNvSpPr/>
            <p:nvPr/>
          </p:nvSpPr>
          <p:spPr>
            <a:xfrm>
              <a:off x="4944" y="2880"/>
              <a:ext cx="192" cy="336"/>
            </a:xfrm>
            <a:prstGeom prst="rect">
              <a:avLst/>
            </a:prstGeom>
            <a:solidFill>
              <a:srgbClr val="FFFFCC"/>
            </a:solidFill>
            <a:ln w="19050"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solidFill>
                    <a:schemeClr val="accent2"/>
                  </a:solidFill>
                  <a:sym typeface="Symbol" panose="05050102010706020507" pitchFamily="18" charset="2"/>
                </a:rPr>
                <a:t></a:t>
              </a:r>
              <a:endParaRPr lang="en-US" altLang="zh-CN" sz="2400" b="1" dirty="0">
                <a:solidFill>
                  <a:schemeClr val="accent2"/>
                </a:solidFill>
                <a:sym typeface="Symbol" panose="05050102010706020507" pitchFamily="18" charset="2"/>
              </a:endParaRPr>
            </a:p>
          </p:txBody>
        </p:sp>
      </p:grpSp>
      <p:sp>
        <p:nvSpPr>
          <p:cNvPr id="171031" name="Text Box 23"/>
          <p:cNvSpPr txBox="1">
            <a:spLocks noChangeArrowheads="1"/>
          </p:cNvSpPr>
          <p:nvPr/>
        </p:nvSpPr>
        <p:spPr bwMode="auto">
          <a:xfrm>
            <a:off x="6858000" y="5334000"/>
            <a:ext cx="1000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1" hangingPunct="1">
              <a:buClrTx/>
              <a:buSzTx/>
              <a:buFontTx/>
              <a:buNone/>
              <a:defRPr/>
            </a:pPr>
            <a:r>
              <a:rPr kumimoji="1" lang="zh-CN" altLang="en-US" sz="3200" kern="1200" cap="none" spc="0" normalizeH="0" baseline="0" noProof="0">
                <a:solidFill>
                  <a:srgbClr val="9900CC"/>
                </a:solidFill>
                <a:effectLst>
                  <a:outerShdw blurRad="38100" dist="38100" dir="2700000" algn="tl">
                    <a:srgbClr val="C0C0C0"/>
                  </a:outerShdw>
                </a:effectLst>
                <a:latin typeface="仿宋_GB2312" pitchFamily="49" charset="-122"/>
                <a:ea typeface="仿宋_GB2312" pitchFamily="49" charset="-122"/>
                <a:cs typeface="+mn-cs"/>
              </a:rPr>
              <a:t>空表</a:t>
            </a:r>
            <a:endParaRPr kumimoji="1" lang="zh-CN" altLang="en-US" sz="2400" kern="1200" cap="none" spc="0" normalizeH="0" baseline="0" noProof="0">
              <a:solidFill>
                <a:schemeClr val="accent2"/>
              </a:solidFill>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171032" name="AutoShape 24"/>
          <p:cNvSpPr/>
          <p:nvPr/>
        </p:nvSpPr>
        <p:spPr>
          <a:xfrm>
            <a:off x="457200" y="5105400"/>
            <a:ext cx="990600" cy="609600"/>
          </a:xfrm>
          <a:prstGeom prst="wedgeRoundRectCallout">
            <a:avLst>
              <a:gd name="adj1" fmla="val 31088"/>
              <a:gd name="adj2" fmla="val -89583"/>
              <a:gd name="adj3" fmla="val 16667"/>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solidFill>
                  <a:schemeClr val="tx2"/>
                </a:solidFill>
                <a:ea typeface="黑体" panose="02010609060101010101" pitchFamily="49" charset="-122"/>
              </a:rPr>
              <a:t>头指针</a:t>
            </a:r>
            <a:endParaRPr lang="zh-CN" altLang="en-US" sz="2400" b="1" dirty="0">
              <a:solidFill>
                <a:srgbClr val="0000CC"/>
              </a:solidFill>
            </a:endParaRPr>
          </a:p>
        </p:txBody>
      </p:sp>
      <p:sp>
        <p:nvSpPr>
          <p:cNvPr id="171033" name="AutoShape 25"/>
          <p:cNvSpPr/>
          <p:nvPr/>
        </p:nvSpPr>
        <p:spPr>
          <a:xfrm>
            <a:off x="1828800" y="5486400"/>
            <a:ext cx="1066800" cy="609600"/>
          </a:xfrm>
          <a:prstGeom prst="wedgeRoundRectCallout">
            <a:avLst>
              <a:gd name="adj1" fmla="val -13690"/>
              <a:gd name="adj2" fmla="val -121093"/>
              <a:gd name="adj3" fmla="val 16667"/>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solidFill>
                  <a:schemeClr val="tx2"/>
                </a:solidFill>
                <a:ea typeface="黑体" panose="02010609060101010101" pitchFamily="49" charset="-122"/>
              </a:rPr>
              <a:t>头结点</a:t>
            </a:r>
            <a:endParaRPr lang="zh-CN" altLang="en-US" sz="2400" b="1" dirty="0">
              <a:ea typeface="黑体" panose="02010609060101010101" pitchFamily="49" charset="-122"/>
            </a:endParaRPr>
          </a:p>
        </p:txBody>
      </p:sp>
      <p:grpSp>
        <p:nvGrpSpPr>
          <p:cNvPr id="171037" name="Group 29"/>
          <p:cNvGrpSpPr/>
          <p:nvPr/>
        </p:nvGrpSpPr>
        <p:grpSpPr>
          <a:xfrm>
            <a:off x="762000" y="4191000"/>
            <a:ext cx="1143000" cy="762000"/>
            <a:chOff x="480" y="2640"/>
            <a:chExt cx="720" cy="480"/>
          </a:xfrm>
        </p:grpSpPr>
        <p:sp>
          <p:nvSpPr>
            <p:cNvPr id="33804" name="Line 18"/>
            <p:cNvSpPr/>
            <p:nvPr/>
          </p:nvSpPr>
          <p:spPr>
            <a:xfrm>
              <a:off x="864" y="3024"/>
              <a:ext cx="336" cy="0"/>
            </a:xfrm>
            <a:prstGeom prst="line">
              <a:avLst/>
            </a:prstGeom>
            <a:ln w="38100" cap="flat" cmpd="sng">
              <a:solidFill>
                <a:schemeClr val="tx2"/>
              </a:solidFill>
              <a:prstDash val="solid"/>
              <a:headEnd type="none" w="med" len="med"/>
              <a:tailEnd type="triangle" w="sm" len="lg"/>
            </a:ln>
          </p:spPr>
        </p:sp>
        <p:sp>
          <p:nvSpPr>
            <p:cNvPr id="33805" name="Text Box 19"/>
            <p:cNvSpPr txBox="1"/>
            <p:nvPr/>
          </p:nvSpPr>
          <p:spPr>
            <a:xfrm>
              <a:off x="480" y="2640"/>
              <a:ext cx="265"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FF3300"/>
                  </a:solidFill>
                </a:rPr>
                <a:t>L</a:t>
              </a:r>
              <a:endParaRPr lang="en-US" altLang="zh-CN" b="1" dirty="0"/>
            </a:p>
          </p:txBody>
        </p:sp>
        <p:sp>
          <p:nvSpPr>
            <p:cNvPr id="33806" name="Rectangle 26"/>
            <p:cNvSpPr/>
            <p:nvPr/>
          </p:nvSpPr>
          <p:spPr>
            <a:xfrm>
              <a:off x="576" y="2928"/>
              <a:ext cx="432" cy="192"/>
            </a:xfrm>
            <a:prstGeom prst="rect">
              <a:avLst/>
            </a:prstGeom>
            <a:noFill/>
            <a:ln w="28575" cap="flat" cmpd="sng">
              <a:solidFill>
                <a:srgbClr val="0000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71035"/>
                                        </p:tgtEl>
                                        <p:attrNameLst>
                                          <p:attrName>style.visibility</p:attrName>
                                        </p:attrNameLst>
                                      </p:cBhvr>
                                      <p:to>
                                        <p:strVal val="visible"/>
                                      </p:to>
                                    </p:set>
                                    <p:animEffect transition="in" filter="box(out)">
                                      <p:cBhvr>
                                        <p:cTn id="7" dur="500"/>
                                        <p:tgtEl>
                                          <p:spTgt spid="17103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1016"/>
                                        </p:tgtEl>
                                        <p:attrNameLst>
                                          <p:attrName>style.visibility</p:attrName>
                                        </p:attrNameLst>
                                      </p:cBhvr>
                                      <p:to>
                                        <p:strVal val="visible"/>
                                      </p:to>
                                    </p:set>
                                    <p:anim calcmode="lin" valueType="num">
                                      <p:cBhvr additive="base">
                                        <p:cTn id="12" dur="500" fill="hold"/>
                                        <p:tgtEl>
                                          <p:spTgt spid="171016"/>
                                        </p:tgtEl>
                                        <p:attrNameLst>
                                          <p:attrName>ppt_x</p:attrName>
                                        </p:attrNameLst>
                                      </p:cBhvr>
                                      <p:tavLst>
                                        <p:tav tm="0">
                                          <p:val>
                                            <p:strVal val="0-#ppt_w/2"/>
                                          </p:val>
                                        </p:tav>
                                        <p:tav tm="100000">
                                          <p:val>
                                            <p:strVal val="#ppt_x"/>
                                          </p:val>
                                        </p:tav>
                                      </p:tavLst>
                                    </p:anim>
                                    <p:anim calcmode="lin" valueType="num">
                                      <p:cBhvr additive="base">
                                        <p:cTn id="13" dur="500" fill="hold"/>
                                        <p:tgtEl>
                                          <p:spTgt spid="17101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71036"/>
                                        </p:tgtEl>
                                        <p:attrNameLst>
                                          <p:attrName>style.visibility</p:attrName>
                                        </p:attrNameLst>
                                      </p:cBhvr>
                                      <p:to>
                                        <p:strVal val="visible"/>
                                      </p:to>
                                    </p:set>
                                    <p:animEffect transition="in" filter="box(out)">
                                      <p:cBhvr>
                                        <p:cTn id="18" dur="500"/>
                                        <p:tgtEl>
                                          <p:spTgt spid="17103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71033"/>
                                        </p:tgtEl>
                                        <p:attrNameLst>
                                          <p:attrName>style.visibility</p:attrName>
                                        </p:attrNameLst>
                                      </p:cBhvr>
                                      <p:to>
                                        <p:strVal val="visible"/>
                                      </p:to>
                                    </p:set>
                                    <p:animEffect transition="in" filter="box(out)">
                                      <p:cBhvr>
                                        <p:cTn id="23" dur="500"/>
                                        <p:tgtEl>
                                          <p:spTgt spid="171033"/>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71037"/>
                                        </p:tgtEl>
                                        <p:attrNameLst>
                                          <p:attrName>style.visibility</p:attrName>
                                        </p:attrNameLst>
                                      </p:cBhvr>
                                      <p:to>
                                        <p:strVal val="visible"/>
                                      </p:to>
                                    </p:set>
                                    <p:animEffect transition="in" filter="box(out)">
                                      <p:cBhvr>
                                        <p:cTn id="28" dur="500"/>
                                        <p:tgtEl>
                                          <p:spTgt spid="17103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71032"/>
                                        </p:tgtEl>
                                        <p:attrNameLst>
                                          <p:attrName>style.visibility</p:attrName>
                                        </p:attrNameLst>
                                      </p:cBhvr>
                                      <p:to>
                                        <p:strVal val="visible"/>
                                      </p:to>
                                    </p:set>
                                    <p:animEffect transition="in" filter="box(out)">
                                      <p:cBhvr>
                                        <p:cTn id="33" dur="500"/>
                                        <p:tgtEl>
                                          <p:spTgt spid="171032"/>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71015">
                                            <p:txEl>
                                              <p:charRg st="0" end="26"/>
                                            </p:txEl>
                                          </p:spTgt>
                                        </p:tgtEl>
                                        <p:attrNameLst>
                                          <p:attrName>style.visibility</p:attrName>
                                        </p:attrNameLst>
                                      </p:cBhvr>
                                      <p:to>
                                        <p:strVal val="visible"/>
                                      </p:to>
                                    </p:set>
                                    <p:animEffect transition="in" filter="box(out)">
                                      <p:cBhvr>
                                        <p:cTn id="38" dur="500"/>
                                        <p:tgtEl>
                                          <p:spTgt spid="171015">
                                            <p:txEl>
                                              <p:charRg st="0" end="2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71015">
                                            <p:txEl>
                                              <p:charRg st="26" end="37"/>
                                            </p:txEl>
                                          </p:spTgt>
                                        </p:tgtEl>
                                        <p:attrNameLst>
                                          <p:attrName>style.visibility</p:attrName>
                                        </p:attrNameLst>
                                      </p:cBhvr>
                                      <p:to>
                                        <p:strVal val="visible"/>
                                      </p:to>
                                    </p:set>
                                    <p:animEffect transition="in" filter="box(out)">
                                      <p:cBhvr>
                                        <p:cTn id="43" dur="500"/>
                                        <p:tgtEl>
                                          <p:spTgt spid="171015">
                                            <p:txEl>
                                              <p:charRg st="26" end="37"/>
                                            </p:txEl>
                                          </p:spTgt>
                                        </p:tgtEl>
                                      </p:cBhvr>
                                    </p:animEffect>
                                  </p:childTnLst>
                                </p:cTn>
                              </p:par>
                              <p:par>
                                <p:cTn id="44" presetID="4" presetClass="entr" presetSubtype="32" fill="hold" grpId="0" nodeType="withEffect">
                                  <p:stCondLst>
                                    <p:cond delay="0"/>
                                  </p:stCondLst>
                                  <p:childTnLst>
                                    <p:set>
                                      <p:cBhvr>
                                        <p:cTn id="45" dur="1" fill="hold">
                                          <p:stCondLst>
                                            <p:cond delay="0"/>
                                          </p:stCondLst>
                                        </p:cTn>
                                        <p:tgtEl>
                                          <p:spTgt spid="171015">
                                            <p:txEl>
                                              <p:charRg st="37" end="49"/>
                                            </p:txEl>
                                          </p:spTgt>
                                        </p:tgtEl>
                                        <p:attrNameLst>
                                          <p:attrName>style.visibility</p:attrName>
                                        </p:attrNameLst>
                                      </p:cBhvr>
                                      <p:to>
                                        <p:strVal val="visible"/>
                                      </p:to>
                                    </p:set>
                                    <p:animEffect transition="in" filter="box(out)">
                                      <p:cBhvr>
                                        <p:cTn id="46" dur="500"/>
                                        <p:tgtEl>
                                          <p:spTgt spid="171015">
                                            <p:txEl>
                                              <p:charRg st="37" end="49"/>
                                            </p:txEl>
                                          </p:spTgt>
                                        </p:tgtEl>
                                      </p:cBhvr>
                                    </p:animEffect>
                                  </p:childTnLst>
                                </p:cTn>
                              </p:par>
                              <p:par>
                                <p:cTn id="47" presetID="4" presetClass="entr" presetSubtype="32" fill="hold" grpId="0" nodeType="withEffect">
                                  <p:stCondLst>
                                    <p:cond delay="0"/>
                                  </p:stCondLst>
                                  <p:childTnLst>
                                    <p:set>
                                      <p:cBhvr>
                                        <p:cTn id="48" dur="1" fill="hold">
                                          <p:stCondLst>
                                            <p:cond delay="0"/>
                                          </p:stCondLst>
                                        </p:cTn>
                                        <p:tgtEl>
                                          <p:spTgt spid="171015">
                                            <p:txEl>
                                              <p:charRg st="49" end="59"/>
                                            </p:txEl>
                                          </p:spTgt>
                                        </p:tgtEl>
                                        <p:attrNameLst>
                                          <p:attrName>style.visibility</p:attrName>
                                        </p:attrNameLst>
                                      </p:cBhvr>
                                      <p:to>
                                        <p:strVal val="visible"/>
                                      </p:to>
                                    </p:set>
                                    <p:animEffect transition="in" filter="box(out)">
                                      <p:cBhvr>
                                        <p:cTn id="49" dur="500"/>
                                        <p:tgtEl>
                                          <p:spTgt spid="171015">
                                            <p:txEl>
                                              <p:charRg st="49" end="5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 fill="hold">
                                          <p:stCondLst>
                                            <p:cond delay="0"/>
                                          </p:stCondLst>
                                        </p:cTn>
                                        <p:tgtEl>
                                          <p:spTgt spid="171031"/>
                                        </p:tgtEl>
                                        <p:attrNameLst>
                                          <p:attrName>style.visibility</p:attrName>
                                        </p:attrNameLst>
                                      </p:cBhvr>
                                      <p:to>
                                        <p:strVal val="visible"/>
                                      </p:to>
                                    </p:set>
                                    <p:animEffect transition="in" filter="box(out)">
                                      <p:cBhvr>
                                        <p:cTn id="54" dur="500"/>
                                        <p:tgtEl>
                                          <p:spTgt spid="171031"/>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171038"/>
                                        </p:tgtEl>
                                        <p:attrNameLst>
                                          <p:attrName>style.visibility</p:attrName>
                                        </p:attrNameLst>
                                      </p:cBhvr>
                                      <p:to>
                                        <p:strVal val="visible"/>
                                      </p:to>
                                    </p:set>
                                    <p:animEffect transition="in" filter="box(out)">
                                      <p:cBhvr>
                                        <p:cTn id="59" dur="500"/>
                                        <p:tgtEl>
                                          <p:spTgt spid="171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5" grpId="0" build="p"/>
      <p:bldP spid="171016" grpId="0"/>
      <p:bldP spid="171031" grpId="0"/>
      <p:bldP spid="171032" grpId="0" animBg="1"/>
      <p:bldP spid="1710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4175" name="Group 47"/>
          <p:cNvGrpSpPr/>
          <p:nvPr/>
        </p:nvGrpSpPr>
        <p:grpSpPr>
          <a:xfrm>
            <a:off x="1524000" y="1219200"/>
            <a:ext cx="7010400" cy="609600"/>
            <a:chOff x="960" y="768"/>
            <a:chExt cx="4416" cy="384"/>
          </a:xfrm>
        </p:grpSpPr>
        <p:sp>
          <p:nvSpPr>
            <p:cNvPr id="34836" name="Rectangle 2"/>
            <p:cNvSpPr/>
            <p:nvPr/>
          </p:nvSpPr>
          <p:spPr>
            <a:xfrm>
              <a:off x="1776" y="81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4837" name="Line 3"/>
            <p:cNvSpPr/>
            <p:nvPr/>
          </p:nvSpPr>
          <p:spPr>
            <a:xfrm>
              <a:off x="2112" y="816"/>
              <a:ext cx="0" cy="336"/>
            </a:xfrm>
            <a:prstGeom prst="line">
              <a:avLst/>
            </a:prstGeom>
            <a:ln w="9525" cap="flat" cmpd="sng">
              <a:solidFill>
                <a:schemeClr val="accent2"/>
              </a:solidFill>
              <a:prstDash val="solid"/>
              <a:headEnd type="none" w="med" len="med"/>
              <a:tailEnd type="none" w="med" len="med"/>
            </a:ln>
          </p:spPr>
        </p:sp>
        <p:sp>
          <p:nvSpPr>
            <p:cNvPr id="34838" name="Line 4"/>
            <p:cNvSpPr/>
            <p:nvPr/>
          </p:nvSpPr>
          <p:spPr>
            <a:xfrm>
              <a:off x="1488" y="960"/>
              <a:ext cx="288" cy="0"/>
            </a:xfrm>
            <a:prstGeom prst="line">
              <a:avLst/>
            </a:prstGeom>
            <a:ln w="38100" cap="flat" cmpd="sng">
              <a:solidFill>
                <a:schemeClr val="accent2"/>
              </a:solidFill>
              <a:prstDash val="solid"/>
              <a:headEnd type="none" w="med" len="med"/>
              <a:tailEnd type="triangle" w="sm" len="med"/>
            </a:ln>
          </p:spPr>
        </p:sp>
        <p:sp>
          <p:nvSpPr>
            <p:cNvPr id="34839" name="Rectangle 5"/>
            <p:cNvSpPr/>
            <p:nvPr/>
          </p:nvSpPr>
          <p:spPr>
            <a:xfrm>
              <a:off x="2544" y="81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4840" name="Line 6"/>
            <p:cNvSpPr/>
            <p:nvPr/>
          </p:nvSpPr>
          <p:spPr>
            <a:xfrm>
              <a:off x="2880" y="816"/>
              <a:ext cx="0" cy="336"/>
            </a:xfrm>
            <a:prstGeom prst="line">
              <a:avLst/>
            </a:prstGeom>
            <a:ln w="9525" cap="flat" cmpd="sng">
              <a:solidFill>
                <a:schemeClr val="accent2"/>
              </a:solidFill>
              <a:prstDash val="solid"/>
              <a:headEnd type="none" w="med" len="med"/>
              <a:tailEnd type="none" w="med" len="med"/>
            </a:ln>
          </p:spPr>
        </p:sp>
        <p:sp>
          <p:nvSpPr>
            <p:cNvPr id="34841" name="Line 7"/>
            <p:cNvSpPr/>
            <p:nvPr/>
          </p:nvSpPr>
          <p:spPr>
            <a:xfrm>
              <a:off x="2256" y="960"/>
              <a:ext cx="288" cy="0"/>
            </a:xfrm>
            <a:prstGeom prst="line">
              <a:avLst/>
            </a:prstGeom>
            <a:ln w="38100" cap="flat" cmpd="sng">
              <a:solidFill>
                <a:schemeClr val="accent2"/>
              </a:solidFill>
              <a:prstDash val="solid"/>
              <a:headEnd type="none" w="med" len="med"/>
              <a:tailEnd type="triangle" w="sm" len="med"/>
            </a:ln>
          </p:spPr>
        </p:sp>
        <p:sp>
          <p:nvSpPr>
            <p:cNvPr id="34842" name="Rectangle 8"/>
            <p:cNvSpPr/>
            <p:nvPr/>
          </p:nvSpPr>
          <p:spPr>
            <a:xfrm>
              <a:off x="3312" y="81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4843" name="Line 9"/>
            <p:cNvSpPr/>
            <p:nvPr/>
          </p:nvSpPr>
          <p:spPr>
            <a:xfrm>
              <a:off x="3648" y="816"/>
              <a:ext cx="0" cy="336"/>
            </a:xfrm>
            <a:prstGeom prst="line">
              <a:avLst/>
            </a:prstGeom>
            <a:ln w="9525" cap="flat" cmpd="sng">
              <a:solidFill>
                <a:schemeClr val="accent2"/>
              </a:solidFill>
              <a:prstDash val="solid"/>
              <a:headEnd type="none" w="med" len="med"/>
              <a:tailEnd type="none" w="med" len="med"/>
            </a:ln>
          </p:spPr>
        </p:sp>
        <p:sp>
          <p:nvSpPr>
            <p:cNvPr id="34844" name="Line 10"/>
            <p:cNvSpPr/>
            <p:nvPr/>
          </p:nvSpPr>
          <p:spPr>
            <a:xfrm>
              <a:off x="3024" y="960"/>
              <a:ext cx="288" cy="0"/>
            </a:xfrm>
            <a:prstGeom prst="line">
              <a:avLst/>
            </a:prstGeom>
            <a:ln w="38100" cap="flat" cmpd="sng">
              <a:solidFill>
                <a:schemeClr val="accent2"/>
              </a:solidFill>
              <a:prstDash val="solid"/>
              <a:headEnd type="none" w="med" len="med"/>
              <a:tailEnd type="triangle" w="sm" len="med"/>
            </a:ln>
          </p:spPr>
        </p:sp>
        <p:sp>
          <p:nvSpPr>
            <p:cNvPr id="34845" name="Rectangle 11"/>
            <p:cNvSpPr/>
            <p:nvPr/>
          </p:nvSpPr>
          <p:spPr>
            <a:xfrm>
              <a:off x="4080" y="81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4846" name="Line 12"/>
            <p:cNvSpPr/>
            <p:nvPr/>
          </p:nvSpPr>
          <p:spPr>
            <a:xfrm>
              <a:off x="4416" y="816"/>
              <a:ext cx="0" cy="336"/>
            </a:xfrm>
            <a:prstGeom prst="line">
              <a:avLst/>
            </a:prstGeom>
            <a:ln w="9525" cap="flat" cmpd="sng">
              <a:solidFill>
                <a:schemeClr val="accent2"/>
              </a:solidFill>
              <a:prstDash val="solid"/>
              <a:headEnd type="none" w="med" len="med"/>
              <a:tailEnd type="none" w="med" len="med"/>
            </a:ln>
          </p:spPr>
        </p:sp>
        <p:sp>
          <p:nvSpPr>
            <p:cNvPr id="34847" name="Line 13"/>
            <p:cNvSpPr/>
            <p:nvPr/>
          </p:nvSpPr>
          <p:spPr>
            <a:xfrm>
              <a:off x="3792" y="960"/>
              <a:ext cx="288" cy="0"/>
            </a:xfrm>
            <a:prstGeom prst="line">
              <a:avLst/>
            </a:prstGeom>
            <a:ln w="38100" cap="flat" cmpd="sng">
              <a:solidFill>
                <a:schemeClr val="accent2"/>
              </a:solidFill>
              <a:prstDash val="solid"/>
              <a:headEnd type="none" w="med" len="med"/>
              <a:tailEnd type="triangle" w="sm" len="med"/>
            </a:ln>
          </p:spPr>
        </p:sp>
        <p:sp>
          <p:nvSpPr>
            <p:cNvPr id="34848" name="Rectangle 14"/>
            <p:cNvSpPr/>
            <p:nvPr/>
          </p:nvSpPr>
          <p:spPr>
            <a:xfrm>
              <a:off x="4848" y="816"/>
              <a:ext cx="528" cy="336"/>
            </a:xfrm>
            <a:prstGeom prst="rect">
              <a:avLst/>
            </a:prstGeom>
            <a:solidFill>
              <a:srgbClr val="FFFFCC"/>
            </a:solidFill>
            <a:ln w="9525" cap="flat" cmpd="sng">
              <a:solidFill>
                <a:schemeClr val="accent2"/>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4849" name="Line 15"/>
            <p:cNvSpPr/>
            <p:nvPr/>
          </p:nvSpPr>
          <p:spPr>
            <a:xfrm>
              <a:off x="5184" y="816"/>
              <a:ext cx="1" cy="336"/>
            </a:xfrm>
            <a:prstGeom prst="line">
              <a:avLst/>
            </a:prstGeom>
            <a:ln w="9525" cap="flat" cmpd="sng">
              <a:solidFill>
                <a:schemeClr val="accent2"/>
              </a:solidFill>
              <a:prstDash val="solid"/>
              <a:headEnd type="none" w="med" len="med"/>
              <a:tailEnd type="none" w="med" len="med"/>
            </a:ln>
          </p:spPr>
        </p:sp>
        <p:sp>
          <p:nvSpPr>
            <p:cNvPr id="34850" name="Line 16"/>
            <p:cNvSpPr/>
            <p:nvPr/>
          </p:nvSpPr>
          <p:spPr>
            <a:xfrm>
              <a:off x="4512" y="960"/>
              <a:ext cx="314" cy="1"/>
            </a:xfrm>
            <a:prstGeom prst="line">
              <a:avLst/>
            </a:prstGeom>
            <a:ln w="38100" cap="flat" cmpd="sng">
              <a:solidFill>
                <a:schemeClr val="accent2"/>
              </a:solidFill>
              <a:prstDash val="solid"/>
              <a:headEnd type="none" w="med" len="med"/>
              <a:tailEnd type="triangle" w="sm" len="med"/>
            </a:ln>
          </p:spPr>
        </p:sp>
        <p:sp>
          <p:nvSpPr>
            <p:cNvPr id="34851" name="Text Box 18"/>
            <p:cNvSpPr txBox="1"/>
            <p:nvPr/>
          </p:nvSpPr>
          <p:spPr>
            <a:xfrm>
              <a:off x="2544" y="76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1</a:t>
              </a:r>
              <a:endParaRPr lang="en-US" altLang="zh-CN" sz="2400" b="1" dirty="0"/>
            </a:p>
          </p:txBody>
        </p:sp>
        <p:sp>
          <p:nvSpPr>
            <p:cNvPr id="34852" name="Text Box 19"/>
            <p:cNvSpPr txBox="1"/>
            <p:nvPr/>
          </p:nvSpPr>
          <p:spPr>
            <a:xfrm>
              <a:off x="3312" y="76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2</a:t>
              </a:r>
              <a:endParaRPr lang="en-US" altLang="zh-CN" sz="2400" b="1" dirty="0"/>
            </a:p>
          </p:txBody>
        </p:sp>
        <p:sp>
          <p:nvSpPr>
            <p:cNvPr id="34853" name="Text Box 20"/>
            <p:cNvSpPr txBox="1"/>
            <p:nvPr/>
          </p:nvSpPr>
          <p:spPr>
            <a:xfrm>
              <a:off x="4080" y="76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3</a:t>
              </a:r>
              <a:endParaRPr lang="en-US" altLang="zh-CN" sz="2400" b="1" dirty="0"/>
            </a:p>
          </p:txBody>
        </p:sp>
        <p:sp>
          <p:nvSpPr>
            <p:cNvPr id="34854" name="Text Box 21"/>
            <p:cNvSpPr txBox="1"/>
            <p:nvPr/>
          </p:nvSpPr>
          <p:spPr>
            <a:xfrm>
              <a:off x="4848" y="768"/>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rgbClr val="FF5050"/>
                  </a:solidFill>
                </a:rPr>
                <a:t>a</a:t>
              </a:r>
              <a:r>
                <a:rPr lang="en-US" altLang="zh-CN" b="1" baseline="-25000" dirty="0">
                  <a:solidFill>
                    <a:srgbClr val="FF5050"/>
                  </a:solidFill>
                </a:rPr>
                <a:t>4</a:t>
              </a:r>
              <a:endParaRPr lang="en-US" altLang="zh-CN" sz="2400" b="1" dirty="0"/>
            </a:p>
          </p:txBody>
        </p:sp>
        <p:sp>
          <p:nvSpPr>
            <p:cNvPr id="34855" name="Text Box 22"/>
            <p:cNvSpPr txBox="1"/>
            <p:nvPr/>
          </p:nvSpPr>
          <p:spPr>
            <a:xfrm>
              <a:off x="5136" y="816"/>
              <a:ext cx="23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solidFill>
                    <a:schemeClr val="accent2"/>
                  </a:solidFill>
                  <a:sym typeface="Symbol" panose="05050102010706020507" pitchFamily="18" charset="2"/>
                </a:rPr>
                <a:t></a:t>
              </a:r>
              <a:endParaRPr lang="en-US" altLang="zh-CN" sz="2400" b="1" dirty="0"/>
            </a:p>
          </p:txBody>
        </p:sp>
        <p:sp>
          <p:nvSpPr>
            <p:cNvPr id="34856" name="Text Box 27"/>
            <p:cNvSpPr txBox="1"/>
            <p:nvPr/>
          </p:nvSpPr>
          <p:spPr>
            <a:xfrm>
              <a:off x="960" y="768"/>
              <a:ext cx="4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chemeClr val="tx2"/>
                  </a:solidFill>
                </a:rPr>
                <a:t>    L</a:t>
              </a:r>
              <a:endParaRPr lang="en-US" altLang="zh-CN" sz="2800" b="1" dirty="0">
                <a:solidFill>
                  <a:schemeClr val="tx2"/>
                </a:solidFill>
              </a:endParaRPr>
            </a:p>
          </p:txBody>
        </p:sp>
      </p:grpSp>
      <p:sp>
        <p:nvSpPr>
          <p:cNvPr id="304158" name="AutoShape 30"/>
          <p:cNvSpPr/>
          <p:nvPr/>
        </p:nvSpPr>
        <p:spPr>
          <a:xfrm>
            <a:off x="5410200" y="2819400"/>
            <a:ext cx="1752600" cy="609600"/>
          </a:xfrm>
          <a:prstGeom prst="wedgeEllipseCallout">
            <a:avLst>
              <a:gd name="adj1" fmla="val -63769"/>
              <a:gd name="adj2" fmla="val 782"/>
            </a:avLst>
          </a:prstGeom>
          <a:noFill/>
          <a:ln w="9525" cap="flat" cmpd="sng">
            <a:solidFill>
              <a:srgbClr val="CC00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zh-CN" sz="2800" b="1" dirty="0">
                <a:solidFill>
                  <a:schemeClr val="tx2"/>
                </a:solidFill>
                <a:ea typeface="隶书" panose="02010509060101010101" pitchFamily="49" charset="-122"/>
              </a:rPr>
              <a:t>活动指针</a:t>
            </a:r>
            <a:endParaRPr lang="zh-CN" altLang="en-US" sz="2800" b="1" dirty="0">
              <a:solidFill>
                <a:schemeClr val="tx2"/>
              </a:solidFill>
              <a:ea typeface="隶书" panose="02010509060101010101" pitchFamily="49" charset="-122"/>
            </a:endParaRPr>
          </a:p>
        </p:txBody>
      </p:sp>
      <p:sp>
        <p:nvSpPr>
          <p:cNvPr id="34820" name="Text Box 31"/>
          <p:cNvSpPr txBox="1"/>
          <p:nvPr/>
        </p:nvSpPr>
        <p:spPr>
          <a:xfrm>
            <a:off x="828675" y="288925"/>
            <a:ext cx="3067050" cy="584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CC0066"/>
                </a:solidFill>
              </a:rPr>
              <a:t>链表的遍历操作</a:t>
            </a:r>
            <a:endParaRPr lang="zh-CN" altLang="en-US" b="1" dirty="0">
              <a:solidFill>
                <a:srgbClr val="CC0066"/>
              </a:solidFill>
            </a:endParaRPr>
          </a:p>
        </p:txBody>
      </p:sp>
      <p:sp>
        <p:nvSpPr>
          <p:cNvPr id="304160" name="Line 32"/>
          <p:cNvSpPr/>
          <p:nvPr/>
        </p:nvSpPr>
        <p:spPr>
          <a:xfrm flipH="1" flipV="1">
            <a:off x="4419600" y="1905000"/>
            <a:ext cx="228600" cy="990600"/>
          </a:xfrm>
          <a:prstGeom prst="line">
            <a:avLst/>
          </a:prstGeom>
          <a:ln w="38100" cap="flat" cmpd="sng">
            <a:solidFill>
              <a:srgbClr val="CC0000"/>
            </a:solidFill>
            <a:prstDash val="solid"/>
            <a:headEnd type="none" w="med" len="med"/>
            <a:tailEnd type="triangle" w="med" len="med"/>
          </a:ln>
        </p:spPr>
      </p:sp>
      <p:sp>
        <p:nvSpPr>
          <p:cNvPr id="304161" name="Text Box 33"/>
          <p:cNvSpPr txBox="1"/>
          <p:nvPr/>
        </p:nvSpPr>
        <p:spPr>
          <a:xfrm>
            <a:off x="1143000" y="3886200"/>
            <a:ext cx="56578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p=L-&gt;next;  </a:t>
            </a:r>
            <a:r>
              <a:rPr lang="en-US" altLang="zh-CN" b="1" dirty="0">
                <a:solidFill>
                  <a:srgbClr val="CC00CC"/>
                </a:solidFill>
              </a:rPr>
              <a:t>//p</a:t>
            </a:r>
            <a:r>
              <a:rPr lang="zh-CN" altLang="en-US" b="1" dirty="0">
                <a:solidFill>
                  <a:srgbClr val="CC00CC"/>
                </a:solidFill>
              </a:rPr>
              <a:t>指向第一个结点</a:t>
            </a:r>
            <a:endParaRPr lang="zh-CN" altLang="en-US" b="1" dirty="0"/>
          </a:p>
        </p:txBody>
      </p:sp>
      <p:sp>
        <p:nvSpPr>
          <p:cNvPr id="304162" name="Line 34"/>
          <p:cNvSpPr/>
          <p:nvPr/>
        </p:nvSpPr>
        <p:spPr>
          <a:xfrm flipV="1">
            <a:off x="4953000" y="2286000"/>
            <a:ext cx="304800" cy="609600"/>
          </a:xfrm>
          <a:prstGeom prst="line">
            <a:avLst/>
          </a:prstGeom>
          <a:ln w="38100" cap="flat" cmpd="sng">
            <a:solidFill>
              <a:schemeClr val="tx2"/>
            </a:solidFill>
            <a:prstDash val="sysDot"/>
            <a:headEnd type="none" w="med" len="med"/>
            <a:tailEnd type="none" w="med" len="med"/>
          </a:ln>
        </p:spPr>
      </p:sp>
      <p:sp>
        <p:nvSpPr>
          <p:cNvPr id="304163" name="Line 35"/>
          <p:cNvSpPr/>
          <p:nvPr/>
        </p:nvSpPr>
        <p:spPr>
          <a:xfrm flipV="1">
            <a:off x="5257800" y="1905000"/>
            <a:ext cx="152400" cy="381000"/>
          </a:xfrm>
          <a:prstGeom prst="line">
            <a:avLst/>
          </a:prstGeom>
          <a:ln w="38100" cap="flat" cmpd="sng">
            <a:solidFill>
              <a:srgbClr val="CC0000"/>
            </a:solidFill>
            <a:prstDash val="solid"/>
            <a:headEnd type="none" w="med" len="med"/>
            <a:tailEnd type="triangle" w="med" len="med"/>
          </a:ln>
        </p:spPr>
      </p:sp>
      <p:sp>
        <p:nvSpPr>
          <p:cNvPr id="304164" name="Text Box 36"/>
          <p:cNvSpPr txBox="1"/>
          <p:nvPr/>
        </p:nvSpPr>
        <p:spPr>
          <a:xfrm>
            <a:off x="1143000" y="4724400"/>
            <a:ext cx="561181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t>p=p-&gt;next;  </a:t>
            </a:r>
            <a:r>
              <a:rPr lang="en-US" altLang="zh-CN" b="1" dirty="0">
                <a:solidFill>
                  <a:srgbClr val="CC00CC"/>
                </a:solidFill>
              </a:rPr>
              <a:t>//p</a:t>
            </a:r>
            <a:r>
              <a:rPr lang="zh-CN" altLang="en-US" b="1" dirty="0">
                <a:solidFill>
                  <a:srgbClr val="CC00CC"/>
                </a:solidFill>
              </a:rPr>
              <a:t>指向下一个结点</a:t>
            </a:r>
            <a:endParaRPr lang="zh-CN" altLang="en-US" b="1" dirty="0"/>
          </a:p>
        </p:txBody>
      </p:sp>
      <p:sp>
        <p:nvSpPr>
          <p:cNvPr id="304167" name="Text Box 39"/>
          <p:cNvSpPr txBox="1"/>
          <p:nvPr/>
        </p:nvSpPr>
        <p:spPr>
          <a:xfrm>
            <a:off x="1143000" y="5638800"/>
            <a:ext cx="30384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t>直到 </a:t>
            </a:r>
            <a:r>
              <a:rPr lang="en-US" altLang="zh-CN" b="1" dirty="0"/>
              <a:t>p== </a:t>
            </a:r>
            <a:r>
              <a:rPr lang="en-US" altLang="zh-CN" sz="2400" b="1" dirty="0">
                <a:solidFill>
                  <a:schemeClr val="accent2"/>
                </a:solidFill>
                <a:sym typeface="Symbol" panose="05050102010706020507" pitchFamily="18" charset="2"/>
              </a:rPr>
              <a:t>  </a:t>
            </a:r>
            <a:r>
              <a:rPr lang="zh-CN" altLang="en-US" b="1" dirty="0"/>
              <a:t>结束</a:t>
            </a:r>
            <a:endParaRPr lang="zh-CN" altLang="en-US" b="1" dirty="0"/>
          </a:p>
        </p:txBody>
      </p:sp>
      <p:sp>
        <p:nvSpPr>
          <p:cNvPr id="304168" name="Rectangle 40"/>
          <p:cNvSpPr/>
          <p:nvPr/>
        </p:nvSpPr>
        <p:spPr>
          <a:xfrm>
            <a:off x="4038600" y="1905000"/>
            <a:ext cx="1524000" cy="121920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grpSp>
        <p:nvGrpSpPr>
          <p:cNvPr id="304176" name="Group 48"/>
          <p:cNvGrpSpPr/>
          <p:nvPr/>
        </p:nvGrpSpPr>
        <p:grpSpPr>
          <a:xfrm>
            <a:off x="4267200" y="2743200"/>
            <a:ext cx="914400" cy="747713"/>
            <a:chOff x="2688" y="1728"/>
            <a:chExt cx="576" cy="471"/>
          </a:xfrm>
        </p:grpSpPr>
        <p:sp>
          <p:nvSpPr>
            <p:cNvPr id="34833" name="Rectangle 28"/>
            <p:cNvSpPr/>
            <p:nvPr/>
          </p:nvSpPr>
          <p:spPr>
            <a:xfrm>
              <a:off x="2688" y="1728"/>
              <a:ext cx="576" cy="192"/>
            </a:xfrm>
            <a:prstGeom prst="rect">
              <a:avLst/>
            </a:prstGeom>
            <a:noFill/>
            <a:ln w="28575" cap="flat" cmpd="sng">
              <a:solidFill>
                <a:srgbClr val="0000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4834" name="Text Box 29"/>
            <p:cNvSpPr txBox="1"/>
            <p:nvPr/>
          </p:nvSpPr>
          <p:spPr>
            <a:xfrm>
              <a:off x="2832" y="1872"/>
              <a:ext cx="2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chemeClr val="tx2"/>
                  </a:solidFill>
                </a:rPr>
                <a:t>P</a:t>
              </a:r>
              <a:endParaRPr lang="en-US" altLang="zh-CN" sz="2800" b="1" dirty="0">
                <a:solidFill>
                  <a:schemeClr val="tx2"/>
                </a:solidFill>
              </a:endParaRPr>
            </a:p>
          </p:txBody>
        </p:sp>
        <p:sp>
          <p:nvSpPr>
            <p:cNvPr id="34835" name="Rectangle 41"/>
            <p:cNvSpPr/>
            <p:nvPr/>
          </p:nvSpPr>
          <p:spPr>
            <a:xfrm>
              <a:off x="2688" y="1728"/>
              <a:ext cx="576" cy="192"/>
            </a:xfrm>
            <a:prstGeom prst="rect">
              <a:avLst/>
            </a:prstGeom>
            <a:noFill/>
            <a:ln w="28575" cap="flat" cmpd="sng">
              <a:solidFill>
                <a:srgbClr val="0000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grpSp>
      <p:sp>
        <p:nvSpPr>
          <p:cNvPr id="304170" name="Line 42"/>
          <p:cNvSpPr/>
          <p:nvPr/>
        </p:nvSpPr>
        <p:spPr>
          <a:xfrm flipV="1">
            <a:off x="4876800" y="1905000"/>
            <a:ext cx="685800" cy="990600"/>
          </a:xfrm>
          <a:prstGeom prst="line">
            <a:avLst/>
          </a:prstGeom>
          <a:ln w="38100" cap="flat" cmpd="sng">
            <a:solidFill>
              <a:schemeClr val="tx2"/>
            </a:solidFill>
            <a:prstDash val="solid"/>
            <a:headEnd type="none" w="med" len="med"/>
            <a:tailEnd type="triangle" w="med" len="med"/>
          </a:ln>
        </p:spPr>
      </p:sp>
      <p:sp>
        <p:nvSpPr>
          <p:cNvPr id="304171" name="Line 43"/>
          <p:cNvSpPr/>
          <p:nvPr/>
        </p:nvSpPr>
        <p:spPr>
          <a:xfrm flipV="1">
            <a:off x="4876800" y="1905000"/>
            <a:ext cx="1828800" cy="990600"/>
          </a:xfrm>
          <a:prstGeom prst="line">
            <a:avLst/>
          </a:prstGeom>
          <a:ln w="38100" cap="flat" cmpd="sng">
            <a:solidFill>
              <a:schemeClr val="tx2"/>
            </a:solidFill>
            <a:prstDash val="solid"/>
            <a:headEnd type="none" w="med" len="med"/>
            <a:tailEnd type="triangle" w="med" len="med"/>
          </a:ln>
        </p:spPr>
      </p:sp>
      <p:sp>
        <p:nvSpPr>
          <p:cNvPr id="304172" name="Line 44"/>
          <p:cNvSpPr/>
          <p:nvPr/>
        </p:nvSpPr>
        <p:spPr>
          <a:xfrm flipV="1">
            <a:off x="4724400" y="1905000"/>
            <a:ext cx="3200400" cy="990600"/>
          </a:xfrm>
          <a:prstGeom prst="line">
            <a:avLst/>
          </a:prstGeom>
          <a:ln w="38100" cap="flat" cmpd="sng">
            <a:solidFill>
              <a:schemeClr val="tx2"/>
            </a:solidFill>
            <a:prstDash val="solid"/>
            <a:headEnd type="none" w="med" len="med"/>
            <a:tailEnd type="triangle" w="med" len="med"/>
          </a:ln>
        </p:spPr>
      </p:sp>
      <p:sp>
        <p:nvSpPr>
          <p:cNvPr id="304174" name="Text Box 46"/>
          <p:cNvSpPr txBox="1"/>
          <p:nvPr/>
        </p:nvSpPr>
        <p:spPr>
          <a:xfrm>
            <a:off x="4495800" y="2590800"/>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solidFill>
                  <a:schemeClr val="accent2"/>
                </a:solidFill>
                <a:sym typeface="Symbol" panose="05050102010706020507" pitchFamily="18" charset="2"/>
              </a:rPr>
              <a:t></a:t>
            </a:r>
            <a:endParaRPr lang="en-US" altLang="zh-CN" sz="2400" b="1" dirty="0">
              <a:solidFill>
                <a:schemeClr val="accent2"/>
              </a:solidFill>
              <a:sym typeface="Symbol" panose="05050102010706020507" pitchFamily="18" charset="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04175"/>
                                        </p:tgtEl>
                                        <p:attrNameLst>
                                          <p:attrName>style.visibility</p:attrName>
                                        </p:attrNameLst>
                                      </p:cBhvr>
                                      <p:to>
                                        <p:strVal val="visible"/>
                                      </p:to>
                                    </p:set>
                                    <p:animEffect transition="in" filter="box(out)">
                                      <p:cBhvr>
                                        <p:cTn id="7" dur="500"/>
                                        <p:tgtEl>
                                          <p:spTgt spid="30417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04176"/>
                                        </p:tgtEl>
                                        <p:attrNameLst>
                                          <p:attrName>style.visibility</p:attrName>
                                        </p:attrNameLst>
                                      </p:cBhvr>
                                      <p:to>
                                        <p:strVal val="visible"/>
                                      </p:to>
                                    </p:set>
                                    <p:animEffect transition="in" filter="box(out)">
                                      <p:cBhvr>
                                        <p:cTn id="12" dur="500"/>
                                        <p:tgtEl>
                                          <p:spTgt spid="30417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041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3041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041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304162"/>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499"/>
                                          </p:stCondLst>
                                        </p:cTn>
                                        <p:tgtEl>
                                          <p:spTgt spid="30416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304164"/>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nodeType="afterEffect">
                                  <p:stCondLst>
                                    <p:cond delay="0"/>
                                  </p:stCondLst>
                                  <p:childTnLst>
                                    <p:set>
                                      <p:cBhvr>
                                        <p:cTn id="38" dur="1" fill="hold">
                                          <p:stCondLst>
                                            <p:cond delay="499"/>
                                          </p:stCondLst>
                                        </p:cTn>
                                        <p:tgtEl>
                                          <p:spTgt spid="304168"/>
                                        </p:tgtEl>
                                        <p:attrNameLst>
                                          <p:attrName>style.visibility</p:attrName>
                                        </p:attrNameLst>
                                      </p:cBhvr>
                                      <p:to>
                                        <p:strVal val="visible"/>
                                      </p:to>
                                    </p:set>
                                  </p:childTnLst>
                                </p:cTn>
                              </p:par>
                            </p:childTnLst>
                          </p:cTn>
                        </p:par>
                        <p:par>
                          <p:cTn id="39" fill="hold">
                            <p:stCondLst>
                              <p:cond delay="1000"/>
                            </p:stCondLst>
                            <p:childTnLst>
                              <p:par>
                                <p:cTn id="40" presetID="1" presetClass="entr" presetSubtype="0" fill="hold" nodeType="afterEffect">
                                  <p:stCondLst>
                                    <p:cond delay="0"/>
                                  </p:stCondLst>
                                  <p:childTnLst>
                                    <p:set>
                                      <p:cBhvr>
                                        <p:cTn id="41" dur="1" fill="hold">
                                          <p:stCondLst>
                                            <p:cond delay="499"/>
                                          </p:stCondLst>
                                        </p:cTn>
                                        <p:tgtEl>
                                          <p:spTgt spid="304170"/>
                                        </p:tgtEl>
                                        <p:attrNameLst>
                                          <p:attrName>style.visibility</p:attrName>
                                        </p:attrNameLst>
                                      </p:cBhvr>
                                      <p:to>
                                        <p:strVal val="visible"/>
                                      </p:to>
                                    </p:set>
                                  </p:childTnLst>
                                  <p:subTnLst>
                                    <p:set>
                                      <p:cBhvr override="childStyle">
                                        <p:cTn dur="1" fill="hold" display="0" masterRel="nextClick" afterEffect="1"/>
                                        <p:tgtEl>
                                          <p:spTgt spid="30417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304171"/>
                                        </p:tgtEl>
                                        <p:attrNameLst>
                                          <p:attrName>style.visibility</p:attrName>
                                        </p:attrNameLst>
                                      </p:cBhvr>
                                      <p:to>
                                        <p:strVal val="visible"/>
                                      </p:to>
                                    </p:set>
                                  </p:childTnLst>
                                  <p:subTnLst>
                                    <p:set>
                                      <p:cBhvr override="childStyle">
                                        <p:cTn dur="1" fill="hold" display="0" masterRel="nextClick" afterEffect="1"/>
                                        <p:tgtEl>
                                          <p:spTgt spid="304171"/>
                                        </p:tgtEl>
                                        <p:attrNameLst>
                                          <p:attrName>style.visibility</p:attrName>
                                        </p:attrNameLst>
                                      </p:cBhvr>
                                      <p:to>
                                        <p:strVal val="hidden"/>
                                      </p:to>
                                    </p:set>
                                  </p:sub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499"/>
                                          </p:stCondLst>
                                        </p:cTn>
                                        <p:tgtEl>
                                          <p:spTgt spid="304172"/>
                                        </p:tgtEl>
                                        <p:attrNameLst>
                                          <p:attrName>style.visibility</p:attrName>
                                        </p:attrNameLst>
                                      </p:cBhvr>
                                      <p:to>
                                        <p:strVal val="visible"/>
                                      </p:to>
                                    </p:set>
                                  </p:childTnLst>
                                  <p:subTnLst>
                                    <p:set>
                                      <p:cBhvr override="childStyle">
                                        <p:cTn dur="1" fill="hold" display="0" masterRel="nextClick" afterEffect="1"/>
                                        <p:tgtEl>
                                          <p:spTgt spid="304172"/>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30417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304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58" grpId="0" animBg="1"/>
      <p:bldP spid="304161" grpId="0"/>
      <p:bldP spid="304164" grpId="0"/>
      <p:bldP spid="304167" grpId="0"/>
      <p:bldP spid="30417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2"/>
          <p:cNvSpPr txBox="1"/>
          <p:nvPr/>
        </p:nvSpPr>
        <p:spPr>
          <a:xfrm>
            <a:off x="381000" y="2133600"/>
            <a:ext cx="8027988" cy="3540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rgbClr val="0000CC"/>
                </a:solidFill>
                <a:latin typeface="隶书" panose="02010509060101010101" pitchFamily="49" charset="-122"/>
                <a:ea typeface="隶书" panose="02010509060101010101" pitchFamily="49" charset="-122"/>
              </a:rPr>
              <a:t>p=L-&gt;next;   //p</a:t>
            </a:r>
            <a:r>
              <a:rPr lang="zh-CN" altLang="zh-CN" b="1" dirty="0">
                <a:solidFill>
                  <a:srgbClr val="0000CC"/>
                </a:solidFill>
                <a:latin typeface="隶书" panose="02010509060101010101" pitchFamily="49" charset="-122"/>
                <a:ea typeface="隶书" panose="02010509060101010101" pitchFamily="49" charset="-122"/>
              </a:rPr>
              <a:t>指向第一个结点</a:t>
            </a:r>
            <a:endParaRPr lang="zh-CN" altLang="en-US" b="1" dirty="0">
              <a:solidFill>
                <a:srgbClr val="0000CC"/>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b="1" dirty="0">
                <a:solidFill>
                  <a:srgbClr val="0000CC"/>
                </a:solidFill>
                <a:latin typeface="隶书" panose="02010509060101010101" pitchFamily="49" charset="-122"/>
                <a:ea typeface="隶书" panose="02010509060101010101" pitchFamily="49" charset="-122"/>
              </a:rPr>
              <a:t>while(p!=NULL)   //</a:t>
            </a:r>
            <a:r>
              <a:rPr lang="zh-CN" altLang="en-US" b="1" dirty="0">
                <a:solidFill>
                  <a:srgbClr val="0000CC"/>
                </a:solidFill>
                <a:latin typeface="隶书" panose="02010509060101010101" pitchFamily="49" charset="-122"/>
                <a:ea typeface="隶书" panose="02010509060101010101" pitchFamily="49" charset="-122"/>
              </a:rPr>
              <a:t>当存在这个结点</a:t>
            </a:r>
            <a:endParaRPr lang="zh-CN" altLang="en-US" b="1" dirty="0">
              <a:solidFill>
                <a:srgbClr val="0000CC"/>
              </a:solidFill>
              <a:latin typeface="隶书" panose="02010509060101010101" pitchFamily="49" charset="-122"/>
              <a:ea typeface="隶书" panose="02010509060101010101" pitchFamily="49" charset="-122"/>
            </a:endParaRPr>
          </a:p>
          <a:p>
            <a:pPr marL="0" lvl="0" indent="0" eaLnBrk="1" hangingPunct="1">
              <a:spcBef>
                <a:spcPct val="0"/>
              </a:spcBef>
              <a:buNone/>
            </a:pPr>
            <a:r>
              <a:rPr lang="zh-CN" altLang="en-US" b="1" dirty="0">
                <a:solidFill>
                  <a:srgbClr val="0000CC"/>
                </a:solidFill>
                <a:latin typeface="隶书" panose="02010509060101010101" pitchFamily="49" charset="-122"/>
                <a:ea typeface="隶书" panose="02010509060101010101" pitchFamily="49" charset="-122"/>
              </a:rPr>
              <a:t>   </a:t>
            </a:r>
            <a:r>
              <a:rPr lang="en-US" altLang="zh-CN" b="1" dirty="0">
                <a:solidFill>
                  <a:srgbClr val="0000CC"/>
                </a:solidFill>
                <a:latin typeface="隶书" panose="02010509060101010101" pitchFamily="49" charset="-122"/>
                <a:ea typeface="隶书" panose="02010509060101010101" pitchFamily="49" charset="-122"/>
              </a:rPr>
              <a:t>{   </a:t>
            </a:r>
            <a:endParaRPr lang="en-US" altLang="zh-CN" b="1" dirty="0">
              <a:solidFill>
                <a:srgbClr val="0000CC"/>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b="1" dirty="0">
                <a:solidFill>
                  <a:srgbClr val="0000CC"/>
                </a:solidFill>
                <a:latin typeface="隶书" panose="02010509060101010101" pitchFamily="49" charset="-122"/>
                <a:ea typeface="隶书" panose="02010509060101010101" pitchFamily="49" charset="-122"/>
              </a:rPr>
              <a:t>     </a:t>
            </a:r>
            <a:r>
              <a:rPr lang="zh-CN" altLang="en-US" b="1" dirty="0">
                <a:solidFill>
                  <a:srgbClr val="0000CC"/>
                </a:solidFill>
                <a:latin typeface="隶书" panose="02010509060101010101" pitchFamily="49" charset="-122"/>
                <a:ea typeface="隶书" panose="02010509060101010101" pitchFamily="49" charset="-122"/>
              </a:rPr>
              <a:t>对</a:t>
            </a:r>
            <a:r>
              <a:rPr lang="en-US" altLang="zh-CN" b="1" dirty="0">
                <a:solidFill>
                  <a:srgbClr val="0000CC"/>
                </a:solidFill>
                <a:latin typeface="隶书" panose="02010509060101010101" pitchFamily="49" charset="-122"/>
                <a:ea typeface="隶书" panose="02010509060101010101" pitchFamily="49" charset="-122"/>
              </a:rPr>
              <a:t>p-&gt;data</a:t>
            </a:r>
            <a:r>
              <a:rPr lang="zh-CN" altLang="en-US" b="1" dirty="0">
                <a:solidFill>
                  <a:srgbClr val="0000CC"/>
                </a:solidFill>
                <a:latin typeface="隶书" panose="02010509060101010101" pitchFamily="49" charset="-122"/>
                <a:ea typeface="隶书" panose="02010509060101010101" pitchFamily="49" charset="-122"/>
              </a:rPr>
              <a:t>进行操作</a:t>
            </a:r>
            <a:endParaRPr lang="en-US" altLang="zh-CN" b="1" dirty="0">
              <a:solidFill>
                <a:srgbClr val="0000CC"/>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b="1" dirty="0">
                <a:solidFill>
                  <a:srgbClr val="0000CC"/>
                </a:solidFill>
                <a:latin typeface="隶书" panose="02010509060101010101" pitchFamily="49" charset="-122"/>
                <a:ea typeface="隶书" panose="02010509060101010101" pitchFamily="49" charset="-122"/>
              </a:rPr>
              <a:t>     p=p-&gt;next;  //</a:t>
            </a:r>
            <a:r>
              <a:rPr lang="zh-CN" altLang="en-US" b="1" dirty="0">
                <a:solidFill>
                  <a:srgbClr val="0000CC"/>
                </a:solidFill>
                <a:latin typeface="隶书" panose="02010509060101010101" pitchFamily="49" charset="-122"/>
                <a:ea typeface="隶书" panose="02010509060101010101" pitchFamily="49" charset="-122"/>
              </a:rPr>
              <a:t>移动</a:t>
            </a:r>
            <a:r>
              <a:rPr lang="en-US" altLang="zh-CN" b="1" dirty="0">
                <a:solidFill>
                  <a:srgbClr val="0000CC"/>
                </a:solidFill>
                <a:latin typeface="隶书" panose="02010509060101010101" pitchFamily="49" charset="-122"/>
                <a:ea typeface="隶书" panose="02010509060101010101" pitchFamily="49" charset="-122"/>
              </a:rPr>
              <a:t>p</a:t>
            </a:r>
            <a:r>
              <a:rPr lang="zh-CN" altLang="en-US" b="1" dirty="0">
                <a:solidFill>
                  <a:srgbClr val="0000CC"/>
                </a:solidFill>
                <a:latin typeface="隶书" panose="02010509060101010101" pitchFamily="49" charset="-122"/>
                <a:ea typeface="隶书" panose="02010509060101010101" pitchFamily="49" charset="-122"/>
              </a:rPr>
              <a:t>指向下一个结点</a:t>
            </a:r>
            <a:endParaRPr lang="zh-CN" altLang="en-US" b="1" dirty="0">
              <a:solidFill>
                <a:srgbClr val="0000CC"/>
              </a:solidFill>
              <a:latin typeface="隶书" panose="02010509060101010101" pitchFamily="49" charset="-122"/>
              <a:ea typeface="隶书" panose="02010509060101010101" pitchFamily="49" charset="-122"/>
            </a:endParaRPr>
          </a:p>
          <a:p>
            <a:pPr marL="0" lvl="0" indent="0" eaLnBrk="1" hangingPunct="1">
              <a:spcBef>
                <a:spcPct val="0"/>
              </a:spcBef>
              <a:buNone/>
            </a:pPr>
            <a:r>
              <a:rPr lang="zh-CN" altLang="en-US" b="1" dirty="0">
                <a:solidFill>
                  <a:srgbClr val="0000CC"/>
                </a:solidFill>
                <a:latin typeface="隶书" panose="02010509060101010101" pitchFamily="49" charset="-122"/>
                <a:ea typeface="隶书" panose="02010509060101010101" pitchFamily="49" charset="-122"/>
              </a:rPr>
              <a:t>   </a:t>
            </a:r>
            <a:r>
              <a:rPr lang="en-US" altLang="zh-CN" b="1" dirty="0">
                <a:solidFill>
                  <a:srgbClr val="0000CC"/>
                </a:solidFill>
                <a:latin typeface="隶书" panose="02010509060101010101" pitchFamily="49" charset="-122"/>
                <a:ea typeface="隶书" panose="02010509060101010101" pitchFamily="49" charset="-122"/>
              </a:rPr>
              <a:t>}</a:t>
            </a:r>
            <a:endParaRPr lang="en-US" altLang="zh-CN" b="1" dirty="0">
              <a:solidFill>
                <a:srgbClr val="0000CC"/>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b="1" dirty="0">
                <a:solidFill>
                  <a:srgbClr val="0000CC"/>
                </a:solidFill>
                <a:latin typeface="隶书" panose="02010509060101010101" pitchFamily="49" charset="-122"/>
                <a:ea typeface="隶书" panose="02010509060101010101" pitchFamily="49" charset="-122"/>
              </a:rPr>
              <a:t>    </a:t>
            </a:r>
            <a:endParaRPr lang="en-US" altLang="zh-CN" b="1" dirty="0">
              <a:solidFill>
                <a:srgbClr val="0000CC"/>
              </a:solidFill>
              <a:latin typeface="隶书" panose="02010509060101010101" pitchFamily="49" charset="-122"/>
              <a:ea typeface="隶书" panose="02010509060101010101" pitchFamily="49" charset="-122"/>
            </a:endParaRPr>
          </a:p>
        </p:txBody>
      </p:sp>
      <p:sp>
        <p:nvSpPr>
          <p:cNvPr id="35843" name="Text Box 4"/>
          <p:cNvSpPr txBox="1"/>
          <p:nvPr/>
        </p:nvSpPr>
        <p:spPr>
          <a:xfrm>
            <a:off x="685800" y="862013"/>
            <a:ext cx="3068638" cy="584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FF0066"/>
                </a:solidFill>
              </a:rPr>
              <a:t>链表的遍历操作</a:t>
            </a:r>
            <a:endParaRPr lang="zh-CN" altLang="en-US" b="1" dirty="0">
              <a:solidFill>
                <a:srgbClr val="FF0066"/>
              </a:solidFill>
            </a:endParaRPr>
          </a:p>
        </p:txBody>
      </p:sp>
    </p:spTree>
  </p:cSld>
  <p:clrMapOvr>
    <a:masterClrMapping/>
  </p:clrMapOvr>
  <p:transition>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84404" name="Group 84"/>
          <p:cNvGrpSpPr/>
          <p:nvPr/>
        </p:nvGrpSpPr>
        <p:grpSpPr>
          <a:xfrm>
            <a:off x="4267200" y="1828800"/>
            <a:ext cx="409575" cy="655638"/>
            <a:chOff x="2688" y="1152"/>
            <a:chExt cx="258" cy="413"/>
          </a:xfrm>
        </p:grpSpPr>
        <p:sp>
          <p:nvSpPr>
            <p:cNvPr id="36947" name="Line 15"/>
            <p:cNvSpPr/>
            <p:nvPr/>
          </p:nvSpPr>
          <p:spPr>
            <a:xfrm flipV="1">
              <a:off x="2688" y="1152"/>
              <a:ext cx="0" cy="288"/>
            </a:xfrm>
            <a:prstGeom prst="line">
              <a:avLst/>
            </a:prstGeom>
            <a:ln w="38100" cap="flat" cmpd="sng">
              <a:solidFill>
                <a:srgbClr val="009900"/>
              </a:solidFill>
              <a:prstDash val="solid"/>
              <a:headEnd type="none" w="med" len="med"/>
              <a:tailEnd type="triangle" w="sm" len="lg"/>
            </a:ln>
          </p:spPr>
        </p:sp>
        <p:sp>
          <p:nvSpPr>
            <p:cNvPr id="36948" name="Text Box 16"/>
            <p:cNvSpPr txBox="1"/>
            <p:nvPr/>
          </p:nvSpPr>
          <p:spPr>
            <a:xfrm>
              <a:off x="2688" y="1200"/>
              <a:ext cx="25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9900"/>
                  </a:solidFill>
                </a:rPr>
                <a:t>p</a:t>
              </a:r>
              <a:endParaRPr lang="en-US" altLang="zh-CN" sz="2400" dirty="0"/>
            </a:p>
          </p:txBody>
        </p:sp>
      </p:grpSp>
      <p:grpSp>
        <p:nvGrpSpPr>
          <p:cNvPr id="184400" name="Group 80"/>
          <p:cNvGrpSpPr/>
          <p:nvPr/>
        </p:nvGrpSpPr>
        <p:grpSpPr>
          <a:xfrm>
            <a:off x="1323975" y="1219200"/>
            <a:ext cx="6296025" cy="609600"/>
            <a:chOff x="834" y="768"/>
            <a:chExt cx="3966" cy="384"/>
          </a:xfrm>
        </p:grpSpPr>
        <p:sp>
          <p:nvSpPr>
            <p:cNvPr id="36931" name="Rectangle 2"/>
            <p:cNvSpPr/>
            <p:nvPr/>
          </p:nvSpPr>
          <p:spPr>
            <a:xfrm>
              <a:off x="1680" y="816"/>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32" name="Line 3"/>
            <p:cNvSpPr/>
            <p:nvPr/>
          </p:nvSpPr>
          <p:spPr>
            <a:xfrm>
              <a:off x="2112" y="960"/>
              <a:ext cx="432" cy="0"/>
            </a:xfrm>
            <a:prstGeom prst="line">
              <a:avLst/>
            </a:prstGeom>
            <a:ln w="38100" cap="flat" cmpd="sng">
              <a:solidFill>
                <a:schemeClr val="tx2"/>
              </a:solidFill>
              <a:prstDash val="solid"/>
              <a:headEnd type="none" w="med" len="med"/>
              <a:tailEnd type="triangle" w="sm" len="lg"/>
            </a:ln>
          </p:spPr>
        </p:sp>
        <p:sp>
          <p:nvSpPr>
            <p:cNvPr id="36933" name="Line 4"/>
            <p:cNvSpPr/>
            <p:nvPr/>
          </p:nvSpPr>
          <p:spPr>
            <a:xfrm>
              <a:off x="2016" y="816"/>
              <a:ext cx="0" cy="336"/>
            </a:xfrm>
            <a:prstGeom prst="line">
              <a:avLst/>
            </a:prstGeom>
            <a:ln w="19050" cap="flat" cmpd="sng">
              <a:solidFill>
                <a:schemeClr val="tx2"/>
              </a:solidFill>
              <a:prstDash val="solid"/>
              <a:headEnd type="none" w="med" len="med"/>
              <a:tailEnd type="none" w="sm" len="med"/>
            </a:ln>
          </p:spPr>
        </p:sp>
        <p:sp>
          <p:nvSpPr>
            <p:cNvPr id="36934" name="Rectangle 5"/>
            <p:cNvSpPr/>
            <p:nvPr/>
          </p:nvSpPr>
          <p:spPr>
            <a:xfrm>
              <a:off x="2544" y="816"/>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35" name="Line 6"/>
            <p:cNvSpPr/>
            <p:nvPr/>
          </p:nvSpPr>
          <p:spPr>
            <a:xfrm>
              <a:off x="2976" y="960"/>
              <a:ext cx="432" cy="0"/>
            </a:xfrm>
            <a:prstGeom prst="line">
              <a:avLst/>
            </a:prstGeom>
            <a:ln w="38100" cap="flat" cmpd="sng">
              <a:solidFill>
                <a:schemeClr val="tx2"/>
              </a:solidFill>
              <a:prstDash val="solid"/>
              <a:headEnd type="none" w="med" len="med"/>
              <a:tailEnd type="triangle" w="sm" len="lg"/>
            </a:ln>
          </p:spPr>
        </p:sp>
        <p:sp>
          <p:nvSpPr>
            <p:cNvPr id="36936" name="Line 7"/>
            <p:cNvSpPr/>
            <p:nvPr/>
          </p:nvSpPr>
          <p:spPr>
            <a:xfrm>
              <a:off x="2880" y="816"/>
              <a:ext cx="0" cy="336"/>
            </a:xfrm>
            <a:prstGeom prst="line">
              <a:avLst/>
            </a:prstGeom>
            <a:ln w="19050" cap="flat" cmpd="sng">
              <a:solidFill>
                <a:schemeClr val="tx2"/>
              </a:solidFill>
              <a:prstDash val="solid"/>
              <a:headEnd type="none" w="med" len="med"/>
              <a:tailEnd type="none" w="sm" len="med"/>
            </a:ln>
          </p:spPr>
        </p:sp>
        <p:sp>
          <p:nvSpPr>
            <p:cNvPr id="36937" name="Rectangle 8"/>
            <p:cNvSpPr/>
            <p:nvPr/>
          </p:nvSpPr>
          <p:spPr>
            <a:xfrm>
              <a:off x="3408" y="816"/>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38" name="Line 9"/>
            <p:cNvSpPr/>
            <p:nvPr/>
          </p:nvSpPr>
          <p:spPr>
            <a:xfrm>
              <a:off x="3840" y="960"/>
              <a:ext cx="432" cy="0"/>
            </a:xfrm>
            <a:prstGeom prst="line">
              <a:avLst/>
            </a:prstGeom>
            <a:ln w="38100" cap="flat" cmpd="sng">
              <a:solidFill>
                <a:schemeClr val="tx2"/>
              </a:solidFill>
              <a:prstDash val="solid"/>
              <a:headEnd type="none" w="med" len="med"/>
              <a:tailEnd type="triangle" w="sm" len="lg"/>
            </a:ln>
          </p:spPr>
        </p:sp>
        <p:sp>
          <p:nvSpPr>
            <p:cNvPr id="36939" name="Line 10"/>
            <p:cNvSpPr/>
            <p:nvPr/>
          </p:nvSpPr>
          <p:spPr>
            <a:xfrm>
              <a:off x="3744" y="816"/>
              <a:ext cx="0" cy="336"/>
            </a:xfrm>
            <a:prstGeom prst="line">
              <a:avLst/>
            </a:prstGeom>
            <a:ln w="19050" cap="flat" cmpd="sng">
              <a:solidFill>
                <a:schemeClr val="tx2"/>
              </a:solidFill>
              <a:prstDash val="solid"/>
              <a:headEnd type="none" w="med" len="med"/>
              <a:tailEnd type="none" w="sm" len="med"/>
            </a:ln>
          </p:spPr>
        </p:sp>
        <p:sp>
          <p:nvSpPr>
            <p:cNvPr id="36940" name="Rectangle 11"/>
            <p:cNvSpPr/>
            <p:nvPr/>
          </p:nvSpPr>
          <p:spPr>
            <a:xfrm>
              <a:off x="4272" y="816"/>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41" name="Line 12"/>
            <p:cNvSpPr/>
            <p:nvPr/>
          </p:nvSpPr>
          <p:spPr>
            <a:xfrm>
              <a:off x="4608" y="816"/>
              <a:ext cx="0" cy="336"/>
            </a:xfrm>
            <a:prstGeom prst="line">
              <a:avLst/>
            </a:prstGeom>
            <a:ln w="19050" cap="flat" cmpd="sng">
              <a:solidFill>
                <a:schemeClr val="tx2"/>
              </a:solidFill>
              <a:prstDash val="solid"/>
              <a:headEnd type="none" w="med" len="med"/>
              <a:tailEnd type="none" w="sm" len="med"/>
            </a:ln>
          </p:spPr>
        </p:sp>
        <p:sp>
          <p:nvSpPr>
            <p:cNvPr id="36942" name="Line 13"/>
            <p:cNvSpPr/>
            <p:nvPr/>
          </p:nvSpPr>
          <p:spPr>
            <a:xfrm>
              <a:off x="1392" y="960"/>
              <a:ext cx="288" cy="0"/>
            </a:xfrm>
            <a:prstGeom prst="line">
              <a:avLst/>
            </a:prstGeom>
            <a:ln w="38100" cap="flat" cmpd="sng">
              <a:solidFill>
                <a:schemeClr val="tx2"/>
              </a:solidFill>
              <a:prstDash val="solid"/>
              <a:headEnd type="none" w="med" len="med"/>
              <a:tailEnd type="triangle" w="sm" len="lg"/>
            </a:ln>
          </p:spPr>
        </p:sp>
        <p:sp>
          <p:nvSpPr>
            <p:cNvPr id="36943" name="Text Box 14"/>
            <p:cNvSpPr txBox="1"/>
            <p:nvPr/>
          </p:nvSpPr>
          <p:spPr>
            <a:xfrm>
              <a:off x="834" y="768"/>
              <a:ext cx="543"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rPr>
                <a:t>    L</a:t>
              </a:r>
              <a:endParaRPr lang="en-US" altLang="zh-CN" sz="2400" dirty="0"/>
            </a:p>
          </p:txBody>
        </p:sp>
        <p:sp>
          <p:nvSpPr>
            <p:cNvPr id="36944" name="Text Box 17"/>
            <p:cNvSpPr txBox="1"/>
            <p:nvPr/>
          </p:nvSpPr>
          <p:spPr>
            <a:xfrm>
              <a:off x="2544" y="768"/>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1</a:t>
              </a:r>
              <a:endParaRPr lang="en-US" altLang="zh-CN" sz="2400" dirty="0"/>
            </a:p>
          </p:txBody>
        </p:sp>
        <p:sp>
          <p:nvSpPr>
            <p:cNvPr id="36945" name="Text Box 18"/>
            <p:cNvSpPr txBox="1"/>
            <p:nvPr/>
          </p:nvSpPr>
          <p:spPr>
            <a:xfrm>
              <a:off x="3416" y="768"/>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2</a:t>
              </a:r>
              <a:endParaRPr lang="en-US" altLang="zh-CN" sz="2400" dirty="0"/>
            </a:p>
          </p:txBody>
        </p:sp>
        <p:sp>
          <p:nvSpPr>
            <p:cNvPr id="36946" name="Text Box 19"/>
            <p:cNvSpPr txBox="1"/>
            <p:nvPr/>
          </p:nvSpPr>
          <p:spPr>
            <a:xfrm>
              <a:off x="4272" y="768"/>
              <a:ext cx="5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3  </a:t>
              </a:r>
              <a:r>
                <a:rPr lang="en-US" altLang="zh-CN" sz="2400" b="1" dirty="0">
                  <a:solidFill>
                    <a:schemeClr val="accent2"/>
                  </a:solidFill>
                  <a:sym typeface="Symbol" panose="05050102010706020507" pitchFamily="18" charset="2"/>
                </a:rPr>
                <a:t></a:t>
              </a:r>
              <a:endParaRPr lang="en-US" altLang="zh-CN" sz="2400" b="1" dirty="0">
                <a:solidFill>
                  <a:schemeClr val="accent2"/>
                </a:solidFill>
                <a:sym typeface="Symbol" panose="05050102010706020507" pitchFamily="18" charset="2"/>
              </a:endParaRPr>
            </a:p>
          </p:txBody>
        </p:sp>
      </p:grpSp>
      <p:sp>
        <p:nvSpPr>
          <p:cNvPr id="184340" name="Text Box 20"/>
          <p:cNvSpPr txBox="1"/>
          <p:nvPr/>
        </p:nvSpPr>
        <p:spPr>
          <a:xfrm>
            <a:off x="3140075" y="1935163"/>
            <a:ext cx="946150" cy="57943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00FF"/>
                </a:solidFill>
              </a:rPr>
              <a:t>n= 1</a:t>
            </a:r>
            <a:endParaRPr lang="en-US" altLang="zh-CN" sz="2400" dirty="0"/>
          </a:p>
        </p:txBody>
      </p:sp>
      <p:grpSp>
        <p:nvGrpSpPr>
          <p:cNvPr id="184405" name="Group 85"/>
          <p:cNvGrpSpPr/>
          <p:nvPr/>
        </p:nvGrpSpPr>
        <p:grpSpPr>
          <a:xfrm>
            <a:off x="5651500" y="3124200"/>
            <a:ext cx="409575" cy="655638"/>
            <a:chOff x="3560" y="1968"/>
            <a:chExt cx="258" cy="413"/>
          </a:xfrm>
        </p:grpSpPr>
        <p:sp>
          <p:nvSpPr>
            <p:cNvPr id="36929" name="Line 34"/>
            <p:cNvSpPr/>
            <p:nvPr/>
          </p:nvSpPr>
          <p:spPr>
            <a:xfrm flipV="1">
              <a:off x="3560" y="1968"/>
              <a:ext cx="0" cy="288"/>
            </a:xfrm>
            <a:prstGeom prst="line">
              <a:avLst/>
            </a:prstGeom>
            <a:ln w="38100" cap="flat" cmpd="sng">
              <a:solidFill>
                <a:srgbClr val="009900"/>
              </a:solidFill>
              <a:prstDash val="solid"/>
              <a:headEnd type="none" w="med" len="med"/>
              <a:tailEnd type="triangle" w="sm" len="lg"/>
            </a:ln>
          </p:spPr>
        </p:sp>
        <p:sp>
          <p:nvSpPr>
            <p:cNvPr id="36930" name="Text Box 35"/>
            <p:cNvSpPr txBox="1"/>
            <p:nvPr/>
          </p:nvSpPr>
          <p:spPr>
            <a:xfrm>
              <a:off x="3560" y="2016"/>
              <a:ext cx="25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9900"/>
                  </a:solidFill>
                </a:rPr>
                <a:t>p</a:t>
              </a:r>
              <a:endParaRPr lang="en-US" altLang="zh-CN" sz="2400" dirty="0"/>
            </a:p>
          </p:txBody>
        </p:sp>
      </p:grpSp>
      <p:grpSp>
        <p:nvGrpSpPr>
          <p:cNvPr id="184401" name="Group 81"/>
          <p:cNvGrpSpPr/>
          <p:nvPr/>
        </p:nvGrpSpPr>
        <p:grpSpPr>
          <a:xfrm>
            <a:off x="1316038" y="2514600"/>
            <a:ext cx="6313487" cy="655638"/>
            <a:chOff x="829" y="1584"/>
            <a:chExt cx="3977" cy="413"/>
          </a:xfrm>
        </p:grpSpPr>
        <p:sp>
          <p:nvSpPr>
            <p:cNvPr id="36913" name="Rectangle 21"/>
            <p:cNvSpPr/>
            <p:nvPr/>
          </p:nvSpPr>
          <p:spPr>
            <a:xfrm>
              <a:off x="1675" y="1632"/>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14" name="Line 22"/>
            <p:cNvSpPr/>
            <p:nvPr/>
          </p:nvSpPr>
          <p:spPr>
            <a:xfrm>
              <a:off x="2107" y="1776"/>
              <a:ext cx="432" cy="0"/>
            </a:xfrm>
            <a:prstGeom prst="line">
              <a:avLst/>
            </a:prstGeom>
            <a:ln w="38100" cap="flat" cmpd="sng">
              <a:solidFill>
                <a:schemeClr val="tx2"/>
              </a:solidFill>
              <a:prstDash val="solid"/>
              <a:headEnd type="none" w="med" len="med"/>
              <a:tailEnd type="triangle" w="sm" len="lg"/>
            </a:ln>
          </p:spPr>
        </p:sp>
        <p:sp>
          <p:nvSpPr>
            <p:cNvPr id="36915" name="Line 23"/>
            <p:cNvSpPr/>
            <p:nvPr/>
          </p:nvSpPr>
          <p:spPr>
            <a:xfrm>
              <a:off x="2011" y="1632"/>
              <a:ext cx="0" cy="336"/>
            </a:xfrm>
            <a:prstGeom prst="line">
              <a:avLst/>
            </a:prstGeom>
            <a:ln w="19050" cap="flat" cmpd="sng">
              <a:solidFill>
                <a:schemeClr val="tx2"/>
              </a:solidFill>
              <a:prstDash val="solid"/>
              <a:headEnd type="none" w="med" len="med"/>
              <a:tailEnd type="none" w="sm" len="med"/>
            </a:ln>
          </p:spPr>
        </p:sp>
        <p:sp>
          <p:nvSpPr>
            <p:cNvPr id="36916" name="Rectangle 24"/>
            <p:cNvSpPr/>
            <p:nvPr/>
          </p:nvSpPr>
          <p:spPr>
            <a:xfrm>
              <a:off x="2539" y="1632"/>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17" name="Line 25"/>
            <p:cNvSpPr/>
            <p:nvPr/>
          </p:nvSpPr>
          <p:spPr>
            <a:xfrm>
              <a:off x="2971" y="1776"/>
              <a:ext cx="432" cy="0"/>
            </a:xfrm>
            <a:prstGeom prst="line">
              <a:avLst/>
            </a:prstGeom>
            <a:ln w="38100" cap="flat" cmpd="sng">
              <a:solidFill>
                <a:schemeClr val="tx2"/>
              </a:solidFill>
              <a:prstDash val="solid"/>
              <a:headEnd type="none" w="med" len="med"/>
              <a:tailEnd type="triangle" w="sm" len="lg"/>
            </a:ln>
          </p:spPr>
        </p:sp>
        <p:sp>
          <p:nvSpPr>
            <p:cNvPr id="36918" name="Line 26"/>
            <p:cNvSpPr/>
            <p:nvPr/>
          </p:nvSpPr>
          <p:spPr>
            <a:xfrm>
              <a:off x="2875" y="1632"/>
              <a:ext cx="0" cy="336"/>
            </a:xfrm>
            <a:prstGeom prst="line">
              <a:avLst/>
            </a:prstGeom>
            <a:ln w="19050" cap="flat" cmpd="sng">
              <a:solidFill>
                <a:schemeClr val="tx2"/>
              </a:solidFill>
              <a:prstDash val="solid"/>
              <a:headEnd type="none" w="med" len="med"/>
              <a:tailEnd type="none" w="sm" len="med"/>
            </a:ln>
          </p:spPr>
        </p:sp>
        <p:sp>
          <p:nvSpPr>
            <p:cNvPr id="36919" name="Rectangle 27"/>
            <p:cNvSpPr/>
            <p:nvPr/>
          </p:nvSpPr>
          <p:spPr>
            <a:xfrm>
              <a:off x="3403" y="1632"/>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20" name="Line 28"/>
            <p:cNvSpPr/>
            <p:nvPr/>
          </p:nvSpPr>
          <p:spPr>
            <a:xfrm>
              <a:off x="3835" y="1776"/>
              <a:ext cx="432" cy="0"/>
            </a:xfrm>
            <a:prstGeom prst="line">
              <a:avLst/>
            </a:prstGeom>
            <a:ln w="38100" cap="flat" cmpd="sng">
              <a:solidFill>
                <a:schemeClr val="tx2"/>
              </a:solidFill>
              <a:prstDash val="solid"/>
              <a:headEnd type="none" w="med" len="med"/>
              <a:tailEnd type="triangle" w="sm" len="lg"/>
            </a:ln>
          </p:spPr>
        </p:sp>
        <p:sp>
          <p:nvSpPr>
            <p:cNvPr id="36921" name="Line 29"/>
            <p:cNvSpPr/>
            <p:nvPr/>
          </p:nvSpPr>
          <p:spPr>
            <a:xfrm>
              <a:off x="3739" y="1632"/>
              <a:ext cx="0" cy="336"/>
            </a:xfrm>
            <a:prstGeom prst="line">
              <a:avLst/>
            </a:prstGeom>
            <a:ln w="19050" cap="flat" cmpd="sng">
              <a:solidFill>
                <a:schemeClr val="tx2"/>
              </a:solidFill>
              <a:prstDash val="solid"/>
              <a:headEnd type="none" w="med" len="med"/>
              <a:tailEnd type="none" w="sm" len="med"/>
            </a:ln>
          </p:spPr>
        </p:sp>
        <p:sp>
          <p:nvSpPr>
            <p:cNvPr id="36922" name="Rectangle 30"/>
            <p:cNvSpPr/>
            <p:nvPr/>
          </p:nvSpPr>
          <p:spPr>
            <a:xfrm>
              <a:off x="4267" y="1632"/>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23" name="Line 31"/>
            <p:cNvSpPr/>
            <p:nvPr/>
          </p:nvSpPr>
          <p:spPr>
            <a:xfrm>
              <a:off x="4603" y="1632"/>
              <a:ext cx="0" cy="336"/>
            </a:xfrm>
            <a:prstGeom prst="line">
              <a:avLst/>
            </a:prstGeom>
            <a:ln w="19050" cap="flat" cmpd="sng">
              <a:solidFill>
                <a:schemeClr val="tx2"/>
              </a:solidFill>
              <a:prstDash val="solid"/>
              <a:headEnd type="none" w="med" len="med"/>
              <a:tailEnd type="none" w="sm" len="med"/>
            </a:ln>
          </p:spPr>
        </p:sp>
        <p:sp>
          <p:nvSpPr>
            <p:cNvPr id="36924" name="Line 32"/>
            <p:cNvSpPr/>
            <p:nvPr/>
          </p:nvSpPr>
          <p:spPr>
            <a:xfrm>
              <a:off x="1387" y="1776"/>
              <a:ext cx="288" cy="0"/>
            </a:xfrm>
            <a:prstGeom prst="line">
              <a:avLst/>
            </a:prstGeom>
            <a:ln w="38100" cap="flat" cmpd="sng">
              <a:solidFill>
                <a:schemeClr val="tx2"/>
              </a:solidFill>
              <a:prstDash val="solid"/>
              <a:headEnd type="none" w="med" len="med"/>
              <a:tailEnd type="triangle" w="sm" len="lg"/>
            </a:ln>
          </p:spPr>
        </p:sp>
        <p:sp>
          <p:nvSpPr>
            <p:cNvPr id="36925" name="Text Box 33"/>
            <p:cNvSpPr txBox="1"/>
            <p:nvPr/>
          </p:nvSpPr>
          <p:spPr>
            <a:xfrm>
              <a:off x="829" y="1584"/>
              <a:ext cx="543"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rPr>
                <a:t>    L</a:t>
              </a:r>
              <a:endParaRPr lang="en-US" altLang="zh-CN" sz="2400" dirty="0"/>
            </a:p>
          </p:txBody>
        </p:sp>
        <p:sp>
          <p:nvSpPr>
            <p:cNvPr id="36926" name="Text Box 36"/>
            <p:cNvSpPr txBox="1"/>
            <p:nvPr/>
          </p:nvSpPr>
          <p:spPr>
            <a:xfrm>
              <a:off x="2539" y="1584"/>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1</a:t>
              </a:r>
              <a:endParaRPr lang="en-US" altLang="zh-CN" sz="2400" dirty="0"/>
            </a:p>
          </p:txBody>
        </p:sp>
        <p:sp>
          <p:nvSpPr>
            <p:cNvPr id="36927" name="Text Box 37"/>
            <p:cNvSpPr txBox="1"/>
            <p:nvPr/>
          </p:nvSpPr>
          <p:spPr>
            <a:xfrm>
              <a:off x="3411" y="1584"/>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2</a:t>
              </a:r>
              <a:endParaRPr lang="en-US" altLang="zh-CN" sz="2400" dirty="0"/>
            </a:p>
          </p:txBody>
        </p:sp>
        <p:sp>
          <p:nvSpPr>
            <p:cNvPr id="36928" name="Text Box 38"/>
            <p:cNvSpPr txBox="1"/>
            <p:nvPr/>
          </p:nvSpPr>
          <p:spPr>
            <a:xfrm>
              <a:off x="4320" y="1632"/>
              <a:ext cx="486"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3 </a:t>
              </a:r>
              <a:r>
                <a:rPr lang="en-US" altLang="zh-CN" sz="2400" b="1" dirty="0">
                  <a:solidFill>
                    <a:schemeClr val="accent2"/>
                  </a:solidFill>
                  <a:sym typeface="Symbol" panose="05050102010706020507" pitchFamily="18" charset="2"/>
                </a:rPr>
                <a:t></a:t>
              </a:r>
              <a:endParaRPr lang="en-US" altLang="zh-CN" sz="2400" b="1" dirty="0">
                <a:solidFill>
                  <a:schemeClr val="accent2"/>
                </a:solidFill>
                <a:sym typeface="Symbol" panose="05050102010706020507" pitchFamily="18" charset="2"/>
              </a:endParaRPr>
            </a:p>
          </p:txBody>
        </p:sp>
      </p:grpSp>
      <p:sp>
        <p:nvSpPr>
          <p:cNvPr id="184359" name="Text Box 39"/>
          <p:cNvSpPr txBox="1"/>
          <p:nvPr/>
        </p:nvSpPr>
        <p:spPr>
          <a:xfrm>
            <a:off x="4524375" y="3230563"/>
            <a:ext cx="946150" cy="57943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00FF"/>
                </a:solidFill>
              </a:rPr>
              <a:t>n= 2</a:t>
            </a:r>
            <a:endParaRPr lang="en-US" altLang="zh-CN" sz="2400" dirty="0"/>
          </a:p>
        </p:txBody>
      </p:sp>
      <p:grpSp>
        <p:nvGrpSpPr>
          <p:cNvPr id="184406" name="Group 86"/>
          <p:cNvGrpSpPr/>
          <p:nvPr/>
        </p:nvGrpSpPr>
        <p:grpSpPr>
          <a:xfrm>
            <a:off x="7023100" y="4419600"/>
            <a:ext cx="409575" cy="655638"/>
            <a:chOff x="4424" y="2784"/>
            <a:chExt cx="258" cy="413"/>
          </a:xfrm>
        </p:grpSpPr>
        <p:sp>
          <p:nvSpPr>
            <p:cNvPr id="36911" name="Line 53"/>
            <p:cNvSpPr/>
            <p:nvPr/>
          </p:nvSpPr>
          <p:spPr>
            <a:xfrm flipV="1">
              <a:off x="4424" y="2784"/>
              <a:ext cx="0" cy="288"/>
            </a:xfrm>
            <a:prstGeom prst="line">
              <a:avLst/>
            </a:prstGeom>
            <a:ln w="38100" cap="flat" cmpd="sng">
              <a:solidFill>
                <a:srgbClr val="009900"/>
              </a:solidFill>
              <a:prstDash val="solid"/>
              <a:headEnd type="none" w="med" len="med"/>
              <a:tailEnd type="triangle" w="sm" len="lg"/>
            </a:ln>
          </p:spPr>
        </p:sp>
        <p:sp>
          <p:nvSpPr>
            <p:cNvPr id="36912" name="Text Box 54"/>
            <p:cNvSpPr txBox="1"/>
            <p:nvPr/>
          </p:nvSpPr>
          <p:spPr>
            <a:xfrm>
              <a:off x="4424" y="2832"/>
              <a:ext cx="25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9900"/>
                  </a:solidFill>
                </a:rPr>
                <a:t>p</a:t>
              </a:r>
              <a:endParaRPr lang="en-US" altLang="zh-CN" sz="2400" dirty="0"/>
            </a:p>
          </p:txBody>
        </p:sp>
      </p:grpSp>
      <p:grpSp>
        <p:nvGrpSpPr>
          <p:cNvPr id="184402" name="Group 82"/>
          <p:cNvGrpSpPr/>
          <p:nvPr/>
        </p:nvGrpSpPr>
        <p:grpSpPr>
          <a:xfrm>
            <a:off x="1316038" y="3810000"/>
            <a:ext cx="6337300" cy="655638"/>
            <a:chOff x="829" y="2400"/>
            <a:chExt cx="3992" cy="413"/>
          </a:xfrm>
        </p:grpSpPr>
        <p:sp>
          <p:nvSpPr>
            <p:cNvPr id="36895" name="Rectangle 40"/>
            <p:cNvSpPr/>
            <p:nvPr/>
          </p:nvSpPr>
          <p:spPr>
            <a:xfrm>
              <a:off x="1675" y="2448"/>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896" name="Line 41"/>
            <p:cNvSpPr/>
            <p:nvPr/>
          </p:nvSpPr>
          <p:spPr>
            <a:xfrm>
              <a:off x="2107" y="2592"/>
              <a:ext cx="432" cy="0"/>
            </a:xfrm>
            <a:prstGeom prst="line">
              <a:avLst/>
            </a:prstGeom>
            <a:ln w="38100" cap="flat" cmpd="sng">
              <a:solidFill>
                <a:schemeClr val="tx2"/>
              </a:solidFill>
              <a:prstDash val="solid"/>
              <a:headEnd type="none" w="med" len="med"/>
              <a:tailEnd type="triangle" w="sm" len="lg"/>
            </a:ln>
          </p:spPr>
        </p:sp>
        <p:sp>
          <p:nvSpPr>
            <p:cNvPr id="36897" name="Line 42"/>
            <p:cNvSpPr/>
            <p:nvPr/>
          </p:nvSpPr>
          <p:spPr>
            <a:xfrm>
              <a:off x="2011" y="2448"/>
              <a:ext cx="0" cy="336"/>
            </a:xfrm>
            <a:prstGeom prst="line">
              <a:avLst/>
            </a:prstGeom>
            <a:ln w="19050" cap="flat" cmpd="sng">
              <a:solidFill>
                <a:schemeClr val="tx2"/>
              </a:solidFill>
              <a:prstDash val="solid"/>
              <a:headEnd type="none" w="med" len="med"/>
              <a:tailEnd type="none" w="sm" len="med"/>
            </a:ln>
          </p:spPr>
        </p:sp>
        <p:sp>
          <p:nvSpPr>
            <p:cNvPr id="36898" name="Rectangle 43"/>
            <p:cNvSpPr/>
            <p:nvPr/>
          </p:nvSpPr>
          <p:spPr>
            <a:xfrm>
              <a:off x="2539" y="2448"/>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899" name="Line 44"/>
            <p:cNvSpPr/>
            <p:nvPr/>
          </p:nvSpPr>
          <p:spPr>
            <a:xfrm>
              <a:off x="2971" y="2592"/>
              <a:ext cx="432" cy="0"/>
            </a:xfrm>
            <a:prstGeom prst="line">
              <a:avLst/>
            </a:prstGeom>
            <a:ln w="38100" cap="flat" cmpd="sng">
              <a:solidFill>
                <a:schemeClr val="tx2"/>
              </a:solidFill>
              <a:prstDash val="solid"/>
              <a:headEnd type="none" w="med" len="med"/>
              <a:tailEnd type="triangle" w="sm" len="lg"/>
            </a:ln>
          </p:spPr>
        </p:sp>
        <p:sp>
          <p:nvSpPr>
            <p:cNvPr id="36900" name="Line 45"/>
            <p:cNvSpPr/>
            <p:nvPr/>
          </p:nvSpPr>
          <p:spPr>
            <a:xfrm>
              <a:off x="2875" y="2448"/>
              <a:ext cx="0" cy="336"/>
            </a:xfrm>
            <a:prstGeom prst="line">
              <a:avLst/>
            </a:prstGeom>
            <a:ln w="19050" cap="flat" cmpd="sng">
              <a:solidFill>
                <a:schemeClr val="tx2"/>
              </a:solidFill>
              <a:prstDash val="solid"/>
              <a:headEnd type="none" w="med" len="med"/>
              <a:tailEnd type="none" w="sm" len="med"/>
            </a:ln>
          </p:spPr>
        </p:sp>
        <p:sp>
          <p:nvSpPr>
            <p:cNvPr id="36901" name="Rectangle 46"/>
            <p:cNvSpPr/>
            <p:nvPr/>
          </p:nvSpPr>
          <p:spPr>
            <a:xfrm>
              <a:off x="3403" y="2448"/>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02" name="Line 47"/>
            <p:cNvSpPr/>
            <p:nvPr/>
          </p:nvSpPr>
          <p:spPr>
            <a:xfrm>
              <a:off x="3835" y="2592"/>
              <a:ext cx="432" cy="0"/>
            </a:xfrm>
            <a:prstGeom prst="line">
              <a:avLst/>
            </a:prstGeom>
            <a:ln w="38100" cap="flat" cmpd="sng">
              <a:solidFill>
                <a:schemeClr val="tx2"/>
              </a:solidFill>
              <a:prstDash val="solid"/>
              <a:headEnd type="none" w="med" len="med"/>
              <a:tailEnd type="triangle" w="sm" len="lg"/>
            </a:ln>
          </p:spPr>
        </p:sp>
        <p:sp>
          <p:nvSpPr>
            <p:cNvPr id="36903" name="Line 48"/>
            <p:cNvSpPr/>
            <p:nvPr/>
          </p:nvSpPr>
          <p:spPr>
            <a:xfrm>
              <a:off x="3739" y="2448"/>
              <a:ext cx="0" cy="336"/>
            </a:xfrm>
            <a:prstGeom prst="line">
              <a:avLst/>
            </a:prstGeom>
            <a:ln w="19050" cap="flat" cmpd="sng">
              <a:solidFill>
                <a:schemeClr val="tx2"/>
              </a:solidFill>
              <a:prstDash val="solid"/>
              <a:headEnd type="none" w="med" len="med"/>
              <a:tailEnd type="none" w="sm" len="med"/>
            </a:ln>
          </p:spPr>
        </p:sp>
        <p:sp>
          <p:nvSpPr>
            <p:cNvPr id="36904" name="Rectangle 49"/>
            <p:cNvSpPr/>
            <p:nvPr/>
          </p:nvSpPr>
          <p:spPr>
            <a:xfrm>
              <a:off x="4267" y="2448"/>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905" name="Line 50"/>
            <p:cNvSpPr/>
            <p:nvPr/>
          </p:nvSpPr>
          <p:spPr>
            <a:xfrm>
              <a:off x="4603" y="2448"/>
              <a:ext cx="0" cy="336"/>
            </a:xfrm>
            <a:prstGeom prst="line">
              <a:avLst/>
            </a:prstGeom>
            <a:ln w="19050" cap="flat" cmpd="sng">
              <a:solidFill>
                <a:schemeClr val="tx2"/>
              </a:solidFill>
              <a:prstDash val="solid"/>
              <a:headEnd type="none" w="med" len="med"/>
              <a:tailEnd type="none" w="sm" len="med"/>
            </a:ln>
          </p:spPr>
        </p:sp>
        <p:sp>
          <p:nvSpPr>
            <p:cNvPr id="36906" name="Line 51"/>
            <p:cNvSpPr/>
            <p:nvPr/>
          </p:nvSpPr>
          <p:spPr>
            <a:xfrm>
              <a:off x="1387" y="2592"/>
              <a:ext cx="288" cy="0"/>
            </a:xfrm>
            <a:prstGeom prst="line">
              <a:avLst/>
            </a:prstGeom>
            <a:ln w="38100" cap="flat" cmpd="sng">
              <a:solidFill>
                <a:schemeClr val="tx2"/>
              </a:solidFill>
              <a:prstDash val="solid"/>
              <a:headEnd type="none" w="med" len="med"/>
              <a:tailEnd type="triangle" w="sm" len="lg"/>
            </a:ln>
          </p:spPr>
        </p:sp>
        <p:sp>
          <p:nvSpPr>
            <p:cNvPr id="36907" name="Text Box 52"/>
            <p:cNvSpPr txBox="1"/>
            <p:nvPr/>
          </p:nvSpPr>
          <p:spPr>
            <a:xfrm>
              <a:off x="829" y="2400"/>
              <a:ext cx="543"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rPr>
                <a:t>    L</a:t>
              </a:r>
              <a:endParaRPr lang="en-US" altLang="zh-CN" sz="2400" dirty="0"/>
            </a:p>
          </p:txBody>
        </p:sp>
        <p:sp>
          <p:nvSpPr>
            <p:cNvPr id="36908" name="Text Box 55"/>
            <p:cNvSpPr txBox="1"/>
            <p:nvPr/>
          </p:nvSpPr>
          <p:spPr>
            <a:xfrm>
              <a:off x="2539" y="2400"/>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1</a:t>
              </a:r>
              <a:endParaRPr lang="en-US" altLang="zh-CN" sz="2400" dirty="0"/>
            </a:p>
          </p:txBody>
        </p:sp>
        <p:sp>
          <p:nvSpPr>
            <p:cNvPr id="36909" name="Text Box 56"/>
            <p:cNvSpPr txBox="1"/>
            <p:nvPr/>
          </p:nvSpPr>
          <p:spPr>
            <a:xfrm>
              <a:off x="3411" y="2400"/>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2</a:t>
              </a:r>
              <a:endParaRPr lang="en-US" altLang="zh-CN" sz="2400" dirty="0"/>
            </a:p>
          </p:txBody>
        </p:sp>
        <p:sp>
          <p:nvSpPr>
            <p:cNvPr id="36910" name="Text Box 57"/>
            <p:cNvSpPr txBox="1"/>
            <p:nvPr/>
          </p:nvSpPr>
          <p:spPr>
            <a:xfrm>
              <a:off x="4251" y="2448"/>
              <a:ext cx="570"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3  </a:t>
              </a:r>
              <a:r>
                <a:rPr lang="en-US" altLang="zh-CN" sz="2400" b="1" dirty="0">
                  <a:solidFill>
                    <a:schemeClr val="accent2"/>
                  </a:solidFill>
                  <a:sym typeface="Symbol" panose="05050102010706020507" pitchFamily="18" charset="2"/>
                </a:rPr>
                <a:t></a:t>
              </a:r>
              <a:r>
                <a:rPr lang="en-US" altLang="zh-CN" b="1" baseline="-25000" dirty="0">
                  <a:solidFill>
                    <a:schemeClr val="accent2"/>
                  </a:solidFill>
                </a:rPr>
                <a:t> </a:t>
              </a:r>
              <a:endParaRPr lang="en-US" altLang="zh-CN" b="1" baseline="-25000" dirty="0">
                <a:solidFill>
                  <a:schemeClr val="accent2"/>
                </a:solidFill>
              </a:endParaRPr>
            </a:p>
          </p:txBody>
        </p:sp>
      </p:grpSp>
      <p:sp>
        <p:nvSpPr>
          <p:cNvPr id="184378" name="Text Box 58"/>
          <p:cNvSpPr txBox="1"/>
          <p:nvPr/>
        </p:nvSpPr>
        <p:spPr>
          <a:xfrm>
            <a:off x="5895975" y="4525963"/>
            <a:ext cx="946150" cy="57943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00FF"/>
                </a:solidFill>
              </a:rPr>
              <a:t>n= 3</a:t>
            </a:r>
            <a:endParaRPr lang="en-US" altLang="zh-CN" sz="2400" dirty="0"/>
          </a:p>
        </p:txBody>
      </p:sp>
      <p:sp>
        <p:nvSpPr>
          <p:cNvPr id="184393" name="Text Box 73"/>
          <p:cNvSpPr txBox="1"/>
          <p:nvPr/>
        </p:nvSpPr>
        <p:spPr>
          <a:xfrm>
            <a:off x="7650163" y="5791200"/>
            <a:ext cx="900112" cy="579438"/>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9900"/>
                </a:solidFill>
              </a:rPr>
              <a:t>P=^</a:t>
            </a:r>
            <a:endParaRPr lang="en-US" altLang="zh-CN" sz="2400" dirty="0"/>
          </a:p>
        </p:txBody>
      </p:sp>
      <p:grpSp>
        <p:nvGrpSpPr>
          <p:cNvPr id="184408" name="Group 88"/>
          <p:cNvGrpSpPr/>
          <p:nvPr/>
        </p:nvGrpSpPr>
        <p:grpSpPr>
          <a:xfrm>
            <a:off x="1316038" y="5105400"/>
            <a:ext cx="6303962" cy="609600"/>
            <a:chOff x="829" y="3216"/>
            <a:chExt cx="3971" cy="384"/>
          </a:xfrm>
        </p:grpSpPr>
        <p:sp>
          <p:nvSpPr>
            <p:cNvPr id="36879" name="Rectangle 59"/>
            <p:cNvSpPr/>
            <p:nvPr/>
          </p:nvSpPr>
          <p:spPr>
            <a:xfrm>
              <a:off x="1675" y="3264"/>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880" name="Line 60"/>
            <p:cNvSpPr/>
            <p:nvPr/>
          </p:nvSpPr>
          <p:spPr>
            <a:xfrm>
              <a:off x="2107" y="3408"/>
              <a:ext cx="432" cy="0"/>
            </a:xfrm>
            <a:prstGeom prst="line">
              <a:avLst/>
            </a:prstGeom>
            <a:ln w="38100" cap="flat" cmpd="sng">
              <a:solidFill>
                <a:schemeClr val="tx2"/>
              </a:solidFill>
              <a:prstDash val="solid"/>
              <a:headEnd type="none" w="med" len="med"/>
              <a:tailEnd type="triangle" w="sm" len="lg"/>
            </a:ln>
          </p:spPr>
        </p:sp>
        <p:sp>
          <p:nvSpPr>
            <p:cNvPr id="36881" name="Line 61"/>
            <p:cNvSpPr/>
            <p:nvPr/>
          </p:nvSpPr>
          <p:spPr>
            <a:xfrm>
              <a:off x="2011" y="3264"/>
              <a:ext cx="0" cy="336"/>
            </a:xfrm>
            <a:prstGeom prst="line">
              <a:avLst/>
            </a:prstGeom>
            <a:ln w="19050" cap="flat" cmpd="sng">
              <a:solidFill>
                <a:schemeClr val="tx2"/>
              </a:solidFill>
              <a:prstDash val="solid"/>
              <a:headEnd type="none" w="med" len="med"/>
              <a:tailEnd type="none" w="sm" len="med"/>
            </a:ln>
          </p:spPr>
        </p:sp>
        <p:sp>
          <p:nvSpPr>
            <p:cNvPr id="36882" name="Rectangle 62"/>
            <p:cNvSpPr/>
            <p:nvPr/>
          </p:nvSpPr>
          <p:spPr>
            <a:xfrm>
              <a:off x="2539" y="3264"/>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883" name="Line 63"/>
            <p:cNvSpPr/>
            <p:nvPr/>
          </p:nvSpPr>
          <p:spPr>
            <a:xfrm>
              <a:off x="2971" y="3408"/>
              <a:ext cx="432" cy="0"/>
            </a:xfrm>
            <a:prstGeom prst="line">
              <a:avLst/>
            </a:prstGeom>
            <a:ln w="38100" cap="flat" cmpd="sng">
              <a:solidFill>
                <a:schemeClr val="tx2"/>
              </a:solidFill>
              <a:prstDash val="solid"/>
              <a:headEnd type="none" w="med" len="med"/>
              <a:tailEnd type="triangle" w="sm" len="lg"/>
            </a:ln>
          </p:spPr>
        </p:sp>
        <p:sp>
          <p:nvSpPr>
            <p:cNvPr id="36884" name="Line 64"/>
            <p:cNvSpPr/>
            <p:nvPr/>
          </p:nvSpPr>
          <p:spPr>
            <a:xfrm>
              <a:off x="2875" y="3264"/>
              <a:ext cx="0" cy="336"/>
            </a:xfrm>
            <a:prstGeom prst="line">
              <a:avLst/>
            </a:prstGeom>
            <a:ln w="19050" cap="flat" cmpd="sng">
              <a:solidFill>
                <a:schemeClr val="tx2"/>
              </a:solidFill>
              <a:prstDash val="solid"/>
              <a:headEnd type="none" w="med" len="med"/>
              <a:tailEnd type="none" w="sm" len="med"/>
            </a:ln>
          </p:spPr>
        </p:sp>
        <p:sp>
          <p:nvSpPr>
            <p:cNvPr id="36885" name="Rectangle 65"/>
            <p:cNvSpPr/>
            <p:nvPr/>
          </p:nvSpPr>
          <p:spPr>
            <a:xfrm>
              <a:off x="3403" y="3264"/>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886" name="Line 66"/>
            <p:cNvSpPr/>
            <p:nvPr/>
          </p:nvSpPr>
          <p:spPr>
            <a:xfrm>
              <a:off x="3835" y="3408"/>
              <a:ext cx="432" cy="0"/>
            </a:xfrm>
            <a:prstGeom prst="line">
              <a:avLst/>
            </a:prstGeom>
            <a:ln w="38100" cap="flat" cmpd="sng">
              <a:solidFill>
                <a:schemeClr val="tx2"/>
              </a:solidFill>
              <a:prstDash val="solid"/>
              <a:headEnd type="none" w="med" len="med"/>
              <a:tailEnd type="triangle" w="sm" len="lg"/>
            </a:ln>
          </p:spPr>
        </p:sp>
        <p:sp>
          <p:nvSpPr>
            <p:cNvPr id="36887" name="Line 67"/>
            <p:cNvSpPr/>
            <p:nvPr/>
          </p:nvSpPr>
          <p:spPr>
            <a:xfrm>
              <a:off x="3739" y="3264"/>
              <a:ext cx="0" cy="336"/>
            </a:xfrm>
            <a:prstGeom prst="line">
              <a:avLst/>
            </a:prstGeom>
            <a:ln w="19050" cap="flat" cmpd="sng">
              <a:solidFill>
                <a:schemeClr val="tx2"/>
              </a:solidFill>
              <a:prstDash val="solid"/>
              <a:headEnd type="none" w="med" len="med"/>
              <a:tailEnd type="none" w="sm" len="med"/>
            </a:ln>
          </p:spPr>
        </p:sp>
        <p:sp>
          <p:nvSpPr>
            <p:cNvPr id="36888" name="Rectangle 68"/>
            <p:cNvSpPr/>
            <p:nvPr/>
          </p:nvSpPr>
          <p:spPr>
            <a:xfrm>
              <a:off x="4267" y="3264"/>
              <a:ext cx="528" cy="336"/>
            </a:xfrm>
            <a:prstGeom prst="rect">
              <a:avLst/>
            </a:prstGeom>
            <a:solidFill>
              <a:srgbClr val="FFFFCC"/>
            </a:solidFill>
            <a:ln w="19050" cap="flat" cmpd="sng">
              <a:solidFill>
                <a:schemeClr val="tx2"/>
              </a:solidFill>
              <a:prstDash val="solid"/>
              <a:miter/>
              <a:headEnd type="none" w="med" len="med"/>
              <a:tailEnd type="none" w="sm"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36889" name="Line 69"/>
            <p:cNvSpPr/>
            <p:nvPr/>
          </p:nvSpPr>
          <p:spPr>
            <a:xfrm>
              <a:off x="4603" y="3264"/>
              <a:ext cx="0" cy="336"/>
            </a:xfrm>
            <a:prstGeom prst="line">
              <a:avLst/>
            </a:prstGeom>
            <a:ln w="19050" cap="flat" cmpd="sng">
              <a:solidFill>
                <a:schemeClr val="tx2"/>
              </a:solidFill>
              <a:prstDash val="solid"/>
              <a:headEnd type="none" w="med" len="med"/>
              <a:tailEnd type="none" w="sm" len="med"/>
            </a:ln>
          </p:spPr>
        </p:sp>
        <p:sp>
          <p:nvSpPr>
            <p:cNvPr id="36890" name="Line 70"/>
            <p:cNvSpPr/>
            <p:nvPr/>
          </p:nvSpPr>
          <p:spPr>
            <a:xfrm>
              <a:off x="1387" y="3408"/>
              <a:ext cx="288" cy="0"/>
            </a:xfrm>
            <a:prstGeom prst="line">
              <a:avLst/>
            </a:prstGeom>
            <a:ln w="38100" cap="flat" cmpd="sng">
              <a:solidFill>
                <a:schemeClr val="tx2"/>
              </a:solidFill>
              <a:prstDash val="solid"/>
              <a:headEnd type="none" w="med" len="med"/>
              <a:tailEnd type="triangle" w="sm" len="lg"/>
            </a:ln>
          </p:spPr>
        </p:sp>
        <p:sp>
          <p:nvSpPr>
            <p:cNvPr id="36891" name="Text Box 71"/>
            <p:cNvSpPr txBox="1"/>
            <p:nvPr/>
          </p:nvSpPr>
          <p:spPr>
            <a:xfrm>
              <a:off x="829" y="3216"/>
              <a:ext cx="543"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rPr>
                <a:t>    L</a:t>
              </a:r>
              <a:endParaRPr lang="en-US" altLang="zh-CN" sz="2400" dirty="0"/>
            </a:p>
          </p:txBody>
        </p:sp>
        <p:sp>
          <p:nvSpPr>
            <p:cNvPr id="36892" name="Text Box 74"/>
            <p:cNvSpPr txBox="1"/>
            <p:nvPr/>
          </p:nvSpPr>
          <p:spPr>
            <a:xfrm>
              <a:off x="2539" y="3216"/>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1</a:t>
              </a:r>
              <a:endParaRPr lang="en-US" altLang="zh-CN" sz="2400" dirty="0"/>
            </a:p>
          </p:txBody>
        </p:sp>
        <p:sp>
          <p:nvSpPr>
            <p:cNvPr id="36893" name="Text Box 75"/>
            <p:cNvSpPr txBox="1"/>
            <p:nvPr/>
          </p:nvSpPr>
          <p:spPr>
            <a:xfrm>
              <a:off x="3411" y="3216"/>
              <a:ext cx="3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2</a:t>
              </a:r>
              <a:endParaRPr lang="en-US" altLang="zh-CN" sz="2400" dirty="0"/>
            </a:p>
          </p:txBody>
        </p:sp>
        <p:sp>
          <p:nvSpPr>
            <p:cNvPr id="36894" name="Text Box 76"/>
            <p:cNvSpPr txBox="1"/>
            <p:nvPr/>
          </p:nvSpPr>
          <p:spPr>
            <a:xfrm>
              <a:off x="4272" y="3216"/>
              <a:ext cx="528"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i="1" dirty="0">
                  <a:solidFill>
                    <a:schemeClr val="accent2"/>
                  </a:solidFill>
                </a:rPr>
                <a:t>a</a:t>
              </a:r>
              <a:r>
                <a:rPr lang="en-US" altLang="zh-CN" b="1" baseline="-25000" dirty="0">
                  <a:solidFill>
                    <a:schemeClr val="accent2"/>
                  </a:solidFill>
                </a:rPr>
                <a:t>3  </a:t>
              </a:r>
              <a:r>
                <a:rPr lang="en-US" altLang="zh-CN" sz="2400" b="1" dirty="0">
                  <a:solidFill>
                    <a:schemeClr val="accent2"/>
                  </a:solidFill>
                  <a:sym typeface="Symbol" panose="05050102010706020507" pitchFamily="18" charset="2"/>
                </a:rPr>
                <a:t></a:t>
              </a:r>
              <a:endParaRPr lang="en-US" altLang="zh-CN" sz="2400" b="1" dirty="0">
                <a:solidFill>
                  <a:schemeClr val="accent2"/>
                </a:solidFill>
                <a:sym typeface="Symbol" panose="05050102010706020507" pitchFamily="18" charset="2"/>
              </a:endParaRPr>
            </a:p>
          </p:txBody>
        </p:sp>
      </p:grpSp>
      <p:sp>
        <p:nvSpPr>
          <p:cNvPr id="184398" name="Text Box 78"/>
          <p:cNvSpPr txBox="1">
            <a:spLocks noChangeArrowheads="1"/>
          </p:cNvSpPr>
          <p:nvPr/>
        </p:nvSpPr>
        <p:spPr bwMode="auto">
          <a:xfrm>
            <a:off x="2819400" y="304800"/>
            <a:ext cx="2946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1" hangingPunct="1">
              <a:buClrTx/>
              <a:buSzTx/>
              <a:buFontTx/>
              <a:buNone/>
              <a:defRPr/>
            </a:pPr>
            <a:r>
              <a:rPr kumimoji="1" lang="zh-CN" altLang="en-US" sz="36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mn-cs"/>
              </a:rPr>
              <a:t>求单链表长度</a:t>
            </a:r>
            <a:endParaRPr kumimoji="1" lang="zh-CN" altLang="en-US" sz="36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184399" name="Text Box 79"/>
          <p:cNvSpPr txBox="1"/>
          <p:nvPr/>
        </p:nvSpPr>
        <p:spPr>
          <a:xfrm>
            <a:off x="1323975" y="685800"/>
            <a:ext cx="946150" cy="579438"/>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rgbClr val="0000FF"/>
                </a:solidFill>
              </a:rPr>
              <a:t>n= 0</a:t>
            </a:r>
            <a:endParaRPr lang="en-US" altLang="zh-CN" sz="2400" dirty="0"/>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84400"/>
                                        </p:tgtEl>
                                        <p:attrNameLst>
                                          <p:attrName>style.visibility</p:attrName>
                                        </p:attrNameLst>
                                      </p:cBhvr>
                                      <p:to>
                                        <p:strVal val="visible"/>
                                      </p:to>
                                    </p:set>
                                    <p:animEffect transition="in" filter="box(out)">
                                      <p:cBhvr>
                                        <p:cTn id="7" dur="500"/>
                                        <p:tgtEl>
                                          <p:spTgt spid="18440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84399"/>
                                        </p:tgtEl>
                                        <p:attrNameLst>
                                          <p:attrName>style.visibility</p:attrName>
                                        </p:attrNameLst>
                                      </p:cBhvr>
                                      <p:to>
                                        <p:strVal val="visible"/>
                                      </p:to>
                                    </p:set>
                                    <p:animEffect transition="in" filter="box(out)">
                                      <p:cBhvr>
                                        <p:cTn id="12" dur="500"/>
                                        <p:tgtEl>
                                          <p:spTgt spid="18439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84404"/>
                                        </p:tgtEl>
                                        <p:attrNameLst>
                                          <p:attrName>style.visibility</p:attrName>
                                        </p:attrNameLst>
                                      </p:cBhvr>
                                      <p:to>
                                        <p:strVal val="visible"/>
                                      </p:to>
                                    </p:set>
                                    <p:animEffect transition="in" filter="box(out)">
                                      <p:cBhvr>
                                        <p:cTn id="17" dur="500"/>
                                        <p:tgtEl>
                                          <p:spTgt spid="18440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84340"/>
                                        </p:tgtEl>
                                        <p:attrNameLst>
                                          <p:attrName>style.visibility</p:attrName>
                                        </p:attrNameLst>
                                      </p:cBhvr>
                                      <p:to>
                                        <p:strVal val="visible"/>
                                      </p:to>
                                    </p:set>
                                    <p:animEffect transition="in" filter="box(out)">
                                      <p:cBhvr>
                                        <p:cTn id="22" dur="500"/>
                                        <p:tgtEl>
                                          <p:spTgt spid="18434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84401"/>
                                        </p:tgtEl>
                                        <p:attrNameLst>
                                          <p:attrName>style.visibility</p:attrName>
                                        </p:attrNameLst>
                                      </p:cBhvr>
                                      <p:to>
                                        <p:strVal val="visible"/>
                                      </p:to>
                                    </p:set>
                                    <p:animEffect transition="in" filter="box(out)">
                                      <p:cBhvr>
                                        <p:cTn id="27" dur="500"/>
                                        <p:tgtEl>
                                          <p:spTgt spid="18440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84405"/>
                                        </p:tgtEl>
                                        <p:attrNameLst>
                                          <p:attrName>style.visibility</p:attrName>
                                        </p:attrNameLst>
                                      </p:cBhvr>
                                      <p:to>
                                        <p:strVal val="visible"/>
                                      </p:to>
                                    </p:set>
                                    <p:animEffect transition="in" filter="box(out)">
                                      <p:cBhvr>
                                        <p:cTn id="32" dur="500"/>
                                        <p:tgtEl>
                                          <p:spTgt spid="18440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84359"/>
                                        </p:tgtEl>
                                        <p:attrNameLst>
                                          <p:attrName>style.visibility</p:attrName>
                                        </p:attrNameLst>
                                      </p:cBhvr>
                                      <p:to>
                                        <p:strVal val="visible"/>
                                      </p:to>
                                    </p:set>
                                    <p:animEffect transition="in" filter="box(out)">
                                      <p:cBhvr>
                                        <p:cTn id="37" dur="500"/>
                                        <p:tgtEl>
                                          <p:spTgt spid="18435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84402"/>
                                        </p:tgtEl>
                                        <p:attrNameLst>
                                          <p:attrName>style.visibility</p:attrName>
                                        </p:attrNameLst>
                                      </p:cBhvr>
                                      <p:to>
                                        <p:strVal val="visible"/>
                                      </p:to>
                                    </p:set>
                                    <p:animEffect transition="in" filter="box(out)">
                                      <p:cBhvr>
                                        <p:cTn id="42" dur="500"/>
                                        <p:tgtEl>
                                          <p:spTgt spid="18440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84406"/>
                                        </p:tgtEl>
                                        <p:attrNameLst>
                                          <p:attrName>style.visibility</p:attrName>
                                        </p:attrNameLst>
                                      </p:cBhvr>
                                      <p:to>
                                        <p:strVal val="visible"/>
                                      </p:to>
                                    </p:set>
                                    <p:animEffect transition="in" filter="box(out)">
                                      <p:cBhvr>
                                        <p:cTn id="47" dur="500"/>
                                        <p:tgtEl>
                                          <p:spTgt spid="18440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84378"/>
                                        </p:tgtEl>
                                        <p:attrNameLst>
                                          <p:attrName>style.visibility</p:attrName>
                                        </p:attrNameLst>
                                      </p:cBhvr>
                                      <p:to>
                                        <p:strVal val="visible"/>
                                      </p:to>
                                    </p:set>
                                    <p:animEffect transition="in" filter="box(out)">
                                      <p:cBhvr>
                                        <p:cTn id="52" dur="500"/>
                                        <p:tgtEl>
                                          <p:spTgt spid="184378"/>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184408"/>
                                        </p:tgtEl>
                                        <p:attrNameLst>
                                          <p:attrName>style.visibility</p:attrName>
                                        </p:attrNameLst>
                                      </p:cBhvr>
                                      <p:to>
                                        <p:strVal val="visible"/>
                                      </p:to>
                                    </p:set>
                                    <p:animEffect transition="in" filter="box(out)">
                                      <p:cBhvr>
                                        <p:cTn id="57" dur="500"/>
                                        <p:tgtEl>
                                          <p:spTgt spid="184408"/>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84393"/>
                                        </p:tgtEl>
                                        <p:attrNameLst>
                                          <p:attrName>style.visibility</p:attrName>
                                        </p:attrNameLst>
                                      </p:cBhvr>
                                      <p:to>
                                        <p:strVal val="visible"/>
                                      </p:to>
                                    </p:set>
                                    <p:animEffect transition="in" filter="box(out)">
                                      <p:cBhvr>
                                        <p:cTn id="62" dur="500"/>
                                        <p:tgtEl>
                                          <p:spTgt spid="184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0" grpId="0"/>
      <p:bldP spid="184359" grpId="0"/>
      <p:bldP spid="184378" grpId="0"/>
      <p:bldP spid="184393" grpId="0"/>
      <p:bldP spid="18439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p:nvPr/>
        </p:nvSpPr>
        <p:spPr>
          <a:xfrm>
            <a:off x="609600" y="1143000"/>
            <a:ext cx="7924800" cy="57150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05000"/>
              </a:lnSpc>
              <a:spcBef>
                <a:spcPct val="0"/>
              </a:spcBef>
              <a:buNone/>
            </a:pPr>
            <a:r>
              <a:rPr lang="en-US" altLang="zh-CN" b="1" dirty="0">
                <a:solidFill>
                  <a:srgbClr val="CC3300"/>
                </a:solidFill>
                <a:ea typeface="仿宋_GB2312" pitchFamily="49" charset="-122"/>
              </a:rPr>
              <a:t>int List</a:t>
            </a:r>
            <a:r>
              <a:rPr lang="en-US" altLang="zh-CN" dirty="0">
                <a:solidFill>
                  <a:srgbClr val="CC3300"/>
                </a:solidFill>
                <a:ea typeface="仿宋_GB2312" pitchFamily="49" charset="-122"/>
              </a:rPr>
              <a:t>Length ( LinkList  *L )</a:t>
            </a:r>
            <a:endParaRPr lang="en-US" altLang="zh-CN" dirty="0">
              <a:solidFill>
                <a:srgbClr val="CC3300"/>
              </a:solidFill>
              <a:ea typeface="仿宋_GB2312" pitchFamily="49" charset="-122"/>
            </a:endParaRPr>
          </a:p>
          <a:p>
            <a:pPr marL="0" lvl="0" indent="0" eaLnBrk="1" hangingPunct="1">
              <a:lnSpc>
                <a:spcPct val="105000"/>
              </a:lnSpc>
              <a:spcBef>
                <a:spcPct val="0"/>
              </a:spcBef>
              <a:buNone/>
            </a:pPr>
            <a:r>
              <a:rPr lang="en-US" altLang="zh-CN" dirty="0">
                <a:solidFill>
                  <a:srgbClr val="CC3300"/>
                </a:solidFill>
                <a:ea typeface="仿宋_GB2312" pitchFamily="49" charset="-122"/>
              </a:rPr>
              <a:t> </a:t>
            </a:r>
            <a:r>
              <a:rPr lang="en-US" altLang="zh-CN" b="1" dirty="0">
                <a:solidFill>
                  <a:srgbClr val="CC3300"/>
                </a:solidFill>
                <a:ea typeface="仿宋_GB2312" pitchFamily="49" charset="-122"/>
              </a:rPr>
              <a:t>{</a:t>
            </a:r>
            <a:endParaRPr lang="en-US" altLang="zh-CN" b="1" dirty="0">
              <a:solidFill>
                <a:schemeClr val="hlink"/>
              </a:solidFill>
              <a:ea typeface="仿宋_GB2312" pitchFamily="49" charset="-122"/>
            </a:endParaRPr>
          </a:p>
          <a:p>
            <a:pPr marL="0" lvl="0" indent="0" eaLnBrk="1" hangingPunct="1">
              <a:lnSpc>
                <a:spcPct val="105000"/>
              </a:lnSpc>
              <a:spcBef>
                <a:spcPct val="0"/>
              </a:spcBef>
              <a:buNone/>
            </a:pPr>
            <a:r>
              <a:rPr lang="en-US" altLang="zh-CN" dirty="0">
                <a:solidFill>
                  <a:schemeClr val="hlink"/>
                </a:solidFill>
                <a:ea typeface="仿宋_GB2312" pitchFamily="49" charset="-122"/>
              </a:rPr>
              <a:t>     </a:t>
            </a:r>
            <a:r>
              <a:rPr lang="en-US" altLang="zh-CN" dirty="0">
                <a:solidFill>
                  <a:srgbClr val="CC3300"/>
                </a:solidFill>
                <a:ea typeface="仿宋_GB2312" pitchFamily="49" charset="-122"/>
              </a:rPr>
              <a:t>LinkList  *p = L</a:t>
            </a:r>
            <a:r>
              <a:rPr lang="en-US" altLang="zh-CN" dirty="0">
                <a:solidFill>
                  <a:srgbClr val="CC3300"/>
                </a:solidFill>
                <a:latin typeface="楷体_GB2312" pitchFamily="49" charset="-122"/>
                <a:ea typeface="楷体_GB2312" pitchFamily="49" charset="-122"/>
              </a:rPr>
              <a:t>-&gt;</a:t>
            </a:r>
            <a:r>
              <a:rPr lang="en-US" altLang="zh-CN" dirty="0">
                <a:solidFill>
                  <a:srgbClr val="CC3300"/>
                </a:solidFill>
                <a:ea typeface="仿宋_GB2312" pitchFamily="49" charset="-122"/>
              </a:rPr>
              <a:t>next</a:t>
            </a:r>
            <a:r>
              <a:rPr lang="en-US" altLang="zh-CN" b="1" dirty="0">
                <a:solidFill>
                  <a:srgbClr val="CC3300"/>
                </a:solidFill>
                <a:ea typeface="仿宋_GB2312" pitchFamily="49" charset="-122"/>
              </a:rPr>
              <a:t>;</a:t>
            </a:r>
            <a:endParaRPr lang="en-US" altLang="zh-CN" b="1" dirty="0">
              <a:solidFill>
                <a:schemeClr val="hlink"/>
              </a:solidFill>
              <a:ea typeface="仿宋_GB2312" pitchFamily="49" charset="-122"/>
            </a:endParaRPr>
          </a:p>
          <a:p>
            <a:pPr marL="0" lvl="0" indent="0" eaLnBrk="1" hangingPunct="1">
              <a:lnSpc>
                <a:spcPct val="105000"/>
              </a:lnSpc>
              <a:spcBef>
                <a:spcPct val="0"/>
              </a:spcBef>
              <a:buNone/>
            </a:pPr>
            <a:r>
              <a:rPr lang="en-US" altLang="zh-CN" b="1" dirty="0">
                <a:solidFill>
                  <a:schemeClr val="hlink"/>
                </a:solidFill>
                <a:ea typeface="仿宋_GB2312" pitchFamily="49" charset="-122"/>
              </a:rPr>
              <a:t>     </a:t>
            </a:r>
            <a:r>
              <a:rPr lang="en-US" altLang="zh-CN" b="1" dirty="0">
                <a:solidFill>
                  <a:srgbClr val="0000FF"/>
                </a:solidFill>
                <a:ea typeface="仿宋_GB2312" pitchFamily="49" charset="-122"/>
              </a:rPr>
              <a:t>//</a:t>
            </a:r>
            <a:r>
              <a:rPr lang="zh-CN" altLang="en-US" dirty="0">
                <a:solidFill>
                  <a:srgbClr val="0000FF"/>
                </a:solidFill>
                <a:ea typeface="隶书" panose="02010509060101010101" pitchFamily="49" charset="-122"/>
              </a:rPr>
              <a:t>活动指针 </a:t>
            </a:r>
            <a:r>
              <a:rPr lang="en-US" altLang="zh-CN" b="1" dirty="0">
                <a:solidFill>
                  <a:schemeClr val="tx2"/>
                </a:solidFill>
                <a:ea typeface="隶书" panose="02010509060101010101" pitchFamily="49" charset="-122"/>
              </a:rPr>
              <a:t>p</a:t>
            </a:r>
            <a:r>
              <a:rPr lang="en-US" altLang="zh-CN" dirty="0">
                <a:solidFill>
                  <a:srgbClr val="0000FF"/>
                </a:solidFill>
                <a:ea typeface="隶书" panose="02010509060101010101" pitchFamily="49" charset="-122"/>
              </a:rPr>
              <a:t> </a:t>
            </a:r>
            <a:r>
              <a:rPr lang="zh-CN" altLang="en-US" dirty="0">
                <a:solidFill>
                  <a:srgbClr val="0000FF"/>
                </a:solidFill>
                <a:ea typeface="隶书" panose="02010509060101010101" pitchFamily="49" charset="-122"/>
              </a:rPr>
              <a:t>指向第一个结点</a:t>
            </a:r>
            <a:endParaRPr lang="zh-CN" altLang="en-US" b="1" dirty="0">
              <a:solidFill>
                <a:srgbClr val="0000FF"/>
              </a:solidFill>
              <a:ea typeface="仿宋_GB2312" pitchFamily="49" charset="-122"/>
            </a:endParaRPr>
          </a:p>
          <a:p>
            <a:pPr marL="0" lvl="0" indent="0" eaLnBrk="1" hangingPunct="1">
              <a:lnSpc>
                <a:spcPct val="105000"/>
              </a:lnSpc>
              <a:spcBef>
                <a:spcPct val="0"/>
              </a:spcBef>
              <a:buNone/>
            </a:pPr>
            <a:r>
              <a:rPr lang="zh-CN" altLang="en-US" b="1" dirty="0">
                <a:solidFill>
                  <a:srgbClr val="0000FF"/>
                </a:solidFill>
                <a:ea typeface="仿宋_GB2312" pitchFamily="49" charset="-122"/>
              </a:rPr>
              <a:t>     </a:t>
            </a:r>
            <a:r>
              <a:rPr lang="en-US" altLang="zh-CN" b="1" dirty="0">
                <a:solidFill>
                  <a:srgbClr val="CC3300"/>
                </a:solidFill>
                <a:ea typeface="仿宋_GB2312" pitchFamily="49" charset="-122"/>
              </a:rPr>
              <a:t>int </a:t>
            </a:r>
            <a:r>
              <a:rPr lang="en-US" altLang="zh-CN" dirty="0">
                <a:solidFill>
                  <a:srgbClr val="CC3300"/>
                </a:solidFill>
                <a:ea typeface="仿宋_GB2312" pitchFamily="49" charset="-122"/>
              </a:rPr>
              <a:t>n = 0</a:t>
            </a:r>
            <a:r>
              <a:rPr lang="en-US" altLang="zh-CN" b="1" dirty="0">
                <a:solidFill>
                  <a:srgbClr val="CC3300"/>
                </a:solidFill>
                <a:ea typeface="仿宋_GB2312" pitchFamily="49" charset="-122"/>
              </a:rPr>
              <a:t>;  </a:t>
            </a:r>
            <a:r>
              <a:rPr lang="en-US" altLang="zh-CN" dirty="0">
                <a:solidFill>
                  <a:srgbClr val="CC3300"/>
                </a:solidFill>
                <a:ea typeface="仿宋_GB2312" pitchFamily="49" charset="-122"/>
              </a:rPr>
              <a:t>     </a:t>
            </a:r>
            <a:r>
              <a:rPr lang="en-US" altLang="zh-CN" dirty="0">
                <a:solidFill>
                  <a:srgbClr val="0000CC"/>
                </a:solidFill>
                <a:latin typeface="隶书" panose="02010509060101010101" pitchFamily="49" charset="-122"/>
                <a:ea typeface="隶书" panose="02010509060101010101" pitchFamily="49" charset="-122"/>
              </a:rPr>
              <a:t>//</a:t>
            </a:r>
            <a:r>
              <a:rPr lang="zh-CN" altLang="en-US" dirty="0">
                <a:solidFill>
                  <a:srgbClr val="0000CC"/>
                </a:solidFill>
                <a:latin typeface="隶书" panose="02010509060101010101" pitchFamily="49" charset="-122"/>
                <a:ea typeface="隶书" panose="02010509060101010101" pitchFamily="49" charset="-122"/>
              </a:rPr>
              <a:t>计数器初值</a:t>
            </a:r>
            <a:endParaRPr lang="zh-CN" altLang="en-US" dirty="0">
              <a:solidFill>
                <a:srgbClr val="CC3300"/>
              </a:solidFill>
              <a:ea typeface="仿宋_GB2312" pitchFamily="49" charset="-122"/>
            </a:endParaRPr>
          </a:p>
          <a:p>
            <a:pPr marL="0" lvl="0" indent="0" eaLnBrk="1" hangingPunct="1">
              <a:lnSpc>
                <a:spcPct val="105000"/>
              </a:lnSpc>
              <a:spcBef>
                <a:spcPct val="0"/>
              </a:spcBef>
              <a:buNone/>
            </a:pPr>
            <a:r>
              <a:rPr lang="zh-CN" altLang="en-US" dirty="0">
                <a:solidFill>
                  <a:srgbClr val="CC3300"/>
                </a:solidFill>
                <a:ea typeface="仿宋_GB2312" pitchFamily="49" charset="-122"/>
              </a:rPr>
              <a:t>     </a:t>
            </a:r>
            <a:r>
              <a:rPr lang="en-US" altLang="zh-CN" b="1" dirty="0">
                <a:solidFill>
                  <a:srgbClr val="CC3300"/>
                </a:solidFill>
                <a:ea typeface="仿宋_GB2312" pitchFamily="49" charset="-122"/>
              </a:rPr>
              <a:t>while</a:t>
            </a:r>
            <a:r>
              <a:rPr lang="en-US" altLang="zh-CN" dirty="0">
                <a:solidFill>
                  <a:srgbClr val="CC3300"/>
                </a:solidFill>
                <a:ea typeface="仿宋_GB2312" pitchFamily="49" charset="-122"/>
              </a:rPr>
              <a:t> ( p != NULL )</a:t>
            </a:r>
            <a:endParaRPr lang="en-US" altLang="zh-CN" dirty="0">
              <a:solidFill>
                <a:srgbClr val="CC3300"/>
              </a:solidFill>
              <a:ea typeface="仿宋_GB2312" pitchFamily="49" charset="-122"/>
            </a:endParaRPr>
          </a:p>
          <a:p>
            <a:pPr marL="0" lvl="0" indent="0" eaLnBrk="1" hangingPunct="1">
              <a:lnSpc>
                <a:spcPct val="105000"/>
              </a:lnSpc>
              <a:spcBef>
                <a:spcPct val="0"/>
              </a:spcBef>
              <a:buNone/>
            </a:pPr>
            <a:r>
              <a:rPr lang="en-US" altLang="zh-CN" dirty="0">
                <a:solidFill>
                  <a:srgbClr val="CC3300"/>
                </a:solidFill>
                <a:ea typeface="仿宋_GB2312" pitchFamily="49" charset="-122"/>
              </a:rPr>
              <a:t>    </a:t>
            </a:r>
            <a:r>
              <a:rPr lang="en-US" altLang="zh-CN" b="1" dirty="0">
                <a:solidFill>
                  <a:srgbClr val="CC3300"/>
                </a:solidFill>
                <a:ea typeface="仿宋_GB2312" pitchFamily="49" charset="-122"/>
              </a:rPr>
              <a:t>{    </a:t>
            </a:r>
            <a:r>
              <a:rPr lang="en-US" altLang="zh-CN" dirty="0">
                <a:solidFill>
                  <a:srgbClr val="CC3300"/>
                </a:solidFill>
                <a:ea typeface="仿宋_GB2312" pitchFamily="49" charset="-122"/>
              </a:rPr>
              <a:t>n++</a:t>
            </a:r>
            <a:r>
              <a:rPr lang="en-US" altLang="zh-CN" b="1" dirty="0">
                <a:solidFill>
                  <a:srgbClr val="CC3300"/>
                </a:solidFill>
                <a:ea typeface="仿宋_GB2312" pitchFamily="49" charset="-122"/>
              </a:rPr>
              <a:t>;</a:t>
            </a:r>
            <a:r>
              <a:rPr lang="en-US" altLang="zh-CN" b="1" dirty="0">
                <a:solidFill>
                  <a:schemeClr val="hlink"/>
                </a:solidFill>
                <a:ea typeface="仿宋_GB2312" pitchFamily="49" charset="-122"/>
              </a:rPr>
              <a:t>              </a:t>
            </a:r>
            <a:r>
              <a:rPr lang="en-US" altLang="zh-CN" b="1" dirty="0">
                <a:solidFill>
                  <a:srgbClr val="0000FF"/>
                </a:solidFill>
                <a:ea typeface="仿宋_GB2312" pitchFamily="49" charset="-122"/>
              </a:rPr>
              <a:t>//</a:t>
            </a:r>
            <a:r>
              <a:rPr lang="zh-CN" altLang="en-US" dirty="0">
                <a:solidFill>
                  <a:srgbClr val="0000FF"/>
                </a:solidFill>
                <a:ea typeface="隶书" panose="02010509060101010101" pitchFamily="49" charset="-122"/>
              </a:rPr>
              <a:t>逐个结点检测</a:t>
            </a:r>
            <a:endParaRPr lang="zh-CN" altLang="en-US" b="1" dirty="0">
              <a:solidFill>
                <a:schemeClr val="hlink"/>
              </a:solidFill>
              <a:ea typeface="仿宋_GB2312" pitchFamily="49" charset="-122"/>
            </a:endParaRPr>
          </a:p>
          <a:p>
            <a:pPr marL="0" lvl="0" indent="0" eaLnBrk="1" hangingPunct="1">
              <a:lnSpc>
                <a:spcPct val="105000"/>
              </a:lnSpc>
              <a:spcBef>
                <a:spcPct val="0"/>
              </a:spcBef>
              <a:buNone/>
            </a:pPr>
            <a:r>
              <a:rPr lang="zh-CN" altLang="en-US" b="1" dirty="0">
                <a:solidFill>
                  <a:schemeClr val="hlink"/>
                </a:solidFill>
                <a:ea typeface="仿宋_GB2312" pitchFamily="49" charset="-122"/>
              </a:rPr>
              <a:t>          </a:t>
            </a:r>
            <a:r>
              <a:rPr lang="en-US" altLang="zh-CN" dirty="0">
                <a:solidFill>
                  <a:srgbClr val="CC3300"/>
                </a:solidFill>
                <a:ea typeface="仿宋_GB2312" pitchFamily="49" charset="-122"/>
              </a:rPr>
              <a:t>p = p</a:t>
            </a:r>
            <a:r>
              <a:rPr lang="en-US" altLang="zh-CN" dirty="0">
                <a:solidFill>
                  <a:srgbClr val="CC3300"/>
                </a:solidFill>
                <a:latin typeface="楷体_GB2312" pitchFamily="49" charset="-122"/>
                <a:ea typeface="楷体_GB2312" pitchFamily="49" charset="-122"/>
              </a:rPr>
              <a:t>-&gt;</a:t>
            </a:r>
            <a:r>
              <a:rPr lang="en-US" altLang="zh-CN" dirty="0">
                <a:solidFill>
                  <a:srgbClr val="CC3300"/>
                </a:solidFill>
                <a:ea typeface="仿宋_GB2312" pitchFamily="49" charset="-122"/>
              </a:rPr>
              <a:t>next</a:t>
            </a:r>
            <a:r>
              <a:rPr lang="en-US" altLang="zh-CN" b="1" dirty="0">
                <a:solidFill>
                  <a:srgbClr val="CC3300"/>
                </a:solidFill>
                <a:ea typeface="仿宋_GB2312" pitchFamily="49" charset="-122"/>
              </a:rPr>
              <a:t>;</a:t>
            </a:r>
            <a:r>
              <a:rPr lang="en-US" altLang="zh-CN" dirty="0">
                <a:solidFill>
                  <a:srgbClr val="CC3300"/>
                </a:solidFill>
                <a:ea typeface="仿宋_GB2312" pitchFamily="49" charset="-122"/>
              </a:rPr>
              <a:t>  </a:t>
            </a:r>
            <a:endParaRPr lang="en-US" altLang="zh-CN" b="1" dirty="0">
              <a:solidFill>
                <a:srgbClr val="CC3300"/>
              </a:solidFill>
              <a:ea typeface="仿宋_GB2312" pitchFamily="49" charset="-122"/>
            </a:endParaRPr>
          </a:p>
          <a:p>
            <a:pPr marL="0" lvl="0" indent="0" eaLnBrk="1" hangingPunct="1">
              <a:lnSpc>
                <a:spcPct val="105000"/>
              </a:lnSpc>
              <a:spcBef>
                <a:spcPct val="0"/>
              </a:spcBef>
              <a:buNone/>
            </a:pPr>
            <a:r>
              <a:rPr lang="en-US" altLang="zh-CN" b="1" dirty="0">
                <a:solidFill>
                  <a:srgbClr val="CC3300"/>
                </a:solidFill>
                <a:ea typeface="仿宋_GB2312" pitchFamily="49" charset="-122"/>
              </a:rPr>
              <a:t>     }			</a:t>
            </a:r>
            <a:endParaRPr lang="en-US" altLang="zh-CN" dirty="0">
              <a:solidFill>
                <a:srgbClr val="CC3300"/>
              </a:solidFill>
              <a:ea typeface="仿宋_GB2312" pitchFamily="49" charset="-122"/>
            </a:endParaRPr>
          </a:p>
          <a:p>
            <a:pPr marL="0" lvl="0" indent="0" eaLnBrk="1" hangingPunct="1">
              <a:lnSpc>
                <a:spcPct val="105000"/>
              </a:lnSpc>
              <a:spcBef>
                <a:spcPct val="0"/>
              </a:spcBef>
              <a:buNone/>
            </a:pPr>
            <a:r>
              <a:rPr lang="en-US" altLang="zh-CN" dirty="0">
                <a:solidFill>
                  <a:srgbClr val="CC3300"/>
                </a:solidFill>
                <a:ea typeface="仿宋_GB2312" pitchFamily="49" charset="-122"/>
              </a:rPr>
              <a:t>     </a:t>
            </a:r>
            <a:r>
              <a:rPr lang="en-US" altLang="zh-CN" b="1" dirty="0">
                <a:solidFill>
                  <a:srgbClr val="CC3300"/>
                </a:solidFill>
                <a:ea typeface="仿宋_GB2312" pitchFamily="49" charset="-122"/>
              </a:rPr>
              <a:t>return</a:t>
            </a:r>
            <a:r>
              <a:rPr lang="en-US" altLang="zh-CN" dirty="0">
                <a:solidFill>
                  <a:srgbClr val="CC3300"/>
                </a:solidFill>
                <a:ea typeface="仿宋_GB2312" pitchFamily="49" charset="-122"/>
              </a:rPr>
              <a:t> n</a:t>
            </a:r>
            <a:r>
              <a:rPr lang="en-US" altLang="zh-CN" b="1" dirty="0">
                <a:solidFill>
                  <a:srgbClr val="CC3300"/>
                </a:solidFill>
                <a:ea typeface="仿宋_GB2312" pitchFamily="49" charset="-122"/>
              </a:rPr>
              <a:t>;</a:t>
            </a:r>
            <a:endParaRPr lang="en-US" altLang="zh-CN" i="1" dirty="0">
              <a:solidFill>
                <a:srgbClr val="CC3300"/>
              </a:solidFill>
              <a:ea typeface="仿宋_GB2312" pitchFamily="49" charset="-122"/>
            </a:endParaRPr>
          </a:p>
          <a:p>
            <a:pPr marL="0" lvl="0" indent="0" eaLnBrk="1" hangingPunct="1">
              <a:lnSpc>
                <a:spcPct val="105000"/>
              </a:lnSpc>
              <a:spcBef>
                <a:spcPct val="0"/>
              </a:spcBef>
              <a:buNone/>
            </a:pPr>
            <a:r>
              <a:rPr lang="en-US" altLang="zh-CN" b="1" dirty="0">
                <a:solidFill>
                  <a:srgbClr val="CC3300"/>
                </a:solidFill>
                <a:ea typeface="仿宋_GB2312" pitchFamily="49" charset="-122"/>
              </a:rPr>
              <a:t>}</a:t>
            </a:r>
            <a:endParaRPr lang="en-US" altLang="zh-CN" b="1" dirty="0">
              <a:solidFill>
                <a:srgbClr val="CC3300"/>
              </a:solidFill>
              <a:ea typeface="仿宋_GB2312" pitchFamily="49" charset="-122"/>
            </a:endParaRPr>
          </a:p>
        </p:txBody>
      </p:sp>
      <p:sp>
        <p:nvSpPr>
          <p:cNvPr id="183299" name="Text Box 3"/>
          <p:cNvSpPr txBox="1">
            <a:spLocks noChangeArrowheads="1"/>
          </p:cNvSpPr>
          <p:nvPr/>
        </p:nvSpPr>
        <p:spPr bwMode="auto">
          <a:xfrm>
            <a:off x="2819400" y="304800"/>
            <a:ext cx="2946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1" hangingPunct="1">
              <a:buClrTx/>
              <a:buSzTx/>
              <a:buFontTx/>
              <a:buNone/>
              <a:defRPr/>
            </a:pPr>
            <a:r>
              <a:rPr kumimoji="1" lang="zh-CN" altLang="en-US" sz="36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mn-cs"/>
              </a:rPr>
              <a:t>求单链表长度</a:t>
            </a:r>
            <a:endParaRPr kumimoji="1" lang="zh-CN" altLang="en-US" sz="36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37892" name="文本框 1"/>
          <p:cNvSpPr txBox="1"/>
          <p:nvPr/>
        </p:nvSpPr>
        <p:spPr>
          <a:xfrm>
            <a:off x="5148263" y="5661025"/>
            <a:ext cx="3527425" cy="523875"/>
          </a:xfrm>
          <a:prstGeom prst="rect">
            <a:avLst/>
          </a:prstGeom>
          <a:solidFill>
            <a:srgbClr val="FFFF00"/>
          </a:solid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a:spcBef>
                <a:spcPct val="0"/>
              </a:spcBef>
              <a:buNone/>
            </a:pPr>
            <a:r>
              <a:rPr lang="zh-CN" altLang="en-US" sz="2800" b="1" dirty="0"/>
              <a:t>时间复杂度：</a:t>
            </a:r>
            <a:r>
              <a:rPr lang="en-US" altLang="zh-CN" sz="2800" b="1" dirty="0"/>
              <a:t>O(n)</a:t>
            </a:r>
            <a:endParaRPr lang="zh-CN" altLang="en-US" sz="2800" b="1" dirty="0"/>
          </a:p>
        </p:txBody>
      </p:sp>
    </p:spTree>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9250" name="Text Box 2"/>
          <p:cNvSpPr txBox="1">
            <a:spLocks noChangeArrowheads="1"/>
          </p:cNvSpPr>
          <p:nvPr/>
        </p:nvSpPr>
        <p:spPr bwMode="auto">
          <a:xfrm>
            <a:off x="609600" y="381000"/>
            <a:ext cx="7910513" cy="62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12947" tIns="56473" rIns="112947" bIns="56473">
            <a:spAutoFit/>
          </a:bodyPr>
          <a:lstStyle>
            <a:lvl1pPr defTabSz="1129030">
              <a:defRPr kumimoji="1" sz="2400">
                <a:solidFill>
                  <a:schemeClr val="tx1"/>
                </a:solidFill>
                <a:latin typeface="Times New Roman" panose="02020603050405020304" pitchFamily="18" charset="0"/>
                <a:ea typeface="宋体" panose="02010600030101010101" pitchFamily="2" charset="-122"/>
              </a:defRPr>
            </a:lvl1pPr>
            <a:lvl2pPr marL="565150" defTabSz="1129030">
              <a:defRPr kumimoji="1" sz="2400">
                <a:solidFill>
                  <a:schemeClr val="tx1"/>
                </a:solidFill>
                <a:latin typeface="Times New Roman" panose="02020603050405020304" pitchFamily="18" charset="0"/>
                <a:ea typeface="宋体" panose="02010600030101010101" pitchFamily="2" charset="-122"/>
              </a:defRPr>
            </a:lvl2pPr>
            <a:lvl3pPr marL="1129030" defTabSz="1129030">
              <a:defRPr kumimoji="1" sz="2400">
                <a:solidFill>
                  <a:schemeClr val="tx1"/>
                </a:solidFill>
                <a:latin typeface="Times New Roman" panose="02020603050405020304" pitchFamily="18" charset="0"/>
                <a:ea typeface="宋体" panose="02010600030101010101" pitchFamily="2" charset="-122"/>
              </a:defRPr>
            </a:lvl3pPr>
            <a:lvl4pPr marL="1694180" defTabSz="1129030">
              <a:defRPr kumimoji="1" sz="2400">
                <a:solidFill>
                  <a:schemeClr val="tx1"/>
                </a:solidFill>
                <a:latin typeface="Times New Roman" panose="02020603050405020304" pitchFamily="18" charset="0"/>
                <a:ea typeface="宋体" panose="02010600030101010101" pitchFamily="2" charset="-122"/>
              </a:defRPr>
            </a:lvl4pPr>
            <a:lvl5pPr marL="2259330" defTabSz="1129030">
              <a:defRPr kumimoji="1" sz="2400">
                <a:solidFill>
                  <a:schemeClr val="tx1"/>
                </a:solidFill>
                <a:latin typeface="Times New Roman" panose="02020603050405020304" pitchFamily="18" charset="0"/>
                <a:ea typeface="宋体" panose="02010600030101010101" pitchFamily="2" charset="-122"/>
              </a:defRPr>
            </a:lvl5pPr>
            <a:lvl6pPr marL="27165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737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309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881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1129030" rtl="0" eaLnBrk="1" fontAlgn="base" latinLnBrk="0" hangingPunct="1">
              <a:lnSpc>
                <a:spcPct val="105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仿宋_GB2312" pitchFamily="49" charset="-122"/>
                <a:ea typeface="仿宋_GB2312" pitchFamily="49" charset="-122"/>
                <a:cs typeface="+mn-cs"/>
              </a:rPr>
              <a:t>在单链表中插入新结点</a:t>
            </a:r>
            <a:endParaRPr kumimoji="1" lang="zh-CN" altLang="en-US" sz="32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9251" name="Text Box 3"/>
          <p:cNvSpPr txBox="1"/>
          <p:nvPr/>
        </p:nvSpPr>
        <p:spPr>
          <a:xfrm>
            <a:off x="304800" y="3886200"/>
            <a:ext cx="8534400" cy="663575"/>
          </a:xfrm>
          <a:prstGeom prst="rect">
            <a:avLst/>
          </a:prstGeom>
          <a:noFill/>
          <a:ln w="9525">
            <a:noFill/>
          </a:ln>
        </p:spPr>
        <p:txBody>
          <a:bodyPr lIns="112947" tIns="56473" rIns="112947" bIns="56473">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defTabSz="1129030" eaLnBrk="1" hangingPunct="1">
              <a:spcBef>
                <a:spcPct val="0"/>
              </a:spcBef>
              <a:buNone/>
            </a:pPr>
            <a:r>
              <a:rPr lang="en-US" altLang="zh-CN" sz="3600" i="1" dirty="0">
                <a:solidFill>
                  <a:schemeClr val="hlink"/>
                </a:solidFill>
              </a:rPr>
              <a:t>       </a:t>
            </a:r>
            <a:r>
              <a:rPr lang="en-US" altLang="zh-CN" b="1" dirty="0">
                <a:solidFill>
                  <a:srgbClr val="CC3300"/>
                </a:solidFill>
              </a:rPr>
              <a:t>s</a:t>
            </a:r>
            <a:r>
              <a:rPr lang="en-US" altLang="zh-CN" b="1" dirty="0">
                <a:solidFill>
                  <a:srgbClr val="CC3300"/>
                </a:solidFill>
                <a:latin typeface="楷体_GB2312" pitchFamily="49" charset="-122"/>
                <a:ea typeface="楷体_GB2312" pitchFamily="49" charset="-122"/>
              </a:rPr>
              <a:t>-&gt;</a:t>
            </a:r>
            <a:r>
              <a:rPr lang="en-US" altLang="zh-CN" b="1" dirty="0">
                <a:solidFill>
                  <a:srgbClr val="CC3300"/>
                </a:solidFill>
              </a:rPr>
              <a:t>next = p</a:t>
            </a:r>
            <a:r>
              <a:rPr lang="en-US" altLang="zh-CN" b="1" dirty="0">
                <a:solidFill>
                  <a:srgbClr val="CC3300"/>
                </a:solidFill>
                <a:latin typeface="楷体_GB2312" pitchFamily="49" charset="-122"/>
                <a:ea typeface="楷体_GB2312" pitchFamily="49" charset="-122"/>
              </a:rPr>
              <a:t>-&gt;</a:t>
            </a:r>
            <a:r>
              <a:rPr lang="en-US" altLang="zh-CN" b="1" dirty="0">
                <a:solidFill>
                  <a:srgbClr val="CC3300"/>
                </a:solidFill>
              </a:rPr>
              <a:t>next;        </a:t>
            </a:r>
            <a:endParaRPr lang="en-US" altLang="zh-CN" b="1" dirty="0">
              <a:solidFill>
                <a:schemeClr val="hlink"/>
              </a:solidFill>
            </a:endParaRPr>
          </a:p>
        </p:txBody>
      </p:sp>
      <p:grpSp>
        <p:nvGrpSpPr>
          <p:cNvPr id="309288" name="Group 40"/>
          <p:cNvGrpSpPr/>
          <p:nvPr/>
        </p:nvGrpSpPr>
        <p:grpSpPr>
          <a:xfrm>
            <a:off x="1828800" y="3352800"/>
            <a:ext cx="1676400" cy="533400"/>
            <a:chOff x="1152" y="2112"/>
            <a:chExt cx="1056" cy="336"/>
          </a:xfrm>
        </p:grpSpPr>
        <p:sp>
          <p:nvSpPr>
            <p:cNvPr id="38956" name="Rectangle 6"/>
            <p:cNvSpPr/>
            <p:nvPr/>
          </p:nvSpPr>
          <p:spPr>
            <a:xfrm>
              <a:off x="1776" y="2112"/>
              <a:ext cx="240" cy="336"/>
            </a:xfrm>
            <a:prstGeom prst="rect">
              <a:avLst/>
            </a:prstGeom>
            <a:solidFill>
              <a:srgbClr val="FFFFCC"/>
            </a:solidFill>
            <a:ln w="28575" cap="flat" cmpd="sng">
              <a:solidFill>
                <a:srgbClr val="009900"/>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57" name="Line 7"/>
            <p:cNvSpPr/>
            <p:nvPr/>
          </p:nvSpPr>
          <p:spPr>
            <a:xfrm flipV="1">
              <a:off x="1392" y="2256"/>
              <a:ext cx="384" cy="9"/>
            </a:xfrm>
            <a:prstGeom prst="line">
              <a:avLst/>
            </a:prstGeom>
            <a:ln w="38100" cap="flat" cmpd="sng">
              <a:solidFill>
                <a:srgbClr val="009900"/>
              </a:solidFill>
              <a:prstDash val="solid"/>
              <a:headEnd type="none" w="med" len="med"/>
              <a:tailEnd type="triangle" w="sm" len="lg"/>
            </a:ln>
          </p:spPr>
        </p:sp>
        <p:sp>
          <p:nvSpPr>
            <p:cNvPr id="38958" name="Text Box 8"/>
            <p:cNvSpPr txBox="1"/>
            <p:nvPr/>
          </p:nvSpPr>
          <p:spPr>
            <a:xfrm>
              <a:off x="1152" y="2112"/>
              <a:ext cx="20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s</a:t>
              </a:r>
              <a:endParaRPr lang="en-US" altLang="zh-CN" dirty="0">
                <a:solidFill>
                  <a:srgbClr val="009900"/>
                </a:solidFill>
              </a:endParaRPr>
            </a:p>
          </p:txBody>
        </p:sp>
        <p:sp>
          <p:nvSpPr>
            <p:cNvPr id="38959" name="Rectangle 13"/>
            <p:cNvSpPr/>
            <p:nvPr/>
          </p:nvSpPr>
          <p:spPr>
            <a:xfrm>
              <a:off x="2016" y="2112"/>
              <a:ext cx="192" cy="336"/>
            </a:xfrm>
            <a:prstGeom prst="rect">
              <a:avLst/>
            </a:prstGeom>
            <a:solidFill>
              <a:srgbClr val="FFFFCC"/>
            </a:solidFill>
            <a:ln w="28575" cap="flat" cmpd="sng">
              <a:solidFill>
                <a:srgbClr val="009900"/>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grpSp>
      <p:sp>
        <p:nvSpPr>
          <p:cNvPr id="309267" name="Text Box 19"/>
          <p:cNvSpPr txBox="1"/>
          <p:nvPr/>
        </p:nvSpPr>
        <p:spPr>
          <a:xfrm>
            <a:off x="3733800" y="2622550"/>
            <a:ext cx="1098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3600" dirty="0">
                <a:solidFill>
                  <a:schemeClr val="accent2"/>
                </a:solidFill>
                <a:ea typeface="隶书" panose="02010509060101010101" pitchFamily="49" charset="-122"/>
              </a:rPr>
              <a:t>插入</a:t>
            </a:r>
            <a:endParaRPr lang="zh-CN" altLang="en-US" sz="2400" dirty="0">
              <a:solidFill>
                <a:schemeClr val="accent2"/>
              </a:solidFill>
            </a:endParaRPr>
          </a:p>
        </p:txBody>
      </p:sp>
      <p:grpSp>
        <p:nvGrpSpPr>
          <p:cNvPr id="309286" name="Group 38"/>
          <p:cNvGrpSpPr/>
          <p:nvPr/>
        </p:nvGrpSpPr>
        <p:grpSpPr>
          <a:xfrm>
            <a:off x="914400" y="2681288"/>
            <a:ext cx="838200" cy="519112"/>
            <a:chOff x="576" y="1689"/>
            <a:chExt cx="528" cy="327"/>
          </a:xfrm>
        </p:grpSpPr>
        <p:sp>
          <p:nvSpPr>
            <p:cNvPr id="38954" name="Line 20"/>
            <p:cNvSpPr/>
            <p:nvPr/>
          </p:nvSpPr>
          <p:spPr>
            <a:xfrm flipV="1">
              <a:off x="768" y="1728"/>
              <a:ext cx="336" cy="144"/>
            </a:xfrm>
            <a:prstGeom prst="line">
              <a:avLst/>
            </a:prstGeom>
            <a:ln w="38100" cap="flat" cmpd="sng">
              <a:solidFill>
                <a:schemeClr val="accent2"/>
              </a:solidFill>
              <a:prstDash val="solid"/>
              <a:headEnd type="none" w="med" len="med"/>
              <a:tailEnd type="triangle" w="sm" len="lg"/>
            </a:ln>
          </p:spPr>
        </p:sp>
        <p:sp>
          <p:nvSpPr>
            <p:cNvPr id="38955" name="Text Box 21"/>
            <p:cNvSpPr txBox="1"/>
            <p:nvPr/>
          </p:nvSpPr>
          <p:spPr>
            <a:xfrm>
              <a:off x="576" y="1689"/>
              <a:ext cx="241"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hlink"/>
                  </a:solidFill>
                </a:rPr>
                <a:t>p</a:t>
              </a:r>
              <a:endParaRPr lang="en-US" altLang="zh-CN" sz="2400" dirty="0"/>
            </a:p>
          </p:txBody>
        </p:sp>
      </p:grpSp>
      <p:grpSp>
        <p:nvGrpSpPr>
          <p:cNvPr id="309287" name="Group 39"/>
          <p:cNvGrpSpPr/>
          <p:nvPr/>
        </p:nvGrpSpPr>
        <p:grpSpPr>
          <a:xfrm>
            <a:off x="1219200" y="2357438"/>
            <a:ext cx="3352800" cy="538162"/>
            <a:chOff x="768" y="1485"/>
            <a:chExt cx="2112" cy="339"/>
          </a:xfrm>
        </p:grpSpPr>
        <p:sp>
          <p:nvSpPr>
            <p:cNvPr id="38946" name="Rectangle 4"/>
            <p:cNvSpPr/>
            <p:nvPr/>
          </p:nvSpPr>
          <p:spPr>
            <a:xfrm>
              <a:off x="1104" y="1488"/>
              <a:ext cx="240"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47" name="Line 5"/>
            <p:cNvSpPr/>
            <p:nvPr/>
          </p:nvSpPr>
          <p:spPr>
            <a:xfrm>
              <a:off x="768" y="1629"/>
              <a:ext cx="336" cy="3"/>
            </a:xfrm>
            <a:prstGeom prst="line">
              <a:avLst/>
            </a:prstGeom>
            <a:ln w="38100" cap="flat" cmpd="sng">
              <a:solidFill>
                <a:schemeClr val="tx2"/>
              </a:solidFill>
              <a:prstDash val="solid"/>
              <a:headEnd type="none" w="med" len="med"/>
              <a:tailEnd type="triangle" w="sm" len="lg"/>
            </a:ln>
          </p:spPr>
        </p:sp>
        <p:sp>
          <p:nvSpPr>
            <p:cNvPr id="38948" name="Rectangle 9"/>
            <p:cNvSpPr/>
            <p:nvPr/>
          </p:nvSpPr>
          <p:spPr>
            <a:xfrm>
              <a:off x="1344" y="1488"/>
              <a:ext cx="192" cy="336"/>
            </a:xfrm>
            <a:prstGeom prst="rect">
              <a:avLst/>
            </a:prstGeom>
            <a:solidFill>
              <a:srgbClr val="FFFFCC"/>
            </a:solidFill>
            <a:ln w="19050"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49" name="Rectangle 24"/>
            <p:cNvSpPr/>
            <p:nvPr/>
          </p:nvSpPr>
          <p:spPr>
            <a:xfrm>
              <a:off x="1920" y="1485"/>
              <a:ext cx="240"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50" name="Line 25"/>
            <p:cNvSpPr/>
            <p:nvPr/>
          </p:nvSpPr>
          <p:spPr>
            <a:xfrm>
              <a:off x="1440" y="1629"/>
              <a:ext cx="480" cy="0"/>
            </a:xfrm>
            <a:prstGeom prst="line">
              <a:avLst/>
            </a:prstGeom>
            <a:ln w="38100" cap="flat" cmpd="sng">
              <a:solidFill>
                <a:schemeClr val="tx2"/>
              </a:solidFill>
              <a:prstDash val="solid"/>
              <a:headEnd type="none" w="med" len="med"/>
              <a:tailEnd type="triangle" w="sm" len="lg"/>
            </a:ln>
          </p:spPr>
        </p:sp>
        <p:sp>
          <p:nvSpPr>
            <p:cNvPr id="38951" name="Rectangle 26"/>
            <p:cNvSpPr/>
            <p:nvPr/>
          </p:nvSpPr>
          <p:spPr>
            <a:xfrm>
              <a:off x="2160" y="1485"/>
              <a:ext cx="192" cy="336"/>
            </a:xfrm>
            <a:prstGeom prst="rect">
              <a:avLst/>
            </a:prstGeom>
            <a:solidFill>
              <a:srgbClr val="FFFFCC"/>
            </a:solidFill>
            <a:ln w="19050"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52" name="Line 27"/>
            <p:cNvSpPr/>
            <p:nvPr/>
          </p:nvSpPr>
          <p:spPr>
            <a:xfrm>
              <a:off x="2256" y="1629"/>
              <a:ext cx="336" cy="0"/>
            </a:xfrm>
            <a:prstGeom prst="line">
              <a:avLst/>
            </a:prstGeom>
            <a:ln w="38100" cap="flat" cmpd="sng">
              <a:solidFill>
                <a:schemeClr val="tx2"/>
              </a:solidFill>
              <a:prstDash val="solid"/>
              <a:headEnd type="none" w="med" len="med"/>
              <a:tailEnd type="triangle" w="sm" len="lg"/>
            </a:ln>
          </p:spPr>
        </p:sp>
        <p:sp>
          <p:nvSpPr>
            <p:cNvPr id="38953" name="Line 33"/>
            <p:cNvSpPr/>
            <p:nvPr/>
          </p:nvSpPr>
          <p:spPr>
            <a:xfrm>
              <a:off x="2592" y="1629"/>
              <a:ext cx="288" cy="0"/>
            </a:xfrm>
            <a:prstGeom prst="line">
              <a:avLst/>
            </a:prstGeom>
            <a:ln w="38100" cap="flat" cmpd="sng">
              <a:solidFill>
                <a:schemeClr val="tx2"/>
              </a:solidFill>
              <a:prstDash val="sysDot"/>
              <a:headEnd type="none" w="med" len="med"/>
              <a:tailEnd type="none" w="med" len="med"/>
            </a:ln>
          </p:spPr>
        </p:sp>
      </p:grpSp>
      <p:grpSp>
        <p:nvGrpSpPr>
          <p:cNvPr id="309297" name="Group 49"/>
          <p:cNvGrpSpPr/>
          <p:nvPr/>
        </p:nvGrpSpPr>
        <p:grpSpPr>
          <a:xfrm>
            <a:off x="4953000" y="2347913"/>
            <a:ext cx="3657600" cy="1538287"/>
            <a:chOff x="3120" y="1479"/>
            <a:chExt cx="2304" cy="969"/>
          </a:xfrm>
        </p:grpSpPr>
        <p:grpSp>
          <p:nvGrpSpPr>
            <p:cNvPr id="38929" name="Group 43"/>
            <p:cNvGrpSpPr/>
            <p:nvPr/>
          </p:nvGrpSpPr>
          <p:grpSpPr>
            <a:xfrm>
              <a:off x="3696" y="2064"/>
              <a:ext cx="1056" cy="384"/>
              <a:chOff x="3696" y="2064"/>
              <a:chExt cx="1056" cy="384"/>
            </a:xfrm>
          </p:grpSpPr>
          <p:sp>
            <p:nvSpPr>
              <p:cNvPr id="38942" name="Rectangle 12"/>
              <p:cNvSpPr/>
              <p:nvPr/>
            </p:nvSpPr>
            <p:spPr>
              <a:xfrm>
                <a:off x="4320" y="2112"/>
                <a:ext cx="240" cy="336"/>
              </a:xfrm>
              <a:prstGeom prst="rect">
                <a:avLst/>
              </a:prstGeom>
              <a:solidFill>
                <a:srgbClr val="FFFFCC"/>
              </a:solidFill>
              <a:ln w="28575" cap="flat" cmpd="sng">
                <a:solidFill>
                  <a:srgbClr val="009900"/>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43" name="Line 14"/>
              <p:cNvSpPr/>
              <p:nvPr/>
            </p:nvSpPr>
            <p:spPr>
              <a:xfrm flipV="1">
                <a:off x="3936" y="2247"/>
                <a:ext cx="384" cy="9"/>
              </a:xfrm>
              <a:prstGeom prst="line">
                <a:avLst/>
              </a:prstGeom>
              <a:ln w="38100" cap="flat" cmpd="sng">
                <a:solidFill>
                  <a:srgbClr val="009900"/>
                </a:solidFill>
                <a:prstDash val="solid"/>
                <a:headEnd type="none" w="med" len="med"/>
                <a:tailEnd type="triangle" w="sm" len="lg"/>
              </a:ln>
            </p:spPr>
          </p:sp>
          <p:sp>
            <p:nvSpPr>
              <p:cNvPr id="38944" name="Text Box 15"/>
              <p:cNvSpPr txBox="1"/>
              <p:nvPr/>
            </p:nvSpPr>
            <p:spPr>
              <a:xfrm>
                <a:off x="3696" y="2064"/>
                <a:ext cx="20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9900"/>
                    </a:solidFill>
                  </a:rPr>
                  <a:t>s</a:t>
                </a:r>
                <a:endParaRPr lang="en-US" altLang="zh-CN" dirty="0">
                  <a:solidFill>
                    <a:srgbClr val="009900"/>
                  </a:solidFill>
                </a:endParaRPr>
              </a:p>
            </p:txBody>
          </p:sp>
          <p:sp>
            <p:nvSpPr>
              <p:cNvPr id="38945" name="Rectangle 17"/>
              <p:cNvSpPr/>
              <p:nvPr/>
            </p:nvSpPr>
            <p:spPr>
              <a:xfrm>
                <a:off x="4560" y="2112"/>
                <a:ext cx="192" cy="336"/>
              </a:xfrm>
              <a:prstGeom prst="rect">
                <a:avLst/>
              </a:prstGeom>
              <a:solidFill>
                <a:srgbClr val="FFFFCC"/>
              </a:solidFill>
              <a:ln w="19050" cap="flat" cmpd="sng">
                <a:solidFill>
                  <a:srgbClr val="009900"/>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grpSp>
        <p:grpSp>
          <p:nvGrpSpPr>
            <p:cNvPr id="38930" name="Group 41"/>
            <p:cNvGrpSpPr/>
            <p:nvPr/>
          </p:nvGrpSpPr>
          <p:grpSpPr>
            <a:xfrm>
              <a:off x="3120" y="1689"/>
              <a:ext cx="528" cy="327"/>
              <a:chOff x="3120" y="1689"/>
              <a:chExt cx="528" cy="327"/>
            </a:xfrm>
          </p:grpSpPr>
          <p:sp>
            <p:nvSpPr>
              <p:cNvPr id="38940" name="Line 22"/>
              <p:cNvSpPr/>
              <p:nvPr/>
            </p:nvSpPr>
            <p:spPr>
              <a:xfrm flipV="1">
                <a:off x="3312" y="1728"/>
                <a:ext cx="336" cy="144"/>
              </a:xfrm>
              <a:prstGeom prst="line">
                <a:avLst/>
              </a:prstGeom>
              <a:ln w="38100" cap="flat" cmpd="sng">
                <a:solidFill>
                  <a:schemeClr val="accent2"/>
                </a:solidFill>
                <a:prstDash val="solid"/>
                <a:headEnd type="none" w="med" len="med"/>
                <a:tailEnd type="triangle" w="sm" len="lg"/>
              </a:ln>
            </p:spPr>
          </p:sp>
          <p:sp>
            <p:nvSpPr>
              <p:cNvPr id="38941" name="Text Box 23"/>
              <p:cNvSpPr txBox="1"/>
              <p:nvPr/>
            </p:nvSpPr>
            <p:spPr>
              <a:xfrm>
                <a:off x="3120" y="1689"/>
                <a:ext cx="241"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hlink"/>
                    </a:solidFill>
                  </a:rPr>
                  <a:t>p</a:t>
                </a:r>
                <a:endParaRPr lang="en-US" altLang="zh-CN" sz="2400" dirty="0"/>
              </a:p>
            </p:txBody>
          </p:sp>
        </p:grpSp>
        <p:grpSp>
          <p:nvGrpSpPr>
            <p:cNvPr id="38931" name="Group 42"/>
            <p:cNvGrpSpPr/>
            <p:nvPr/>
          </p:nvGrpSpPr>
          <p:grpSpPr>
            <a:xfrm>
              <a:off x="3312" y="1479"/>
              <a:ext cx="2112" cy="342"/>
              <a:chOff x="3312" y="1479"/>
              <a:chExt cx="2112" cy="342"/>
            </a:xfrm>
          </p:grpSpPr>
          <p:sp>
            <p:nvSpPr>
              <p:cNvPr id="38932" name="Rectangle 10"/>
              <p:cNvSpPr/>
              <p:nvPr/>
            </p:nvSpPr>
            <p:spPr>
              <a:xfrm>
                <a:off x="3648" y="1479"/>
                <a:ext cx="240"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33" name="Line 11"/>
              <p:cNvSpPr/>
              <p:nvPr/>
            </p:nvSpPr>
            <p:spPr>
              <a:xfrm flipV="1">
                <a:off x="3312" y="1623"/>
                <a:ext cx="336" cy="6"/>
              </a:xfrm>
              <a:prstGeom prst="line">
                <a:avLst/>
              </a:prstGeom>
              <a:ln w="38100" cap="flat" cmpd="sng">
                <a:solidFill>
                  <a:schemeClr val="tx2"/>
                </a:solidFill>
                <a:prstDash val="solid"/>
                <a:headEnd type="none" w="med" len="med"/>
                <a:tailEnd type="triangle" w="sm" len="lg"/>
              </a:ln>
            </p:spPr>
          </p:sp>
          <p:sp>
            <p:nvSpPr>
              <p:cNvPr id="38934" name="Rectangle 16"/>
              <p:cNvSpPr/>
              <p:nvPr/>
            </p:nvSpPr>
            <p:spPr>
              <a:xfrm>
                <a:off x="3888" y="1479"/>
                <a:ext cx="192" cy="336"/>
              </a:xfrm>
              <a:prstGeom prst="rect">
                <a:avLst/>
              </a:prstGeom>
              <a:solidFill>
                <a:srgbClr val="FFFFCC"/>
              </a:solidFill>
              <a:ln w="19050"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35" name="Rectangle 28"/>
              <p:cNvSpPr/>
              <p:nvPr/>
            </p:nvSpPr>
            <p:spPr>
              <a:xfrm>
                <a:off x="4464" y="1485"/>
                <a:ext cx="240"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36" name="Line 29"/>
              <p:cNvSpPr/>
              <p:nvPr/>
            </p:nvSpPr>
            <p:spPr>
              <a:xfrm>
                <a:off x="3984" y="1629"/>
                <a:ext cx="480" cy="0"/>
              </a:xfrm>
              <a:prstGeom prst="line">
                <a:avLst/>
              </a:prstGeom>
              <a:ln w="38100" cap="flat" cmpd="sng">
                <a:solidFill>
                  <a:srgbClr val="FF7C80"/>
                </a:solidFill>
                <a:prstDash val="sysDot"/>
                <a:headEnd type="none" w="med" len="med"/>
                <a:tailEnd type="triangle" w="sm" len="lg"/>
              </a:ln>
            </p:spPr>
          </p:sp>
          <p:sp>
            <p:nvSpPr>
              <p:cNvPr id="38937" name="Rectangle 30"/>
              <p:cNvSpPr/>
              <p:nvPr/>
            </p:nvSpPr>
            <p:spPr>
              <a:xfrm>
                <a:off x="4704" y="1485"/>
                <a:ext cx="192" cy="336"/>
              </a:xfrm>
              <a:prstGeom prst="rect">
                <a:avLst/>
              </a:prstGeom>
              <a:solidFill>
                <a:srgbClr val="FFFFCC"/>
              </a:solidFill>
              <a:ln w="19050"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38938" name="Line 31"/>
              <p:cNvSpPr/>
              <p:nvPr/>
            </p:nvSpPr>
            <p:spPr>
              <a:xfrm>
                <a:off x="4800" y="1629"/>
                <a:ext cx="336" cy="0"/>
              </a:xfrm>
              <a:prstGeom prst="line">
                <a:avLst/>
              </a:prstGeom>
              <a:ln w="38100" cap="flat" cmpd="sng">
                <a:solidFill>
                  <a:schemeClr val="tx2"/>
                </a:solidFill>
                <a:prstDash val="solid"/>
                <a:headEnd type="none" w="med" len="med"/>
                <a:tailEnd type="triangle" w="sm" len="lg"/>
              </a:ln>
            </p:spPr>
          </p:sp>
          <p:sp>
            <p:nvSpPr>
              <p:cNvPr id="38939" name="Line 34"/>
              <p:cNvSpPr/>
              <p:nvPr/>
            </p:nvSpPr>
            <p:spPr>
              <a:xfrm>
                <a:off x="5136" y="1629"/>
                <a:ext cx="288" cy="0"/>
              </a:xfrm>
              <a:prstGeom prst="line">
                <a:avLst/>
              </a:prstGeom>
              <a:ln w="38100" cap="flat" cmpd="sng">
                <a:solidFill>
                  <a:schemeClr val="tx2"/>
                </a:solidFill>
                <a:prstDash val="sysDot"/>
                <a:headEnd type="none" w="med" len="med"/>
                <a:tailEnd type="none" w="med" len="med"/>
              </a:ln>
            </p:spPr>
          </p:sp>
        </p:grpSp>
      </p:grpSp>
      <p:sp>
        <p:nvSpPr>
          <p:cNvPr id="309283" name="Text Box 35"/>
          <p:cNvSpPr txBox="1"/>
          <p:nvPr/>
        </p:nvSpPr>
        <p:spPr>
          <a:xfrm>
            <a:off x="685800" y="5791200"/>
            <a:ext cx="81851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b="1" dirty="0">
                <a:solidFill>
                  <a:srgbClr val="CC00CC"/>
                </a:solidFill>
                <a:latin typeface="楷体_GB2312" pitchFamily="49" charset="-122"/>
                <a:ea typeface="楷体_GB2312" pitchFamily="49" charset="-122"/>
              </a:rPr>
              <a:t>注意：先确定</a:t>
            </a:r>
            <a:r>
              <a:rPr lang="en-US" altLang="zh-CN" sz="2800" b="1" dirty="0">
                <a:solidFill>
                  <a:srgbClr val="CC00CC"/>
                </a:solidFill>
                <a:latin typeface="楷体_GB2312" pitchFamily="49" charset="-122"/>
                <a:ea typeface="楷体_GB2312" pitchFamily="49" charset="-122"/>
              </a:rPr>
              <a:t>s</a:t>
            </a:r>
            <a:r>
              <a:rPr lang="zh-CN" altLang="zh-CN" sz="2800" b="1" dirty="0">
                <a:solidFill>
                  <a:srgbClr val="CC00CC"/>
                </a:solidFill>
                <a:latin typeface="楷体_GB2312" pitchFamily="49" charset="-122"/>
                <a:ea typeface="楷体_GB2312" pitchFamily="49" charset="-122"/>
              </a:rPr>
              <a:t>的直接前驱</a:t>
            </a:r>
            <a:r>
              <a:rPr lang="en-US" altLang="zh-CN" sz="2800" b="1" dirty="0">
                <a:solidFill>
                  <a:srgbClr val="CC00CC"/>
                </a:solidFill>
                <a:latin typeface="楷体_GB2312" pitchFamily="49" charset="-122"/>
                <a:ea typeface="楷体_GB2312" pitchFamily="49" charset="-122"/>
              </a:rPr>
              <a:t>r,</a:t>
            </a:r>
            <a:r>
              <a:rPr lang="zh-CN" altLang="en-US" sz="2800" b="1" dirty="0">
                <a:solidFill>
                  <a:srgbClr val="CC00CC"/>
                </a:solidFill>
                <a:latin typeface="楷体_GB2312" pitchFamily="49" charset="-122"/>
                <a:ea typeface="楷体_GB2312" pitchFamily="49" charset="-122"/>
              </a:rPr>
              <a:t>在</a:t>
            </a:r>
            <a:r>
              <a:rPr lang="en-US" altLang="zh-CN" sz="2800" b="1" dirty="0">
                <a:solidFill>
                  <a:srgbClr val="CC00CC"/>
                </a:solidFill>
                <a:latin typeface="楷体_GB2312" pitchFamily="49" charset="-122"/>
                <a:ea typeface="楷体_GB2312" pitchFamily="49" charset="-122"/>
              </a:rPr>
              <a:t>p</a:t>
            </a:r>
            <a:r>
              <a:rPr lang="zh-CN" altLang="zh-CN" sz="2800" b="1" dirty="0">
                <a:solidFill>
                  <a:srgbClr val="CC00CC"/>
                </a:solidFill>
                <a:latin typeface="楷体_GB2312" pitchFamily="49" charset="-122"/>
                <a:ea typeface="楷体_GB2312" pitchFamily="49" charset="-122"/>
              </a:rPr>
              <a:t>之后插入新结点</a:t>
            </a:r>
            <a:r>
              <a:rPr lang="en-US" altLang="zh-CN" sz="2800" b="1" dirty="0">
                <a:solidFill>
                  <a:srgbClr val="CC00CC"/>
                </a:solidFill>
                <a:latin typeface="楷体_GB2312" pitchFamily="49" charset="-122"/>
                <a:ea typeface="楷体_GB2312" pitchFamily="49" charset="-122"/>
              </a:rPr>
              <a:t>p</a:t>
            </a:r>
            <a:r>
              <a:rPr lang="zh-CN" altLang="en-US" sz="2800" b="1" dirty="0">
                <a:solidFill>
                  <a:srgbClr val="CC00CC"/>
                </a:solidFill>
                <a:latin typeface="楷体_GB2312" pitchFamily="49" charset="-122"/>
                <a:ea typeface="楷体_GB2312" pitchFamily="49" charset="-122"/>
              </a:rPr>
              <a:t>。</a:t>
            </a:r>
            <a:endParaRPr lang="zh-CN" altLang="en-US" sz="2800" b="1" dirty="0"/>
          </a:p>
        </p:txBody>
      </p:sp>
      <p:sp>
        <p:nvSpPr>
          <p:cNvPr id="309284" name="Text Box 36"/>
          <p:cNvSpPr txBox="1"/>
          <p:nvPr/>
        </p:nvSpPr>
        <p:spPr>
          <a:xfrm>
            <a:off x="1219200" y="4572000"/>
            <a:ext cx="22891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rgbClr val="CC3300"/>
                </a:solidFill>
              </a:rPr>
              <a:t>p</a:t>
            </a:r>
            <a:r>
              <a:rPr lang="en-US" altLang="zh-CN" b="1" dirty="0">
                <a:solidFill>
                  <a:srgbClr val="CC3300"/>
                </a:solidFill>
                <a:latin typeface="楷体_GB2312" pitchFamily="49" charset="-122"/>
                <a:ea typeface="楷体_GB2312" pitchFamily="49" charset="-122"/>
              </a:rPr>
              <a:t>-&gt;</a:t>
            </a:r>
            <a:r>
              <a:rPr lang="en-US" altLang="zh-CN" b="1" dirty="0">
                <a:solidFill>
                  <a:srgbClr val="CC3300"/>
                </a:solidFill>
              </a:rPr>
              <a:t>next = s;</a:t>
            </a:r>
            <a:endParaRPr lang="en-US" altLang="zh-CN" sz="2800" dirty="0"/>
          </a:p>
        </p:txBody>
      </p:sp>
      <p:sp>
        <p:nvSpPr>
          <p:cNvPr id="309285" name="Text Box 37"/>
          <p:cNvSpPr txBox="1"/>
          <p:nvPr/>
        </p:nvSpPr>
        <p:spPr>
          <a:xfrm>
            <a:off x="1219200" y="1398588"/>
            <a:ext cx="408146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zh-CN" dirty="0">
                <a:solidFill>
                  <a:srgbClr val="CC0000"/>
                </a:solidFill>
                <a:latin typeface="隶书" panose="02010509060101010101" pitchFamily="49" charset="-122"/>
                <a:ea typeface="隶书" panose="02010509060101010101" pitchFamily="49" charset="-122"/>
              </a:rPr>
              <a:t>生成新结点</a:t>
            </a:r>
            <a:r>
              <a:rPr lang="en-US" altLang="zh-CN" dirty="0">
                <a:solidFill>
                  <a:srgbClr val="CC0000"/>
                </a:solidFill>
                <a:ea typeface="隶书" panose="02010509060101010101" pitchFamily="49" charset="-122"/>
              </a:rPr>
              <a:t>s=malloc( )</a:t>
            </a:r>
            <a:endParaRPr lang="en-US" altLang="zh-CN" sz="2800" dirty="0">
              <a:solidFill>
                <a:srgbClr val="CC0000"/>
              </a:solidFill>
            </a:endParaRPr>
          </a:p>
        </p:txBody>
      </p:sp>
      <p:sp>
        <p:nvSpPr>
          <p:cNvPr id="309266" name="Line 18"/>
          <p:cNvSpPr/>
          <p:nvPr/>
        </p:nvSpPr>
        <p:spPr>
          <a:xfrm>
            <a:off x="6324600" y="2667000"/>
            <a:ext cx="533400" cy="700088"/>
          </a:xfrm>
          <a:prstGeom prst="line">
            <a:avLst/>
          </a:prstGeom>
          <a:ln w="38100" cap="flat" cmpd="sng">
            <a:solidFill>
              <a:schemeClr val="tx2"/>
            </a:solidFill>
            <a:prstDash val="solid"/>
            <a:headEnd type="none" w="med" len="med"/>
            <a:tailEnd type="triangle" w="sm" len="lg"/>
          </a:ln>
        </p:spPr>
      </p:sp>
      <p:sp>
        <p:nvSpPr>
          <p:cNvPr id="309292" name="Line 44"/>
          <p:cNvSpPr/>
          <p:nvPr/>
        </p:nvSpPr>
        <p:spPr>
          <a:xfrm>
            <a:off x="2286000" y="2667000"/>
            <a:ext cx="533400" cy="700088"/>
          </a:xfrm>
          <a:prstGeom prst="line">
            <a:avLst/>
          </a:prstGeom>
          <a:ln w="38100" cap="flat" cmpd="sng">
            <a:solidFill>
              <a:srgbClr val="99CCFF"/>
            </a:solidFill>
            <a:prstDash val="solid"/>
            <a:headEnd type="none" w="med" len="med"/>
            <a:tailEnd type="triangle" w="sm" len="lg"/>
          </a:ln>
        </p:spPr>
      </p:sp>
      <p:sp>
        <p:nvSpPr>
          <p:cNvPr id="309293" name="Line 45"/>
          <p:cNvSpPr/>
          <p:nvPr/>
        </p:nvSpPr>
        <p:spPr>
          <a:xfrm flipV="1">
            <a:off x="3352800" y="2667000"/>
            <a:ext cx="228600" cy="838200"/>
          </a:xfrm>
          <a:prstGeom prst="line">
            <a:avLst/>
          </a:prstGeom>
          <a:ln w="28575" cap="flat" cmpd="sng">
            <a:solidFill>
              <a:srgbClr val="99CCFF"/>
            </a:solidFill>
            <a:prstDash val="solid"/>
            <a:headEnd type="none" w="med" len="med"/>
            <a:tailEnd type="triangle" w="sm" len="lg"/>
          </a:ln>
        </p:spPr>
      </p:sp>
      <p:sp>
        <p:nvSpPr>
          <p:cNvPr id="309296" name="Text Box 48"/>
          <p:cNvSpPr txBox="1"/>
          <p:nvPr/>
        </p:nvSpPr>
        <p:spPr>
          <a:xfrm>
            <a:off x="6781800" y="1828800"/>
            <a:ext cx="1560513"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rgbClr val="CC3300"/>
                </a:solidFill>
              </a:rPr>
              <a:t>p</a:t>
            </a:r>
            <a:r>
              <a:rPr lang="en-US" altLang="zh-CN" b="1" dirty="0">
                <a:solidFill>
                  <a:srgbClr val="CC3300"/>
                </a:solidFill>
                <a:latin typeface="楷体_GB2312" pitchFamily="49" charset="-122"/>
                <a:ea typeface="楷体_GB2312" pitchFamily="49" charset="-122"/>
              </a:rPr>
              <a:t>-&gt;</a:t>
            </a:r>
            <a:r>
              <a:rPr lang="en-US" altLang="zh-CN" b="1" dirty="0">
                <a:solidFill>
                  <a:srgbClr val="CC3300"/>
                </a:solidFill>
              </a:rPr>
              <a:t>next</a:t>
            </a:r>
            <a:endParaRPr lang="en-US" altLang="zh-CN" b="1" dirty="0">
              <a:solidFill>
                <a:srgbClr val="CC3300"/>
              </a:solidFill>
            </a:endParaRPr>
          </a:p>
        </p:txBody>
      </p:sp>
      <p:sp>
        <p:nvSpPr>
          <p:cNvPr id="309280" name="Line 32"/>
          <p:cNvSpPr/>
          <p:nvPr/>
        </p:nvSpPr>
        <p:spPr>
          <a:xfrm flipH="1" flipV="1">
            <a:off x="7391400" y="2895600"/>
            <a:ext cx="0" cy="685800"/>
          </a:xfrm>
          <a:prstGeom prst="line">
            <a:avLst/>
          </a:prstGeom>
          <a:ln w="28575" cap="flat" cmpd="sng">
            <a:solidFill>
              <a:srgbClr val="009900"/>
            </a:solidFill>
            <a:prstDash val="solid"/>
            <a:headEnd type="none" w="med" len="med"/>
            <a:tailEnd type="triangle" w="sm" len="lg"/>
          </a:ln>
        </p:spPr>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09287"/>
                                        </p:tgtEl>
                                        <p:attrNameLst>
                                          <p:attrName>style.visibility</p:attrName>
                                        </p:attrNameLst>
                                      </p:cBhvr>
                                      <p:to>
                                        <p:strVal val="visible"/>
                                      </p:to>
                                    </p:set>
                                    <p:animEffect transition="in" filter="box(out)">
                                      <p:cBhvr>
                                        <p:cTn id="7" dur="500"/>
                                        <p:tgtEl>
                                          <p:spTgt spid="30928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09285"/>
                                        </p:tgtEl>
                                        <p:attrNameLst>
                                          <p:attrName>style.visibility</p:attrName>
                                        </p:attrNameLst>
                                      </p:cBhvr>
                                      <p:to>
                                        <p:strVal val="visible"/>
                                      </p:to>
                                    </p:set>
                                    <p:animEffect transition="in" filter="box(out)">
                                      <p:cBhvr>
                                        <p:cTn id="12" dur="500"/>
                                        <p:tgtEl>
                                          <p:spTgt spid="30928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09288"/>
                                        </p:tgtEl>
                                        <p:attrNameLst>
                                          <p:attrName>style.visibility</p:attrName>
                                        </p:attrNameLst>
                                      </p:cBhvr>
                                      <p:to>
                                        <p:strVal val="visible"/>
                                      </p:to>
                                    </p:set>
                                    <p:animEffect transition="in" filter="box(out)">
                                      <p:cBhvr>
                                        <p:cTn id="17" dur="500"/>
                                        <p:tgtEl>
                                          <p:spTgt spid="30928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09293"/>
                                        </p:tgtEl>
                                        <p:attrNameLst>
                                          <p:attrName>style.visibility</p:attrName>
                                        </p:attrNameLst>
                                      </p:cBhvr>
                                      <p:to>
                                        <p:strVal val="visible"/>
                                      </p:to>
                                    </p:set>
                                    <p:animEffect transition="in" filter="box(out)">
                                      <p:cBhvr>
                                        <p:cTn id="22" dur="500"/>
                                        <p:tgtEl>
                                          <p:spTgt spid="30929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309292"/>
                                        </p:tgtEl>
                                        <p:attrNameLst>
                                          <p:attrName>style.visibility</p:attrName>
                                        </p:attrNameLst>
                                      </p:cBhvr>
                                      <p:to>
                                        <p:strVal val="visible"/>
                                      </p:to>
                                    </p:set>
                                    <p:animEffect transition="in" filter="box(out)">
                                      <p:cBhvr>
                                        <p:cTn id="27" dur="500"/>
                                        <p:tgtEl>
                                          <p:spTgt spid="30929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309286"/>
                                        </p:tgtEl>
                                        <p:attrNameLst>
                                          <p:attrName>style.visibility</p:attrName>
                                        </p:attrNameLst>
                                      </p:cBhvr>
                                      <p:to>
                                        <p:strVal val="visible"/>
                                      </p:to>
                                    </p:set>
                                    <p:animEffect transition="in" filter="box(out)">
                                      <p:cBhvr>
                                        <p:cTn id="32" dur="500"/>
                                        <p:tgtEl>
                                          <p:spTgt spid="30928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09267"/>
                                        </p:tgtEl>
                                        <p:attrNameLst>
                                          <p:attrName>style.visibility</p:attrName>
                                        </p:attrNameLst>
                                      </p:cBhvr>
                                      <p:to>
                                        <p:strVal val="visible"/>
                                      </p:to>
                                    </p:set>
                                    <p:animEffect transition="in" filter="box(out)">
                                      <p:cBhvr>
                                        <p:cTn id="37" dur="500"/>
                                        <p:tgtEl>
                                          <p:spTgt spid="309267"/>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309297"/>
                                        </p:tgtEl>
                                        <p:attrNameLst>
                                          <p:attrName>style.visibility</p:attrName>
                                        </p:attrNameLst>
                                      </p:cBhvr>
                                      <p:to>
                                        <p:strVal val="visible"/>
                                      </p:to>
                                    </p:set>
                                    <p:animEffect transition="in" filter="box(out)">
                                      <p:cBhvr>
                                        <p:cTn id="42" dur="500"/>
                                        <p:tgtEl>
                                          <p:spTgt spid="30929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09296"/>
                                        </p:tgtEl>
                                        <p:attrNameLst>
                                          <p:attrName>style.visibility</p:attrName>
                                        </p:attrNameLst>
                                      </p:cBhvr>
                                      <p:to>
                                        <p:strVal val="visible"/>
                                      </p:to>
                                    </p:set>
                                    <p:animEffect transition="in" filter="box(out)">
                                      <p:cBhvr>
                                        <p:cTn id="47" dur="500"/>
                                        <p:tgtEl>
                                          <p:spTgt spid="30929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309280"/>
                                        </p:tgtEl>
                                        <p:attrNameLst>
                                          <p:attrName>style.visibility</p:attrName>
                                        </p:attrNameLst>
                                      </p:cBhvr>
                                      <p:to>
                                        <p:strVal val="visible"/>
                                      </p:to>
                                    </p:set>
                                    <p:animEffect transition="in" filter="box(out)">
                                      <p:cBhvr>
                                        <p:cTn id="52" dur="500"/>
                                        <p:tgtEl>
                                          <p:spTgt spid="309280"/>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309251"/>
                                        </p:tgtEl>
                                        <p:attrNameLst>
                                          <p:attrName>style.visibility</p:attrName>
                                        </p:attrNameLst>
                                      </p:cBhvr>
                                      <p:to>
                                        <p:strVal val="visible"/>
                                      </p:to>
                                    </p:set>
                                    <p:animEffect transition="in" filter="box(out)">
                                      <p:cBhvr>
                                        <p:cTn id="57" dur="500"/>
                                        <p:tgtEl>
                                          <p:spTgt spid="309251"/>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309266"/>
                                        </p:tgtEl>
                                        <p:attrNameLst>
                                          <p:attrName>style.visibility</p:attrName>
                                        </p:attrNameLst>
                                      </p:cBhvr>
                                      <p:to>
                                        <p:strVal val="visible"/>
                                      </p:to>
                                    </p:set>
                                    <p:animEffect transition="in" filter="box(out)">
                                      <p:cBhvr>
                                        <p:cTn id="62" dur="500"/>
                                        <p:tgtEl>
                                          <p:spTgt spid="309266"/>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309284"/>
                                        </p:tgtEl>
                                        <p:attrNameLst>
                                          <p:attrName>style.visibility</p:attrName>
                                        </p:attrNameLst>
                                      </p:cBhvr>
                                      <p:to>
                                        <p:strVal val="visible"/>
                                      </p:to>
                                    </p:set>
                                    <p:animEffect transition="in" filter="box(out)">
                                      <p:cBhvr>
                                        <p:cTn id="67" dur="500"/>
                                        <p:tgtEl>
                                          <p:spTgt spid="309284"/>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309283"/>
                                        </p:tgtEl>
                                        <p:attrNameLst>
                                          <p:attrName>style.visibility</p:attrName>
                                        </p:attrNameLst>
                                      </p:cBhvr>
                                      <p:to>
                                        <p:strVal val="visible"/>
                                      </p:to>
                                    </p:set>
                                    <p:animEffect transition="in" filter="box(out)">
                                      <p:cBhvr>
                                        <p:cTn id="72" dur="500"/>
                                        <p:tgtEl>
                                          <p:spTgt spid="309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p:bldP spid="309267" grpId="0"/>
      <p:bldP spid="309283" grpId="0"/>
      <p:bldP spid="309284" grpId="0"/>
      <p:bldP spid="309285" grpId="0"/>
      <p:bldP spid="30929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p:nvPr/>
        </p:nvSpPr>
        <p:spPr>
          <a:xfrm>
            <a:off x="381000" y="100013"/>
            <a:ext cx="77279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3600" dirty="0">
                <a:solidFill>
                  <a:srgbClr val="CC0000"/>
                </a:solidFill>
                <a:latin typeface="隶书" panose="02010509060101010101" pitchFamily="49" charset="-122"/>
                <a:ea typeface="隶书" panose="02010509060101010101" pitchFamily="49" charset="-122"/>
              </a:rPr>
              <a:t>在单链表中第</a:t>
            </a:r>
            <a:r>
              <a:rPr lang="en-US" altLang="zh-CN" sz="3600" dirty="0">
                <a:solidFill>
                  <a:srgbClr val="CC0000"/>
                </a:solidFill>
                <a:latin typeface="隶书" panose="02010509060101010101" pitchFamily="49" charset="-122"/>
                <a:ea typeface="隶书" panose="02010509060101010101" pitchFamily="49" charset="-122"/>
              </a:rPr>
              <a:t>i</a:t>
            </a:r>
            <a:r>
              <a:rPr lang="zh-CN" altLang="en-US" sz="3600" dirty="0">
                <a:solidFill>
                  <a:srgbClr val="CC0000"/>
                </a:solidFill>
                <a:latin typeface="隶书" panose="02010509060101010101" pitchFamily="49" charset="-122"/>
                <a:ea typeface="隶书" panose="02010509060101010101" pitchFamily="49" charset="-122"/>
              </a:rPr>
              <a:t>个位置插入一个新元素</a:t>
            </a:r>
            <a:endParaRPr lang="zh-CN" altLang="en-US" dirty="0">
              <a:latin typeface="隶书" panose="02010509060101010101" pitchFamily="49" charset="-122"/>
              <a:ea typeface="隶书" panose="02010509060101010101" pitchFamily="49" charset="-122"/>
            </a:endParaRPr>
          </a:p>
        </p:txBody>
      </p:sp>
      <p:sp>
        <p:nvSpPr>
          <p:cNvPr id="316419" name="Text Box 3"/>
          <p:cNvSpPr txBox="1"/>
          <p:nvPr/>
        </p:nvSpPr>
        <p:spPr>
          <a:xfrm>
            <a:off x="990600" y="685800"/>
            <a:ext cx="6584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0000CC"/>
                </a:solidFill>
                <a:latin typeface="楷体_GB2312" pitchFamily="49" charset="-122"/>
                <a:ea typeface="楷体_GB2312" pitchFamily="49" charset="-122"/>
              </a:rPr>
              <a:t>（</a:t>
            </a:r>
            <a:r>
              <a:rPr lang="en-US" altLang="zh-CN" sz="2800" dirty="0">
                <a:solidFill>
                  <a:srgbClr val="0000CC"/>
                </a:solidFill>
                <a:latin typeface="楷体_GB2312" pitchFamily="49" charset="-122"/>
                <a:ea typeface="楷体_GB2312" pitchFamily="49" charset="-122"/>
              </a:rPr>
              <a:t>1</a:t>
            </a:r>
            <a:r>
              <a:rPr lang="zh-CN" altLang="en-US" sz="2800" dirty="0">
                <a:solidFill>
                  <a:srgbClr val="0000CC"/>
                </a:solidFill>
                <a:latin typeface="楷体_GB2312" pitchFamily="49" charset="-122"/>
                <a:ea typeface="楷体_GB2312" pitchFamily="49" charset="-122"/>
              </a:rPr>
              <a:t>）确定第</a:t>
            </a:r>
            <a:r>
              <a:rPr lang="en-US" altLang="zh-CN" sz="2800" dirty="0">
                <a:solidFill>
                  <a:srgbClr val="0000CC"/>
                </a:solidFill>
                <a:latin typeface="楷体_GB2312" pitchFamily="49" charset="-122"/>
                <a:ea typeface="楷体_GB2312" pitchFamily="49" charset="-122"/>
              </a:rPr>
              <a:t>i-1</a:t>
            </a:r>
            <a:r>
              <a:rPr lang="zh-CN" altLang="en-US" sz="2800" dirty="0">
                <a:solidFill>
                  <a:srgbClr val="0000CC"/>
                </a:solidFill>
                <a:latin typeface="楷体_GB2312" pitchFamily="49" charset="-122"/>
                <a:ea typeface="楷体_GB2312" pitchFamily="49" charset="-122"/>
              </a:rPr>
              <a:t>个结点</a:t>
            </a:r>
            <a:r>
              <a:rPr lang="en-US" altLang="zh-CN" sz="2800" dirty="0">
                <a:solidFill>
                  <a:srgbClr val="0000CC"/>
                </a:solidFill>
                <a:latin typeface="楷体_GB2312" pitchFamily="49" charset="-122"/>
                <a:ea typeface="楷体_GB2312" pitchFamily="49" charset="-122"/>
              </a:rPr>
              <a:t>GetElem(L, i-1);</a:t>
            </a:r>
            <a:endParaRPr lang="en-US" altLang="zh-CN" sz="2800" dirty="0">
              <a:solidFill>
                <a:srgbClr val="0000CC"/>
              </a:solidFill>
              <a:latin typeface="楷体_GB2312" pitchFamily="49" charset="-122"/>
              <a:ea typeface="楷体_GB2312" pitchFamily="49" charset="-122"/>
            </a:endParaRPr>
          </a:p>
        </p:txBody>
      </p:sp>
      <p:sp>
        <p:nvSpPr>
          <p:cNvPr id="316420" name="Text Box 4"/>
          <p:cNvSpPr txBox="1"/>
          <p:nvPr/>
        </p:nvSpPr>
        <p:spPr>
          <a:xfrm>
            <a:off x="990600" y="1219200"/>
            <a:ext cx="3028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0000CC"/>
                </a:solidFill>
                <a:latin typeface="楷体_GB2312" pitchFamily="49" charset="-122"/>
                <a:ea typeface="楷体_GB2312" pitchFamily="49" charset="-122"/>
              </a:rPr>
              <a:t>（</a:t>
            </a:r>
            <a:r>
              <a:rPr lang="en-US" altLang="zh-CN" sz="2800" dirty="0">
                <a:solidFill>
                  <a:srgbClr val="0000CC"/>
                </a:solidFill>
                <a:latin typeface="楷体_GB2312" pitchFamily="49" charset="-122"/>
                <a:ea typeface="楷体_GB2312" pitchFamily="49" charset="-122"/>
              </a:rPr>
              <a:t>2</a:t>
            </a:r>
            <a:r>
              <a:rPr lang="zh-CN" altLang="en-US" sz="2800" dirty="0">
                <a:solidFill>
                  <a:srgbClr val="0000CC"/>
                </a:solidFill>
                <a:latin typeface="楷体_GB2312" pitchFamily="49" charset="-122"/>
                <a:ea typeface="楷体_GB2312" pitchFamily="49" charset="-122"/>
              </a:rPr>
              <a:t>）生成新结点</a:t>
            </a:r>
            <a:r>
              <a:rPr lang="en-US" altLang="zh-CN" sz="2800" dirty="0">
                <a:solidFill>
                  <a:srgbClr val="0000CC"/>
                </a:solidFill>
                <a:latin typeface="楷体_GB2312" pitchFamily="49" charset="-122"/>
                <a:ea typeface="楷体_GB2312" pitchFamily="49" charset="-122"/>
              </a:rPr>
              <a:t>p</a:t>
            </a:r>
            <a:endParaRPr lang="en-US" altLang="zh-CN" sz="2800" dirty="0">
              <a:solidFill>
                <a:srgbClr val="0000CC"/>
              </a:solidFill>
              <a:latin typeface="楷体_GB2312" pitchFamily="49" charset="-122"/>
              <a:ea typeface="楷体_GB2312" pitchFamily="49" charset="-122"/>
            </a:endParaRPr>
          </a:p>
        </p:txBody>
      </p:sp>
      <p:sp>
        <p:nvSpPr>
          <p:cNvPr id="316421" name="Text Box 5"/>
          <p:cNvSpPr txBox="1"/>
          <p:nvPr/>
        </p:nvSpPr>
        <p:spPr>
          <a:xfrm>
            <a:off x="990600" y="1752600"/>
            <a:ext cx="28511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0000CC"/>
                </a:solidFill>
                <a:latin typeface="楷体_GB2312" pitchFamily="49" charset="-122"/>
                <a:ea typeface="楷体_GB2312" pitchFamily="49" charset="-122"/>
              </a:rPr>
              <a:t>（</a:t>
            </a:r>
            <a:r>
              <a:rPr lang="en-US" altLang="zh-CN" sz="2800" dirty="0">
                <a:solidFill>
                  <a:srgbClr val="0000CC"/>
                </a:solidFill>
                <a:latin typeface="楷体_GB2312" pitchFamily="49" charset="-122"/>
                <a:ea typeface="楷体_GB2312" pitchFamily="49" charset="-122"/>
              </a:rPr>
              <a:t>3</a:t>
            </a:r>
            <a:r>
              <a:rPr lang="zh-CN" altLang="en-US" sz="2800" dirty="0">
                <a:solidFill>
                  <a:srgbClr val="0000CC"/>
                </a:solidFill>
                <a:latin typeface="楷体_GB2312" pitchFamily="49" charset="-122"/>
                <a:ea typeface="楷体_GB2312" pitchFamily="49" charset="-122"/>
              </a:rPr>
              <a:t>）插入新结点</a:t>
            </a:r>
            <a:endParaRPr lang="zh-CN" altLang="en-US" sz="2800" dirty="0">
              <a:solidFill>
                <a:srgbClr val="0000CC"/>
              </a:solidFill>
              <a:latin typeface="楷体_GB2312" pitchFamily="49" charset="-122"/>
              <a:ea typeface="楷体_GB2312" pitchFamily="49" charset="-122"/>
            </a:endParaRPr>
          </a:p>
        </p:txBody>
      </p:sp>
      <p:sp>
        <p:nvSpPr>
          <p:cNvPr id="316422" name="Text Box 6"/>
          <p:cNvSpPr txBox="1"/>
          <p:nvPr/>
        </p:nvSpPr>
        <p:spPr>
          <a:xfrm>
            <a:off x="323850" y="2192338"/>
            <a:ext cx="7251700" cy="47894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CC0000"/>
                </a:solidFill>
              </a:rPr>
              <a:t> bool </a:t>
            </a:r>
            <a:r>
              <a:rPr lang="en-US" altLang="zh-CN" sz="2800" dirty="0">
                <a:solidFill>
                  <a:srgbClr val="0000CC"/>
                </a:solidFill>
                <a:latin typeface="楷体_GB2312" pitchFamily="49" charset="-122"/>
                <a:ea typeface="楷体_GB2312" pitchFamily="49" charset="-122"/>
              </a:rPr>
              <a:t>GetElem</a:t>
            </a:r>
            <a:r>
              <a:rPr lang="en-US" altLang="zh-CN" sz="2800" dirty="0">
                <a:solidFill>
                  <a:srgbClr val="CC0000"/>
                </a:solidFill>
              </a:rPr>
              <a:t>(LinkList *L, int i,LinkList *&amp;p)</a:t>
            </a:r>
            <a:endParaRPr lang="en-US" altLang="zh-CN" sz="2800" dirty="0">
              <a:solidFill>
                <a:srgbClr val="CC0000"/>
              </a:solidFill>
            </a:endParaRPr>
          </a:p>
          <a:p>
            <a:pPr marL="0" lvl="0" indent="0" eaLnBrk="1" hangingPunct="1">
              <a:spcBef>
                <a:spcPct val="0"/>
              </a:spcBef>
              <a:buNone/>
            </a:pP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取单链表中第</a:t>
            </a:r>
            <a:r>
              <a:rPr lang="en-US" altLang="zh-CN" sz="2800" dirty="0">
                <a:solidFill>
                  <a:srgbClr val="0000CC"/>
                </a:solidFill>
                <a:latin typeface="隶书" panose="02010509060101010101" pitchFamily="49" charset="-122"/>
                <a:ea typeface="隶书" panose="02010509060101010101" pitchFamily="49" charset="-122"/>
              </a:rPr>
              <a:t>i</a:t>
            </a:r>
            <a:r>
              <a:rPr lang="zh-CN" altLang="en-US" sz="2800" dirty="0">
                <a:solidFill>
                  <a:srgbClr val="0000CC"/>
                </a:solidFill>
                <a:latin typeface="隶书" panose="02010509060101010101" pitchFamily="49" charset="-122"/>
                <a:ea typeface="隶书" panose="02010509060101010101" pitchFamily="49" charset="-122"/>
              </a:rPr>
              <a:t>个结点</a:t>
            </a:r>
            <a:endParaRPr lang="en-US" altLang="en-US" sz="2800" dirty="0">
              <a:solidFill>
                <a:srgbClr val="CC0000"/>
              </a:solidFill>
            </a:endParaRPr>
          </a:p>
          <a:p>
            <a:pPr marL="0" lvl="0" indent="0" eaLnBrk="1" hangingPunct="1">
              <a:spcBef>
                <a:spcPct val="0"/>
              </a:spcBef>
              <a:buNone/>
            </a:pPr>
            <a:r>
              <a:rPr lang="en-US" altLang="en-US" sz="2800" dirty="0">
                <a:solidFill>
                  <a:srgbClr val="CC0000"/>
                </a:solidFill>
              </a:rPr>
              <a:t>{   </a:t>
            </a:r>
            <a:r>
              <a:rPr lang="en-US" altLang="zh-CN" sz="2800" dirty="0">
                <a:solidFill>
                  <a:srgbClr val="CC0000"/>
                </a:solidFill>
              </a:rPr>
              <a:t>int j;</a:t>
            </a:r>
            <a:endParaRPr lang="en-US" altLang="zh-CN" sz="2800" dirty="0">
              <a:solidFill>
                <a:srgbClr val="CC0000"/>
              </a:solidFill>
            </a:endParaRPr>
          </a:p>
          <a:p>
            <a:pPr marL="0" lvl="0" indent="0" eaLnBrk="1" hangingPunct="1">
              <a:spcBef>
                <a:spcPct val="0"/>
              </a:spcBef>
              <a:buNone/>
            </a:pPr>
            <a:r>
              <a:rPr lang="en-US" altLang="zh-CN" sz="2800" dirty="0">
                <a:solidFill>
                  <a:srgbClr val="CC0000"/>
                </a:solidFill>
              </a:rPr>
              <a:t>     p=L;  j=0;</a:t>
            </a:r>
            <a:endParaRPr lang="en-US" altLang="zh-CN" sz="2800" dirty="0">
              <a:solidFill>
                <a:srgbClr val="CC0000"/>
              </a:solidFill>
            </a:endParaRPr>
          </a:p>
          <a:p>
            <a:pPr marL="0" lvl="0" indent="0" eaLnBrk="1" hangingPunct="1">
              <a:spcBef>
                <a:spcPct val="0"/>
              </a:spcBef>
              <a:buNone/>
            </a:pPr>
            <a:r>
              <a:rPr lang="en-US" altLang="zh-CN" sz="2800" dirty="0">
                <a:solidFill>
                  <a:srgbClr val="CC0000"/>
                </a:solidFill>
              </a:rPr>
              <a:t>     while( </a:t>
            </a:r>
            <a:r>
              <a:rPr lang="en-US" altLang="zh-CN" sz="2800" dirty="0"/>
              <a:t>j&lt;i &amp;&amp; p!=NULL</a:t>
            </a:r>
            <a:r>
              <a:rPr lang="en-US" altLang="zh-CN" sz="2800" dirty="0">
                <a:solidFill>
                  <a:srgbClr val="CC0000"/>
                </a:solidFill>
              </a:rPr>
              <a:t>) </a:t>
            </a:r>
            <a:r>
              <a:rPr lang="en-US" altLang="zh-CN" sz="2800" dirty="0">
                <a:solidFill>
                  <a:srgbClr val="CC0000"/>
                </a:solidFill>
                <a:latin typeface="隶书" panose="02010509060101010101" pitchFamily="49" charset="-122"/>
                <a:ea typeface="隶书" panose="02010509060101010101" pitchFamily="49" charset="-122"/>
              </a:rPr>
              <a:t>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不是第</a:t>
            </a:r>
            <a:r>
              <a:rPr lang="en-US" altLang="zh-CN" sz="2800" dirty="0">
                <a:solidFill>
                  <a:srgbClr val="0000CC"/>
                </a:solidFill>
                <a:latin typeface="隶书" panose="02010509060101010101" pitchFamily="49" charset="-122"/>
                <a:ea typeface="隶书" panose="02010509060101010101" pitchFamily="49" charset="-122"/>
              </a:rPr>
              <a:t>i</a:t>
            </a:r>
            <a:r>
              <a:rPr lang="zh-CN" altLang="en-US" sz="2800" dirty="0">
                <a:solidFill>
                  <a:srgbClr val="0000CC"/>
                </a:solidFill>
                <a:latin typeface="隶书" panose="02010509060101010101" pitchFamily="49" charset="-122"/>
                <a:ea typeface="隶书" panose="02010509060101010101" pitchFamily="49" charset="-122"/>
              </a:rPr>
              <a:t>个结点</a:t>
            </a:r>
            <a:endParaRPr lang="en-US" altLang="en-US" sz="2800" dirty="0">
              <a:solidFill>
                <a:srgbClr val="CC0000"/>
              </a:solidFill>
            </a:endParaRPr>
          </a:p>
          <a:p>
            <a:pPr marL="0" lvl="0" indent="0" eaLnBrk="1" hangingPunct="1">
              <a:spcBef>
                <a:spcPct val="0"/>
              </a:spcBef>
              <a:buNone/>
            </a:pPr>
            <a:r>
              <a:rPr lang="en-US" altLang="en-US" sz="2800" dirty="0">
                <a:solidFill>
                  <a:srgbClr val="CC0000"/>
                </a:solidFill>
              </a:rPr>
              <a:t>     {   </a:t>
            </a:r>
            <a:r>
              <a:rPr lang="en-US" altLang="zh-CN" sz="2800" dirty="0">
                <a:solidFill>
                  <a:srgbClr val="CC0000"/>
                </a:solidFill>
              </a:rPr>
              <a:t>p=p-&gt;next;</a:t>
            </a:r>
            <a:endParaRPr lang="en-US" altLang="zh-CN" sz="2800" dirty="0">
              <a:solidFill>
                <a:srgbClr val="CC0000"/>
              </a:solidFill>
            </a:endParaRPr>
          </a:p>
          <a:p>
            <a:pPr marL="0" lvl="0" indent="0" eaLnBrk="1" hangingPunct="1">
              <a:spcBef>
                <a:spcPct val="0"/>
              </a:spcBef>
              <a:buNone/>
            </a:pPr>
            <a:r>
              <a:rPr lang="en-US" altLang="zh-CN" sz="2800" dirty="0">
                <a:solidFill>
                  <a:srgbClr val="CC0000"/>
                </a:solidFill>
              </a:rPr>
              <a:t>          j++;</a:t>
            </a:r>
            <a:endParaRPr lang="en-US" altLang="zh-CN" sz="2800" dirty="0">
              <a:solidFill>
                <a:srgbClr val="CC0000"/>
              </a:solidFill>
            </a:endParaRPr>
          </a:p>
          <a:p>
            <a:pPr marL="0" lvl="0" indent="0" eaLnBrk="1" hangingPunct="1">
              <a:spcBef>
                <a:spcPct val="0"/>
              </a:spcBef>
              <a:buNone/>
            </a:pPr>
            <a:r>
              <a:rPr lang="en-US" altLang="zh-CN" sz="2800" dirty="0">
                <a:solidFill>
                  <a:srgbClr val="CC0000"/>
                </a:solidFill>
              </a:rPr>
              <a:t>      }</a:t>
            </a:r>
            <a:endParaRPr lang="en-US" altLang="zh-CN" sz="2800" dirty="0">
              <a:solidFill>
                <a:srgbClr val="CC0000"/>
              </a:solidFill>
            </a:endParaRPr>
          </a:p>
          <a:p>
            <a:pPr marL="0" lvl="0" indent="0" eaLnBrk="1" hangingPunct="1">
              <a:spcBef>
                <a:spcPct val="0"/>
              </a:spcBef>
              <a:buNone/>
            </a:pPr>
            <a:r>
              <a:rPr lang="en-US" altLang="zh-CN" sz="2800" dirty="0">
                <a:solidFill>
                  <a:srgbClr val="CC0000"/>
                </a:solidFill>
              </a:rPr>
              <a:t>    if(p==NULL)  return false;</a:t>
            </a:r>
            <a:endParaRPr lang="en-US" altLang="zh-CN" sz="2800" dirty="0">
              <a:solidFill>
                <a:srgbClr val="CC0000"/>
              </a:solidFill>
            </a:endParaRPr>
          </a:p>
          <a:p>
            <a:pPr marL="0" lvl="0" indent="0" eaLnBrk="1" hangingPunct="1">
              <a:spcBef>
                <a:spcPct val="0"/>
              </a:spcBef>
              <a:buNone/>
            </a:pPr>
            <a:r>
              <a:rPr lang="en-US" altLang="zh-CN" sz="2800" dirty="0">
                <a:solidFill>
                  <a:srgbClr val="CC0000"/>
                </a:solidFill>
              </a:rPr>
              <a:t>    else                  return true;       </a:t>
            </a:r>
            <a:endParaRPr lang="en-US" altLang="zh-CN" sz="2800" dirty="0">
              <a:solidFill>
                <a:srgbClr val="CC0000"/>
              </a:solidFill>
            </a:endParaRPr>
          </a:p>
          <a:p>
            <a:pPr marL="0" lvl="0" indent="0" eaLnBrk="1" hangingPunct="1">
              <a:spcBef>
                <a:spcPct val="0"/>
              </a:spcBef>
              <a:buNone/>
            </a:pPr>
            <a:r>
              <a:rPr lang="en-US" altLang="zh-CN" sz="2800" dirty="0">
                <a:solidFill>
                  <a:srgbClr val="CC0000"/>
                </a:solidFill>
              </a:rPr>
              <a:t>}</a:t>
            </a:r>
            <a:endParaRPr lang="en-US" altLang="zh-CN" sz="2800" dirty="0">
              <a:solidFill>
                <a:srgbClr val="0000CC"/>
              </a:solidFill>
              <a:latin typeface="隶书" panose="02010509060101010101" pitchFamily="49" charset="-122"/>
              <a:ea typeface="隶书" panose="02010509060101010101" pitchFamily="49" charset="-122"/>
            </a:endParaRPr>
          </a:p>
        </p:txBody>
      </p:sp>
      <p:sp>
        <p:nvSpPr>
          <p:cNvPr id="316423" name="AutoShape 7"/>
          <p:cNvSpPr/>
          <p:nvPr/>
        </p:nvSpPr>
        <p:spPr>
          <a:xfrm>
            <a:off x="5940425" y="1644650"/>
            <a:ext cx="2667000" cy="1600200"/>
          </a:xfrm>
          <a:prstGeom prst="wedgeRoundRectCallout">
            <a:avLst>
              <a:gd name="adj1" fmla="val -46069"/>
              <a:gd name="adj2" fmla="val -73907"/>
              <a:gd name="adj3" fmla="val 16667"/>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800" dirty="0">
                <a:solidFill>
                  <a:srgbClr val="CC0000"/>
                </a:solidFill>
                <a:latin typeface="隶书" panose="02010509060101010101" pitchFamily="49" charset="-122"/>
                <a:ea typeface="隶书" panose="02010509060101010101" pitchFamily="49" charset="-122"/>
              </a:rPr>
              <a:t>扫描单链表</a:t>
            </a:r>
            <a:endParaRPr lang="zh-CN" altLang="en-US" sz="2800" dirty="0">
              <a:solidFill>
                <a:srgbClr val="CC0000"/>
              </a:solidFill>
              <a:latin typeface="隶书" panose="02010509060101010101" pitchFamily="49" charset="-122"/>
              <a:ea typeface="隶书" panose="02010509060101010101" pitchFamily="49" charset="-122"/>
            </a:endParaRPr>
          </a:p>
          <a:p>
            <a:pPr marL="0" lvl="0" indent="0" algn="ctr" eaLnBrk="1" hangingPunct="1">
              <a:spcBef>
                <a:spcPct val="0"/>
              </a:spcBef>
              <a:buNone/>
            </a:pPr>
            <a:r>
              <a:rPr lang="zh-CN" altLang="en-US" sz="2800" dirty="0">
                <a:solidFill>
                  <a:srgbClr val="CC0000"/>
                </a:solidFill>
                <a:latin typeface="隶书" panose="02010509060101010101" pitchFamily="49" charset="-122"/>
                <a:ea typeface="隶书" panose="02010509060101010101" pitchFamily="49" charset="-122"/>
              </a:rPr>
              <a:t>寻找第</a:t>
            </a:r>
            <a:r>
              <a:rPr lang="en-US" altLang="zh-CN" sz="2800" dirty="0">
                <a:solidFill>
                  <a:srgbClr val="CC0000"/>
                </a:solidFill>
                <a:latin typeface="隶书" panose="02010509060101010101" pitchFamily="49" charset="-122"/>
                <a:ea typeface="隶书" panose="02010509060101010101" pitchFamily="49" charset="-122"/>
              </a:rPr>
              <a:t>i</a:t>
            </a:r>
            <a:r>
              <a:rPr lang="zh-CN" altLang="en-US" sz="2800" dirty="0">
                <a:solidFill>
                  <a:srgbClr val="CC0000"/>
                </a:solidFill>
                <a:latin typeface="隶书" panose="02010509060101010101" pitchFamily="49" charset="-122"/>
                <a:ea typeface="隶书" panose="02010509060101010101" pitchFamily="49" charset="-122"/>
              </a:rPr>
              <a:t>个结点</a:t>
            </a:r>
            <a:endParaRPr lang="zh-CN" altLang="en-US" sz="2800" dirty="0">
              <a:solidFill>
                <a:srgbClr val="CC0000"/>
              </a:solidFill>
              <a:latin typeface="隶书" panose="02010509060101010101" pitchFamily="49" charset="-122"/>
              <a:ea typeface="隶书" panose="02010509060101010101" pitchFamily="49" charset="-122"/>
            </a:endParaRPr>
          </a:p>
          <a:p>
            <a:pPr marL="0" lvl="0" indent="0" algn="ctr" eaLnBrk="1" hangingPunct="1">
              <a:spcBef>
                <a:spcPct val="0"/>
              </a:spcBef>
              <a:buNone/>
            </a:pPr>
            <a:r>
              <a:rPr lang="en-US" altLang="zh-CN" sz="2800" dirty="0">
                <a:solidFill>
                  <a:srgbClr val="CC0000"/>
                </a:solidFill>
                <a:latin typeface="隶书" panose="02010509060101010101" pitchFamily="49" charset="-122"/>
                <a:ea typeface="隶书" panose="02010509060101010101" pitchFamily="49" charset="-122"/>
              </a:rPr>
              <a:t>i</a:t>
            </a:r>
            <a:r>
              <a:rPr lang="zh-CN" altLang="en-US" sz="2800" dirty="0">
                <a:solidFill>
                  <a:srgbClr val="CC0000"/>
                </a:solidFill>
                <a:latin typeface="隶书" panose="02010509060101010101" pitchFamily="49" charset="-122"/>
                <a:ea typeface="隶书" panose="02010509060101010101" pitchFamily="49" charset="-122"/>
              </a:rPr>
              <a:t>初值</a:t>
            </a:r>
            <a:r>
              <a:rPr lang="en-US" altLang="zh-CN" sz="2800" dirty="0">
                <a:solidFill>
                  <a:srgbClr val="CC0000"/>
                </a:solidFill>
                <a:latin typeface="隶书" panose="02010509060101010101" pitchFamily="49" charset="-122"/>
                <a:ea typeface="隶书" panose="02010509060101010101" pitchFamily="49" charset="-122"/>
              </a:rPr>
              <a:t>?</a:t>
            </a:r>
            <a:endParaRPr lang="en-US" altLang="zh-CN" sz="2800" dirty="0">
              <a:solidFill>
                <a:srgbClr val="CC0000"/>
              </a:solidFill>
              <a:latin typeface="隶书" panose="02010509060101010101" pitchFamily="49" charset="-122"/>
              <a:ea typeface="隶书" panose="02010509060101010101" pitchFamily="49"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6419"/>
                                        </p:tgtEl>
                                        <p:attrNameLst>
                                          <p:attrName>style.visibility</p:attrName>
                                        </p:attrNameLst>
                                      </p:cBhvr>
                                      <p:to>
                                        <p:strVal val="visible"/>
                                      </p:to>
                                    </p:set>
                                    <p:anim calcmode="lin" valueType="num">
                                      <p:cBhvr additive="base">
                                        <p:cTn id="7" dur="500" fill="hold"/>
                                        <p:tgtEl>
                                          <p:spTgt spid="316419"/>
                                        </p:tgtEl>
                                        <p:attrNameLst>
                                          <p:attrName>ppt_x</p:attrName>
                                        </p:attrNameLst>
                                      </p:cBhvr>
                                      <p:tavLst>
                                        <p:tav tm="0">
                                          <p:val>
                                            <p:strVal val="0-#ppt_w/2"/>
                                          </p:val>
                                        </p:tav>
                                        <p:tav tm="100000">
                                          <p:val>
                                            <p:strVal val="#ppt_x"/>
                                          </p:val>
                                        </p:tav>
                                      </p:tavLst>
                                    </p:anim>
                                    <p:anim calcmode="lin" valueType="num">
                                      <p:cBhvr additive="base">
                                        <p:cTn id="8" dur="500" fill="hold"/>
                                        <p:tgtEl>
                                          <p:spTgt spid="3164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6420"/>
                                        </p:tgtEl>
                                        <p:attrNameLst>
                                          <p:attrName>style.visibility</p:attrName>
                                        </p:attrNameLst>
                                      </p:cBhvr>
                                      <p:to>
                                        <p:strVal val="visible"/>
                                      </p:to>
                                    </p:set>
                                    <p:anim calcmode="lin" valueType="num">
                                      <p:cBhvr additive="base">
                                        <p:cTn id="13" dur="500" fill="hold"/>
                                        <p:tgtEl>
                                          <p:spTgt spid="316420"/>
                                        </p:tgtEl>
                                        <p:attrNameLst>
                                          <p:attrName>ppt_x</p:attrName>
                                        </p:attrNameLst>
                                      </p:cBhvr>
                                      <p:tavLst>
                                        <p:tav tm="0">
                                          <p:val>
                                            <p:strVal val="0-#ppt_w/2"/>
                                          </p:val>
                                        </p:tav>
                                        <p:tav tm="100000">
                                          <p:val>
                                            <p:strVal val="#ppt_x"/>
                                          </p:val>
                                        </p:tav>
                                      </p:tavLst>
                                    </p:anim>
                                    <p:anim calcmode="lin" valueType="num">
                                      <p:cBhvr additive="base">
                                        <p:cTn id="14" dur="500" fill="hold"/>
                                        <p:tgtEl>
                                          <p:spTgt spid="3164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6421"/>
                                        </p:tgtEl>
                                        <p:attrNameLst>
                                          <p:attrName>style.visibility</p:attrName>
                                        </p:attrNameLst>
                                      </p:cBhvr>
                                      <p:to>
                                        <p:strVal val="visible"/>
                                      </p:to>
                                    </p:set>
                                    <p:anim calcmode="lin" valueType="num">
                                      <p:cBhvr additive="base">
                                        <p:cTn id="19" dur="500" fill="hold"/>
                                        <p:tgtEl>
                                          <p:spTgt spid="316421"/>
                                        </p:tgtEl>
                                        <p:attrNameLst>
                                          <p:attrName>ppt_x</p:attrName>
                                        </p:attrNameLst>
                                      </p:cBhvr>
                                      <p:tavLst>
                                        <p:tav tm="0">
                                          <p:val>
                                            <p:strVal val="0-#ppt_w/2"/>
                                          </p:val>
                                        </p:tav>
                                        <p:tav tm="100000">
                                          <p:val>
                                            <p:strVal val="#ppt_x"/>
                                          </p:val>
                                        </p:tav>
                                      </p:tavLst>
                                    </p:anim>
                                    <p:anim calcmode="lin" valueType="num">
                                      <p:cBhvr additive="base">
                                        <p:cTn id="20" dur="500" fill="hold"/>
                                        <p:tgtEl>
                                          <p:spTgt spid="3164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16423"/>
                                        </p:tgtEl>
                                        <p:attrNameLst>
                                          <p:attrName>style.visibility</p:attrName>
                                        </p:attrNameLst>
                                      </p:cBhvr>
                                      <p:to>
                                        <p:strVal val="visible"/>
                                      </p:to>
                                    </p:set>
                                  </p:childTnLst>
                                  <p:subTnLst>
                                    <p:set>
                                      <p:cBhvr override="childStyle">
                                        <p:cTn dur="1" fill="hold" display="0" masterRel="nextClick" afterEffect="1"/>
                                        <p:tgtEl>
                                          <p:spTgt spid="316423"/>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16422"/>
                                        </p:tgtEl>
                                        <p:attrNameLst>
                                          <p:attrName>style.visibility</p:attrName>
                                        </p:attrNameLst>
                                      </p:cBhvr>
                                      <p:to>
                                        <p:strVal val="visible"/>
                                      </p:to>
                                    </p:set>
                                    <p:anim calcmode="lin" valueType="num">
                                      <p:cBhvr additive="base">
                                        <p:cTn id="29" dur="500" fill="hold"/>
                                        <p:tgtEl>
                                          <p:spTgt spid="316422"/>
                                        </p:tgtEl>
                                        <p:attrNameLst>
                                          <p:attrName>ppt_x</p:attrName>
                                        </p:attrNameLst>
                                      </p:cBhvr>
                                      <p:tavLst>
                                        <p:tav tm="0">
                                          <p:val>
                                            <p:strVal val="0-#ppt_w/2"/>
                                          </p:val>
                                        </p:tav>
                                        <p:tav tm="100000">
                                          <p:val>
                                            <p:strVal val="#ppt_x"/>
                                          </p:val>
                                        </p:tav>
                                      </p:tavLst>
                                    </p:anim>
                                    <p:anim calcmode="lin" valueType="num">
                                      <p:cBhvr additive="base">
                                        <p:cTn id="30" dur="500" fill="hold"/>
                                        <p:tgtEl>
                                          <p:spTgt spid="3164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p:bldP spid="316420" grpId="0"/>
      <p:bldP spid="316421" grpId="0"/>
      <p:bldP spid="316422" grpId="0"/>
      <p:bldP spid="31642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
          <p:cNvSpPr txBox="1"/>
          <p:nvPr/>
        </p:nvSpPr>
        <p:spPr>
          <a:xfrm>
            <a:off x="457200" y="457200"/>
            <a:ext cx="8586788" cy="58785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rgbClr val="CC0000"/>
                </a:solidFill>
              </a:rPr>
              <a:t>bool ListInsert (LinkList   *&amp;L, int i, ElemType e) </a:t>
            </a:r>
            <a:endParaRPr lang="en-US" altLang="zh-CN" dirty="0">
              <a:solidFill>
                <a:srgbClr val="CC0000"/>
              </a:solidFill>
            </a:endParaRPr>
          </a:p>
          <a:p>
            <a:pPr marL="0" lvl="0" indent="0" eaLnBrk="1" hangingPunct="1">
              <a:spcBef>
                <a:spcPct val="0"/>
              </a:spcBef>
              <a:buNone/>
            </a:pPr>
            <a:r>
              <a:rPr lang="en-US" altLang="zh-CN" sz="2800" dirty="0">
                <a:solidFill>
                  <a:schemeClr val="accent2"/>
                </a:solidFill>
                <a:ea typeface="隶书" panose="02010509060101010101" pitchFamily="49" charset="-122"/>
              </a:rPr>
              <a:t>//</a:t>
            </a:r>
            <a:r>
              <a:rPr lang="zh-CN" altLang="en-US" sz="2800" dirty="0">
                <a:solidFill>
                  <a:schemeClr val="accent2"/>
                </a:solidFill>
                <a:ea typeface="隶书" panose="02010509060101010101" pitchFamily="49" charset="-122"/>
              </a:rPr>
              <a:t>将新元素 </a:t>
            </a:r>
            <a:r>
              <a:rPr lang="en-US" altLang="zh-CN" sz="2800" dirty="0">
                <a:solidFill>
                  <a:schemeClr val="tx2"/>
                </a:solidFill>
                <a:ea typeface="隶书" panose="02010509060101010101" pitchFamily="49" charset="-122"/>
              </a:rPr>
              <a:t>e </a:t>
            </a:r>
            <a:r>
              <a:rPr lang="zh-CN" altLang="en-US" sz="2800" dirty="0">
                <a:solidFill>
                  <a:schemeClr val="accent2"/>
                </a:solidFill>
                <a:ea typeface="隶书" panose="02010509060101010101" pitchFamily="49" charset="-122"/>
              </a:rPr>
              <a:t>插入在链表中第 </a:t>
            </a:r>
            <a:r>
              <a:rPr lang="en-US" altLang="zh-CN" sz="2800" dirty="0">
                <a:solidFill>
                  <a:schemeClr val="hlink"/>
                </a:solidFill>
                <a:ea typeface="隶书" panose="02010509060101010101" pitchFamily="49" charset="-122"/>
              </a:rPr>
              <a:t>i</a:t>
            </a:r>
            <a:r>
              <a:rPr lang="en-US" altLang="zh-CN" sz="2800" dirty="0">
                <a:solidFill>
                  <a:schemeClr val="accent2"/>
                </a:solidFill>
                <a:ea typeface="隶书" panose="02010509060101010101" pitchFamily="49" charset="-122"/>
              </a:rPr>
              <a:t> </a:t>
            </a:r>
            <a:r>
              <a:rPr lang="zh-CN" altLang="en-US" sz="2800" dirty="0">
                <a:solidFill>
                  <a:schemeClr val="accent2"/>
                </a:solidFill>
                <a:ea typeface="隶书" panose="02010509060101010101" pitchFamily="49" charset="-122"/>
              </a:rPr>
              <a:t>个结点位置</a:t>
            </a:r>
            <a:endParaRPr lang="zh-CN" altLang="en-US" dirty="0">
              <a:solidFill>
                <a:srgbClr val="CC0000"/>
              </a:solidFill>
            </a:endParaRPr>
          </a:p>
          <a:p>
            <a:pPr marL="0" lvl="0" indent="0" eaLnBrk="1" hangingPunct="1">
              <a:spcBef>
                <a:spcPct val="0"/>
              </a:spcBef>
              <a:buNone/>
            </a:pPr>
            <a:r>
              <a:rPr lang="en-US" altLang="zh-CN" dirty="0">
                <a:solidFill>
                  <a:srgbClr val="CC0000"/>
                </a:solidFill>
              </a:rPr>
              <a:t>{    LinkList  *p,*s;</a:t>
            </a:r>
            <a:endParaRPr lang="en-US" altLang="zh-CN" dirty="0">
              <a:solidFill>
                <a:srgbClr val="CC0000"/>
              </a:solidFill>
            </a:endParaRPr>
          </a:p>
          <a:p>
            <a:pPr marL="0" lvl="0" indent="0" eaLnBrk="1" hangingPunct="1">
              <a:spcBef>
                <a:spcPct val="0"/>
              </a:spcBef>
              <a:buNone/>
            </a:pPr>
            <a:r>
              <a:rPr lang="en-US" altLang="zh-CN" dirty="0">
                <a:solidFill>
                  <a:srgbClr val="CC0000"/>
                </a:solidFill>
              </a:rPr>
              <a:t>      GetElem (L,i-1,p);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确定新结点的前驱</a:t>
            </a:r>
            <a:endParaRPr lang="zh-CN" altLang="en-US" dirty="0">
              <a:solidFill>
                <a:srgbClr val="CC0000"/>
              </a:solidFill>
            </a:endParaRPr>
          </a:p>
          <a:p>
            <a:pPr marL="0" lvl="0" indent="0" eaLnBrk="1" hangingPunct="1">
              <a:spcBef>
                <a:spcPct val="0"/>
              </a:spcBef>
              <a:buNone/>
            </a:pPr>
            <a:r>
              <a:rPr lang="zh-CN" altLang="en-US" dirty="0">
                <a:solidFill>
                  <a:srgbClr val="CC0000"/>
                </a:solidFill>
              </a:rPr>
              <a:t>      </a:t>
            </a:r>
            <a:r>
              <a:rPr lang="en-US" altLang="zh-CN" dirty="0">
                <a:solidFill>
                  <a:srgbClr val="CC0000"/>
                </a:solidFill>
              </a:rPr>
              <a:t>if (  </a:t>
            </a:r>
            <a:r>
              <a:rPr lang="en-US" altLang="zh-CN" sz="2800" dirty="0"/>
              <a:t>p==NULL</a:t>
            </a:r>
            <a:r>
              <a:rPr lang="en-US" altLang="zh-CN" dirty="0">
                <a:solidFill>
                  <a:srgbClr val="CC0000"/>
                </a:solidFill>
              </a:rPr>
              <a:t> )  return false</a:t>
            </a:r>
            <a:r>
              <a:rPr lang="en-US" altLang="zh-CN" dirty="0">
                <a:solidFill>
                  <a:srgbClr val="CC0000"/>
                </a:solidFill>
                <a:latin typeface="隶书" panose="02010509060101010101" pitchFamily="49" charset="-122"/>
                <a:ea typeface="隶书" panose="02010509060101010101" pitchFamily="49" charset="-122"/>
              </a:rPr>
              <a:t>;</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插入失败</a:t>
            </a:r>
            <a:endParaRPr lang="zh-CN" altLang="en-US" dirty="0">
              <a:solidFill>
                <a:srgbClr val="0000CC"/>
              </a:solidFill>
              <a:ea typeface="隶书" panose="02010509060101010101" pitchFamily="49" charset="-122"/>
            </a:endParaRPr>
          </a:p>
          <a:p>
            <a:pPr marL="0" lvl="0" indent="0" eaLnBrk="1" hangingPunct="1">
              <a:spcBef>
                <a:spcPct val="0"/>
              </a:spcBef>
              <a:buNone/>
            </a:pPr>
            <a:r>
              <a:rPr lang="zh-CN" altLang="en-US" dirty="0">
                <a:solidFill>
                  <a:srgbClr val="CC0000"/>
                </a:solidFill>
              </a:rPr>
              <a:t>      </a:t>
            </a:r>
            <a:r>
              <a:rPr lang="en-US" altLang="zh-CN" dirty="0">
                <a:solidFill>
                  <a:srgbClr val="CC0000"/>
                </a:solidFill>
              </a:rPr>
              <a:t>s=(LinkList *)malloc(sizeof(LinkList));</a:t>
            </a:r>
            <a:endParaRPr lang="en-US" altLang="zh-CN" dirty="0">
              <a:solidFill>
                <a:srgbClr val="CC0000"/>
              </a:solidFill>
            </a:endParaRPr>
          </a:p>
          <a:p>
            <a:pPr marL="0" lvl="0" indent="0" eaLnBrk="1" hangingPunct="1">
              <a:spcBef>
                <a:spcPct val="0"/>
              </a:spcBef>
              <a:buNone/>
            </a:pPr>
            <a:r>
              <a:rPr lang="en-US" altLang="zh-CN" dirty="0">
                <a:solidFill>
                  <a:srgbClr val="CC0000"/>
                </a:solidFill>
              </a:rPr>
              <a:t>      s-&gt;data= </a:t>
            </a:r>
            <a:r>
              <a:rPr lang="en-US" altLang="zh-CN" sz="2800" dirty="0"/>
              <a:t>e</a:t>
            </a:r>
            <a:r>
              <a:rPr lang="en-US" altLang="zh-CN" dirty="0">
                <a:solidFill>
                  <a:srgbClr val="CC0000"/>
                </a:solidFill>
              </a:rPr>
              <a:t>;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生成新结点</a:t>
            </a:r>
            <a:r>
              <a:rPr lang="en-US" altLang="zh-CN" sz="2800" dirty="0">
                <a:solidFill>
                  <a:srgbClr val="0000CC"/>
                </a:solidFill>
                <a:latin typeface="隶书" panose="02010509060101010101" pitchFamily="49" charset="-122"/>
                <a:ea typeface="隶书" panose="02010509060101010101" pitchFamily="49" charset="-122"/>
              </a:rPr>
              <a:t>p</a:t>
            </a:r>
            <a:r>
              <a:rPr lang="zh-CN" altLang="en-US" sz="2800" dirty="0">
                <a:solidFill>
                  <a:srgbClr val="0000CC"/>
                </a:solidFill>
                <a:latin typeface="隶书" panose="02010509060101010101" pitchFamily="49" charset="-122"/>
                <a:ea typeface="隶书" panose="02010509060101010101" pitchFamily="49" charset="-122"/>
              </a:rPr>
              <a:t>并赋值</a:t>
            </a:r>
            <a:endParaRPr lang="zh-CN" altLang="en-US" dirty="0">
              <a:solidFill>
                <a:srgbClr val="CC0000"/>
              </a:solidFill>
            </a:endParaRPr>
          </a:p>
          <a:p>
            <a:pPr marL="0" lvl="0" indent="0" eaLnBrk="1" hangingPunct="1">
              <a:spcBef>
                <a:spcPct val="0"/>
              </a:spcBef>
              <a:buNone/>
            </a:pPr>
            <a:r>
              <a:rPr lang="zh-CN" altLang="en-US" dirty="0">
                <a:solidFill>
                  <a:srgbClr val="CC0000"/>
                </a:solidFill>
              </a:rPr>
              <a:t>      </a:t>
            </a:r>
            <a:r>
              <a:rPr lang="en-US" altLang="zh-CN" sz="2800" dirty="0"/>
              <a:t>s-&gt;next=p-&gt;next;</a:t>
            </a:r>
            <a:r>
              <a:rPr lang="en-US" altLang="zh-CN" dirty="0">
                <a:solidFill>
                  <a:srgbClr val="CC0000"/>
                </a:solidFill>
              </a:rPr>
              <a:t>         </a:t>
            </a:r>
            <a:endParaRPr lang="en-US" altLang="zh-CN" dirty="0">
              <a:solidFill>
                <a:srgbClr val="CC0000"/>
              </a:solidFill>
            </a:endParaRPr>
          </a:p>
          <a:p>
            <a:pPr marL="0" lvl="0" indent="0" eaLnBrk="1" hangingPunct="1">
              <a:spcBef>
                <a:spcPct val="0"/>
              </a:spcBef>
              <a:buNone/>
            </a:pPr>
            <a:r>
              <a:rPr lang="en-US" altLang="zh-CN" dirty="0">
                <a:solidFill>
                  <a:srgbClr val="CC0000"/>
                </a:solidFill>
              </a:rPr>
              <a:t>      </a:t>
            </a:r>
            <a:r>
              <a:rPr lang="en-US" altLang="zh-CN" sz="2800" dirty="0"/>
              <a:t>p-&gt;next=s</a:t>
            </a:r>
            <a:r>
              <a:rPr lang="en-US" altLang="zh-CN" dirty="0">
                <a:solidFill>
                  <a:srgbClr val="CC0000"/>
                </a:solidFill>
              </a:rPr>
              <a:t>;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将</a:t>
            </a:r>
            <a:r>
              <a:rPr lang="en-US" altLang="zh-CN" sz="2800" dirty="0">
                <a:solidFill>
                  <a:srgbClr val="0000CC"/>
                </a:solidFill>
                <a:latin typeface="隶书" panose="02010509060101010101" pitchFamily="49" charset="-122"/>
                <a:ea typeface="隶书" panose="02010509060101010101" pitchFamily="49" charset="-122"/>
              </a:rPr>
              <a:t>p</a:t>
            </a:r>
            <a:r>
              <a:rPr lang="zh-CN" altLang="en-US" sz="2800" dirty="0">
                <a:solidFill>
                  <a:srgbClr val="0000CC"/>
                </a:solidFill>
                <a:latin typeface="隶书" panose="02010509060101010101" pitchFamily="49" charset="-122"/>
                <a:ea typeface="隶书" panose="02010509060101010101" pitchFamily="49" charset="-122"/>
              </a:rPr>
              <a:t>插入</a:t>
            </a:r>
            <a:r>
              <a:rPr lang="en-US" altLang="zh-CN" sz="2800" dirty="0">
                <a:solidFill>
                  <a:srgbClr val="0000CC"/>
                </a:solidFill>
                <a:latin typeface="隶书" panose="02010509060101010101" pitchFamily="49" charset="-122"/>
                <a:ea typeface="隶书" panose="02010509060101010101" pitchFamily="49" charset="-122"/>
              </a:rPr>
              <a:t>r</a:t>
            </a:r>
            <a:r>
              <a:rPr lang="zh-CN" altLang="en-US" sz="2800" dirty="0">
                <a:solidFill>
                  <a:srgbClr val="0000CC"/>
                </a:solidFill>
                <a:latin typeface="隶书" panose="02010509060101010101" pitchFamily="49" charset="-122"/>
                <a:ea typeface="隶书" panose="02010509060101010101" pitchFamily="49" charset="-122"/>
              </a:rPr>
              <a:t>之后</a:t>
            </a:r>
            <a:endParaRPr lang="zh-CN" altLang="en-US" dirty="0">
              <a:solidFill>
                <a:srgbClr val="CC0000"/>
              </a:solidFill>
            </a:endParaRPr>
          </a:p>
          <a:p>
            <a:pPr marL="0" lvl="0" indent="0" eaLnBrk="1" hangingPunct="1">
              <a:spcBef>
                <a:spcPct val="0"/>
              </a:spcBef>
              <a:buNone/>
            </a:pPr>
            <a:r>
              <a:rPr lang="zh-CN" altLang="en-US" dirty="0">
                <a:solidFill>
                  <a:srgbClr val="CC0000"/>
                </a:solidFill>
              </a:rPr>
              <a:t>      </a:t>
            </a:r>
            <a:r>
              <a:rPr lang="en-US" altLang="zh-CN" dirty="0">
                <a:solidFill>
                  <a:srgbClr val="CC0000"/>
                </a:solidFill>
              </a:rPr>
              <a:t>return true;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插入成功</a:t>
            </a:r>
            <a:r>
              <a:rPr lang="zh-CN" altLang="en-US" dirty="0">
                <a:solidFill>
                  <a:srgbClr val="CC0000"/>
                </a:solidFill>
              </a:rPr>
              <a:t> </a:t>
            </a:r>
            <a:endParaRPr lang="zh-CN" altLang="en-US" dirty="0">
              <a:solidFill>
                <a:srgbClr val="CC0000"/>
              </a:solidFill>
            </a:endParaRPr>
          </a:p>
          <a:p>
            <a:pPr marL="0" lvl="0" indent="0" eaLnBrk="1" hangingPunct="1">
              <a:spcBef>
                <a:spcPct val="0"/>
              </a:spcBef>
              <a:buNone/>
            </a:pPr>
            <a:r>
              <a:rPr lang="en-US" altLang="zh-CN" dirty="0">
                <a:solidFill>
                  <a:srgbClr val="CC0000"/>
                </a:solidFill>
              </a:rPr>
              <a:t>}</a:t>
            </a:r>
            <a:endParaRPr lang="en-US" altLang="zh-CN" dirty="0">
              <a:solidFill>
                <a:srgbClr val="CC0000"/>
              </a:solidFill>
            </a:endParaRPr>
          </a:p>
          <a:p>
            <a:pPr marL="0" lvl="0" indent="0" eaLnBrk="1" hangingPunct="1">
              <a:spcBef>
                <a:spcPct val="0"/>
              </a:spcBef>
              <a:buNone/>
            </a:pPr>
            <a:r>
              <a:rPr lang="en-US" altLang="zh-CN" sz="2800" dirty="0"/>
              <a:t>      </a:t>
            </a:r>
            <a:endParaRPr lang="en-US" altLang="zh-CN" sz="2800" dirty="0"/>
          </a:p>
        </p:txBody>
      </p:sp>
      <p:sp>
        <p:nvSpPr>
          <p:cNvPr id="40963" name="文本框 2"/>
          <p:cNvSpPr txBox="1"/>
          <p:nvPr/>
        </p:nvSpPr>
        <p:spPr>
          <a:xfrm>
            <a:off x="5148263" y="5661025"/>
            <a:ext cx="3527425" cy="954088"/>
          </a:xfrm>
          <a:prstGeom prst="rect">
            <a:avLst/>
          </a:prstGeom>
          <a:solidFill>
            <a:srgbClr val="FFFF00"/>
          </a:solid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a:spcBef>
                <a:spcPct val="0"/>
              </a:spcBef>
              <a:buNone/>
            </a:pPr>
            <a:r>
              <a:rPr lang="zh-CN" altLang="en-US" sz="2800" b="1" dirty="0"/>
              <a:t>时间复杂度：</a:t>
            </a:r>
            <a:r>
              <a:rPr lang="en-US" altLang="zh-CN" sz="2800" b="1" dirty="0"/>
              <a:t>O(n)</a:t>
            </a:r>
            <a:endParaRPr lang="en-US" altLang="zh-CN" sz="2800" b="1" dirty="0"/>
          </a:p>
          <a:p>
            <a:pPr marL="0" lvl="0" indent="0" algn="ctr">
              <a:spcBef>
                <a:spcPct val="0"/>
              </a:spcBef>
              <a:buNone/>
            </a:pPr>
            <a:r>
              <a:rPr lang="zh-CN" altLang="en-US" sz="2800" b="1" dirty="0"/>
              <a:t>主要花在</a:t>
            </a:r>
            <a:r>
              <a:rPr lang="en-US" altLang="zh-CN" sz="2800" b="1" dirty="0"/>
              <a:t>GetElem</a:t>
            </a:r>
            <a:r>
              <a:rPr lang="zh-CN" altLang="en-US" sz="2800" b="1" dirty="0"/>
              <a:t>上</a:t>
            </a:r>
            <a:endParaRPr lang="en-US" altLang="zh-CN" sz="2800" b="1" dirty="0"/>
          </a:p>
        </p:txBody>
      </p:sp>
    </p:spTree>
  </p:cSld>
  <p:clrMapOvr>
    <a:masterClrMapping/>
  </p:clrMapOvr>
  <p:transition>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2"/>
          <p:cNvSpPr>
            <a:spLocks noChangeArrowheads="1"/>
          </p:cNvSpPr>
          <p:nvPr/>
        </p:nvSpPr>
        <p:spPr bwMode="auto">
          <a:xfrm>
            <a:off x="381000" y="4572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在单链表中删除一个结点</a:t>
            </a:r>
            <a:endParaRPr kumimoji="1" lang="en-US" altLang="zh-CN" sz="4400" b="0"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317443" name="Text Box 3"/>
          <p:cNvSpPr txBox="1"/>
          <p:nvPr/>
        </p:nvSpPr>
        <p:spPr>
          <a:xfrm>
            <a:off x="4572000" y="2590800"/>
            <a:ext cx="4038600" cy="1150938"/>
          </a:xfrm>
          <a:prstGeom prst="rect">
            <a:avLst/>
          </a:prstGeom>
          <a:noFill/>
          <a:ln w="9525">
            <a:noFill/>
          </a:ln>
        </p:spPr>
        <p:txBody>
          <a:bodyPr lIns="112947" tIns="56473" rIns="112947" bIns="56473">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defTabSz="1129030" eaLnBrk="1" hangingPunct="1">
              <a:spcBef>
                <a:spcPct val="0"/>
              </a:spcBef>
              <a:buNone/>
            </a:pPr>
            <a:r>
              <a:rPr lang="en-US" altLang="zh-CN" sz="3600" b="1" i="1" dirty="0">
                <a:solidFill>
                  <a:schemeClr val="hlink"/>
                </a:solidFill>
              </a:rPr>
              <a:t> </a:t>
            </a:r>
            <a:r>
              <a:rPr lang="en-US" altLang="zh-CN" b="1" dirty="0">
                <a:solidFill>
                  <a:srgbClr val="CC3300"/>
                </a:solidFill>
              </a:rPr>
              <a:t>p</a:t>
            </a:r>
            <a:r>
              <a:rPr lang="en-US" altLang="zh-CN" b="1" dirty="0">
                <a:solidFill>
                  <a:srgbClr val="CC3300"/>
                </a:solidFill>
                <a:latin typeface="楷体_GB2312" pitchFamily="49" charset="-122"/>
                <a:ea typeface="楷体_GB2312" pitchFamily="49" charset="-122"/>
              </a:rPr>
              <a:t>-&gt;</a:t>
            </a:r>
            <a:r>
              <a:rPr lang="en-US" altLang="zh-CN" b="1" dirty="0">
                <a:solidFill>
                  <a:srgbClr val="CC3300"/>
                </a:solidFill>
              </a:rPr>
              <a:t>next = q</a:t>
            </a:r>
            <a:r>
              <a:rPr lang="en-US" altLang="zh-CN" b="1" dirty="0">
                <a:solidFill>
                  <a:srgbClr val="CC3300"/>
                </a:solidFill>
                <a:latin typeface="楷体_GB2312" pitchFamily="49" charset="-122"/>
                <a:ea typeface="楷体_GB2312" pitchFamily="49" charset="-122"/>
              </a:rPr>
              <a:t>-&gt;</a:t>
            </a:r>
            <a:r>
              <a:rPr lang="en-US" altLang="zh-CN" b="1" dirty="0">
                <a:solidFill>
                  <a:srgbClr val="CC3300"/>
                </a:solidFill>
              </a:rPr>
              <a:t>next;</a:t>
            </a:r>
            <a:endParaRPr lang="en-US" altLang="zh-CN" b="1" dirty="0">
              <a:solidFill>
                <a:srgbClr val="CC3300"/>
              </a:solidFill>
            </a:endParaRPr>
          </a:p>
          <a:p>
            <a:pPr marL="0" lvl="0" indent="0" defTabSz="1129030" eaLnBrk="1" hangingPunct="1">
              <a:spcBef>
                <a:spcPct val="0"/>
              </a:spcBef>
              <a:buNone/>
            </a:pPr>
            <a:r>
              <a:rPr lang="en-US" altLang="zh-CN" b="1" dirty="0">
                <a:solidFill>
                  <a:srgbClr val="CC3300"/>
                </a:solidFill>
              </a:rPr>
              <a:t> free(q);</a:t>
            </a:r>
            <a:r>
              <a:rPr lang="en-US" altLang="zh-CN" b="1" dirty="0">
                <a:solidFill>
                  <a:schemeClr val="hlink"/>
                </a:solidFill>
              </a:rPr>
              <a:t> </a:t>
            </a:r>
            <a:r>
              <a:rPr lang="en-US" altLang="zh-CN" b="1" dirty="0">
                <a:solidFill>
                  <a:srgbClr val="0000CC"/>
                </a:solidFill>
              </a:rPr>
              <a:t>//</a:t>
            </a:r>
            <a:r>
              <a:rPr lang="zh-CN" altLang="en-US" b="1" dirty="0">
                <a:solidFill>
                  <a:srgbClr val="0000CC"/>
                </a:solidFill>
              </a:rPr>
              <a:t>释放</a:t>
            </a:r>
            <a:r>
              <a:rPr lang="en-US" altLang="zh-CN" b="1" dirty="0">
                <a:solidFill>
                  <a:srgbClr val="0000CC"/>
                </a:solidFill>
              </a:rPr>
              <a:t>p</a:t>
            </a:r>
            <a:endParaRPr lang="en-US" altLang="zh-CN" b="1" dirty="0">
              <a:solidFill>
                <a:schemeClr val="hlink"/>
              </a:solidFill>
            </a:endParaRPr>
          </a:p>
        </p:txBody>
      </p:sp>
      <p:grpSp>
        <p:nvGrpSpPr>
          <p:cNvPr id="317472" name="Group 32"/>
          <p:cNvGrpSpPr/>
          <p:nvPr/>
        </p:nvGrpSpPr>
        <p:grpSpPr>
          <a:xfrm>
            <a:off x="609600" y="1676400"/>
            <a:ext cx="4724400" cy="561975"/>
            <a:chOff x="384" y="1056"/>
            <a:chExt cx="2976" cy="354"/>
          </a:xfrm>
        </p:grpSpPr>
        <p:sp>
          <p:nvSpPr>
            <p:cNvPr id="42004" name="Line 4"/>
            <p:cNvSpPr/>
            <p:nvPr/>
          </p:nvSpPr>
          <p:spPr>
            <a:xfrm>
              <a:off x="384" y="1209"/>
              <a:ext cx="288" cy="0"/>
            </a:xfrm>
            <a:prstGeom prst="line">
              <a:avLst/>
            </a:prstGeom>
            <a:ln w="38100" cap="flat" cmpd="sng">
              <a:solidFill>
                <a:schemeClr val="tx2"/>
              </a:solidFill>
              <a:prstDash val="sysDot"/>
              <a:headEnd type="none" w="med" len="med"/>
              <a:tailEnd type="none" w="med" len="med"/>
            </a:ln>
          </p:spPr>
        </p:sp>
        <p:sp>
          <p:nvSpPr>
            <p:cNvPr id="42005" name="Line 5"/>
            <p:cNvSpPr/>
            <p:nvPr/>
          </p:nvSpPr>
          <p:spPr>
            <a:xfrm>
              <a:off x="3072" y="1209"/>
              <a:ext cx="288" cy="0"/>
            </a:xfrm>
            <a:prstGeom prst="line">
              <a:avLst/>
            </a:prstGeom>
            <a:ln w="38100" cap="flat" cmpd="sng">
              <a:solidFill>
                <a:schemeClr val="tx2"/>
              </a:solidFill>
              <a:prstDash val="sysDot"/>
              <a:headEnd type="none" w="med" len="med"/>
              <a:tailEnd type="none" w="med" len="med"/>
            </a:ln>
          </p:spPr>
        </p:sp>
        <p:sp>
          <p:nvSpPr>
            <p:cNvPr id="42006" name="Rectangle 6"/>
            <p:cNvSpPr/>
            <p:nvPr/>
          </p:nvSpPr>
          <p:spPr>
            <a:xfrm>
              <a:off x="1680" y="1065"/>
              <a:ext cx="240" cy="345"/>
            </a:xfrm>
            <a:prstGeom prst="rect">
              <a:avLst/>
            </a:prstGeom>
            <a:solidFill>
              <a:schemeClr val="bg2"/>
            </a:solidFill>
            <a:ln w="28575" cap="flat" cmpd="sng">
              <a:solidFill>
                <a:schemeClr val="tx2"/>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42007" name="Rectangle 7"/>
            <p:cNvSpPr/>
            <p:nvPr/>
          </p:nvSpPr>
          <p:spPr>
            <a:xfrm>
              <a:off x="960" y="1056"/>
              <a:ext cx="240"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42008" name="Rectangle 8"/>
            <p:cNvSpPr/>
            <p:nvPr/>
          </p:nvSpPr>
          <p:spPr>
            <a:xfrm>
              <a:off x="1200" y="1056"/>
              <a:ext cx="192"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42009" name="Line 9"/>
            <p:cNvSpPr/>
            <p:nvPr/>
          </p:nvSpPr>
          <p:spPr>
            <a:xfrm>
              <a:off x="1296" y="1200"/>
              <a:ext cx="384" cy="9"/>
            </a:xfrm>
            <a:prstGeom prst="line">
              <a:avLst/>
            </a:prstGeom>
            <a:ln w="38100" cap="flat" cmpd="sng">
              <a:solidFill>
                <a:schemeClr val="folHlink"/>
              </a:solidFill>
              <a:prstDash val="solid"/>
              <a:headEnd type="none" w="med" len="med"/>
              <a:tailEnd type="triangle" w="sm" len="lg"/>
            </a:ln>
          </p:spPr>
        </p:sp>
        <p:sp>
          <p:nvSpPr>
            <p:cNvPr id="42010" name="Line 10"/>
            <p:cNvSpPr/>
            <p:nvPr/>
          </p:nvSpPr>
          <p:spPr>
            <a:xfrm>
              <a:off x="720" y="1209"/>
              <a:ext cx="240" cy="0"/>
            </a:xfrm>
            <a:prstGeom prst="line">
              <a:avLst/>
            </a:prstGeom>
            <a:ln w="38100" cap="flat" cmpd="sng">
              <a:solidFill>
                <a:schemeClr val="tx2"/>
              </a:solidFill>
              <a:prstDash val="solid"/>
              <a:headEnd type="none" w="med" len="med"/>
              <a:tailEnd type="triangle" w="sm" len="lg"/>
            </a:ln>
          </p:spPr>
        </p:sp>
        <p:sp>
          <p:nvSpPr>
            <p:cNvPr id="42011" name="Rectangle 11"/>
            <p:cNvSpPr/>
            <p:nvPr/>
          </p:nvSpPr>
          <p:spPr>
            <a:xfrm>
              <a:off x="1920" y="1065"/>
              <a:ext cx="192" cy="345"/>
            </a:xfrm>
            <a:prstGeom prst="rect">
              <a:avLst/>
            </a:prstGeom>
            <a:solidFill>
              <a:schemeClr val="bg2"/>
            </a:solidFill>
            <a:ln w="28575" cap="flat" cmpd="sng">
              <a:solidFill>
                <a:schemeClr val="tx2"/>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42012" name="Rectangle 12"/>
            <p:cNvSpPr/>
            <p:nvPr/>
          </p:nvSpPr>
          <p:spPr>
            <a:xfrm>
              <a:off x="2352" y="1065"/>
              <a:ext cx="240"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42013" name="Rectangle 13"/>
            <p:cNvSpPr/>
            <p:nvPr/>
          </p:nvSpPr>
          <p:spPr>
            <a:xfrm>
              <a:off x="2592" y="1065"/>
              <a:ext cx="192" cy="336"/>
            </a:xfrm>
            <a:prstGeom prst="rect">
              <a:avLst/>
            </a:prstGeom>
            <a:solidFill>
              <a:srgbClr val="FFFFCC"/>
            </a:solidFill>
            <a:ln w="28575" cap="flat" cmpd="sng">
              <a:solidFill>
                <a:srgbClr val="0000FF"/>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dirty="0"/>
            </a:p>
          </p:txBody>
        </p:sp>
        <p:sp>
          <p:nvSpPr>
            <p:cNvPr id="42014" name="Line 14"/>
            <p:cNvSpPr/>
            <p:nvPr/>
          </p:nvSpPr>
          <p:spPr>
            <a:xfrm>
              <a:off x="2688" y="1209"/>
              <a:ext cx="384" cy="9"/>
            </a:xfrm>
            <a:prstGeom prst="line">
              <a:avLst/>
            </a:prstGeom>
            <a:ln w="38100" cap="flat" cmpd="sng">
              <a:solidFill>
                <a:schemeClr val="tx2"/>
              </a:solidFill>
              <a:prstDash val="solid"/>
              <a:headEnd type="none" w="med" len="med"/>
              <a:tailEnd type="triangle" w="sm" len="lg"/>
            </a:ln>
          </p:spPr>
        </p:sp>
        <p:sp>
          <p:nvSpPr>
            <p:cNvPr id="42015" name="Line 15"/>
            <p:cNvSpPr/>
            <p:nvPr/>
          </p:nvSpPr>
          <p:spPr>
            <a:xfrm>
              <a:off x="1968" y="1209"/>
              <a:ext cx="384" cy="9"/>
            </a:xfrm>
            <a:prstGeom prst="line">
              <a:avLst/>
            </a:prstGeom>
            <a:ln w="38100" cap="flat" cmpd="sng">
              <a:solidFill>
                <a:schemeClr val="folHlink"/>
              </a:solidFill>
              <a:prstDash val="solid"/>
              <a:headEnd type="none" w="med" len="med"/>
              <a:tailEnd type="triangle" w="sm" len="lg"/>
            </a:ln>
          </p:spPr>
        </p:sp>
      </p:grpSp>
      <p:grpSp>
        <p:nvGrpSpPr>
          <p:cNvPr id="317469" name="Group 29"/>
          <p:cNvGrpSpPr/>
          <p:nvPr/>
        </p:nvGrpSpPr>
        <p:grpSpPr>
          <a:xfrm>
            <a:off x="2057400" y="1447800"/>
            <a:ext cx="1676400" cy="381000"/>
            <a:chOff x="1296" y="912"/>
            <a:chExt cx="1056" cy="240"/>
          </a:xfrm>
        </p:grpSpPr>
        <p:sp>
          <p:nvSpPr>
            <p:cNvPr id="42001" name="Line 16"/>
            <p:cNvSpPr/>
            <p:nvPr/>
          </p:nvSpPr>
          <p:spPr>
            <a:xfrm flipV="1">
              <a:off x="1296" y="912"/>
              <a:ext cx="240" cy="240"/>
            </a:xfrm>
            <a:prstGeom prst="line">
              <a:avLst/>
            </a:prstGeom>
            <a:ln w="28575" cap="flat" cmpd="sng">
              <a:solidFill>
                <a:srgbClr val="FF5050"/>
              </a:solidFill>
              <a:prstDash val="solid"/>
              <a:headEnd type="none" w="med" len="med"/>
              <a:tailEnd type="none" w="med" len="med"/>
            </a:ln>
          </p:spPr>
        </p:sp>
        <p:sp>
          <p:nvSpPr>
            <p:cNvPr id="42002" name="Line 17"/>
            <p:cNvSpPr/>
            <p:nvPr/>
          </p:nvSpPr>
          <p:spPr>
            <a:xfrm>
              <a:off x="1536" y="912"/>
              <a:ext cx="672" cy="0"/>
            </a:xfrm>
            <a:prstGeom prst="line">
              <a:avLst/>
            </a:prstGeom>
            <a:ln w="28575" cap="flat" cmpd="sng">
              <a:solidFill>
                <a:srgbClr val="FF5050"/>
              </a:solidFill>
              <a:prstDash val="solid"/>
              <a:headEnd type="none" w="med" len="med"/>
              <a:tailEnd type="none" w="med" len="med"/>
            </a:ln>
          </p:spPr>
        </p:sp>
        <p:sp>
          <p:nvSpPr>
            <p:cNvPr id="42003" name="Line 18"/>
            <p:cNvSpPr/>
            <p:nvPr/>
          </p:nvSpPr>
          <p:spPr>
            <a:xfrm>
              <a:off x="2208" y="912"/>
              <a:ext cx="144" cy="144"/>
            </a:xfrm>
            <a:prstGeom prst="line">
              <a:avLst/>
            </a:prstGeom>
            <a:ln w="28575" cap="flat" cmpd="sng">
              <a:solidFill>
                <a:srgbClr val="FF5050"/>
              </a:solidFill>
              <a:prstDash val="solid"/>
              <a:headEnd type="none" w="med" len="med"/>
              <a:tailEnd type="triangle" w="sm" len="lg"/>
            </a:ln>
          </p:spPr>
        </p:sp>
      </p:grpSp>
      <p:grpSp>
        <p:nvGrpSpPr>
          <p:cNvPr id="317470" name="Group 30"/>
          <p:cNvGrpSpPr/>
          <p:nvPr/>
        </p:nvGrpSpPr>
        <p:grpSpPr>
          <a:xfrm>
            <a:off x="1066800" y="2209800"/>
            <a:ext cx="685800" cy="579438"/>
            <a:chOff x="672" y="1392"/>
            <a:chExt cx="432" cy="365"/>
          </a:xfrm>
        </p:grpSpPr>
        <p:sp>
          <p:nvSpPr>
            <p:cNvPr id="41999" name="Line 19"/>
            <p:cNvSpPr/>
            <p:nvPr/>
          </p:nvSpPr>
          <p:spPr>
            <a:xfrm flipV="1">
              <a:off x="912" y="1440"/>
              <a:ext cx="192" cy="192"/>
            </a:xfrm>
            <a:prstGeom prst="line">
              <a:avLst/>
            </a:prstGeom>
            <a:ln w="28575" cap="flat" cmpd="sng">
              <a:solidFill>
                <a:schemeClr val="accent2"/>
              </a:solidFill>
              <a:prstDash val="solid"/>
              <a:headEnd type="none" w="med" len="med"/>
              <a:tailEnd type="triangle" w="sm" len="lg"/>
            </a:ln>
          </p:spPr>
        </p:sp>
        <p:sp>
          <p:nvSpPr>
            <p:cNvPr id="42000" name="Text Box 20"/>
            <p:cNvSpPr txBox="1"/>
            <p:nvPr/>
          </p:nvSpPr>
          <p:spPr>
            <a:xfrm>
              <a:off x="672" y="1392"/>
              <a:ext cx="25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rPr>
                <a:t>p</a:t>
              </a:r>
              <a:endParaRPr lang="en-US" altLang="zh-CN" sz="2400" dirty="0"/>
            </a:p>
          </p:txBody>
        </p:sp>
      </p:grpSp>
      <p:grpSp>
        <p:nvGrpSpPr>
          <p:cNvPr id="317471" name="Group 31"/>
          <p:cNvGrpSpPr/>
          <p:nvPr/>
        </p:nvGrpSpPr>
        <p:grpSpPr>
          <a:xfrm>
            <a:off x="2209800" y="2193925"/>
            <a:ext cx="685800" cy="579438"/>
            <a:chOff x="1392" y="1382"/>
            <a:chExt cx="432" cy="365"/>
          </a:xfrm>
        </p:grpSpPr>
        <p:sp>
          <p:nvSpPr>
            <p:cNvPr id="41997" name="Line 21"/>
            <p:cNvSpPr/>
            <p:nvPr/>
          </p:nvSpPr>
          <p:spPr>
            <a:xfrm flipV="1">
              <a:off x="1632" y="1430"/>
              <a:ext cx="192" cy="192"/>
            </a:xfrm>
            <a:prstGeom prst="line">
              <a:avLst/>
            </a:prstGeom>
            <a:ln w="28575" cap="flat" cmpd="sng">
              <a:solidFill>
                <a:schemeClr val="accent2"/>
              </a:solidFill>
              <a:prstDash val="solid"/>
              <a:headEnd type="none" w="med" len="med"/>
              <a:tailEnd type="triangle" w="sm" len="lg"/>
            </a:ln>
          </p:spPr>
        </p:sp>
        <p:sp>
          <p:nvSpPr>
            <p:cNvPr id="41998" name="Text Box 22"/>
            <p:cNvSpPr txBox="1"/>
            <p:nvPr/>
          </p:nvSpPr>
          <p:spPr>
            <a:xfrm>
              <a:off x="1392" y="1382"/>
              <a:ext cx="25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rPr>
                <a:t>q</a:t>
              </a:r>
              <a:endParaRPr lang="en-US" altLang="zh-CN" sz="2400" dirty="0"/>
            </a:p>
          </p:txBody>
        </p:sp>
      </p:grpSp>
      <p:sp>
        <p:nvSpPr>
          <p:cNvPr id="317463" name="Text Box 23"/>
          <p:cNvSpPr txBox="1"/>
          <p:nvPr/>
        </p:nvSpPr>
        <p:spPr>
          <a:xfrm>
            <a:off x="533400" y="3048000"/>
            <a:ext cx="37401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CC0000"/>
                </a:solidFill>
              </a:rPr>
              <a:t>注意：</a:t>
            </a:r>
            <a:r>
              <a:rPr lang="zh-CN" altLang="en-US" sz="2800" dirty="0">
                <a:solidFill>
                  <a:srgbClr val="CC00CC"/>
                </a:solidFill>
              </a:rPr>
              <a:t>先确定</a:t>
            </a:r>
            <a:r>
              <a:rPr lang="en-US" altLang="zh-CN" sz="2800" dirty="0">
                <a:solidFill>
                  <a:srgbClr val="CC00CC"/>
                </a:solidFill>
              </a:rPr>
              <a:t>q</a:t>
            </a:r>
            <a:r>
              <a:rPr lang="zh-CN" altLang="en-US" sz="2800" dirty="0">
                <a:solidFill>
                  <a:srgbClr val="CC00CC"/>
                </a:solidFill>
              </a:rPr>
              <a:t>的前驱</a:t>
            </a:r>
            <a:r>
              <a:rPr lang="en-US" altLang="zh-CN" sz="2800" dirty="0">
                <a:solidFill>
                  <a:srgbClr val="CC00CC"/>
                </a:solidFill>
              </a:rPr>
              <a:t>p</a:t>
            </a:r>
            <a:endParaRPr lang="en-US" altLang="zh-CN" sz="2800" dirty="0"/>
          </a:p>
        </p:txBody>
      </p:sp>
      <p:sp>
        <p:nvSpPr>
          <p:cNvPr id="317464" name="Text Box 24"/>
          <p:cNvSpPr txBox="1"/>
          <p:nvPr/>
        </p:nvSpPr>
        <p:spPr>
          <a:xfrm>
            <a:off x="1524000" y="3962400"/>
            <a:ext cx="5518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000" dirty="0">
                <a:solidFill>
                  <a:srgbClr val="CC0000"/>
                </a:solidFill>
                <a:latin typeface="隶书" panose="02010509060101010101" pitchFamily="49" charset="-122"/>
                <a:ea typeface="隶书" panose="02010509060101010101" pitchFamily="49" charset="-122"/>
              </a:rPr>
              <a:t>删除单链表中第</a:t>
            </a:r>
            <a:r>
              <a:rPr lang="en-US" altLang="zh-CN" sz="4000" dirty="0">
                <a:solidFill>
                  <a:srgbClr val="CC0000"/>
                </a:solidFill>
                <a:latin typeface="隶书" panose="02010509060101010101" pitchFamily="49" charset="-122"/>
                <a:ea typeface="隶书" panose="02010509060101010101" pitchFamily="49" charset="-122"/>
              </a:rPr>
              <a:t>i</a:t>
            </a:r>
            <a:r>
              <a:rPr lang="zh-CN" altLang="en-US" sz="4000" dirty="0">
                <a:solidFill>
                  <a:srgbClr val="CC0000"/>
                </a:solidFill>
                <a:latin typeface="隶书" panose="02010509060101010101" pitchFamily="49" charset="-122"/>
                <a:ea typeface="隶书" panose="02010509060101010101" pitchFamily="49" charset="-122"/>
              </a:rPr>
              <a:t>个结点</a:t>
            </a:r>
            <a:endParaRPr lang="zh-CN" altLang="en-US" sz="4000" dirty="0">
              <a:solidFill>
                <a:srgbClr val="CC0000"/>
              </a:solidFill>
              <a:latin typeface="隶书" panose="02010509060101010101" pitchFamily="49" charset="-122"/>
              <a:ea typeface="隶书" panose="02010509060101010101" pitchFamily="49" charset="-122"/>
            </a:endParaRPr>
          </a:p>
        </p:txBody>
      </p:sp>
      <p:sp>
        <p:nvSpPr>
          <p:cNvPr id="317466" name="Text Box 26"/>
          <p:cNvSpPr txBox="1"/>
          <p:nvPr/>
        </p:nvSpPr>
        <p:spPr>
          <a:xfrm>
            <a:off x="990600" y="4724400"/>
            <a:ext cx="71183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0000CC"/>
                </a:solidFill>
                <a:latin typeface="楷体_GB2312" pitchFamily="49" charset="-122"/>
                <a:ea typeface="楷体_GB2312" pitchFamily="49" charset="-122"/>
              </a:rPr>
              <a:t>（</a:t>
            </a:r>
            <a:r>
              <a:rPr lang="en-US" altLang="zh-CN" sz="2800" dirty="0">
                <a:solidFill>
                  <a:srgbClr val="0000CC"/>
                </a:solidFill>
                <a:latin typeface="楷体_GB2312" pitchFamily="49" charset="-122"/>
                <a:ea typeface="楷体_GB2312" pitchFamily="49" charset="-122"/>
              </a:rPr>
              <a:t>1</a:t>
            </a:r>
            <a:r>
              <a:rPr lang="zh-CN" altLang="en-US" sz="2800" dirty="0">
                <a:solidFill>
                  <a:srgbClr val="0000CC"/>
                </a:solidFill>
                <a:latin typeface="楷体_GB2312" pitchFamily="49" charset="-122"/>
                <a:ea typeface="楷体_GB2312" pitchFamily="49" charset="-122"/>
              </a:rPr>
              <a:t>）确定第</a:t>
            </a:r>
            <a:r>
              <a:rPr lang="en-US" altLang="zh-CN" sz="2800" dirty="0">
                <a:solidFill>
                  <a:srgbClr val="0000CC"/>
                </a:solidFill>
                <a:latin typeface="楷体_GB2312" pitchFamily="49" charset="-122"/>
                <a:ea typeface="楷体_GB2312" pitchFamily="49" charset="-122"/>
              </a:rPr>
              <a:t>i-1</a:t>
            </a:r>
            <a:r>
              <a:rPr lang="zh-CN" altLang="en-US" sz="2800" dirty="0">
                <a:solidFill>
                  <a:srgbClr val="0000CC"/>
                </a:solidFill>
                <a:latin typeface="楷体_GB2312" pitchFamily="49" charset="-122"/>
                <a:ea typeface="楷体_GB2312" pitchFamily="49" charset="-122"/>
              </a:rPr>
              <a:t>个结点</a:t>
            </a:r>
            <a:r>
              <a:rPr lang="en-US" altLang="zh-CN" sz="2800" dirty="0">
                <a:solidFill>
                  <a:srgbClr val="0000CC"/>
                </a:solidFill>
                <a:latin typeface="楷体_GB2312" pitchFamily="49" charset="-122"/>
                <a:ea typeface="楷体_GB2312" pitchFamily="49" charset="-122"/>
              </a:rPr>
              <a:t>GetElem(L, i-1, p);</a:t>
            </a:r>
            <a:endParaRPr lang="en-US" altLang="zh-CN" sz="2800" dirty="0">
              <a:solidFill>
                <a:srgbClr val="0000CC"/>
              </a:solidFill>
              <a:latin typeface="楷体_GB2312" pitchFamily="49" charset="-122"/>
              <a:ea typeface="楷体_GB2312" pitchFamily="49" charset="-122"/>
            </a:endParaRPr>
          </a:p>
        </p:txBody>
      </p:sp>
      <p:sp>
        <p:nvSpPr>
          <p:cNvPr id="317467" name="Text Box 27"/>
          <p:cNvSpPr txBox="1"/>
          <p:nvPr/>
        </p:nvSpPr>
        <p:spPr>
          <a:xfrm>
            <a:off x="990600" y="5334000"/>
            <a:ext cx="37401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0000CC"/>
                </a:solidFill>
                <a:latin typeface="楷体_GB2312" pitchFamily="49" charset="-122"/>
                <a:ea typeface="楷体_GB2312" pitchFamily="49" charset="-122"/>
              </a:rPr>
              <a:t>（</a:t>
            </a:r>
            <a:r>
              <a:rPr lang="en-US" altLang="zh-CN" sz="2800" dirty="0">
                <a:solidFill>
                  <a:srgbClr val="0000CC"/>
                </a:solidFill>
                <a:latin typeface="楷体_GB2312" pitchFamily="49" charset="-122"/>
                <a:ea typeface="楷体_GB2312" pitchFamily="49" charset="-122"/>
              </a:rPr>
              <a:t>2</a:t>
            </a:r>
            <a:r>
              <a:rPr lang="zh-CN" altLang="en-US" sz="2800" dirty="0">
                <a:solidFill>
                  <a:srgbClr val="0000CC"/>
                </a:solidFill>
                <a:latin typeface="楷体_GB2312" pitchFamily="49" charset="-122"/>
                <a:ea typeface="楷体_GB2312" pitchFamily="49" charset="-122"/>
              </a:rPr>
              <a:t>）确定第</a:t>
            </a:r>
            <a:r>
              <a:rPr lang="en-US" altLang="zh-CN" sz="2800" dirty="0">
                <a:solidFill>
                  <a:srgbClr val="0000CC"/>
                </a:solidFill>
                <a:latin typeface="楷体_GB2312" pitchFamily="49" charset="-122"/>
                <a:ea typeface="楷体_GB2312" pitchFamily="49" charset="-122"/>
              </a:rPr>
              <a:t>i</a:t>
            </a:r>
            <a:r>
              <a:rPr lang="zh-CN" altLang="en-US" sz="2800" dirty="0">
                <a:solidFill>
                  <a:srgbClr val="0000CC"/>
                </a:solidFill>
                <a:latin typeface="楷体_GB2312" pitchFamily="49" charset="-122"/>
                <a:ea typeface="楷体_GB2312" pitchFamily="49" charset="-122"/>
              </a:rPr>
              <a:t>个结点；</a:t>
            </a:r>
            <a:endParaRPr lang="zh-CN" altLang="en-US" sz="2800" dirty="0"/>
          </a:p>
        </p:txBody>
      </p:sp>
      <p:sp>
        <p:nvSpPr>
          <p:cNvPr id="317468" name="Text Box 28"/>
          <p:cNvSpPr txBox="1"/>
          <p:nvPr/>
        </p:nvSpPr>
        <p:spPr>
          <a:xfrm>
            <a:off x="990600" y="5867400"/>
            <a:ext cx="46291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0000CC"/>
                </a:solidFill>
                <a:latin typeface="楷体_GB2312" pitchFamily="49" charset="-122"/>
                <a:ea typeface="楷体_GB2312" pitchFamily="49" charset="-122"/>
              </a:rPr>
              <a:t>（</a:t>
            </a:r>
            <a:r>
              <a:rPr lang="en-US" altLang="zh-CN" sz="2800" dirty="0">
                <a:solidFill>
                  <a:srgbClr val="0000CC"/>
                </a:solidFill>
                <a:latin typeface="楷体_GB2312" pitchFamily="49" charset="-122"/>
                <a:ea typeface="楷体_GB2312" pitchFamily="49" charset="-122"/>
              </a:rPr>
              <a:t>3</a:t>
            </a:r>
            <a:r>
              <a:rPr lang="zh-CN" altLang="en-US" sz="2800" dirty="0">
                <a:solidFill>
                  <a:srgbClr val="0000CC"/>
                </a:solidFill>
                <a:latin typeface="楷体_GB2312" pitchFamily="49" charset="-122"/>
                <a:ea typeface="楷体_GB2312" pitchFamily="49" charset="-122"/>
              </a:rPr>
              <a:t>）删除该结点，并释放；</a:t>
            </a:r>
            <a:endParaRPr lang="zh-CN" altLang="en-US" sz="28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17472"/>
                                        </p:tgtEl>
                                        <p:attrNameLst>
                                          <p:attrName>style.visibility</p:attrName>
                                        </p:attrNameLst>
                                      </p:cBhvr>
                                      <p:to>
                                        <p:strVal val="visible"/>
                                      </p:to>
                                    </p:set>
                                    <p:animEffect transition="in" filter="box(out)">
                                      <p:cBhvr>
                                        <p:cTn id="7" dur="500"/>
                                        <p:tgtEl>
                                          <p:spTgt spid="31747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17471"/>
                                        </p:tgtEl>
                                        <p:attrNameLst>
                                          <p:attrName>style.visibility</p:attrName>
                                        </p:attrNameLst>
                                      </p:cBhvr>
                                      <p:to>
                                        <p:strVal val="visible"/>
                                      </p:to>
                                    </p:set>
                                    <p:animEffect transition="in" filter="box(out)">
                                      <p:cBhvr>
                                        <p:cTn id="12" dur="500"/>
                                        <p:tgtEl>
                                          <p:spTgt spid="31747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17469"/>
                                        </p:tgtEl>
                                        <p:attrNameLst>
                                          <p:attrName>style.visibility</p:attrName>
                                        </p:attrNameLst>
                                      </p:cBhvr>
                                      <p:to>
                                        <p:strVal val="visible"/>
                                      </p:to>
                                    </p:set>
                                    <p:animEffect transition="in" filter="box(out)">
                                      <p:cBhvr>
                                        <p:cTn id="17" dur="500"/>
                                        <p:tgtEl>
                                          <p:spTgt spid="31746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17470"/>
                                        </p:tgtEl>
                                        <p:attrNameLst>
                                          <p:attrName>style.visibility</p:attrName>
                                        </p:attrNameLst>
                                      </p:cBhvr>
                                      <p:to>
                                        <p:strVal val="visible"/>
                                      </p:to>
                                    </p:set>
                                    <p:animEffect transition="in" filter="box(out)">
                                      <p:cBhvr>
                                        <p:cTn id="22" dur="500"/>
                                        <p:tgtEl>
                                          <p:spTgt spid="31747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17463"/>
                                        </p:tgtEl>
                                        <p:attrNameLst>
                                          <p:attrName>style.visibility</p:attrName>
                                        </p:attrNameLst>
                                      </p:cBhvr>
                                      <p:to>
                                        <p:strVal val="visible"/>
                                      </p:to>
                                    </p:set>
                                    <p:animEffect transition="in" filter="box(out)">
                                      <p:cBhvr>
                                        <p:cTn id="27" dur="500"/>
                                        <p:tgtEl>
                                          <p:spTgt spid="31746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17443"/>
                                        </p:tgtEl>
                                        <p:attrNameLst>
                                          <p:attrName>style.visibility</p:attrName>
                                        </p:attrNameLst>
                                      </p:cBhvr>
                                      <p:to>
                                        <p:strVal val="visible"/>
                                      </p:to>
                                    </p:set>
                                    <p:animEffect transition="in" filter="box(out)">
                                      <p:cBhvr>
                                        <p:cTn id="32" dur="500"/>
                                        <p:tgtEl>
                                          <p:spTgt spid="31744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17464"/>
                                        </p:tgtEl>
                                        <p:attrNameLst>
                                          <p:attrName>style.visibility</p:attrName>
                                        </p:attrNameLst>
                                      </p:cBhvr>
                                      <p:to>
                                        <p:strVal val="visible"/>
                                      </p:to>
                                    </p:set>
                                    <p:animEffect transition="in" filter="box(out)">
                                      <p:cBhvr>
                                        <p:cTn id="37" dur="500"/>
                                        <p:tgtEl>
                                          <p:spTgt spid="31746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17466"/>
                                        </p:tgtEl>
                                        <p:attrNameLst>
                                          <p:attrName>style.visibility</p:attrName>
                                        </p:attrNameLst>
                                      </p:cBhvr>
                                      <p:to>
                                        <p:strVal val="visible"/>
                                      </p:to>
                                    </p:set>
                                    <p:animEffect transition="in" filter="box(out)">
                                      <p:cBhvr>
                                        <p:cTn id="42" dur="500"/>
                                        <p:tgtEl>
                                          <p:spTgt spid="317466"/>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17467"/>
                                        </p:tgtEl>
                                        <p:attrNameLst>
                                          <p:attrName>style.visibility</p:attrName>
                                        </p:attrNameLst>
                                      </p:cBhvr>
                                      <p:to>
                                        <p:strVal val="visible"/>
                                      </p:to>
                                    </p:set>
                                    <p:animEffect transition="in" filter="box(out)">
                                      <p:cBhvr>
                                        <p:cTn id="47" dur="500"/>
                                        <p:tgtEl>
                                          <p:spTgt spid="317467"/>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317468"/>
                                        </p:tgtEl>
                                        <p:attrNameLst>
                                          <p:attrName>style.visibility</p:attrName>
                                        </p:attrNameLst>
                                      </p:cBhvr>
                                      <p:to>
                                        <p:strVal val="visible"/>
                                      </p:to>
                                    </p:set>
                                    <p:animEffect transition="in" filter="box(out)">
                                      <p:cBhvr>
                                        <p:cTn id="52" dur="500"/>
                                        <p:tgtEl>
                                          <p:spTgt spid="317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3" grpId="0"/>
      <p:bldP spid="317463" grpId="0"/>
      <p:bldP spid="317464" grpId="0"/>
      <p:bldP spid="317466" grpId="0"/>
      <p:bldP spid="317467" grpId="0"/>
      <p:bldP spid="31746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ext Box 2"/>
          <p:cNvSpPr txBox="1"/>
          <p:nvPr/>
        </p:nvSpPr>
        <p:spPr>
          <a:xfrm>
            <a:off x="457200" y="457200"/>
            <a:ext cx="7839075" cy="58166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rgbClr val="CC0000"/>
                </a:solidFill>
              </a:rPr>
              <a:t>int ListDelete (LinkList *L,  int i) </a:t>
            </a:r>
            <a:endParaRPr lang="en-US" altLang="zh-CN" dirty="0">
              <a:solidFill>
                <a:srgbClr val="CC0000"/>
              </a:solidFill>
            </a:endParaRPr>
          </a:p>
          <a:p>
            <a:pPr marL="0" lvl="0" indent="0" eaLnBrk="1" hangingPunct="1">
              <a:spcBef>
                <a:spcPct val="0"/>
              </a:spcBef>
              <a:buNone/>
            </a:pPr>
            <a:r>
              <a:rPr lang="en-US" altLang="zh-CN" sz="2800" dirty="0">
                <a:solidFill>
                  <a:schemeClr val="accent2"/>
                </a:solidFill>
                <a:ea typeface="隶书" panose="02010509060101010101" pitchFamily="49" charset="-122"/>
              </a:rPr>
              <a:t>//</a:t>
            </a:r>
            <a:r>
              <a:rPr lang="zh-CN" altLang="en-US" sz="2800" dirty="0">
                <a:solidFill>
                  <a:schemeClr val="accent2"/>
                </a:solidFill>
                <a:ea typeface="隶书" panose="02010509060101010101" pitchFamily="49" charset="-122"/>
              </a:rPr>
              <a:t>将在链表中第 </a:t>
            </a:r>
            <a:r>
              <a:rPr lang="en-US" altLang="zh-CN" sz="2800" dirty="0">
                <a:solidFill>
                  <a:schemeClr val="hlink"/>
                </a:solidFill>
                <a:ea typeface="隶书" panose="02010509060101010101" pitchFamily="49" charset="-122"/>
              </a:rPr>
              <a:t>i</a:t>
            </a:r>
            <a:r>
              <a:rPr lang="en-US" altLang="zh-CN" sz="2800" dirty="0">
                <a:solidFill>
                  <a:schemeClr val="accent2"/>
                </a:solidFill>
                <a:ea typeface="隶书" panose="02010509060101010101" pitchFamily="49" charset="-122"/>
              </a:rPr>
              <a:t> </a:t>
            </a:r>
            <a:r>
              <a:rPr lang="zh-CN" altLang="en-US" sz="2800" dirty="0">
                <a:solidFill>
                  <a:schemeClr val="accent2"/>
                </a:solidFill>
                <a:ea typeface="隶书" panose="02010509060101010101" pitchFamily="49" charset="-122"/>
              </a:rPr>
              <a:t>个结点删除</a:t>
            </a:r>
            <a:endParaRPr lang="zh-CN" altLang="en-US" dirty="0">
              <a:solidFill>
                <a:srgbClr val="CC0000"/>
              </a:solidFill>
            </a:endParaRPr>
          </a:p>
          <a:p>
            <a:pPr marL="0" lvl="0" indent="0" eaLnBrk="1" hangingPunct="1">
              <a:spcBef>
                <a:spcPct val="0"/>
              </a:spcBef>
              <a:buNone/>
            </a:pPr>
            <a:r>
              <a:rPr lang="en-US" altLang="zh-CN" dirty="0">
                <a:solidFill>
                  <a:srgbClr val="CC0000"/>
                </a:solidFill>
              </a:rPr>
              <a:t>{     LinkList *p,*q;</a:t>
            </a:r>
            <a:endParaRPr lang="en-US" altLang="zh-CN" dirty="0">
              <a:solidFill>
                <a:srgbClr val="CC0000"/>
              </a:solidFill>
            </a:endParaRPr>
          </a:p>
          <a:p>
            <a:pPr marL="0" lvl="0" indent="0" eaLnBrk="1" hangingPunct="1">
              <a:spcBef>
                <a:spcPct val="0"/>
              </a:spcBef>
              <a:buNone/>
            </a:pPr>
            <a:r>
              <a:rPr lang="en-US" altLang="zh-CN" dirty="0">
                <a:solidFill>
                  <a:srgbClr val="CC0000"/>
                </a:solidFill>
              </a:rPr>
              <a:t>      GetElem(L,i-1,p);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确定第</a:t>
            </a:r>
            <a:r>
              <a:rPr lang="en-US" altLang="zh-CN" sz="2800" dirty="0">
                <a:solidFill>
                  <a:schemeClr val="tx2"/>
                </a:solidFill>
                <a:latin typeface="隶书" panose="02010509060101010101" pitchFamily="49" charset="-122"/>
                <a:ea typeface="隶书" panose="02010509060101010101" pitchFamily="49" charset="-122"/>
              </a:rPr>
              <a:t>i</a:t>
            </a:r>
            <a:r>
              <a:rPr lang="zh-CN" altLang="en-US" sz="2800" dirty="0">
                <a:solidFill>
                  <a:srgbClr val="0000CC"/>
                </a:solidFill>
                <a:latin typeface="隶书" panose="02010509060101010101" pitchFamily="49" charset="-122"/>
                <a:ea typeface="隶书" panose="02010509060101010101" pitchFamily="49" charset="-122"/>
              </a:rPr>
              <a:t>个结点的前驱</a:t>
            </a:r>
            <a:endParaRPr lang="zh-CN" altLang="en-US" dirty="0">
              <a:solidFill>
                <a:srgbClr val="CC0000"/>
              </a:solidFill>
            </a:endParaRPr>
          </a:p>
          <a:p>
            <a:pPr marL="0" lvl="0" indent="0" eaLnBrk="1" hangingPunct="1">
              <a:spcBef>
                <a:spcPct val="0"/>
              </a:spcBef>
              <a:buNone/>
            </a:pPr>
            <a:r>
              <a:rPr lang="zh-CN" altLang="en-US" dirty="0">
                <a:solidFill>
                  <a:srgbClr val="CC0000"/>
                </a:solidFill>
              </a:rPr>
              <a:t>      </a:t>
            </a:r>
            <a:r>
              <a:rPr lang="en-US" altLang="zh-CN" dirty="0">
                <a:solidFill>
                  <a:srgbClr val="CC0000"/>
                </a:solidFill>
              </a:rPr>
              <a:t>if ( p==NULL ) </a:t>
            </a:r>
            <a:endParaRPr lang="en-US" altLang="zh-CN" dirty="0">
              <a:solidFill>
                <a:srgbClr val="CC0000"/>
              </a:solidFill>
            </a:endParaRPr>
          </a:p>
          <a:p>
            <a:pPr marL="0" lvl="0" indent="0" eaLnBrk="1" hangingPunct="1">
              <a:spcBef>
                <a:spcPct val="0"/>
              </a:spcBef>
              <a:buNone/>
            </a:pPr>
            <a:r>
              <a:rPr lang="en-US" altLang="zh-CN" dirty="0">
                <a:solidFill>
                  <a:srgbClr val="CC0000"/>
                </a:solidFill>
              </a:rPr>
              <a:t>              return false</a:t>
            </a:r>
            <a:r>
              <a:rPr lang="en-US" altLang="zh-CN" dirty="0">
                <a:solidFill>
                  <a:srgbClr val="CC0000"/>
                </a:solidFill>
                <a:latin typeface="隶书" panose="02010509060101010101" pitchFamily="49" charset="-122"/>
                <a:ea typeface="隶书" panose="02010509060101010101" pitchFamily="49" charset="-122"/>
              </a:rPr>
              <a:t>;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删除失败</a:t>
            </a:r>
            <a:endParaRPr lang="zh-CN" altLang="en-US" dirty="0">
              <a:solidFill>
                <a:srgbClr val="0000CC"/>
              </a:solidFill>
              <a:ea typeface="隶书" panose="02010509060101010101" pitchFamily="49" charset="-122"/>
            </a:endParaRPr>
          </a:p>
          <a:p>
            <a:pPr marL="0" lvl="0" indent="0" eaLnBrk="1" hangingPunct="1">
              <a:spcBef>
                <a:spcPct val="0"/>
              </a:spcBef>
              <a:buNone/>
            </a:pPr>
            <a:r>
              <a:rPr lang="zh-CN" altLang="en-US" dirty="0">
                <a:solidFill>
                  <a:srgbClr val="CC0000"/>
                </a:solidFill>
              </a:rPr>
              <a:t>      </a:t>
            </a:r>
            <a:r>
              <a:rPr lang="en-US" altLang="zh-CN" dirty="0">
                <a:solidFill>
                  <a:srgbClr val="CC0000"/>
                </a:solidFill>
              </a:rPr>
              <a:t>q=p-&gt;next;                </a:t>
            </a:r>
            <a:r>
              <a:rPr lang="en-US" altLang="zh-CN" sz="2800" dirty="0">
                <a:solidFill>
                  <a:srgbClr val="0000CC"/>
                </a:solidFill>
                <a:latin typeface="隶书" panose="02010509060101010101" pitchFamily="49" charset="-122"/>
                <a:ea typeface="隶书" panose="02010509060101010101" pitchFamily="49" charset="-122"/>
              </a:rPr>
              <a:t>//p</a:t>
            </a:r>
            <a:r>
              <a:rPr lang="zh-CN" altLang="en-US" sz="2800" dirty="0">
                <a:solidFill>
                  <a:srgbClr val="0000CC"/>
                </a:solidFill>
                <a:latin typeface="隶书" panose="02010509060101010101" pitchFamily="49" charset="-122"/>
                <a:ea typeface="隶书" panose="02010509060101010101" pitchFamily="49" charset="-122"/>
              </a:rPr>
              <a:t>指向第</a:t>
            </a:r>
            <a:r>
              <a:rPr lang="en-US" altLang="zh-CN" sz="2800" dirty="0">
                <a:solidFill>
                  <a:schemeClr val="tx2"/>
                </a:solidFill>
                <a:latin typeface="隶书" panose="02010509060101010101" pitchFamily="49" charset="-122"/>
                <a:ea typeface="隶书" panose="02010509060101010101" pitchFamily="49" charset="-122"/>
              </a:rPr>
              <a:t>i</a:t>
            </a:r>
            <a:r>
              <a:rPr lang="zh-CN" altLang="en-US" sz="2800" dirty="0">
                <a:solidFill>
                  <a:srgbClr val="0000CC"/>
                </a:solidFill>
                <a:latin typeface="隶书" panose="02010509060101010101" pitchFamily="49" charset="-122"/>
                <a:ea typeface="隶书" panose="02010509060101010101" pitchFamily="49" charset="-122"/>
              </a:rPr>
              <a:t>个结点</a:t>
            </a:r>
            <a:endParaRPr lang="zh-CN" altLang="en-US" dirty="0">
              <a:solidFill>
                <a:srgbClr val="CC0000"/>
              </a:solidFill>
            </a:endParaRPr>
          </a:p>
          <a:p>
            <a:pPr marL="0" lvl="0" indent="0" eaLnBrk="1" hangingPunct="1">
              <a:spcBef>
                <a:spcPct val="0"/>
              </a:spcBef>
              <a:buNone/>
            </a:pPr>
            <a:r>
              <a:rPr lang="zh-CN" altLang="en-US" dirty="0">
                <a:solidFill>
                  <a:srgbClr val="CC0000"/>
                </a:solidFill>
              </a:rPr>
              <a:t>      </a:t>
            </a:r>
            <a:r>
              <a:rPr lang="en-US" altLang="zh-CN" sz="2800" dirty="0"/>
              <a:t>p-&gt;next=q-&gt;next</a:t>
            </a:r>
            <a:r>
              <a:rPr lang="en-US" altLang="zh-CN" dirty="0">
                <a:solidFill>
                  <a:srgbClr val="CC0000"/>
                </a:solidFill>
              </a:rPr>
              <a:t>;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删除</a:t>
            </a:r>
            <a:r>
              <a:rPr lang="en-US" altLang="zh-CN" sz="2800" dirty="0">
                <a:solidFill>
                  <a:srgbClr val="0000CC"/>
                </a:solidFill>
                <a:latin typeface="隶书" panose="02010509060101010101" pitchFamily="49" charset="-122"/>
                <a:ea typeface="隶书" panose="02010509060101010101" pitchFamily="49" charset="-122"/>
              </a:rPr>
              <a:t>p</a:t>
            </a:r>
            <a:endParaRPr lang="en-US" altLang="zh-CN" sz="2800" dirty="0">
              <a:solidFill>
                <a:srgbClr val="0000CC"/>
              </a:solidFill>
              <a:latin typeface="隶书" panose="02010509060101010101" pitchFamily="49" charset="-122"/>
              <a:ea typeface="隶书" panose="02010509060101010101" pitchFamily="49" charset="-122"/>
            </a:endParaRPr>
          </a:p>
          <a:p>
            <a:pPr marL="0" lvl="0" indent="0" eaLnBrk="1" hangingPunct="1">
              <a:spcBef>
                <a:spcPct val="0"/>
              </a:spcBef>
              <a:buNone/>
            </a:pPr>
            <a:r>
              <a:rPr lang="en-US" altLang="zh-CN" sz="2800" dirty="0">
                <a:solidFill>
                  <a:srgbClr val="0000CC"/>
                </a:solidFill>
                <a:latin typeface="隶书" panose="02010509060101010101" pitchFamily="49" charset="-122"/>
                <a:ea typeface="隶书" panose="02010509060101010101" pitchFamily="49" charset="-122"/>
              </a:rPr>
              <a:t>   free (q); </a:t>
            </a:r>
            <a:endParaRPr lang="en-US" altLang="zh-CN" sz="2800" dirty="0"/>
          </a:p>
          <a:p>
            <a:pPr marL="0" lvl="0" indent="0" eaLnBrk="1" hangingPunct="1">
              <a:spcBef>
                <a:spcPct val="0"/>
              </a:spcBef>
              <a:buNone/>
            </a:pPr>
            <a:r>
              <a:rPr lang="en-US" altLang="zh-CN" sz="2800" dirty="0"/>
              <a:t>      </a:t>
            </a:r>
            <a:r>
              <a:rPr lang="en-US" altLang="zh-CN" dirty="0">
                <a:solidFill>
                  <a:srgbClr val="CC0000"/>
                </a:solidFill>
              </a:rPr>
              <a:t> return true;                 </a:t>
            </a:r>
            <a:r>
              <a:rPr lang="en-US" altLang="zh-CN" sz="2800" dirty="0">
                <a:solidFill>
                  <a:srgbClr val="0000CC"/>
                </a:solidFill>
                <a:latin typeface="隶书" panose="02010509060101010101" pitchFamily="49" charset="-122"/>
                <a:ea typeface="隶书" panose="02010509060101010101" pitchFamily="49" charset="-122"/>
              </a:rPr>
              <a:t>//</a:t>
            </a:r>
            <a:r>
              <a:rPr lang="zh-CN" altLang="en-US" sz="2800" dirty="0">
                <a:solidFill>
                  <a:srgbClr val="0000CC"/>
                </a:solidFill>
                <a:latin typeface="隶书" panose="02010509060101010101" pitchFamily="49" charset="-122"/>
                <a:ea typeface="隶书" panose="02010509060101010101" pitchFamily="49" charset="-122"/>
              </a:rPr>
              <a:t>删除成功</a:t>
            </a:r>
            <a:r>
              <a:rPr lang="zh-CN" altLang="en-US" dirty="0">
                <a:solidFill>
                  <a:srgbClr val="CC0000"/>
                </a:solidFill>
              </a:rPr>
              <a:t> </a:t>
            </a:r>
            <a:endParaRPr lang="zh-CN" altLang="en-US" dirty="0">
              <a:solidFill>
                <a:srgbClr val="CC0000"/>
              </a:solidFill>
            </a:endParaRPr>
          </a:p>
          <a:p>
            <a:pPr marL="0" lvl="0" indent="0" eaLnBrk="1" hangingPunct="1">
              <a:spcBef>
                <a:spcPct val="0"/>
              </a:spcBef>
              <a:buNone/>
            </a:pPr>
            <a:r>
              <a:rPr lang="en-US" altLang="zh-CN" dirty="0">
                <a:solidFill>
                  <a:srgbClr val="CC0000"/>
                </a:solidFill>
              </a:rPr>
              <a:t>}</a:t>
            </a:r>
            <a:endParaRPr lang="en-US" altLang="zh-CN" dirty="0">
              <a:solidFill>
                <a:srgbClr val="CC0000"/>
              </a:solidFill>
            </a:endParaRPr>
          </a:p>
          <a:p>
            <a:pPr marL="0" lvl="0" indent="0" eaLnBrk="1" hangingPunct="1">
              <a:spcBef>
                <a:spcPct val="0"/>
              </a:spcBef>
              <a:buNone/>
            </a:pPr>
            <a:r>
              <a:rPr lang="en-US" altLang="zh-CN" sz="2800" dirty="0"/>
              <a:t>      </a:t>
            </a:r>
            <a:endParaRPr lang="en-US" altLang="zh-CN" sz="2800" dirty="0"/>
          </a:p>
        </p:txBody>
      </p:sp>
      <p:sp>
        <p:nvSpPr>
          <p:cNvPr id="43011" name="文本框 2"/>
          <p:cNvSpPr txBox="1"/>
          <p:nvPr/>
        </p:nvSpPr>
        <p:spPr>
          <a:xfrm>
            <a:off x="5148263" y="5661025"/>
            <a:ext cx="3527425" cy="954088"/>
          </a:xfrm>
          <a:prstGeom prst="rect">
            <a:avLst/>
          </a:prstGeom>
          <a:solidFill>
            <a:srgbClr val="FFFF00"/>
          </a:solid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a:spcBef>
                <a:spcPct val="0"/>
              </a:spcBef>
              <a:buNone/>
            </a:pPr>
            <a:r>
              <a:rPr lang="zh-CN" altLang="en-US" sz="2800" b="1" dirty="0"/>
              <a:t>时间复杂度：</a:t>
            </a:r>
            <a:r>
              <a:rPr lang="en-US" altLang="zh-CN" sz="2800" b="1" dirty="0"/>
              <a:t>O(n)</a:t>
            </a:r>
            <a:endParaRPr lang="en-US" altLang="zh-CN" sz="2800" b="1" dirty="0"/>
          </a:p>
          <a:p>
            <a:pPr marL="0" lvl="0" indent="0" algn="ctr">
              <a:spcBef>
                <a:spcPct val="0"/>
              </a:spcBef>
              <a:buNone/>
            </a:pPr>
            <a:r>
              <a:rPr lang="zh-CN" altLang="en-US" sz="2800" b="1" dirty="0"/>
              <a:t>主要花在</a:t>
            </a:r>
            <a:r>
              <a:rPr lang="en-US" altLang="zh-CN" sz="2800" b="1" dirty="0"/>
              <a:t>GetElem</a:t>
            </a:r>
            <a:r>
              <a:rPr lang="zh-CN" altLang="en-US" sz="2800" b="1" dirty="0"/>
              <a:t>上</a:t>
            </a:r>
            <a:endParaRPr lang="en-US" altLang="zh-CN" sz="2800" b="1" dirty="0"/>
          </a:p>
        </p:txBody>
      </p:sp>
    </p:spTree>
  </p:cSld>
  <p:clrMapOvr>
    <a:masterClrMapping/>
  </p:clrMapOvr>
  <p:transition>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4" name="Rectangle 2"/>
          <p:cNvSpPr>
            <a:spLocks noGrp="1" noChangeArrowheads="1"/>
          </p:cNvSpPr>
          <p:nvPr>
            <p:ph type="title"/>
          </p:nvPr>
        </p:nvSpPr>
        <p:spPr>
          <a:xfrm>
            <a:off x="1524000" y="304800"/>
            <a:ext cx="5867400" cy="838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a:ln>
                  <a:noFill/>
                </a:ln>
                <a:solidFill>
                  <a:schemeClr val="hlink"/>
                </a:solidFill>
                <a:effectLst>
                  <a:outerShdw blurRad="38100" dist="38100" dir="2700000" algn="tl">
                    <a:srgbClr val="C0C0C0"/>
                  </a:outerShdw>
                </a:effectLst>
                <a:uLnTx/>
                <a:uFillTx/>
                <a:latin typeface="+mj-lt"/>
                <a:ea typeface="仿宋_GB2312" pitchFamily="49" charset="-122"/>
                <a:cs typeface="+mj-cs"/>
              </a:rPr>
              <a:t>循环链表 </a:t>
            </a:r>
            <a:r>
              <a:rPr kumimoji="1" lang="en-US" altLang="zh-CN" sz="4000" b="1" i="0" u="none" strike="noStrike" kern="1200" cap="none" spc="0" normalizeH="0" baseline="0" noProof="0">
                <a:ln>
                  <a:noFill/>
                </a:ln>
                <a:solidFill>
                  <a:schemeClr val="hlink"/>
                </a:solidFill>
                <a:effectLst>
                  <a:outerShdw blurRad="38100" dist="38100" dir="2700000" algn="tl">
                    <a:srgbClr val="C0C0C0"/>
                  </a:outerShdw>
                </a:effectLst>
                <a:uLnTx/>
                <a:uFillTx/>
                <a:latin typeface="+mj-lt"/>
                <a:ea typeface="仿宋_GB2312" pitchFamily="49" charset="-122"/>
                <a:cs typeface="+mj-cs"/>
              </a:rPr>
              <a:t>(Circular List)</a:t>
            </a:r>
            <a:endParaRPr kumimoji="1" lang="en-US" altLang="zh-CN" sz="4000" b="0" i="0" u="none" strike="noStrike" kern="1200" cap="none" spc="0" normalizeH="0" baseline="0" noProof="0">
              <a:ln>
                <a:noFill/>
              </a:ln>
              <a:solidFill>
                <a:schemeClr val="tx2"/>
              </a:solidFill>
              <a:effectLst/>
              <a:uLnTx/>
              <a:uFillTx/>
              <a:latin typeface="+mj-lt"/>
              <a:ea typeface="仿宋_GB2312" pitchFamily="49" charset="-122"/>
              <a:cs typeface="+mj-cs"/>
            </a:endParaRPr>
          </a:p>
        </p:txBody>
      </p:sp>
      <p:sp>
        <p:nvSpPr>
          <p:cNvPr id="330755" name="Rectangle 3"/>
          <p:cNvSpPr>
            <a:spLocks noGrp="1" noChangeArrowheads="1"/>
          </p:cNvSpPr>
          <p:nvPr>
            <p:ph idx="1" hasCustomPrompt="1"/>
          </p:nvPr>
        </p:nvSpPr>
        <p:spPr>
          <a:xfrm>
            <a:off x="609600" y="1295400"/>
            <a:ext cx="8305800" cy="1905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FF7C80"/>
              </a:buClr>
              <a:buSzPct val="50000"/>
              <a:buFont typeface="Wingdings" panose="05000000000000000000" pitchFamily="2" charset="2"/>
              <a:buChar char="n"/>
              <a:defRPr/>
            </a:pPr>
            <a:r>
              <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循环链表是单链表的变形。</a:t>
            </a:r>
            <a:endPar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FF7C80"/>
              </a:buClr>
              <a:buSzPct val="50000"/>
              <a:buFont typeface="Wingdings" panose="05000000000000000000" pitchFamily="2" charset="2"/>
              <a:buChar char="n"/>
              <a:defRPr/>
            </a:pPr>
            <a:r>
              <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循环链表最后一个结点的 </a:t>
            </a:r>
            <a:r>
              <a:rPr kumimoji="1" lang="en-US" altLang="zh-CN" sz="3200" b="1" i="0" u="none" strike="noStrike" kern="1200" cap="none" spc="0" normalizeH="0" baseline="0" noProof="0">
                <a:ln>
                  <a:noFill/>
                </a:ln>
                <a:solidFill>
                  <a:schemeClr val="hlink"/>
                </a:solidFill>
                <a:effectLst>
                  <a:outerShdw blurRad="38100" dist="38100" dir="2700000" algn="tl">
                    <a:srgbClr val="C0C0C0"/>
                  </a:outerShdw>
                </a:effectLst>
                <a:uLnTx/>
                <a:uFillTx/>
                <a:latin typeface="+mn-lt"/>
                <a:ea typeface="仿宋_GB2312" pitchFamily="49" charset="-122"/>
                <a:cs typeface="+mn-cs"/>
              </a:rPr>
              <a:t>next</a:t>
            </a:r>
            <a:r>
              <a:rPr kumimoji="1" lang="en-US" altLang="zh-CN" sz="3200" b="1" i="1" u="none" strike="noStrike" kern="1200" cap="none" spc="0" normalizeH="0" baseline="0" noProof="0">
                <a:ln>
                  <a:noFill/>
                </a:ln>
                <a:solidFill>
                  <a:schemeClr val="hlink"/>
                </a:solidFill>
                <a:effectLst>
                  <a:outerShdw blurRad="38100" dist="38100" dir="2700000" algn="tl">
                    <a:srgbClr val="C0C0C0"/>
                  </a:outerShdw>
                </a:effectLst>
                <a:uLnTx/>
                <a:uFillTx/>
                <a:latin typeface="+mn-lt"/>
                <a:ea typeface="仿宋_GB2312" pitchFamily="49" charset="-122"/>
                <a:cs typeface="+mn-cs"/>
              </a:rPr>
              <a:t> </a:t>
            </a:r>
            <a:r>
              <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指针不 为</a:t>
            </a:r>
            <a:r>
              <a:rPr kumimoji="1" lang="en-US" altLang="zh-CN" sz="3200" b="1" i="0" u="none" strike="noStrike" kern="1200" cap="none" spc="0" normalizeH="0" baseline="0" noProof="0">
                <a:ln>
                  <a:noFill/>
                </a:ln>
                <a:solidFill>
                  <a:schemeClr val="hlink"/>
                </a:solidFill>
                <a:effectLst>
                  <a:outerShdw blurRad="38100" dist="38100" dir="2700000" algn="tl">
                    <a:srgbClr val="C0C0C0"/>
                  </a:outerShdw>
                </a:effectLst>
                <a:uLnTx/>
                <a:uFillTx/>
                <a:latin typeface="+mn-lt"/>
                <a:ea typeface="仿宋_GB2312" pitchFamily="49" charset="-122"/>
                <a:cs typeface="+mn-cs"/>
              </a:rPr>
              <a:t>NULL</a:t>
            </a:r>
            <a:r>
              <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，而是指向头结点。</a:t>
            </a:r>
            <a:endPar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FF7C80"/>
              </a:buClr>
              <a:buSzPct val="50000"/>
              <a:buFont typeface="Wingdings" panose="05000000000000000000" pitchFamily="2" charset="2"/>
              <a:buChar char="n"/>
              <a:defRPr/>
            </a:pPr>
            <a:endParaRPr kumimoji="1" lang="en-US" altLang="zh-CN"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endParaRPr>
          </a:p>
        </p:txBody>
      </p:sp>
      <p:grpSp>
        <p:nvGrpSpPr>
          <p:cNvPr id="330756" name="Group 4"/>
          <p:cNvGrpSpPr/>
          <p:nvPr/>
        </p:nvGrpSpPr>
        <p:grpSpPr>
          <a:xfrm>
            <a:off x="762000" y="3352800"/>
            <a:ext cx="7086600" cy="960438"/>
            <a:chOff x="336" y="2131"/>
            <a:chExt cx="4464" cy="605"/>
          </a:xfrm>
        </p:grpSpPr>
        <p:sp>
          <p:nvSpPr>
            <p:cNvPr id="44057" name="Rectangle 5"/>
            <p:cNvSpPr/>
            <p:nvPr/>
          </p:nvSpPr>
          <p:spPr>
            <a:xfrm>
              <a:off x="1104" y="2256"/>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4058" name="Line 6"/>
            <p:cNvSpPr/>
            <p:nvPr/>
          </p:nvSpPr>
          <p:spPr>
            <a:xfrm>
              <a:off x="1440" y="2256"/>
              <a:ext cx="0" cy="336"/>
            </a:xfrm>
            <a:prstGeom prst="line">
              <a:avLst/>
            </a:prstGeom>
            <a:ln w="9525" cap="flat" cmpd="sng">
              <a:solidFill>
                <a:schemeClr val="tx1"/>
              </a:solidFill>
              <a:prstDash val="solid"/>
              <a:headEnd type="none" w="med" len="med"/>
              <a:tailEnd type="none" w="med" len="med"/>
            </a:ln>
          </p:spPr>
        </p:sp>
        <p:sp>
          <p:nvSpPr>
            <p:cNvPr id="44059" name="Line 7"/>
            <p:cNvSpPr/>
            <p:nvPr/>
          </p:nvSpPr>
          <p:spPr>
            <a:xfrm flipV="1">
              <a:off x="1440" y="2208"/>
              <a:ext cx="48" cy="48"/>
            </a:xfrm>
            <a:prstGeom prst="line">
              <a:avLst/>
            </a:prstGeom>
            <a:ln w="9525" cap="flat" cmpd="sng">
              <a:solidFill>
                <a:schemeClr val="tx1"/>
              </a:solidFill>
              <a:prstDash val="solid"/>
              <a:headEnd type="none" w="med" len="med"/>
              <a:tailEnd type="none" w="med" len="med"/>
            </a:ln>
          </p:spPr>
        </p:sp>
        <p:sp>
          <p:nvSpPr>
            <p:cNvPr id="44060" name="Line 8"/>
            <p:cNvSpPr/>
            <p:nvPr/>
          </p:nvSpPr>
          <p:spPr>
            <a:xfrm>
              <a:off x="864" y="2352"/>
              <a:ext cx="240" cy="0"/>
            </a:xfrm>
            <a:prstGeom prst="line">
              <a:avLst/>
            </a:prstGeom>
            <a:ln w="38100" cap="flat" cmpd="sng">
              <a:solidFill>
                <a:schemeClr val="tx2"/>
              </a:solidFill>
              <a:prstDash val="solid"/>
              <a:headEnd type="none" w="med" len="med"/>
              <a:tailEnd type="triangle" w="med" len="med"/>
            </a:ln>
          </p:spPr>
        </p:sp>
        <p:sp>
          <p:nvSpPr>
            <p:cNvPr id="44061" name="Rectangle 9"/>
            <p:cNvSpPr/>
            <p:nvPr/>
          </p:nvSpPr>
          <p:spPr>
            <a:xfrm>
              <a:off x="1920" y="2256"/>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4062" name="Line 10"/>
            <p:cNvSpPr/>
            <p:nvPr/>
          </p:nvSpPr>
          <p:spPr>
            <a:xfrm>
              <a:off x="2256" y="2256"/>
              <a:ext cx="0" cy="336"/>
            </a:xfrm>
            <a:prstGeom prst="line">
              <a:avLst/>
            </a:prstGeom>
            <a:ln w="9525" cap="flat" cmpd="sng">
              <a:solidFill>
                <a:schemeClr val="tx1"/>
              </a:solidFill>
              <a:prstDash val="solid"/>
              <a:headEnd type="none" w="med" len="med"/>
              <a:tailEnd type="none" w="med" len="med"/>
            </a:ln>
          </p:spPr>
        </p:sp>
        <p:sp>
          <p:nvSpPr>
            <p:cNvPr id="44063" name="Line 11"/>
            <p:cNvSpPr/>
            <p:nvPr/>
          </p:nvSpPr>
          <p:spPr>
            <a:xfrm flipV="1">
              <a:off x="2256" y="2189"/>
              <a:ext cx="48" cy="48"/>
            </a:xfrm>
            <a:prstGeom prst="line">
              <a:avLst/>
            </a:prstGeom>
            <a:ln w="9525" cap="flat" cmpd="sng">
              <a:solidFill>
                <a:schemeClr val="tx1"/>
              </a:solidFill>
              <a:prstDash val="solid"/>
              <a:headEnd type="none" w="med" len="med"/>
              <a:tailEnd type="none" w="med" len="med"/>
            </a:ln>
          </p:spPr>
        </p:sp>
        <p:sp>
          <p:nvSpPr>
            <p:cNvPr id="44064" name="Line 12"/>
            <p:cNvSpPr/>
            <p:nvPr/>
          </p:nvSpPr>
          <p:spPr>
            <a:xfrm>
              <a:off x="1728" y="2400"/>
              <a:ext cx="192" cy="0"/>
            </a:xfrm>
            <a:prstGeom prst="line">
              <a:avLst/>
            </a:prstGeom>
            <a:ln w="38100" cap="flat" cmpd="sng">
              <a:solidFill>
                <a:schemeClr val="tx2"/>
              </a:solidFill>
              <a:prstDash val="solid"/>
              <a:headEnd type="none" w="med" len="med"/>
              <a:tailEnd type="triangle" w="med" len="med"/>
            </a:ln>
          </p:spPr>
        </p:sp>
        <p:sp>
          <p:nvSpPr>
            <p:cNvPr id="44065" name="Rectangle 13"/>
            <p:cNvSpPr/>
            <p:nvPr/>
          </p:nvSpPr>
          <p:spPr>
            <a:xfrm>
              <a:off x="2736" y="2256"/>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4066" name="Line 14"/>
            <p:cNvSpPr/>
            <p:nvPr/>
          </p:nvSpPr>
          <p:spPr>
            <a:xfrm>
              <a:off x="3072" y="2256"/>
              <a:ext cx="0" cy="336"/>
            </a:xfrm>
            <a:prstGeom prst="line">
              <a:avLst/>
            </a:prstGeom>
            <a:ln w="9525" cap="flat" cmpd="sng">
              <a:solidFill>
                <a:schemeClr val="tx1"/>
              </a:solidFill>
              <a:prstDash val="solid"/>
              <a:headEnd type="none" w="med" len="med"/>
              <a:tailEnd type="none" w="med" len="med"/>
            </a:ln>
          </p:spPr>
        </p:sp>
        <p:sp>
          <p:nvSpPr>
            <p:cNvPr id="44067" name="Line 15"/>
            <p:cNvSpPr/>
            <p:nvPr/>
          </p:nvSpPr>
          <p:spPr>
            <a:xfrm flipV="1">
              <a:off x="3072" y="2208"/>
              <a:ext cx="48" cy="48"/>
            </a:xfrm>
            <a:prstGeom prst="line">
              <a:avLst/>
            </a:prstGeom>
            <a:ln w="9525" cap="flat" cmpd="sng">
              <a:solidFill>
                <a:schemeClr val="tx1"/>
              </a:solidFill>
              <a:prstDash val="solid"/>
              <a:headEnd type="none" w="med" len="med"/>
              <a:tailEnd type="none" w="med" len="med"/>
            </a:ln>
          </p:spPr>
        </p:sp>
        <p:sp>
          <p:nvSpPr>
            <p:cNvPr id="44068" name="Line 16"/>
            <p:cNvSpPr/>
            <p:nvPr/>
          </p:nvSpPr>
          <p:spPr>
            <a:xfrm>
              <a:off x="2544" y="2400"/>
              <a:ext cx="192" cy="0"/>
            </a:xfrm>
            <a:prstGeom prst="line">
              <a:avLst/>
            </a:prstGeom>
            <a:ln w="38100" cap="flat" cmpd="sng">
              <a:solidFill>
                <a:schemeClr val="tx2"/>
              </a:solidFill>
              <a:prstDash val="solid"/>
              <a:headEnd type="none" w="med" len="med"/>
              <a:tailEnd type="triangle" w="med" len="med"/>
            </a:ln>
          </p:spPr>
        </p:sp>
        <p:sp>
          <p:nvSpPr>
            <p:cNvPr id="44069" name="Line 17"/>
            <p:cNvSpPr/>
            <p:nvPr/>
          </p:nvSpPr>
          <p:spPr>
            <a:xfrm>
              <a:off x="3360" y="2400"/>
              <a:ext cx="192" cy="0"/>
            </a:xfrm>
            <a:prstGeom prst="line">
              <a:avLst/>
            </a:prstGeom>
            <a:ln w="38100" cap="flat" cmpd="sng">
              <a:solidFill>
                <a:schemeClr val="tx2"/>
              </a:solidFill>
              <a:prstDash val="solid"/>
              <a:headEnd type="none" w="med" len="med"/>
              <a:tailEnd type="triangle" w="med" len="med"/>
            </a:ln>
          </p:spPr>
        </p:sp>
        <p:sp>
          <p:nvSpPr>
            <p:cNvPr id="44070" name="Line 18"/>
            <p:cNvSpPr/>
            <p:nvPr/>
          </p:nvSpPr>
          <p:spPr>
            <a:xfrm>
              <a:off x="3552" y="2400"/>
              <a:ext cx="288" cy="0"/>
            </a:xfrm>
            <a:prstGeom prst="line">
              <a:avLst/>
            </a:prstGeom>
            <a:ln w="38100" cap="rnd" cmpd="sng">
              <a:solidFill>
                <a:schemeClr val="tx2"/>
              </a:solidFill>
              <a:prstDash val="sysDot"/>
              <a:headEnd type="none" w="med" len="med"/>
              <a:tailEnd type="none" w="med" len="med"/>
            </a:ln>
          </p:spPr>
        </p:sp>
        <p:sp>
          <p:nvSpPr>
            <p:cNvPr id="44071" name="Line 19"/>
            <p:cNvSpPr/>
            <p:nvPr/>
          </p:nvSpPr>
          <p:spPr>
            <a:xfrm>
              <a:off x="3792" y="2400"/>
              <a:ext cx="192" cy="0"/>
            </a:xfrm>
            <a:prstGeom prst="line">
              <a:avLst/>
            </a:prstGeom>
            <a:ln w="38100" cap="flat" cmpd="sng">
              <a:solidFill>
                <a:schemeClr val="tx2"/>
              </a:solidFill>
              <a:prstDash val="solid"/>
              <a:headEnd type="none" w="med" len="med"/>
              <a:tailEnd type="triangle" w="med" len="med"/>
            </a:ln>
          </p:spPr>
        </p:sp>
        <p:sp>
          <p:nvSpPr>
            <p:cNvPr id="44072" name="Rectangle 20"/>
            <p:cNvSpPr/>
            <p:nvPr/>
          </p:nvSpPr>
          <p:spPr>
            <a:xfrm>
              <a:off x="3984" y="2256"/>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4073" name="Line 21"/>
            <p:cNvSpPr/>
            <p:nvPr/>
          </p:nvSpPr>
          <p:spPr>
            <a:xfrm>
              <a:off x="4368" y="2256"/>
              <a:ext cx="0" cy="336"/>
            </a:xfrm>
            <a:prstGeom prst="line">
              <a:avLst/>
            </a:prstGeom>
            <a:ln w="9525" cap="flat" cmpd="sng">
              <a:solidFill>
                <a:schemeClr val="tx1"/>
              </a:solidFill>
              <a:prstDash val="solid"/>
              <a:headEnd type="none" w="med" len="med"/>
              <a:tailEnd type="none" w="med" len="med"/>
            </a:ln>
          </p:spPr>
        </p:sp>
        <p:sp>
          <p:nvSpPr>
            <p:cNvPr id="44074" name="Line 22"/>
            <p:cNvSpPr/>
            <p:nvPr/>
          </p:nvSpPr>
          <p:spPr>
            <a:xfrm flipV="1">
              <a:off x="4368" y="2208"/>
              <a:ext cx="48" cy="48"/>
            </a:xfrm>
            <a:prstGeom prst="line">
              <a:avLst/>
            </a:prstGeom>
            <a:ln w="9525" cap="flat" cmpd="sng">
              <a:solidFill>
                <a:schemeClr val="tx1"/>
              </a:solidFill>
              <a:prstDash val="solid"/>
              <a:headEnd type="none" w="med" len="med"/>
              <a:tailEnd type="none" w="med" len="med"/>
            </a:ln>
          </p:spPr>
        </p:sp>
        <p:sp>
          <p:nvSpPr>
            <p:cNvPr id="44075" name="Text Box 23"/>
            <p:cNvSpPr txBox="1"/>
            <p:nvPr/>
          </p:nvSpPr>
          <p:spPr>
            <a:xfrm>
              <a:off x="3939" y="2179"/>
              <a:ext cx="337"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chemeClr val="accent2"/>
                  </a:solidFill>
                </a:rPr>
                <a:t>a</a:t>
              </a:r>
              <a:r>
                <a:rPr lang="en-US" altLang="zh-CN" b="1" i="1" baseline="-25000" dirty="0">
                  <a:solidFill>
                    <a:schemeClr val="accent2"/>
                  </a:solidFill>
                </a:rPr>
                <a:t>n</a:t>
              </a:r>
              <a:endParaRPr lang="en-US" altLang="zh-CN" sz="2400" dirty="0"/>
            </a:p>
          </p:txBody>
        </p:sp>
        <p:sp>
          <p:nvSpPr>
            <p:cNvPr id="44076" name="Line 24"/>
            <p:cNvSpPr/>
            <p:nvPr/>
          </p:nvSpPr>
          <p:spPr>
            <a:xfrm>
              <a:off x="912" y="2496"/>
              <a:ext cx="192" cy="0"/>
            </a:xfrm>
            <a:prstGeom prst="line">
              <a:avLst/>
            </a:prstGeom>
            <a:ln w="38100" cap="flat" cmpd="sng">
              <a:solidFill>
                <a:schemeClr val="tx2"/>
              </a:solidFill>
              <a:prstDash val="solid"/>
              <a:headEnd type="none" w="med" len="med"/>
              <a:tailEnd type="triangle" w="med" len="med"/>
            </a:ln>
          </p:spPr>
        </p:sp>
        <p:sp>
          <p:nvSpPr>
            <p:cNvPr id="44077" name="Line 25"/>
            <p:cNvSpPr/>
            <p:nvPr/>
          </p:nvSpPr>
          <p:spPr>
            <a:xfrm>
              <a:off x="912" y="2496"/>
              <a:ext cx="0" cy="240"/>
            </a:xfrm>
            <a:prstGeom prst="line">
              <a:avLst/>
            </a:prstGeom>
            <a:ln w="38100" cap="flat" cmpd="sng">
              <a:solidFill>
                <a:schemeClr val="tx2"/>
              </a:solidFill>
              <a:prstDash val="solid"/>
              <a:headEnd type="none" w="med" len="med"/>
              <a:tailEnd type="none" w="med" len="med"/>
            </a:ln>
          </p:spPr>
        </p:sp>
        <p:sp>
          <p:nvSpPr>
            <p:cNvPr id="44078" name="Line 26"/>
            <p:cNvSpPr/>
            <p:nvPr/>
          </p:nvSpPr>
          <p:spPr>
            <a:xfrm>
              <a:off x="912" y="2736"/>
              <a:ext cx="3888" cy="0"/>
            </a:xfrm>
            <a:prstGeom prst="line">
              <a:avLst/>
            </a:prstGeom>
            <a:ln w="38100" cap="flat" cmpd="sng">
              <a:solidFill>
                <a:schemeClr val="tx2"/>
              </a:solidFill>
              <a:prstDash val="solid"/>
              <a:headEnd type="none" w="med" len="med"/>
              <a:tailEnd type="none" w="med" len="med"/>
            </a:ln>
          </p:spPr>
        </p:sp>
        <p:sp>
          <p:nvSpPr>
            <p:cNvPr id="44079" name="Line 27"/>
            <p:cNvSpPr/>
            <p:nvPr/>
          </p:nvSpPr>
          <p:spPr>
            <a:xfrm>
              <a:off x="4608" y="2400"/>
              <a:ext cx="192" cy="0"/>
            </a:xfrm>
            <a:prstGeom prst="line">
              <a:avLst/>
            </a:prstGeom>
            <a:ln w="38100" cap="flat" cmpd="sng">
              <a:solidFill>
                <a:schemeClr val="tx2"/>
              </a:solidFill>
              <a:prstDash val="solid"/>
              <a:headEnd type="none" w="med" len="med"/>
              <a:tailEnd type="none" w="med" len="med"/>
            </a:ln>
          </p:spPr>
        </p:sp>
        <p:sp>
          <p:nvSpPr>
            <p:cNvPr id="44080" name="Line 28"/>
            <p:cNvSpPr/>
            <p:nvPr/>
          </p:nvSpPr>
          <p:spPr>
            <a:xfrm>
              <a:off x="4800" y="2400"/>
              <a:ext cx="0" cy="336"/>
            </a:xfrm>
            <a:prstGeom prst="line">
              <a:avLst/>
            </a:prstGeom>
            <a:ln w="38100" cap="flat" cmpd="sng">
              <a:solidFill>
                <a:schemeClr val="tx2"/>
              </a:solidFill>
              <a:prstDash val="solid"/>
              <a:headEnd type="none" w="med" len="med"/>
              <a:tailEnd type="none" w="med" len="med"/>
            </a:ln>
          </p:spPr>
        </p:sp>
        <p:sp>
          <p:nvSpPr>
            <p:cNvPr id="44081" name="Text Box 29"/>
            <p:cNvSpPr txBox="1"/>
            <p:nvPr/>
          </p:nvSpPr>
          <p:spPr>
            <a:xfrm>
              <a:off x="336" y="2131"/>
              <a:ext cx="607"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rPr>
                <a:t>     L</a:t>
              </a:r>
              <a:endParaRPr lang="en-US" altLang="zh-CN" sz="2400" dirty="0"/>
            </a:p>
          </p:txBody>
        </p:sp>
        <p:sp>
          <p:nvSpPr>
            <p:cNvPr id="44082" name="Text Box 30"/>
            <p:cNvSpPr txBox="1"/>
            <p:nvPr/>
          </p:nvSpPr>
          <p:spPr>
            <a:xfrm>
              <a:off x="2744" y="2179"/>
              <a:ext cx="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chemeClr val="accent2"/>
                  </a:solidFill>
                </a:rPr>
                <a:t>a</a:t>
              </a:r>
              <a:r>
                <a:rPr lang="en-US" altLang="zh-CN" b="1" baseline="-25000" dirty="0">
                  <a:solidFill>
                    <a:schemeClr val="accent2"/>
                  </a:solidFill>
                </a:rPr>
                <a:t>2</a:t>
              </a:r>
              <a:endParaRPr lang="en-US" altLang="zh-CN" sz="2400" dirty="0"/>
            </a:p>
          </p:txBody>
        </p:sp>
        <p:sp>
          <p:nvSpPr>
            <p:cNvPr id="44083" name="Text Box 31"/>
            <p:cNvSpPr txBox="1"/>
            <p:nvPr/>
          </p:nvSpPr>
          <p:spPr>
            <a:xfrm>
              <a:off x="1928" y="2179"/>
              <a:ext cx="328"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i="1" dirty="0">
                  <a:solidFill>
                    <a:schemeClr val="accent2"/>
                  </a:solidFill>
                </a:rPr>
                <a:t>a</a:t>
              </a:r>
              <a:r>
                <a:rPr lang="en-US" altLang="zh-CN" b="1" baseline="-25000" dirty="0">
                  <a:solidFill>
                    <a:schemeClr val="accent2"/>
                  </a:solidFill>
                </a:rPr>
                <a:t>1</a:t>
              </a:r>
              <a:endParaRPr lang="en-US" altLang="zh-CN" sz="2400" dirty="0"/>
            </a:p>
          </p:txBody>
        </p:sp>
      </p:grpSp>
      <p:sp>
        <p:nvSpPr>
          <p:cNvPr id="330784" name="Text Box 32"/>
          <p:cNvSpPr txBox="1"/>
          <p:nvPr/>
        </p:nvSpPr>
        <p:spPr>
          <a:xfrm>
            <a:off x="4572000" y="4572000"/>
            <a:ext cx="361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p</a:t>
            </a:r>
            <a:endParaRPr lang="en-US" altLang="zh-CN" sz="2800" dirty="0"/>
          </a:p>
        </p:txBody>
      </p:sp>
      <p:sp>
        <p:nvSpPr>
          <p:cNvPr id="330785" name="Line 33"/>
          <p:cNvSpPr/>
          <p:nvPr/>
        </p:nvSpPr>
        <p:spPr>
          <a:xfrm flipV="1">
            <a:off x="4724400" y="4114800"/>
            <a:ext cx="76200" cy="609600"/>
          </a:xfrm>
          <a:prstGeom prst="line">
            <a:avLst/>
          </a:prstGeom>
          <a:ln w="38100" cap="flat" cmpd="sng">
            <a:solidFill>
              <a:schemeClr val="accent2"/>
            </a:solidFill>
            <a:prstDash val="solid"/>
            <a:headEnd type="none" w="med" len="med"/>
            <a:tailEnd type="triangle" w="med" len="med"/>
          </a:ln>
        </p:spPr>
      </p:sp>
      <p:sp>
        <p:nvSpPr>
          <p:cNvPr id="330786" name="Line 34"/>
          <p:cNvSpPr/>
          <p:nvPr/>
        </p:nvSpPr>
        <p:spPr>
          <a:xfrm flipV="1">
            <a:off x="4800600" y="4114800"/>
            <a:ext cx="609600" cy="609600"/>
          </a:xfrm>
          <a:prstGeom prst="line">
            <a:avLst/>
          </a:prstGeom>
          <a:ln w="38100" cap="flat" cmpd="sng">
            <a:solidFill>
              <a:schemeClr val="accent2"/>
            </a:solidFill>
            <a:prstDash val="solid"/>
            <a:headEnd type="none" w="med" len="med"/>
            <a:tailEnd type="triangle" w="med" len="med"/>
          </a:ln>
        </p:spPr>
      </p:sp>
      <p:sp>
        <p:nvSpPr>
          <p:cNvPr id="330788" name="Line 36"/>
          <p:cNvSpPr/>
          <p:nvPr/>
        </p:nvSpPr>
        <p:spPr>
          <a:xfrm flipV="1">
            <a:off x="4953000" y="4191000"/>
            <a:ext cx="1676400" cy="533400"/>
          </a:xfrm>
          <a:prstGeom prst="line">
            <a:avLst/>
          </a:prstGeom>
          <a:ln w="38100" cap="flat" cmpd="sng">
            <a:solidFill>
              <a:schemeClr val="accent2"/>
            </a:solidFill>
            <a:prstDash val="solid"/>
            <a:headEnd type="none" w="med" len="med"/>
            <a:tailEnd type="triangle" w="med" len="med"/>
          </a:ln>
        </p:spPr>
      </p:sp>
      <p:sp>
        <p:nvSpPr>
          <p:cNvPr id="330789" name="Line 37"/>
          <p:cNvSpPr/>
          <p:nvPr/>
        </p:nvSpPr>
        <p:spPr>
          <a:xfrm flipH="1" flipV="1">
            <a:off x="2362200" y="4191000"/>
            <a:ext cx="2286000" cy="533400"/>
          </a:xfrm>
          <a:prstGeom prst="line">
            <a:avLst/>
          </a:prstGeom>
          <a:ln w="38100" cap="flat" cmpd="sng">
            <a:solidFill>
              <a:schemeClr val="accent2"/>
            </a:solidFill>
            <a:prstDash val="solid"/>
            <a:headEnd type="none" w="med" len="med"/>
            <a:tailEnd type="triangle" w="med" len="med"/>
          </a:ln>
        </p:spPr>
      </p:sp>
      <p:sp>
        <p:nvSpPr>
          <p:cNvPr id="330791" name="Line 39"/>
          <p:cNvSpPr/>
          <p:nvPr/>
        </p:nvSpPr>
        <p:spPr>
          <a:xfrm flipH="1" flipV="1">
            <a:off x="3886200" y="4267200"/>
            <a:ext cx="762000" cy="457200"/>
          </a:xfrm>
          <a:prstGeom prst="line">
            <a:avLst/>
          </a:prstGeom>
          <a:ln w="38100" cap="flat" cmpd="sng">
            <a:solidFill>
              <a:schemeClr val="accent2"/>
            </a:solidFill>
            <a:prstDash val="solid"/>
            <a:headEnd type="none" w="med" len="med"/>
            <a:tailEnd type="triangle" w="med" len="med"/>
          </a:ln>
        </p:spPr>
      </p:sp>
      <p:sp>
        <p:nvSpPr>
          <p:cNvPr id="330792" name="Line 40"/>
          <p:cNvSpPr/>
          <p:nvPr/>
        </p:nvSpPr>
        <p:spPr>
          <a:xfrm>
            <a:off x="5486400" y="4191000"/>
            <a:ext cx="533400" cy="0"/>
          </a:xfrm>
          <a:prstGeom prst="line">
            <a:avLst/>
          </a:prstGeom>
          <a:ln w="38100" cap="flat" cmpd="sng">
            <a:solidFill>
              <a:schemeClr val="accent2"/>
            </a:solidFill>
            <a:prstDash val="sysDot"/>
            <a:headEnd type="none" w="med" len="med"/>
            <a:tailEnd type="triangle" w="med" len="med"/>
          </a:ln>
        </p:spPr>
      </p:sp>
      <p:sp>
        <p:nvSpPr>
          <p:cNvPr id="330793" name="Text Box 41"/>
          <p:cNvSpPr txBox="1">
            <a:spLocks noChangeArrowheads="1"/>
          </p:cNvSpPr>
          <p:nvPr/>
        </p:nvSpPr>
        <p:spPr bwMode="auto">
          <a:xfrm>
            <a:off x="685800" y="5562600"/>
            <a:ext cx="8305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1" hangingPunct="1">
              <a:buClr>
                <a:srgbClr val="FF7C80"/>
              </a:buClr>
              <a:buSzPct val="50000"/>
              <a:buFont typeface="Wingdings" panose="05000000000000000000" pitchFamily="2" charset="2"/>
              <a:buNone/>
              <a:defRPr/>
            </a:pPr>
            <a:r>
              <a:rPr kumimoji="1" lang="zh-CN" altLang="en-US" sz="3200"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仿宋_GB2312" pitchFamily="49" charset="-122"/>
                <a:cs typeface="+mn-cs"/>
              </a:rPr>
              <a:t>循环链表的特点是：</a:t>
            </a:r>
            <a:r>
              <a:rPr kumimoji="1" lang="zh-CN" altLang="en-US" sz="3200" kern="1200" cap="none" spc="0" normalizeH="0" baseline="0" noProof="0">
                <a:solidFill>
                  <a:srgbClr val="009900"/>
                </a:solidFill>
                <a:effectLst>
                  <a:outerShdw blurRad="38100" dist="38100" dir="2700000" algn="tl">
                    <a:srgbClr val="C0C0C0"/>
                  </a:outerShdw>
                </a:effectLst>
                <a:latin typeface="Times New Roman" panose="02020603050405020304" pitchFamily="18" charset="0"/>
                <a:ea typeface="仿宋_GB2312" pitchFamily="49" charset="-122"/>
                <a:cs typeface="+mn-cs"/>
              </a:rPr>
              <a:t>从任一结点的出发都可以访问到链表中所有结点。</a:t>
            </a:r>
            <a:endParaRPr kumimoji="1" lang="zh-CN" altLang="en-US" b="0" kern="1200" cap="none" spc="0" normalizeH="0" baseline="0" noProof="0">
              <a:latin typeface="Times New Roman" panose="02020603050405020304" pitchFamily="18" charset="0"/>
              <a:ea typeface="宋体" panose="02010600030101010101" pitchFamily="2" charset="-122"/>
              <a:cs typeface="+mn-cs"/>
            </a:endParaRPr>
          </a:p>
        </p:txBody>
      </p:sp>
      <p:grpSp>
        <p:nvGrpSpPr>
          <p:cNvPr id="330794" name="Group 42"/>
          <p:cNvGrpSpPr/>
          <p:nvPr/>
        </p:nvGrpSpPr>
        <p:grpSpPr>
          <a:xfrm>
            <a:off x="152400" y="4572000"/>
            <a:ext cx="4083050" cy="1036638"/>
            <a:chOff x="336" y="2947"/>
            <a:chExt cx="2572" cy="653"/>
          </a:xfrm>
        </p:grpSpPr>
        <p:sp>
          <p:nvSpPr>
            <p:cNvPr id="44046" name="Rectangle 43"/>
            <p:cNvSpPr/>
            <p:nvPr/>
          </p:nvSpPr>
          <p:spPr>
            <a:xfrm>
              <a:off x="1104" y="3072"/>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4047" name="Line 44"/>
            <p:cNvSpPr/>
            <p:nvPr/>
          </p:nvSpPr>
          <p:spPr>
            <a:xfrm>
              <a:off x="1440" y="3072"/>
              <a:ext cx="0" cy="336"/>
            </a:xfrm>
            <a:prstGeom prst="line">
              <a:avLst/>
            </a:prstGeom>
            <a:ln w="9525" cap="flat" cmpd="sng">
              <a:solidFill>
                <a:schemeClr val="tx1"/>
              </a:solidFill>
              <a:prstDash val="solid"/>
              <a:headEnd type="none" w="med" len="med"/>
              <a:tailEnd type="none" w="med" len="med"/>
            </a:ln>
          </p:spPr>
        </p:sp>
        <p:sp>
          <p:nvSpPr>
            <p:cNvPr id="44048" name="Line 45"/>
            <p:cNvSpPr/>
            <p:nvPr/>
          </p:nvSpPr>
          <p:spPr>
            <a:xfrm flipV="1">
              <a:off x="1440" y="3024"/>
              <a:ext cx="48" cy="48"/>
            </a:xfrm>
            <a:prstGeom prst="line">
              <a:avLst/>
            </a:prstGeom>
            <a:ln w="9525" cap="flat" cmpd="sng">
              <a:solidFill>
                <a:schemeClr val="tx1"/>
              </a:solidFill>
              <a:prstDash val="solid"/>
              <a:headEnd type="none" w="med" len="med"/>
              <a:tailEnd type="none" w="med" len="med"/>
            </a:ln>
          </p:spPr>
        </p:sp>
        <p:sp>
          <p:nvSpPr>
            <p:cNvPr id="44049" name="Line 46"/>
            <p:cNvSpPr/>
            <p:nvPr/>
          </p:nvSpPr>
          <p:spPr>
            <a:xfrm>
              <a:off x="864" y="3168"/>
              <a:ext cx="240" cy="0"/>
            </a:xfrm>
            <a:prstGeom prst="line">
              <a:avLst/>
            </a:prstGeom>
            <a:ln w="38100" cap="flat" cmpd="sng">
              <a:solidFill>
                <a:schemeClr val="tx2"/>
              </a:solidFill>
              <a:prstDash val="solid"/>
              <a:headEnd type="none" w="med" len="med"/>
              <a:tailEnd type="triangle" w="med" len="med"/>
            </a:ln>
          </p:spPr>
        </p:sp>
        <p:sp>
          <p:nvSpPr>
            <p:cNvPr id="44050" name="Line 47"/>
            <p:cNvSpPr/>
            <p:nvPr/>
          </p:nvSpPr>
          <p:spPr>
            <a:xfrm>
              <a:off x="912" y="3312"/>
              <a:ext cx="192" cy="0"/>
            </a:xfrm>
            <a:prstGeom prst="line">
              <a:avLst/>
            </a:prstGeom>
            <a:ln w="38100" cap="flat" cmpd="sng">
              <a:solidFill>
                <a:schemeClr val="tx2"/>
              </a:solidFill>
              <a:prstDash val="solid"/>
              <a:headEnd type="none" w="med" len="med"/>
              <a:tailEnd type="triangle" w="med" len="med"/>
            </a:ln>
          </p:spPr>
        </p:sp>
        <p:sp>
          <p:nvSpPr>
            <p:cNvPr id="44051" name="Line 48"/>
            <p:cNvSpPr/>
            <p:nvPr/>
          </p:nvSpPr>
          <p:spPr>
            <a:xfrm>
              <a:off x="912" y="3312"/>
              <a:ext cx="0" cy="240"/>
            </a:xfrm>
            <a:prstGeom prst="line">
              <a:avLst/>
            </a:prstGeom>
            <a:ln w="38100" cap="flat" cmpd="sng">
              <a:solidFill>
                <a:schemeClr val="tx2"/>
              </a:solidFill>
              <a:prstDash val="solid"/>
              <a:headEnd type="none" w="med" len="med"/>
              <a:tailEnd type="none" w="med" len="med"/>
            </a:ln>
          </p:spPr>
        </p:sp>
        <p:sp>
          <p:nvSpPr>
            <p:cNvPr id="44052" name="Line 49"/>
            <p:cNvSpPr/>
            <p:nvPr/>
          </p:nvSpPr>
          <p:spPr>
            <a:xfrm>
              <a:off x="912" y="3552"/>
              <a:ext cx="1008" cy="0"/>
            </a:xfrm>
            <a:prstGeom prst="line">
              <a:avLst/>
            </a:prstGeom>
            <a:ln w="38100" cap="flat" cmpd="sng">
              <a:solidFill>
                <a:schemeClr val="tx2"/>
              </a:solidFill>
              <a:prstDash val="solid"/>
              <a:headEnd type="none" w="med" len="med"/>
              <a:tailEnd type="none" w="med" len="med"/>
            </a:ln>
          </p:spPr>
        </p:sp>
        <p:sp>
          <p:nvSpPr>
            <p:cNvPr id="44053" name="Text Box 50"/>
            <p:cNvSpPr txBox="1"/>
            <p:nvPr/>
          </p:nvSpPr>
          <p:spPr>
            <a:xfrm>
              <a:off x="336" y="2947"/>
              <a:ext cx="607"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tx2"/>
                  </a:solidFill>
                </a:rPr>
                <a:t>     L</a:t>
              </a:r>
              <a:endParaRPr lang="en-US" altLang="zh-CN" sz="2400" dirty="0"/>
            </a:p>
          </p:txBody>
        </p:sp>
        <p:sp>
          <p:nvSpPr>
            <p:cNvPr id="44054" name="Line 51"/>
            <p:cNvSpPr/>
            <p:nvPr/>
          </p:nvSpPr>
          <p:spPr>
            <a:xfrm>
              <a:off x="1728" y="3216"/>
              <a:ext cx="192" cy="0"/>
            </a:xfrm>
            <a:prstGeom prst="line">
              <a:avLst/>
            </a:prstGeom>
            <a:ln w="38100" cap="flat" cmpd="sng">
              <a:solidFill>
                <a:schemeClr val="tx2"/>
              </a:solidFill>
              <a:prstDash val="solid"/>
              <a:headEnd type="none" w="med" len="med"/>
              <a:tailEnd type="none" w="med" len="med"/>
            </a:ln>
          </p:spPr>
        </p:sp>
        <p:sp>
          <p:nvSpPr>
            <p:cNvPr id="44055" name="Line 52"/>
            <p:cNvSpPr/>
            <p:nvPr/>
          </p:nvSpPr>
          <p:spPr>
            <a:xfrm>
              <a:off x="1920" y="3216"/>
              <a:ext cx="0" cy="336"/>
            </a:xfrm>
            <a:prstGeom prst="line">
              <a:avLst/>
            </a:prstGeom>
            <a:ln w="38100" cap="flat" cmpd="sng">
              <a:solidFill>
                <a:schemeClr val="tx2"/>
              </a:solidFill>
              <a:prstDash val="solid"/>
              <a:headEnd type="none" w="med" len="med"/>
              <a:tailEnd type="none" w="med" len="med"/>
            </a:ln>
          </p:spPr>
        </p:sp>
        <p:sp>
          <p:nvSpPr>
            <p:cNvPr id="44056" name="Text Box 53"/>
            <p:cNvSpPr txBox="1"/>
            <p:nvPr/>
          </p:nvSpPr>
          <p:spPr>
            <a:xfrm>
              <a:off x="2016" y="3235"/>
              <a:ext cx="89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latin typeface="隶书" panose="02010509060101010101" pitchFamily="49" charset="-122"/>
                  <a:ea typeface="隶书" panose="02010509060101010101" pitchFamily="49" charset="-122"/>
                </a:rPr>
                <a:t>(</a:t>
              </a:r>
              <a:r>
                <a:rPr lang="zh-CN" altLang="en-US" b="1" dirty="0">
                  <a:solidFill>
                    <a:schemeClr val="accent2"/>
                  </a:solidFill>
                  <a:latin typeface="隶书" panose="02010509060101010101" pitchFamily="49" charset="-122"/>
                  <a:ea typeface="隶书" panose="02010509060101010101" pitchFamily="49" charset="-122"/>
                </a:rPr>
                <a:t>空表</a:t>
              </a:r>
              <a:r>
                <a:rPr lang="en-US" altLang="zh-CN" b="1" dirty="0">
                  <a:solidFill>
                    <a:schemeClr val="accent2"/>
                  </a:solidFill>
                  <a:latin typeface="隶书" panose="02010509060101010101" pitchFamily="49" charset="-122"/>
                  <a:ea typeface="隶书" panose="02010509060101010101" pitchFamily="49" charset="-122"/>
                </a:rPr>
                <a:t>)</a:t>
              </a:r>
              <a:endParaRPr lang="en-US" altLang="zh-CN" sz="2400" dirty="0"/>
            </a:p>
          </p:txBody>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30755">
                                            <p:txEl>
                                              <p:charRg st="0" end="13"/>
                                            </p:txEl>
                                          </p:spTgt>
                                        </p:tgtEl>
                                        <p:attrNameLst>
                                          <p:attrName>style.visibility</p:attrName>
                                        </p:attrNameLst>
                                      </p:cBhvr>
                                      <p:to>
                                        <p:strVal val="visible"/>
                                      </p:to>
                                    </p:set>
                                    <p:animEffect transition="in" filter="box(out)">
                                      <p:cBhvr>
                                        <p:cTn id="7" dur="500"/>
                                        <p:tgtEl>
                                          <p:spTgt spid="330755">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30755">
                                            <p:txEl>
                                              <p:charRg st="13" end="49"/>
                                            </p:txEl>
                                          </p:spTgt>
                                        </p:tgtEl>
                                        <p:attrNameLst>
                                          <p:attrName>style.visibility</p:attrName>
                                        </p:attrNameLst>
                                      </p:cBhvr>
                                      <p:to>
                                        <p:strVal val="visible"/>
                                      </p:to>
                                    </p:set>
                                    <p:animEffect transition="in" filter="box(out)">
                                      <p:cBhvr>
                                        <p:cTn id="12" dur="500"/>
                                        <p:tgtEl>
                                          <p:spTgt spid="330755">
                                            <p:txEl>
                                              <p:charRg st="13" end="4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nodeType="clickEffect">
                                  <p:stCondLst>
                                    <p:cond delay="0"/>
                                  </p:stCondLst>
                                  <p:childTnLst>
                                    <p:set>
                                      <p:cBhvr>
                                        <p:cTn id="16" dur="1" fill="hold">
                                          <p:stCondLst>
                                            <p:cond delay="0"/>
                                          </p:stCondLst>
                                        </p:cTn>
                                        <p:tgtEl>
                                          <p:spTgt spid="330756"/>
                                        </p:tgtEl>
                                        <p:attrNameLst>
                                          <p:attrName>style.visibility</p:attrName>
                                        </p:attrNameLst>
                                      </p:cBhvr>
                                      <p:to>
                                        <p:strVal val="visible"/>
                                      </p:to>
                                    </p:set>
                                    <p:anim calcmode="lin" valueType="num">
                                      <p:cBhvr>
                                        <p:cTn id="17" dur="500" fill="hold"/>
                                        <p:tgtEl>
                                          <p:spTgt spid="330756"/>
                                        </p:tgtEl>
                                        <p:attrNameLst>
                                          <p:attrName>ppt_x</p:attrName>
                                        </p:attrNameLst>
                                      </p:cBhvr>
                                      <p:tavLst>
                                        <p:tav tm="0">
                                          <p:val>
                                            <p:strVal val="#ppt_x-#ppt_w/2"/>
                                          </p:val>
                                        </p:tav>
                                        <p:tav tm="100000">
                                          <p:val>
                                            <p:strVal val="#ppt_x"/>
                                          </p:val>
                                        </p:tav>
                                      </p:tavLst>
                                    </p:anim>
                                    <p:anim calcmode="lin" valueType="num">
                                      <p:cBhvr>
                                        <p:cTn id="18" dur="500" fill="hold"/>
                                        <p:tgtEl>
                                          <p:spTgt spid="330756"/>
                                        </p:tgtEl>
                                        <p:attrNameLst>
                                          <p:attrName>ppt_y</p:attrName>
                                        </p:attrNameLst>
                                      </p:cBhvr>
                                      <p:tavLst>
                                        <p:tav tm="0">
                                          <p:val>
                                            <p:strVal val="#ppt_y"/>
                                          </p:val>
                                        </p:tav>
                                        <p:tav tm="100000">
                                          <p:val>
                                            <p:strVal val="#ppt_y"/>
                                          </p:val>
                                        </p:tav>
                                      </p:tavLst>
                                    </p:anim>
                                    <p:anim calcmode="lin" valueType="num">
                                      <p:cBhvr>
                                        <p:cTn id="19" dur="500" fill="hold"/>
                                        <p:tgtEl>
                                          <p:spTgt spid="330756"/>
                                        </p:tgtEl>
                                        <p:attrNameLst>
                                          <p:attrName>ppt_w</p:attrName>
                                        </p:attrNameLst>
                                      </p:cBhvr>
                                      <p:tavLst>
                                        <p:tav tm="0">
                                          <p:val>
                                            <p:fltVal val="0.000000"/>
                                          </p:val>
                                        </p:tav>
                                        <p:tav tm="100000">
                                          <p:val>
                                            <p:strVal val="#ppt_w"/>
                                          </p:val>
                                        </p:tav>
                                      </p:tavLst>
                                    </p:anim>
                                    <p:anim calcmode="lin" valueType="num">
                                      <p:cBhvr>
                                        <p:cTn id="20" dur="500" fill="hold"/>
                                        <p:tgtEl>
                                          <p:spTgt spid="330756"/>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330793"/>
                                        </p:tgtEl>
                                        <p:attrNameLst>
                                          <p:attrName>style.visibility</p:attrName>
                                        </p:attrNameLst>
                                      </p:cBhvr>
                                      <p:to>
                                        <p:strVal val="visible"/>
                                      </p:to>
                                    </p:set>
                                    <p:animEffect transition="in" filter="box(out)">
                                      <p:cBhvr>
                                        <p:cTn id="25" dur="500"/>
                                        <p:tgtEl>
                                          <p:spTgt spid="330793"/>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30784"/>
                                        </p:tgtEl>
                                        <p:attrNameLst>
                                          <p:attrName>style.visibility</p:attrName>
                                        </p:attrNameLst>
                                      </p:cBhvr>
                                      <p:to>
                                        <p:strVal val="visible"/>
                                      </p:to>
                                    </p:set>
                                    <p:anim calcmode="lin" valueType="num">
                                      <p:cBhvr additive="base">
                                        <p:cTn id="30" dur="500" fill="hold"/>
                                        <p:tgtEl>
                                          <p:spTgt spid="330784"/>
                                        </p:tgtEl>
                                        <p:attrNameLst>
                                          <p:attrName>ppt_x</p:attrName>
                                        </p:attrNameLst>
                                      </p:cBhvr>
                                      <p:tavLst>
                                        <p:tav tm="0">
                                          <p:val>
                                            <p:strVal val="#ppt_x"/>
                                          </p:val>
                                        </p:tav>
                                        <p:tav tm="100000">
                                          <p:val>
                                            <p:strVal val="#ppt_x"/>
                                          </p:val>
                                        </p:tav>
                                      </p:tavLst>
                                    </p:anim>
                                    <p:anim calcmode="lin" valueType="num">
                                      <p:cBhvr additive="base">
                                        <p:cTn id="31" dur="500" fill="hold"/>
                                        <p:tgtEl>
                                          <p:spTgt spid="33078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330785"/>
                                        </p:tgtEl>
                                        <p:attrNameLst>
                                          <p:attrName>style.visibility</p:attrName>
                                        </p:attrNameLst>
                                      </p:cBhvr>
                                      <p:to>
                                        <p:strVal val="visible"/>
                                      </p:to>
                                    </p:set>
                                  </p:childTnLst>
                                  <p:subTnLst>
                                    <p:set>
                                      <p:cBhvr override="childStyle">
                                        <p:cTn dur="1" fill="hold" display="0" masterRel="nextClick" afterEffect="1"/>
                                        <p:tgtEl>
                                          <p:spTgt spid="330785"/>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499"/>
                                          </p:stCondLst>
                                        </p:cTn>
                                        <p:tgtEl>
                                          <p:spTgt spid="330786"/>
                                        </p:tgtEl>
                                        <p:attrNameLst>
                                          <p:attrName>style.visibility</p:attrName>
                                        </p:attrNameLst>
                                      </p:cBhvr>
                                      <p:to>
                                        <p:strVal val="visible"/>
                                      </p:to>
                                    </p:set>
                                  </p:childTnLst>
                                  <p:subTnLst>
                                    <p:set>
                                      <p:cBhvr override="childStyle">
                                        <p:cTn dur="1" fill="hold" display="0" masterRel="nextClick" afterEffect="1"/>
                                        <p:tgtEl>
                                          <p:spTgt spid="330786"/>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330792"/>
                                        </p:tgtEl>
                                        <p:attrNameLst>
                                          <p:attrName>style.visibility</p:attrName>
                                        </p:attrNameLst>
                                      </p:cBhvr>
                                      <p:to>
                                        <p:strVal val="visible"/>
                                      </p:to>
                                    </p:set>
                                  </p:childTnLst>
                                  <p:subTnLst>
                                    <p:set>
                                      <p:cBhvr override="childStyle">
                                        <p:cTn dur="1" fill="hold" display="0" masterRel="nextClick" afterEffect="1"/>
                                        <p:tgtEl>
                                          <p:spTgt spid="330792"/>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330788"/>
                                        </p:tgtEl>
                                        <p:attrNameLst>
                                          <p:attrName>style.visibility</p:attrName>
                                        </p:attrNameLst>
                                      </p:cBhvr>
                                      <p:to>
                                        <p:strVal val="visible"/>
                                      </p:to>
                                    </p:set>
                                  </p:childTnLst>
                                  <p:subTnLst>
                                    <p:set>
                                      <p:cBhvr override="childStyle">
                                        <p:cTn dur="1" fill="hold" display="0" masterRel="nextClick" afterEffect="1"/>
                                        <p:tgtEl>
                                          <p:spTgt spid="330788"/>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330789"/>
                                        </p:tgtEl>
                                        <p:attrNameLst>
                                          <p:attrName>style.visibility</p:attrName>
                                        </p:attrNameLst>
                                      </p:cBhvr>
                                      <p:to>
                                        <p:strVal val="visible"/>
                                      </p:to>
                                    </p:set>
                                  </p:childTnLst>
                                  <p:subTnLst>
                                    <p:set>
                                      <p:cBhvr override="childStyle">
                                        <p:cTn dur="1" fill="hold" display="0" masterRel="nextClick" afterEffect="1"/>
                                        <p:tgtEl>
                                          <p:spTgt spid="330789"/>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499"/>
                                          </p:stCondLst>
                                        </p:cTn>
                                        <p:tgtEl>
                                          <p:spTgt spid="33079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nodeType="clickEffect">
                                  <p:stCondLst>
                                    <p:cond delay="0"/>
                                  </p:stCondLst>
                                  <p:childTnLst>
                                    <p:set>
                                      <p:cBhvr>
                                        <p:cTn id="59" dur="1" fill="hold">
                                          <p:stCondLst>
                                            <p:cond delay="0"/>
                                          </p:stCondLst>
                                        </p:cTn>
                                        <p:tgtEl>
                                          <p:spTgt spid="330794"/>
                                        </p:tgtEl>
                                        <p:attrNameLst>
                                          <p:attrName>style.visibility</p:attrName>
                                        </p:attrNameLst>
                                      </p:cBhvr>
                                      <p:to>
                                        <p:strVal val="visible"/>
                                      </p:to>
                                    </p:set>
                                    <p:anim calcmode="lin" valueType="num">
                                      <p:cBhvr>
                                        <p:cTn id="60" dur="500" fill="hold"/>
                                        <p:tgtEl>
                                          <p:spTgt spid="330794"/>
                                        </p:tgtEl>
                                        <p:attrNameLst>
                                          <p:attrName>ppt_x</p:attrName>
                                        </p:attrNameLst>
                                      </p:cBhvr>
                                      <p:tavLst>
                                        <p:tav tm="0">
                                          <p:val>
                                            <p:strVal val="#ppt_x-#ppt_w/2"/>
                                          </p:val>
                                        </p:tav>
                                        <p:tav tm="100000">
                                          <p:val>
                                            <p:strVal val="#ppt_x"/>
                                          </p:val>
                                        </p:tav>
                                      </p:tavLst>
                                    </p:anim>
                                    <p:anim calcmode="lin" valueType="num">
                                      <p:cBhvr>
                                        <p:cTn id="61" dur="500" fill="hold"/>
                                        <p:tgtEl>
                                          <p:spTgt spid="330794"/>
                                        </p:tgtEl>
                                        <p:attrNameLst>
                                          <p:attrName>ppt_y</p:attrName>
                                        </p:attrNameLst>
                                      </p:cBhvr>
                                      <p:tavLst>
                                        <p:tav tm="0">
                                          <p:val>
                                            <p:strVal val="#ppt_y"/>
                                          </p:val>
                                        </p:tav>
                                        <p:tav tm="100000">
                                          <p:val>
                                            <p:strVal val="#ppt_y"/>
                                          </p:val>
                                        </p:tav>
                                      </p:tavLst>
                                    </p:anim>
                                    <p:anim calcmode="lin" valueType="num">
                                      <p:cBhvr>
                                        <p:cTn id="62" dur="500" fill="hold"/>
                                        <p:tgtEl>
                                          <p:spTgt spid="330794"/>
                                        </p:tgtEl>
                                        <p:attrNameLst>
                                          <p:attrName>ppt_w</p:attrName>
                                        </p:attrNameLst>
                                      </p:cBhvr>
                                      <p:tavLst>
                                        <p:tav tm="0">
                                          <p:val>
                                            <p:fltVal val="0.000000"/>
                                          </p:val>
                                        </p:tav>
                                        <p:tav tm="100000">
                                          <p:val>
                                            <p:strVal val="#ppt_w"/>
                                          </p:val>
                                        </p:tav>
                                      </p:tavLst>
                                    </p:anim>
                                    <p:anim calcmode="lin" valueType="num">
                                      <p:cBhvr>
                                        <p:cTn id="63" dur="500" fill="hold"/>
                                        <p:tgtEl>
                                          <p:spTgt spid="33079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5" grpId="0" bldLvl="3" build="p"/>
      <p:bldP spid="330784" grpId="0"/>
      <p:bldP spid="33079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Text Box 2"/>
          <p:cNvSpPr txBox="1"/>
          <p:nvPr/>
        </p:nvSpPr>
        <p:spPr>
          <a:xfrm>
            <a:off x="6477000" y="2438400"/>
            <a:ext cx="2066925" cy="663575"/>
          </a:xfrm>
          <a:prstGeom prst="rect">
            <a:avLst/>
          </a:prstGeom>
          <a:noFill/>
          <a:ln w="9525">
            <a:noFill/>
          </a:ln>
        </p:spPr>
        <p:txBody>
          <a:bodyPr wrap="none" lIns="112947" tIns="56473" rIns="112947" bIns="56473">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defTabSz="1129030" eaLnBrk="1" hangingPunct="1">
              <a:spcBef>
                <a:spcPct val="0"/>
              </a:spcBef>
              <a:buNone/>
            </a:pPr>
            <a:r>
              <a:rPr lang="zh-CN" altLang="en-US" sz="3600" b="1" u="sng" dirty="0">
                <a:solidFill>
                  <a:srgbClr val="0000FF"/>
                </a:solidFill>
                <a:ea typeface="隶书" panose="02010509060101010101" pitchFamily="49" charset="-122"/>
              </a:rPr>
              <a:t>查找成功</a:t>
            </a:r>
            <a:endParaRPr lang="zh-CN" altLang="en-US" sz="3000" dirty="0"/>
          </a:p>
        </p:txBody>
      </p:sp>
      <p:sp>
        <p:nvSpPr>
          <p:cNvPr id="332803" name="Text Box 3"/>
          <p:cNvSpPr txBox="1"/>
          <p:nvPr/>
        </p:nvSpPr>
        <p:spPr>
          <a:xfrm>
            <a:off x="6477000" y="5410200"/>
            <a:ext cx="2066925" cy="663575"/>
          </a:xfrm>
          <a:prstGeom prst="rect">
            <a:avLst/>
          </a:prstGeom>
          <a:noFill/>
          <a:ln w="9525">
            <a:noFill/>
          </a:ln>
        </p:spPr>
        <p:txBody>
          <a:bodyPr wrap="none" lIns="112947" tIns="56473" rIns="112947" bIns="56473">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defTabSz="1129030" eaLnBrk="1" hangingPunct="1">
              <a:spcBef>
                <a:spcPct val="0"/>
              </a:spcBef>
              <a:buNone/>
            </a:pPr>
            <a:r>
              <a:rPr lang="zh-CN" altLang="en-US" sz="3600" b="1" u="sng" dirty="0">
                <a:solidFill>
                  <a:srgbClr val="0000FF"/>
                </a:solidFill>
                <a:ea typeface="隶书" panose="02010509060101010101" pitchFamily="49" charset="-122"/>
              </a:rPr>
              <a:t>查找失败</a:t>
            </a:r>
            <a:endParaRPr lang="zh-CN" altLang="en-US" sz="3000" dirty="0"/>
          </a:p>
        </p:txBody>
      </p:sp>
      <p:sp>
        <p:nvSpPr>
          <p:cNvPr id="332804" name="Text Box 4"/>
          <p:cNvSpPr txBox="1">
            <a:spLocks noChangeArrowheads="1"/>
          </p:cNvSpPr>
          <p:nvPr/>
        </p:nvSpPr>
        <p:spPr bwMode="auto">
          <a:xfrm>
            <a:off x="2192338" y="457200"/>
            <a:ext cx="4437063" cy="66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12947" tIns="56473" rIns="112947" bIns="56473">
            <a:spAutoFit/>
          </a:bodyPr>
          <a:lstStyle>
            <a:lvl1pPr defTabSz="1129030">
              <a:defRPr kumimoji="1" sz="2400">
                <a:solidFill>
                  <a:schemeClr val="tx1"/>
                </a:solidFill>
                <a:latin typeface="Times New Roman" panose="02020603050405020304" pitchFamily="18" charset="0"/>
                <a:ea typeface="宋体" panose="02010600030101010101" pitchFamily="2" charset="-122"/>
              </a:defRPr>
            </a:lvl1pPr>
            <a:lvl2pPr marL="565150" defTabSz="1129030">
              <a:defRPr kumimoji="1" sz="2400">
                <a:solidFill>
                  <a:schemeClr val="tx1"/>
                </a:solidFill>
                <a:latin typeface="Times New Roman" panose="02020603050405020304" pitchFamily="18" charset="0"/>
                <a:ea typeface="宋体" panose="02010600030101010101" pitchFamily="2" charset="-122"/>
              </a:defRPr>
            </a:lvl2pPr>
            <a:lvl3pPr marL="1129030" defTabSz="1129030">
              <a:defRPr kumimoji="1" sz="2400">
                <a:solidFill>
                  <a:schemeClr val="tx1"/>
                </a:solidFill>
                <a:latin typeface="Times New Roman" panose="02020603050405020304" pitchFamily="18" charset="0"/>
                <a:ea typeface="宋体" panose="02010600030101010101" pitchFamily="2" charset="-122"/>
              </a:defRPr>
            </a:lvl3pPr>
            <a:lvl4pPr marL="1694180" defTabSz="1129030">
              <a:defRPr kumimoji="1" sz="2400">
                <a:solidFill>
                  <a:schemeClr val="tx1"/>
                </a:solidFill>
                <a:latin typeface="Times New Roman" panose="02020603050405020304" pitchFamily="18" charset="0"/>
                <a:ea typeface="宋体" panose="02010600030101010101" pitchFamily="2" charset="-122"/>
              </a:defRPr>
            </a:lvl4pPr>
            <a:lvl5pPr marL="2259330" defTabSz="1129030">
              <a:defRPr kumimoji="1" sz="2400">
                <a:solidFill>
                  <a:schemeClr val="tx1"/>
                </a:solidFill>
                <a:latin typeface="Times New Roman" panose="02020603050405020304" pitchFamily="18" charset="0"/>
                <a:ea typeface="宋体" panose="02010600030101010101" pitchFamily="2" charset="-122"/>
              </a:defRPr>
            </a:lvl5pPr>
            <a:lvl6pPr marL="27165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737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309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88130" defTabSz="112903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112903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循环链表的查找</a:t>
            </a:r>
            <a:endParaRPr kumimoji="1" lang="zh-CN" altLang="en-US" sz="3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32893" name="Group 93"/>
          <p:cNvGrpSpPr/>
          <p:nvPr/>
        </p:nvGrpSpPr>
        <p:grpSpPr>
          <a:xfrm>
            <a:off x="454025" y="1371600"/>
            <a:ext cx="7318375" cy="838200"/>
            <a:chOff x="286" y="864"/>
            <a:chExt cx="4610" cy="528"/>
          </a:xfrm>
        </p:grpSpPr>
        <p:sp>
          <p:nvSpPr>
            <p:cNvPr id="45120" name="Rectangle 5" descr="白色大理石"/>
            <p:cNvSpPr/>
            <p:nvPr/>
          </p:nvSpPr>
          <p:spPr>
            <a:xfrm>
              <a:off x="1056"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121" name="Line 6"/>
            <p:cNvSpPr/>
            <p:nvPr/>
          </p:nvSpPr>
          <p:spPr>
            <a:xfrm>
              <a:off x="1344" y="1056"/>
              <a:ext cx="0" cy="336"/>
            </a:xfrm>
            <a:prstGeom prst="line">
              <a:avLst/>
            </a:prstGeom>
            <a:ln w="9525" cap="flat" cmpd="sng">
              <a:solidFill>
                <a:schemeClr val="tx1"/>
              </a:solidFill>
              <a:prstDash val="solid"/>
              <a:headEnd type="none" w="med" len="med"/>
              <a:tailEnd type="none" w="med" len="med"/>
            </a:ln>
          </p:spPr>
        </p:sp>
        <p:sp>
          <p:nvSpPr>
            <p:cNvPr id="45122" name="Line 7"/>
            <p:cNvSpPr/>
            <p:nvPr/>
          </p:nvSpPr>
          <p:spPr>
            <a:xfrm flipV="1">
              <a:off x="1344" y="960"/>
              <a:ext cx="96" cy="96"/>
            </a:xfrm>
            <a:prstGeom prst="line">
              <a:avLst/>
            </a:prstGeom>
            <a:ln w="9525" cap="flat" cmpd="sng">
              <a:solidFill>
                <a:schemeClr val="tx1"/>
              </a:solidFill>
              <a:prstDash val="solid"/>
              <a:headEnd type="none" w="med" len="med"/>
              <a:tailEnd type="none" w="med" len="med"/>
            </a:ln>
          </p:spPr>
        </p:sp>
        <p:sp>
          <p:nvSpPr>
            <p:cNvPr id="45123" name="Rectangle 8" descr="白色大理石"/>
            <p:cNvSpPr/>
            <p:nvPr/>
          </p:nvSpPr>
          <p:spPr>
            <a:xfrm>
              <a:off x="1824"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124" name="Line 9"/>
            <p:cNvSpPr/>
            <p:nvPr/>
          </p:nvSpPr>
          <p:spPr>
            <a:xfrm>
              <a:off x="2112" y="1056"/>
              <a:ext cx="0" cy="336"/>
            </a:xfrm>
            <a:prstGeom prst="line">
              <a:avLst/>
            </a:prstGeom>
            <a:ln w="9525" cap="flat" cmpd="sng">
              <a:solidFill>
                <a:schemeClr val="tx1"/>
              </a:solidFill>
              <a:prstDash val="solid"/>
              <a:headEnd type="none" w="med" len="med"/>
              <a:tailEnd type="none" w="med" len="med"/>
            </a:ln>
          </p:spPr>
        </p:sp>
        <p:sp>
          <p:nvSpPr>
            <p:cNvPr id="45125" name="Line 10"/>
            <p:cNvSpPr/>
            <p:nvPr/>
          </p:nvSpPr>
          <p:spPr>
            <a:xfrm flipV="1">
              <a:off x="2112" y="960"/>
              <a:ext cx="96" cy="96"/>
            </a:xfrm>
            <a:prstGeom prst="line">
              <a:avLst/>
            </a:prstGeom>
            <a:ln w="9525" cap="flat" cmpd="sng">
              <a:solidFill>
                <a:schemeClr val="tx1"/>
              </a:solidFill>
              <a:prstDash val="solid"/>
              <a:headEnd type="none" w="med" len="med"/>
              <a:tailEnd type="none" w="med" len="med"/>
            </a:ln>
          </p:spPr>
        </p:sp>
        <p:sp>
          <p:nvSpPr>
            <p:cNvPr id="45126" name="Rectangle 11" descr="白色大理石"/>
            <p:cNvSpPr/>
            <p:nvPr/>
          </p:nvSpPr>
          <p:spPr>
            <a:xfrm>
              <a:off x="2592"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127" name="Line 12"/>
            <p:cNvSpPr/>
            <p:nvPr/>
          </p:nvSpPr>
          <p:spPr>
            <a:xfrm>
              <a:off x="2880" y="1056"/>
              <a:ext cx="0" cy="336"/>
            </a:xfrm>
            <a:prstGeom prst="line">
              <a:avLst/>
            </a:prstGeom>
            <a:ln w="9525" cap="flat" cmpd="sng">
              <a:solidFill>
                <a:schemeClr val="tx1"/>
              </a:solidFill>
              <a:prstDash val="solid"/>
              <a:headEnd type="none" w="med" len="med"/>
              <a:tailEnd type="none" w="med" len="med"/>
            </a:ln>
          </p:spPr>
        </p:sp>
        <p:sp>
          <p:nvSpPr>
            <p:cNvPr id="45128" name="Line 13"/>
            <p:cNvSpPr/>
            <p:nvPr/>
          </p:nvSpPr>
          <p:spPr>
            <a:xfrm flipV="1">
              <a:off x="2880" y="960"/>
              <a:ext cx="96" cy="96"/>
            </a:xfrm>
            <a:prstGeom prst="line">
              <a:avLst/>
            </a:prstGeom>
            <a:ln w="9525" cap="flat" cmpd="sng">
              <a:solidFill>
                <a:schemeClr val="tx1"/>
              </a:solidFill>
              <a:prstDash val="solid"/>
              <a:headEnd type="none" w="med" len="med"/>
              <a:tailEnd type="none" w="med" len="med"/>
            </a:ln>
          </p:spPr>
        </p:sp>
        <p:sp>
          <p:nvSpPr>
            <p:cNvPr id="45129" name="Rectangle 14" descr="白色大理石"/>
            <p:cNvSpPr/>
            <p:nvPr/>
          </p:nvSpPr>
          <p:spPr>
            <a:xfrm>
              <a:off x="3360"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130" name="Line 15"/>
            <p:cNvSpPr/>
            <p:nvPr/>
          </p:nvSpPr>
          <p:spPr>
            <a:xfrm>
              <a:off x="3648" y="1056"/>
              <a:ext cx="0" cy="336"/>
            </a:xfrm>
            <a:prstGeom prst="line">
              <a:avLst/>
            </a:prstGeom>
            <a:ln w="9525" cap="flat" cmpd="sng">
              <a:solidFill>
                <a:schemeClr val="tx1"/>
              </a:solidFill>
              <a:prstDash val="solid"/>
              <a:headEnd type="none" w="med" len="med"/>
              <a:tailEnd type="none" w="med" len="med"/>
            </a:ln>
          </p:spPr>
        </p:sp>
        <p:sp>
          <p:nvSpPr>
            <p:cNvPr id="45131" name="Line 16"/>
            <p:cNvSpPr/>
            <p:nvPr/>
          </p:nvSpPr>
          <p:spPr>
            <a:xfrm flipV="1">
              <a:off x="3648" y="960"/>
              <a:ext cx="96" cy="96"/>
            </a:xfrm>
            <a:prstGeom prst="line">
              <a:avLst/>
            </a:prstGeom>
            <a:ln w="9525" cap="flat" cmpd="sng">
              <a:solidFill>
                <a:schemeClr val="tx1"/>
              </a:solidFill>
              <a:prstDash val="solid"/>
              <a:headEnd type="none" w="med" len="med"/>
              <a:tailEnd type="none" w="med" len="med"/>
            </a:ln>
          </p:spPr>
        </p:sp>
        <p:sp>
          <p:nvSpPr>
            <p:cNvPr id="45132" name="Rectangle 17" descr="白色大理石"/>
            <p:cNvSpPr/>
            <p:nvPr/>
          </p:nvSpPr>
          <p:spPr>
            <a:xfrm>
              <a:off x="4128"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133" name="Line 18"/>
            <p:cNvSpPr/>
            <p:nvPr/>
          </p:nvSpPr>
          <p:spPr>
            <a:xfrm>
              <a:off x="4416" y="1056"/>
              <a:ext cx="0" cy="336"/>
            </a:xfrm>
            <a:prstGeom prst="line">
              <a:avLst/>
            </a:prstGeom>
            <a:ln w="9525" cap="flat" cmpd="sng">
              <a:solidFill>
                <a:schemeClr val="tx1"/>
              </a:solidFill>
              <a:prstDash val="solid"/>
              <a:headEnd type="none" w="med" len="med"/>
              <a:tailEnd type="none" w="med" len="med"/>
            </a:ln>
          </p:spPr>
        </p:sp>
        <p:sp>
          <p:nvSpPr>
            <p:cNvPr id="45134" name="Line 19"/>
            <p:cNvSpPr/>
            <p:nvPr/>
          </p:nvSpPr>
          <p:spPr>
            <a:xfrm flipV="1">
              <a:off x="4416" y="960"/>
              <a:ext cx="96" cy="96"/>
            </a:xfrm>
            <a:prstGeom prst="line">
              <a:avLst/>
            </a:prstGeom>
            <a:ln w="9525" cap="flat" cmpd="sng">
              <a:solidFill>
                <a:schemeClr val="tx1"/>
              </a:solidFill>
              <a:prstDash val="solid"/>
              <a:headEnd type="none" w="med" len="med"/>
              <a:tailEnd type="none" w="med" len="med"/>
            </a:ln>
          </p:spPr>
        </p:sp>
        <p:sp>
          <p:nvSpPr>
            <p:cNvPr id="45135" name="Line 20"/>
            <p:cNvSpPr/>
            <p:nvPr/>
          </p:nvSpPr>
          <p:spPr>
            <a:xfrm>
              <a:off x="1632" y="1161"/>
              <a:ext cx="192" cy="0"/>
            </a:xfrm>
            <a:prstGeom prst="line">
              <a:avLst/>
            </a:prstGeom>
            <a:ln w="38100" cap="flat" cmpd="sng">
              <a:solidFill>
                <a:schemeClr val="accent2"/>
              </a:solidFill>
              <a:prstDash val="solid"/>
              <a:headEnd type="none" w="med" len="med"/>
              <a:tailEnd type="triangle" w="sm" len="med"/>
            </a:ln>
          </p:spPr>
        </p:sp>
        <p:sp>
          <p:nvSpPr>
            <p:cNvPr id="45136" name="Line 21"/>
            <p:cNvSpPr/>
            <p:nvPr/>
          </p:nvSpPr>
          <p:spPr>
            <a:xfrm>
              <a:off x="2400" y="1161"/>
              <a:ext cx="192" cy="0"/>
            </a:xfrm>
            <a:prstGeom prst="line">
              <a:avLst/>
            </a:prstGeom>
            <a:ln w="38100" cap="flat" cmpd="sng">
              <a:solidFill>
                <a:schemeClr val="accent2"/>
              </a:solidFill>
              <a:prstDash val="solid"/>
              <a:headEnd type="none" w="med" len="med"/>
              <a:tailEnd type="triangle" w="sm" len="med"/>
            </a:ln>
          </p:spPr>
        </p:sp>
        <p:sp>
          <p:nvSpPr>
            <p:cNvPr id="45137" name="Line 22"/>
            <p:cNvSpPr/>
            <p:nvPr/>
          </p:nvSpPr>
          <p:spPr>
            <a:xfrm>
              <a:off x="3168" y="1161"/>
              <a:ext cx="192" cy="0"/>
            </a:xfrm>
            <a:prstGeom prst="line">
              <a:avLst/>
            </a:prstGeom>
            <a:ln w="38100" cap="flat" cmpd="sng">
              <a:solidFill>
                <a:schemeClr val="accent2"/>
              </a:solidFill>
              <a:prstDash val="solid"/>
              <a:headEnd type="none" w="med" len="med"/>
              <a:tailEnd type="triangle" w="sm" len="med"/>
            </a:ln>
          </p:spPr>
        </p:sp>
        <p:sp>
          <p:nvSpPr>
            <p:cNvPr id="45138" name="Line 23"/>
            <p:cNvSpPr/>
            <p:nvPr/>
          </p:nvSpPr>
          <p:spPr>
            <a:xfrm>
              <a:off x="3936" y="1161"/>
              <a:ext cx="192" cy="0"/>
            </a:xfrm>
            <a:prstGeom prst="line">
              <a:avLst/>
            </a:prstGeom>
            <a:ln w="38100" cap="flat" cmpd="sng">
              <a:solidFill>
                <a:schemeClr val="accent2"/>
              </a:solidFill>
              <a:prstDash val="solid"/>
              <a:headEnd type="none" w="med" len="med"/>
              <a:tailEnd type="triangle" w="sm" len="med"/>
            </a:ln>
          </p:spPr>
        </p:sp>
        <p:sp>
          <p:nvSpPr>
            <p:cNvPr id="45139" name="Line 24"/>
            <p:cNvSpPr/>
            <p:nvPr/>
          </p:nvSpPr>
          <p:spPr>
            <a:xfrm>
              <a:off x="912" y="1161"/>
              <a:ext cx="144" cy="0"/>
            </a:xfrm>
            <a:prstGeom prst="line">
              <a:avLst/>
            </a:prstGeom>
            <a:ln w="38100" cap="flat" cmpd="sng">
              <a:solidFill>
                <a:schemeClr val="accent2"/>
              </a:solidFill>
              <a:prstDash val="solid"/>
              <a:headEnd type="none" w="med" len="med"/>
              <a:tailEnd type="triangle" w="sm" len="med"/>
            </a:ln>
          </p:spPr>
        </p:sp>
        <p:sp>
          <p:nvSpPr>
            <p:cNvPr id="45140" name="Line 25"/>
            <p:cNvSpPr/>
            <p:nvPr/>
          </p:nvSpPr>
          <p:spPr>
            <a:xfrm flipV="1">
              <a:off x="768" y="1257"/>
              <a:ext cx="288" cy="0"/>
            </a:xfrm>
            <a:prstGeom prst="line">
              <a:avLst/>
            </a:prstGeom>
            <a:ln w="38100" cap="flat" cmpd="sng">
              <a:solidFill>
                <a:schemeClr val="accent2"/>
              </a:solidFill>
              <a:prstDash val="solid"/>
              <a:headEnd type="none" w="med" len="med"/>
              <a:tailEnd type="triangle" w="sm" len="med"/>
            </a:ln>
          </p:spPr>
        </p:sp>
        <p:sp>
          <p:nvSpPr>
            <p:cNvPr id="45141" name="Line 26"/>
            <p:cNvSpPr/>
            <p:nvPr/>
          </p:nvSpPr>
          <p:spPr>
            <a:xfrm flipH="1">
              <a:off x="912" y="864"/>
              <a:ext cx="3984" cy="0"/>
            </a:xfrm>
            <a:prstGeom prst="line">
              <a:avLst/>
            </a:prstGeom>
            <a:ln w="38100" cap="flat" cmpd="sng">
              <a:solidFill>
                <a:schemeClr val="accent2"/>
              </a:solidFill>
              <a:prstDash val="solid"/>
              <a:headEnd type="none" w="med" len="med"/>
              <a:tailEnd type="none" w="med" len="med"/>
            </a:ln>
          </p:spPr>
        </p:sp>
        <p:sp>
          <p:nvSpPr>
            <p:cNvPr id="45142" name="Line 27"/>
            <p:cNvSpPr/>
            <p:nvPr/>
          </p:nvSpPr>
          <p:spPr>
            <a:xfrm>
              <a:off x="912" y="864"/>
              <a:ext cx="0" cy="288"/>
            </a:xfrm>
            <a:prstGeom prst="line">
              <a:avLst/>
            </a:prstGeom>
            <a:ln w="38100" cap="flat" cmpd="sng">
              <a:solidFill>
                <a:schemeClr val="accent2"/>
              </a:solidFill>
              <a:prstDash val="solid"/>
              <a:headEnd type="none" w="med" len="med"/>
              <a:tailEnd type="none" w="med" len="med"/>
            </a:ln>
          </p:spPr>
        </p:sp>
        <p:sp>
          <p:nvSpPr>
            <p:cNvPr id="45143" name="Line 28"/>
            <p:cNvSpPr/>
            <p:nvPr/>
          </p:nvSpPr>
          <p:spPr>
            <a:xfrm>
              <a:off x="4896" y="864"/>
              <a:ext cx="0" cy="288"/>
            </a:xfrm>
            <a:prstGeom prst="line">
              <a:avLst/>
            </a:prstGeom>
            <a:ln w="38100" cap="flat" cmpd="sng">
              <a:solidFill>
                <a:schemeClr val="accent2"/>
              </a:solidFill>
              <a:prstDash val="solid"/>
              <a:headEnd type="none" w="med" len="med"/>
              <a:tailEnd type="none" w="med" len="med"/>
            </a:ln>
          </p:spPr>
        </p:sp>
        <p:sp>
          <p:nvSpPr>
            <p:cNvPr id="45144" name="Line 29"/>
            <p:cNvSpPr/>
            <p:nvPr/>
          </p:nvSpPr>
          <p:spPr>
            <a:xfrm>
              <a:off x="4704" y="1161"/>
              <a:ext cx="192" cy="0"/>
            </a:xfrm>
            <a:prstGeom prst="line">
              <a:avLst/>
            </a:prstGeom>
            <a:ln w="38100" cap="flat" cmpd="sng">
              <a:solidFill>
                <a:schemeClr val="accent2"/>
              </a:solidFill>
              <a:prstDash val="solid"/>
              <a:headEnd type="none" w="med" len="med"/>
              <a:tailEnd type="none" w="sm" len="med"/>
            </a:ln>
          </p:spPr>
        </p:sp>
        <p:sp>
          <p:nvSpPr>
            <p:cNvPr id="45145" name="Text Box 30"/>
            <p:cNvSpPr txBox="1"/>
            <p:nvPr/>
          </p:nvSpPr>
          <p:spPr>
            <a:xfrm>
              <a:off x="286" y="1065"/>
              <a:ext cx="545"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rPr>
                <a:t>     L</a:t>
              </a:r>
              <a:endParaRPr lang="en-US" altLang="zh-CN" sz="2400" dirty="0"/>
            </a:p>
          </p:txBody>
        </p:sp>
        <p:sp>
          <p:nvSpPr>
            <p:cNvPr id="45146" name="Text Box 57"/>
            <p:cNvSpPr txBox="1"/>
            <p:nvPr/>
          </p:nvSpPr>
          <p:spPr>
            <a:xfrm>
              <a:off x="1824"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31</a:t>
              </a:r>
              <a:endParaRPr lang="en-US" altLang="zh-CN" sz="2800" dirty="0"/>
            </a:p>
          </p:txBody>
        </p:sp>
        <p:sp>
          <p:nvSpPr>
            <p:cNvPr id="45147" name="Text Box 59"/>
            <p:cNvSpPr txBox="1"/>
            <p:nvPr/>
          </p:nvSpPr>
          <p:spPr>
            <a:xfrm>
              <a:off x="2592"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48</a:t>
              </a:r>
              <a:endParaRPr lang="en-US" altLang="zh-CN" sz="2800" dirty="0"/>
            </a:p>
          </p:txBody>
        </p:sp>
        <p:sp>
          <p:nvSpPr>
            <p:cNvPr id="45148" name="Text Box 61"/>
            <p:cNvSpPr txBox="1"/>
            <p:nvPr/>
          </p:nvSpPr>
          <p:spPr>
            <a:xfrm>
              <a:off x="3360"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15</a:t>
              </a:r>
              <a:endParaRPr lang="en-US" altLang="zh-CN" sz="2800" dirty="0"/>
            </a:p>
          </p:txBody>
        </p:sp>
        <p:sp>
          <p:nvSpPr>
            <p:cNvPr id="45149" name="Text Box 63"/>
            <p:cNvSpPr txBox="1"/>
            <p:nvPr/>
          </p:nvSpPr>
          <p:spPr>
            <a:xfrm>
              <a:off x="4128"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57</a:t>
              </a:r>
              <a:endParaRPr lang="en-US" altLang="zh-CN" sz="2800" dirty="0"/>
            </a:p>
          </p:txBody>
        </p:sp>
      </p:grpSp>
      <p:grpSp>
        <p:nvGrpSpPr>
          <p:cNvPr id="332894" name="Group 94"/>
          <p:cNvGrpSpPr/>
          <p:nvPr/>
        </p:nvGrpSpPr>
        <p:grpSpPr>
          <a:xfrm>
            <a:off x="498475" y="3657600"/>
            <a:ext cx="7273925" cy="838200"/>
            <a:chOff x="314" y="2304"/>
            <a:chExt cx="4582" cy="528"/>
          </a:xfrm>
        </p:grpSpPr>
        <p:sp>
          <p:nvSpPr>
            <p:cNvPr id="45090" name="Rectangle 31" descr="白色大理石"/>
            <p:cNvSpPr/>
            <p:nvPr/>
          </p:nvSpPr>
          <p:spPr>
            <a:xfrm>
              <a:off x="1056"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091" name="Line 32"/>
            <p:cNvSpPr/>
            <p:nvPr/>
          </p:nvSpPr>
          <p:spPr>
            <a:xfrm>
              <a:off x="1344" y="2496"/>
              <a:ext cx="0" cy="336"/>
            </a:xfrm>
            <a:prstGeom prst="line">
              <a:avLst/>
            </a:prstGeom>
            <a:ln w="9525" cap="flat" cmpd="sng">
              <a:solidFill>
                <a:schemeClr val="tx1"/>
              </a:solidFill>
              <a:prstDash val="solid"/>
              <a:headEnd type="none" w="med" len="med"/>
              <a:tailEnd type="none" w="med" len="med"/>
            </a:ln>
          </p:spPr>
        </p:sp>
        <p:sp>
          <p:nvSpPr>
            <p:cNvPr id="45092" name="Line 33"/>
            <p:cNvSpPr/>
            <p:nvPr/>
          </p:nvSpPr>
          <p:spPr>
            <a:xfrm flipV="1">
              <a:off x="1344" y="2400"/>
              <a:ext cx="96" cy="96"/>
            </a:xfrm>
            <a:prstGeom prst="line">
              <a:avLst/>
            </a:prstGeom>
            <a:ln w="9525" cap="flat" cmpd="sng">
              <a:solidFill>
                <a:schemeClr val="tx1"/>
              </a:solidFill>
              <a:prstDash val="solid"/>
              <a:headEnd type="none" w="med" len="med"/>
              <a:tailEnd type="none" w="med" len="med"/>
            </a:ln>
          </p:spPr>
        </p:sp>
        <p:sp>
          <p:nvSpPr>
            <p:cNvPr id="45093" name="Rectangle 34" descr="白色大理石"/>
            <p:cNvSpPr/>
            <p:nvPr/>
          </p:nvSpPr>
          <p:spPr>
            <a:xfrm>
              <a:off x="1824"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094" name="Line 35"/>
            <p:cNvSpPr/>
            <p:nvPr/>
          </p:nvSpPr>
          <p:spPr>
            <a:xfrm>
              <a:off x="2112" y="2496"/>
              <a:ext cx="0" cy="336"/>
            </a:xfrm>
            <a:prstGeom prst="line">
              <a:avLst/>
            </a:prstGeom>
            <a:ln w="9525" cap="flat" cmpd="sng">
              <a:solidFill>
                <a:schemeClr val="tx1"/>
              </a:solidFill>
              <a:prstDash val="solid"/>
              <a:headEnd type="none" w="med" len="med"/>
              <a:tailEnd type="none" w="med" len="med"/>
            </a:ln>
          </p:spPr>
        </p:sp>
        <p:sp>
          <p:nvSpPr>
            <p:cNvPr id="45095" name="Line 36"/>
            <p:cNvSpPr/>
            <p:nvPr/>
          </p:nvSpPr>
          <p:spPr>
            <a:xfrm flipV="1">
              <a:off x="2112" y="2400"/>
              <a:ext cx="96" cy="96"/>
            </a:xfrm>
            <a:prstGeom prst="line">
              <a:avLst/>
            </a:prstGeom>
            <a:ln w="9525" cap="flat" cmpd="sng">
              <a:solidFill>
                <a:schemeClr val="tx1"/>
              </a:solidFill>
              <a:prstDash val="solid"/>
              <a:headEnd type="none" w="med" len="med"/>
              <a:tailEnd type="none" w="med" len="med"/>
            </a:ln>
          </p:spPr>
        </p:sp>
        <p:sp>
          <p:nvSpPr>
            <p:cNvPr id="45096" name="Rectangle 37" descr="白色大理石"/>
            <p:cNvSpPr/>
            <p:nvPr/>
          </p:nvSpPr>
          <p:spPr>
            <a:xfrm>
              <a:off x="2592"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097" name="Line 38"/>
            <p:cNvSpPr/>
            <p:nvPr/>
          </p:nvSpPr>
          <p:spPr>
            <a:xfrm>
              <a:off x="2880" y="2496"/>
              <a:ext cx="0" cy="336"/>
            </a:xfrm>
            <a:prstGeom prst="line">
              <a:avLst/>
            </a:prstGeom>
            <a:ln w="9525" cap="flat" cmpd="sng">
              <a:solidFill>
                <a:schemeClr val="tx1"/>
              </a:solidFill>
              <a:prstDash val="solid"/>
              <a:headEnd type="none" w="med" len="med"/>
              <a:tailEnd type="none" w="med" len="med"/>
            </a:ln>
          </p:spPr>
        </p:sp>
        <p:sp>
          <p:nvSpPr>
            <p:cNvPr id="45098" name="Line 39"/>
            <p:cNvSpPr/>
            <p:nvPr/>
          </p:nvSpPr>
          <p:spPr>
            <a:xfrm flipV="1">
              <a:off x="2880" y="2400"/>
              <a:ext cx="96" cy="96"/>
            </a:xfrm>
            <a:prstGeom prst="line">
              <a:avLst/>
            </a:prstGeom>
            <a:ln w="9525" cap="flat" cmpd="sng">
              <a:solidFill>
                <a:schemeClr val="tx1"/>
              </a:solidFill>
              <a:prstDash val="solid"/>
              <a:headEnd type="none" w="med" len="med"/>
              <a:tailEnd type="none" w="med" len="med"/>
            </a:ln>
          </p:spPr>
        </p:sp>
        <p:sp>
          <p:nvSpPr>
            <p:cNvPr id="45099" name="Rectangle 40" descr="白色大理石"/>
            <p:cNvSpPr/>
            <p:nvPr/>
          </p:nvSpPr>
          <p:spPr>
            <a:xfrm>
              <a:off x="3360"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100" name="Line 41"/>
            <p:cNvSpPr/>
            <p:nvPr/>
          </p:nvSpPr>
          <p:spPr>
            <a:xfrm>
              <a:off x="3648" y="2496"/>
              <a:ext cx="0" cy="336"/>
            </a:xfrm>
            <a:prstGeom prst="line">
              <a:avLst/>
            </a:prstGeom>
            <a:ln w="9525" cap="flat" cmpd="sng">
              <a:solidFill>
                <a:schemeClr val="tx1"/>
              </a:solidFill>
              <a:prstDash val="solid"/>
              <a:headEnd type="none" w="med" len="med"/>
              <a:tailEnd type="none" w="med" len="med"/>
            </a:ln>
          </p:spPr>
        </p:sp>
        <p:sp>
          <p:nvSpPr>
            <p:cNvPr id="45101" name="Line 42"/>
            <p:cNvSpPr/>
            <p:nvPr/>
          </p:nvSpPr>
          <p:spPr>
            <a:xfrm flipV="1">
              <a:off x="3648" y="2400"/>
              <a:ext cx="96" cy="96"/>
            </a:xfrm>
            <a:prstGeom prst="line">
              <a:avLst/>
            </a:prstGeom>
            <a:ln w="9525" cap="flat" cmpd="sng">
              <a:solidFill>
                <a:schemeClr val="tx1"/>
              </a:solidFill>
              <a:prstDash val="solid"/>
              <a:headEnd type="none" w="med" len="med"/>
              <a:tailEnd type="none" w="med" len="med"/>
            </a:ln>
          </p:spPr>
        </p:sp>
        <p:sp>
          <p:nvSpPr>
            <p:cNvPr id="45102" name="Rectangle 43" descr="白色大理石"/>
            <p:cNvSpPr/>
            <p:nvPr/>
          </p:nvSpPr>
          <p:spPr>
            <a:xfrm>
              <a:off x="4128"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5103" name="Line 44"/>
            <p:cNvSpPr/>
            <p:nvPr/>
          </p:nvSpPr>
          <p:spPr>
            <a:xfrm>
              <a:off x="4416" y="2496"/>
              <a:ext cx="0" cy="336"/>
            </a:xfrm>
            <a:prstGeom prst="line">
              <a:avLst/>
            </a:prstGeom>
            <a:ln w="9525" cap="flat" cmpd="sng">
              <a:solidFill>
                <a:schemeClr val="tx1"/>
              </a:solidFill>
              <a:prstDash val="solid"/>
              <a:headEnd type="none" w="med" len="med"/>
              <a:tailEnd type="none" w="med" len="med"/>
            </a:ln>
          </p:spPr>
        </p:sp>
        <p:sp>
          <p:nvSpPr>
            <p:cNvPr id="45104" name="Line 45"/>
            <p:cNvSpPr/>
            <p:nvPr/>
          </p:nvSpPr>
          <p:spPr>
            <a:xfrm flipV="1">
              <a:off x="4416" y="2400"/>
              <a:ext cx="96" cy="96"/>
            </a:xfrm>
            <a:prstGeom prst="line">
              <a:avLst/>
            </a:prstGeom>
            <a:ln w="9525" cap="flat" cmpd="sng">
              <a:solidFill>
                <a:schemeClr val="tx1"/>
              </a:solidFill>
              <a:prstDash val="solid"/>
              <a:headEnd type="none" w="med" len="med"/>
              <a:tailEnd type="none" w="med" len="med"/>
            </a:ln>
          </p:spPr>
        </p:sp>
        <p:sp>
          <p:nvSpPr>
            <p:cNvPr id="45105" name="Line 46"/>
            <p:cNvSpPr/>
            <p:nvPr/>
          </p:nvSpPr>
          <p:spPr>
            <a:xfrm>
              <a:off x="1632" y="2601"/>
              <a:ext cx="192" cy="0"/>
            </a:xfrm>
            <a:prstGeom prst="line">
              <a:avLst/>
            </a:prstGeom>
            <a:ln w="38100" cap="flat" cmpd="sng">
              <a:solidFill>
                <a:schemeClr val="accent2"/>
              </a:solidFill>
              <a:prstDash val="solid"/>
              <a:headEnd type="none" w="med" len="med"/>
              <a:tailEnd type="triangle" w="sm" len="med"/>
            </a:ln>
          </p:spPr>
        </p:sp>
        <p:sp>
          <p:nvSpPr>
            <p:cNvPr id="45106" name="Line 47"/>
            <p:cNvSpPr/>
            <p:nvPr/>
          </p:nvSpPr>
          <p:spPr>
            <a:xfrm>
              <a:off x="2400" y="2601"/>
              <a:ext cx="192" cy="0"/>
            </a:xfrm>
            <a:prstGeom prst="line">
              <a:avLst/>
            </a:prstGeom>
            <a:ln w="38100" cap="flat" cmpd="sng">
              <a:solidFill>
                <a:schemeClr val="accent2"/>
              </a:solidFill>
              <a:prstDash val="solid"/>
              <a:headEnd type="none" w="med" len="med"/>
              <a:tailEnd type="triangle" w="sm" len="med"/>
            </a:ln>
          </p:spPr>
        </p:sp>
        <p:sp>
          <p:nvSpPr>
            <p:cNvPr id="45107" name="Line 48"/>
            <p:cNvSpPr/>
            <p:nvPr/>
          </p:nvSpPr>
          <p:spPr>
            <a:xfrm>
              <a:off x="3168" y="2601"/>
              <a:ext cx="192" cy="0"/>
            </a:xfrm>
            <a:prstGeom prst="line">
              <a:avLst/>
            </a:prstGeom>
            <a:ln w="38100" cap="flat" cmpd="sng">
              <a:solidFill>
                <a:schemeClr val="accent2"/>
              </a:solidFill>
              <a:prstDash val="solid"/>
              <a:headEnd type="none" w="med" len="med"/>
              <a:tailEnd type="triangle" w="sm" len="med"/>
            </a:ln>
          </p:spPr>
        </p:sp>
        <p:sp>
          <p:nvSpPr>
            <p:cNvPr id="45108" name="Line 49"/>
            <p:cNvSpPr/>
            <p:nvPr/>
          </p:nvSpPr>
          <p:spPr>
            <a:xfrm>
              <a:off x="3936" y="2601"/>
              <a:ext cx="192" cy="0"/>
            </a:xfrm>
            <a:prstGeom prst="line">
              <a:avLst/>
            </a:prstGeom>
            <a:ln w="38100" cap="flat" cmpd="sng">
              <a:solidFill>
                <a:schemeClr val="accent2"/>
              </a:solidFill>
              <a:prstDash val="solid"/>
              <a:headEnd type="none" w="med" len="med"/>
              <a:tailEnd type="triangle" w="sm" len="med"/>
            </a:ln>
          </p:spPr>
        </p:sp>
        <p:sp>
          <p:nvSpPr>
            <p:cNvPr id="45109" name="Line 50"/>
            <p:cNvSpPr/>
            <p:nvPr/>
          </p:nvSpPr>
          <p:spPr>
            <a:xfrm>
              <a:off x="912" y="2601"/>
              <a:ext cx="144" cy="0"/>
            </a:xfrm>
            <a:prstGeom prst="line">
              <a:avLst/>
            </a:prstGeom>
            <a:ln w="38100" cap="flat" cmpd="sng">
              <a:solidFill>
                <a:schemeClr val="accent2"/>
              </a:solidFill>
              <a:prstDash val="solid"/>
              <a:headEnd type="none" w="med" len="med"/>
              <a:tailEnd type="triangle" w="sm" len="med"/>
            </a:ln>
          </p:spPr>
        </p:sp>
        <p:sp>
          <p:nvSpPr>
            <p:cNvPr id="45110" name="Line 51"/>
            <p:cNvSpPr/>
            <p:nvPr/>
          </p:nvSpPr>
          <p:spPr>
            <a:xfrm flipV="1">
              <a:off x="768" y="2697"/>
              <a:ext cx="288" cy="0"/>
            </a:xfrm>
            <a:prstGeom prst="line">
              <a:avLst/>
            </a:prstGeom>
            <a:ln w="38100" cap="flat" cmpd="sng">
              <a:solidFill>
                <a:schemeClr val="accent2"/>
              </a:solidFill>
              <a:prstDash val="solid"/>
              <a:headEnd type="none" w="med" len="med"/>
              <a:tailEnd type="triangle" w="sm" len="med"/>
            </a:ln>
          </p:spPr>
        </p:sp>
        <p:sp>
          <p:nvSpPr>
            <p:cNvPr id="45111" name="Line 52"/>
            <p:cNvSpPr/>
            <p:nvPr/>
          </p:nvSpPr>
          <p:spPr>
            <a:xfrm flipH="1">
              <a:off x="912" y="2304"/>
              <a:ext cx="3984" cy="0"/>
            </a:xfrm>
            <a:prstGeom prst="line">
              <a:avLst/>
            </a:prstGeom>
            <a:ln w="38100" cap="flat" cmpd="sng">
              <a:solidFill>
                <a:schemeClr val="accent2"/>
              </a:solidFill>
              <a:prstDash val="solid"/>
              <a:headEnd type="none" w="med" len="med"/>
              <a:tailEnd type="none" w="med" len="med"/>
            </a:ln>
          </p:spPr>
        </p:sp>
        <p:sp>
          <p:nvSpPr>
            <p:cNvPr id="45112" name="Line 53"/>
            <p:cNvSpPr/>
            <p:nvPr/>
          </p:nvSpPr>
          <p:spPr>
            <a:xfrm>
              <a:off x="912" y="2304"/>
              <a:ext cx="0" cy="288"/>
            </a:xfrm>
            <a:prstGeom prst="line">
              <a:avLst/>
            </a:prstGeom>
            <a:ln w="38100" cap="flat" cmpd="sng">
              <a:solidFill>
                <a:schemeClr val="accent2"/>
              </a:solidFill>
              <a:prstDash val="solid"/>
              <a:headEnd type="none" w="med" len="med"/>
              <a:tailEnd type="none" w="med" len="med"/>
            </a:ln>
          </p:spPr>
        </p:sp>
        <p:sp>
          <p:nvSpPr>
            <p:cNvPr id="45113" name="Line 54"/>
            <p:cNvSpPr/>
            <p:nvPr/>
          </p:nvSpPr>
          <p:spPr>
            <a:xfrm>
              <a:off x="4896" y="2304"/>
              <a:ext cx="0" cy="288"/>
            </a:xfrm>
            <a:prstGeom prst="line">
              <a:avLst/>
            </a:prstGeom>
            <a:ln w="38100" cap="flat" cmpd="sng">
              <a:solidFill>
                <a:schemeClr val="accent2"/>
              </a:solidFill>
              <a:prstDash val="solid"/>
              <a:headEnd type="none" w="med" len="med"/>
              <a:tailEnd type="none" w="med" len="med"/>
            </a:ln>
          </p:spPr>
        </p:sp>
        <p:sp>
          <p:nvSpPr>
            <p:cNvPr id="45114" name="Line 55"/>
            <p:cNvSpPr/>
            <p:nvPr/>
          </p:nvSpPr>
          <p:spPr>
            <a:xfrm>
              <a:off x="4704" y="2601"/>
              <a:ext cx="192" cy="0"/>
            </a:xfrm>
            <a:prstGeom prst="line">
              <a:avLst/>
            </a:prstGeom>
            <a:ln w="38100" cap="flat" cmpd="sng">
              <a:solidFill>
                <a:schemeClr val="accent2"/>
              </a:solidFill>
              <a:prstDash val="solid"/>
              <a:headEnd type="none" w="med" len="med"/>
              <a:tailEnd type="none" w="sm" len="med"/>
            </a:ln>
          </p:spPr>
        </p:sp>
        <p:sp>
          <p:nvSpPr>
            <p:cNvPr id="45115" name="Text Box 56"/>
            <p:cNvSpPr txBox="1"/>
            <p:nvPr/>
          </p:nvSpPr>
          <p:spPr>
            <a:xfrm>
              <a:off x="314" y="2505"/>
              <a:ext cx="489"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rPr>
                <a:t>    L</a:t>
              </a:r>
              <a:endParaRPr lang="en-US" altLang="zh-CN" sz="2400" dirty="0"/>
            </a:p>
          </p:txBody>
        </p:sp>
        <p:sp>
          <p:nvSpPr>
            <p:cNvPr id="45116" name="Text Box 58"/>
            <p:cNvSpPr txBox="1"/>
            <p:nvPr/>
          </p:nvSpPr>
          <p:spPr>
            <a:xfrm>
              <a:off x="1824"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31</a:t>
              </a:r>
              <a:endParaRPr lang="en-US" altLang="zh-CN" sz="2800" dirty="0"/>
            </a:p>
          </p:txBody>
        </p:sp>
        <p:sp>
          <p:nvSpPr>
            <p:cNvPr id="45117" name="Text Box 60"/>
            <p:cNvSpPr txBox="1"/>
            <p:nvPr/>
          </p:nvSpPr>
          <p:spPr>
            <a:xfrm>
              <a:off x="2592"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48</a:t>
              </a:r>
              <a:endParaRPr lang="en-US" altLang="zh-CN" sz="2800" dirty="0"/>
            </a:p>
          </p:txBody>
        </p:sp>
        <p:sp>
          <p:nvSpPr>
            <p:cNvPr id="45118" name="Text Box 62"/>
            <p:cNvSpPr txBox="1"/>
            <p:nvPr/>
          </p:nvSpPr>
          <p:spPr>
            <a:xfrm>
              <a:off x="3360"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15</a:t>
              </a:r>
              <a:endParaRPr lang="en-US" altLang="zh-CN" sz="2800" dirty="0"/>
            </a:p>
          </p:txBody>
        </p:sp>
        <p:sp>
          <p:nvSpPr>
            <p:cNvPr id="45119" name="Text Box 64"/>
            <p:cNvSpPr txBox="1"/>
            <p:nvPr/>
          </p:nvSpPr>
          <p:spPr>
            <a:xfrm>
              <a:off x="4128"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57</a:t>
              </a:r>
              <a:endParaRPr lang="en-US" altLang="zh-CN" sz="2800" dirty="0"/>
            </a:p>
          </p:txBody>
        </p:sp>
      </p:grpSp>
      <p:sp>
        <p:nvSpPr>
          <p:cNvPr id="332865" name="Text Box 65"/>
          <p:cNvSpPr txBox="1"/>
          <p:nvPr/>
        </p:nvSpPr>
        <p:spPr>
          <a:xfrm>
            <a:off x="454025" y="2468563"/>
            <a:ext cx="1374775" cy="57943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b="1" dirty="0">
                <a:solidFill>
                  <a:srgbClr val="008080"/>
                </a:solidFill>
                <a:latin typeface="Arial Narrow" panose="020B0606020202030204" pitchFamily="34" charset="0"/>
                <a:ea typeface="仿宋_GB2312" pitchFamily="49" charset="-122"/>
              </a:rPr>
              <a:t>查找</a:t>
            </a:r>
            <a:r>
              <a:rPr lang="en-US" altLang="zh-CN" dirty="0">
                <a:solidFill>
                  <a:srgbClr val="008080"/>
                </a:solidFill>
                <a:latin typeface="Arial Narrow" panose="020B0606020202030204" pitchFamily="34" charset="0"/>
                <a:ea typeface="仿宋_GB2312" pitchFamily="49" charset="-122"/>
              </a:rPr>
              <a:t>15</a:t>
            </a:r>
            <a:endParaRPr lang="en-US" altLang="zh-CN" sz="2400" dirty="0"/>
          </a:p>
        </p:txBody>
      </p:sp>
      <p:grpSp>
        <p:nvGrpSpPr>
          <p:cNvPr id="332890" name="Group 90"/>
          <p:cNvGrpSpPr/>
          <p:nvPr/>
        </p:nvGrpSpPr>
        <p:grpSpPr>
          <a:xfrm>
            <a:off x="3200400" y="2185988"/>
            <a:ext cx="990600" cy="579437"/>
            <a:chOff x="2016" y="1377"/>
            <a:chExt cx="624" cy="365"/>
          </a:xfrm>
        </p:grpSpPr>
        <p:sp>
          <p:nvSpPr>
            <p:cNvPr id="45088" name="Line 66"/>
            <p:cNvSpPr/>
            <p:nvPr/>
          </p:nvSpPr>
          <p:spPr>
            <a:xfrm flipH="1" flipV="1">
              <a:off x="2016" y="1392"/>
              <a:ext cx="624" cy="288"/>
            </a:xfrm>
            <a:prstGeom prst="line">
              <a:avLst/>
            </a:prstGeom>
            <a:ln w="38100" cap="flat" cmpd="sng">
              <a:solidFill>
                <a:srgbClr val="009900"/>
              </a:solidFill>
              <a:prstDash val="solid"/>
              <a:headEnd type="none" w="med" len="med"/>
              <a:tailEnd type="triangle" w="sm" len="lg"/>
            </a:ln>
          </p:spPr>
        </p:sp>
        <p:sp>
          <p:nvSpPr>
            <p:cNvPr id="45089" name="Text Box 69"/>
            <p:cNvSpPr txBox="1"/>
            <p:nvPr/>
          </p:nvSpPr>
          <p:spPr>
            <a:xfrm>
              <a:off x="2112" y="1377"/>
              <a:ext cx="257" cy="365"/>
            </a:xfrm>
            <a:prstGeom prst="rect">
              <a:avLst/>
            </a:prstGeom>
            <a:noFill/>
            <a:ln w="38100">
              <a:noFill/>
            </a:ln>
          </p:spPr>
          <p:txBody>
            <a:bodyPr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sym typeface="Symbol" panose="05050102010706020507" pitchFamily="18" charset="2"/>
                </a:rPr>
                <a:t></a:t>
              </a:r>
              <a:endParaRPr lang="en-US" altLang="zh-CN" sz="2400" dirty="0"/>
            </a:p>
          </p:txBody>
        </p:sp>
      </p:grpSp>
      <p:grpSp>
        <p:nvGrpSpPr>
          <p:cNvPr id="332891" name="Group 91"/>
          <p:cNvGrpSpPr/>
          <p:nvPr/>
        </p:nvGrpSpPr>
        <p:grpSpPr>
          <a:xfrm>
            <a:off x="4343400" y="2133600"/>
            <a:ext cx="407988" cy="579438"/>
            <a:chOff x="2736" y="1344"/>
            <a:chExt cx="257" cy="365"/>
          </a:xfrm>
        </p:grpSpPr>
        <p:sp>
          <p:nvSpPr>
            <p:cNvPr id="45086" name="Line 67"/>
            <p:cNvSpPr/>
            <p:nvPr/>
          </p:nvSpPr>
          <p:spPr>
            <a:xfrm flipV="1">
              <a:off x="2736" y="1392"/>
              <a:ext cx="0" cy="288"/>
            </a:xfrm>
            <a:prstGeom prst="line">
              <a:avLst/>
            </a:prstGeom>
            <a:ln w="38100" cap="flat" cmpd="sng">
              <a:solidFill>
                <a:srgbClr val="009900"/>
              </a:solidFill>
              <a:prstDash val="solid"/>
              <a:headEnd type="none" w="med" len="med"/>
              <a:tailEnd type="triangle" w="sm" len="lg"/>
            </a:ln>
          </p:spPr>
        </p:sp>
        <p:sp>
          <p:nvSpPr>
            <p:cNvPr id="45087" name="Text Box 70"/>
            <p:cNvSpPr txBox="1"/>
            <p:nvPr/>
          </p:nvSpPr>
          <p:spPr>
            <a:xfrm>
              <a:off x="2736" y="1344"/>
              <a:ext cx="257"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sym typeface="Symbol" panose="05050102010706020507" pitchFamily="18" charset="2"/>
                </a:rPr>
                <a:t></a:t>
              </a:r>
              <a:endParaRPr lang="en-US" altLang="zh-CN" sz="2400" dirty="0"/>
            </a:p>
          </p:txBody>
        </p:sp>
      </p:grpSp>
      <p:grpSp>
        <p:nvGrpSpPr>
          <p:cNvPr id="332892" name="Group 92"/>
          <p:cNvGrpSpPr/>
          <p:nvPr/>
        </p:nvGrpSpPr>
        <p:grpSpPr>
          <a:xfrm>
            <a:off x="4572000" y="2209800"/>
            <a:ext cx="990600" cy="595313"/>
            <a:chOff x="2880" y="1392"/>
            <a:chExt cx="624" cy="375"/>
          </a:xfrm>
        </p:grpSpPr>
        <p:sp>
          <p:nvSpPr>
            <p:cNvPr id="45084" name="Line 68"/>
            <p:cNvSpPr/>
            <p:nvPr/>
          </p:nvSpPr>
          <p:spPr>
            <a:xfrm flipV="1">
              <a:off x="2880" y="1392"/>
              <a:ext cx="624" cy="288"/>
            </a:xfrm>
            <a:prstGeom prst="line">
              <a:avLst/>
            </a:prstGeom>
            <a:ln w="38100" cap="flat" cmpd="sng">
              <a:solidFill>
                <a:srgbClr val="009900"/>
              </a:solidFill>
              <a:prstDash val="solid"/>
              <a:headEnd type="none" w="med" len="med"/>
              <a:tailEnd type="triangle" w="sm" len="lg"/>
            </a:ln>
          </p:spPr>
        </p:sp>
        <p:sp>
          <p:nvSpPr>
            <p:cNvPr id="45085" name="Text Box 71"/>
            <p:cNvSpPr txBox="1"/>
            <p:nvPr/>
          </p:nvSpPr>
          <p:spPr>
            <a:xfrm>
              <a:off x="3168" y="1440"/>
              <a:ext cx="239"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sym typeface="Symbol" panose="05050102010706020507" pitchFamily="18" charset="2"/>
                </a:rPr>
                <a:t></a:t>
              </a:r>
              <a:endParaRPr lang="en-US" altLang="zh-CN" sz="2400" dirty="0"/>
            </a:p>
          </p:txBody>
        </p:sp>
      </p:grpSp>
      <p:sp>
        <p:nvSpPr>
          <p:cNvPr id="332872" name="Text Box 72"/>
          <p:cNvSpPr txBox="1"/>
          <p:nvPr/>
        </p:nvSpPr>
        <p:spPr>
          <a:xfrm>
            <a:off x="457200" y="5440363"/>
            <a:ext cx="1374775" cy="57943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b="1" dirty="0">
                <a:solidFill>
                  <a:srgbClr val="008080"/>
                </a:solidFill>
                <a:latin typeface="Arial Narrow" panose="020B0606020202030204" pitchFamily="34" charset="0"/>
                <a:ea typeface="仿宋_GB2312" pitchFamily="49" charset="-122"/>
              </a:rPr>
              <a:t>查找</a:t>
            </a:r>
            <a:r>
              <a:rPr lang="en-US" altLang="zh-CN" dirty="0">
                <a:solidFill>
                  <a:srgbClr val="008080"/>
                </a:solidFill>
                <a:latin typeface="Arial Narrow" panose="020B0606020202030204" pitchFamily="34" charset="0"/>
                <a:ea typeface="仿宋_GB2312" pitchFamily="49" charset="-122"/>
              </a:rPr>
              <a:t>25</a:t>
            </a:r>
            <a:endParaRPr lang="en-US" altLang="zh-CN" sz="2400" dirty="0"/>
          </a:p>
        </p:txBody>
      </p:sp>
      <p:grpSp>
        <p:nvGrpSpPr>
          <p:cNvPr id="332895" name="Group 95"/>
          <p:cNvGrpSpPr/>
          <p:nvPr/>
        </p:nvGrpSpPr>
        <p:grpSpPr>
          <a:xfrm>
            <a:off x="3124200" y="4525963"/>
            <a:ext cx="990600" cy="625475"/>
            <a:chOff x="1968" y="2851"/>
            <a:chExt cx="624" cy="394"/>
          </a:xfrm>
        </p:grpSpPr>
        <p:sp>
          <p:nvSpPr>
            <p:cNvPr id="45082" name="Line 73"/>
            <p:cNvSpPr/>
            <p:nvPr/>
          </p:nvSpPr>
          <p:spPr>
            <a:xfrm flipH="1" flipV="1">
              <a:off x="1968" y="2851"/>
              <a:ext cx="624" cy="317"/>
            </a:xfrm>
            <a:prstGeom prst="line">
              <a:avLst/>
            </a:prstGeom>
            <a:ln w="38100" cap="flat" cmpd="sng">
              <a:solidFill>
                <a:srgbClr val="009900"/>
              </a:solidFill>
              <a:prstDash val="solid"/>
              <a:headEnd type="none" w="med" len="med"/>
              <a:tailEnd type="triangle" w="sm" len="lg"/>
            </a:ln>
          </p:spPr>
        </p:sp>
        <p:sp>
          <p:nvSpPr>
            <p:cNvPr id="45083" name="Text Box 74"/>
            <p:cNvSpPr txBox="1"/>
            <p:nvPr/>
          </p:nvSpPr>
          <p:spPr>
            <a:xfrm>
              <a:off x="2016" y="2880"/>
              <a:ext cx="257"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sym typeface="Symbol" panose="05050102010706020507" pitchFamily="18" charset="2"/>
                </a:rPr>
                <a:t></a:t>
              </a:r>
              <a:endParaRPr lang="en-US" altLang="zh-CN" sz="2400" dirty="0"/>
            </a:p>
          </p:txBody>
        </p:sp>
      </p:grpSp>
      <p:grpSp>
        <p:nvGrpSpPr>
          <p:cNvPr id="332896" name="Group 96"/>
          <p:cNvGrpSpPr/>
          <p:nvPr/>
        </p:nvGrpSpPr>
        <p:grpSpPr>
          <a:xfrm>
            <a:off x="4343400" y="4419600"/>
            <a:ext cx="457200" cy="579438"/>
            <a:chOff x="2736" y="2784"/>
            <a:chExt cx="288" cy="365"/>
          </a:xfrm>
        </p:grpSpPr>
        <p:sp>
          <p:nvSpPr>
            <p:cNvPr id="45080" name="Line 75"/>
            <p:cNvSpPr/>
            <p:nvPr/>
          </p:nvSpPr>
          <p:spPr>
            <a:xfrm flipV="1">
              <a:off x="2736" y="2851"/>
              <a:ext cx="0" cy="288"/>
            </a:xfrm>
            <a:prstGeom prst="line">
              <a:avLst/>
            </a:prstGeom>
            <a:ln w="38100" cap="flat" cmpd="sng">
              <a:solidFill>
                <a:srgbClr val="009900"/>
              </a:solidFill>
              <a:prstDash val="solid"/>
              <a:headEnd type="none" w="med" len="med"/>
              <a:tailEnd type="triangle" w="sm" len="lg"/>
            </a:ln>
          </p:spPr>
        </p:sp>
        <p:sp>
          <p:nvSpPr>
            <p:cNvPr id="45081" name="Text Box 76"/>
            <p:cNvSpPr txBox="1"/>
            <p:nvPr/>
          </p:nvSpPr>
          <p:spPr>
            <a:xfrm>
              <a:off x="2767" y="2784"/>
              <a:ext cx="257"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sym typeface="Symbol" panose="05050102010706020507" pitchFamily="18" charset="2"/>
                </a:rPr>
                <a:t></a:t>
              </a:r>
              <a:endParaRPr lang="en-US" altLang="zh-CN" sz="2400" dirty="0"/>
            </a:p>
          </p:txBody>
        </p:sp>
      </p:grpSp>
      <p:grpSp>
        <p:nvGrpSpPr>
          <p:cNvPr id="332897" name="Group 97"/>
          <p:cNvGrpSpPr/>
          <p:nvPr/>
        </p:nvGrpSpPr>
        <p:grpSpPr>
          <a:xfrm>
            <a:off x="4572000" y="4495800"/>
            <a:ext cx="1017588" cy="579438"/>
            <a:chOff x="2880" y="2832"/>
            <a:chExt cx="641" cy="365"/>
          </a:xfrm>
        </p:grpSpPr>
        <p:sp>
          <p:nvSpPr>
            <p:cNvPr id="45078" name="Line 77"/>
            <p:cNvSpPr/>
            <p:nvPr/>
          </p:nvSpPr>
          <p:spPr>
            <a:xfrm flipV="1">
              <a:off x="2880" y="2851"/>
              <a:ext cx="624" cy="317"/>
            </a:xfrm>
            <a:prstGeom prst="line">
              <a:avLst/>
            </a:prstGeom>
            <a:ln w="38100" cap="flat" cmpd="sng">
              <a:solidFill>
                <a:srgbClr val="009900"/>
              </a:solidFill>
              <a:prstDash val="solid"/>
              <a:headEnd type="none" w="med" len="med"/>
              <a:tailEnd type="triangle" w="sm" len="lg"/>
            </a:ln>
          </p:spPr>
        </p:sp>
        <p:sp>
          <p:nvSpPr>
            <p:cNvPr id="45079" name="Text Box 78"/>
            <p:cNvSpPr txBox="1"/>
            <p:nvPr/>
          </p:nvSpPr>
          <p:spPr>
            <a:xfrm>
              <a:off x="3264" y="2832"/>
              <a:ext cx="257"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sym typeface="Symbol" panose="05050102010706020507" pitchFamily="18" charset="2"/>
                </a:rPr>
                <a:t></a:t>
              </a:r>
              <a:endParaRPr lang="en-US" altLang="zh-CN" sz="2400" dirty="0"/>
            </a:p>
          </p:txBody>
        </p:sp>
      </p:grpSp>
      <p:grpSp>
        <p:nvGrpSpPr>
          <p:cNvPr id="332898" name="Group 98"/>
          <p:cNvGrpSpPr/>
          <p:nvPr/>
        </p:nvGrpSpPr>
        <p:grpSpPr>
          <a:xfrm>
            <a:off x="4648200" y="4495800"/>
            <a:ext cx="2133600" cy="609600"/>
            <a:chOff x="2928" y="2832"/>
            <a:chExt cx="1344" cy="384"/>
          </a:xfrm>
        </p:grpSpPr>
        <p:sp>
          <p:nvSpPr>
            <p:cNvPr id="45076" name="Line 79"/>
            <p:cNvSpPr/>
            <p:nvPr/>
          </p:nvSpPr>
          <p:spPr>
            <a:xfrm flipV="1">
              <a:off x="2928" y="2851"/>
              <a:ext cx="1344" cy="365"/>
            </a:xfrm>
            <a:prstGeom prst="line">
              <a:avLst/>
            </a:prstGeom>
            <a:ln w="38100" cap="flat" cmpd="sng">
              <a:solidFill>
                <a:srgbClr val="009900"/>
              </a:solidFill>
              <a:prstDash val="solid"/>
              <a:headEnd type="none" w="med" len="med"/>
              <a:tailEnd type="triangle" w="sm" len="lg"/>
            </a:ln>
          </p:spPr>
        </p:sp>
        <p:sp>
          <p:nvSpPr>
            <p:cNvPr id="45077" name="Text Box 80"/>
            <p:cNvSpPr txBox="1"/>
            <p:nvPr/>
          </p:nvSpPr>
          <p:spPr>
            <a:xfrm>
              <a:off x="3792" y="2832"/>
              <a:ext cx="257" cy="365"/>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b="1" dirty="0">
                  <a:solidFill>
                    <a:schemeClr val="tx2"/>
                  </a:solidFill>
                  <a:sym typeface="Symbol" panose="05050102010706020507" pitchFamily="18" charset="2"/>
                </a:rPr>
                <a:t></a:t>
              </a:r>
              <a:endParaRPr lang="en-US" altLang="zh-CN" sz="2400" dirty="0"/>
            </a:p>
          </p:txBody>
        </p:sp>
      </p:grpSp>
      <p:sp>
        <p:nvSpPr>
          <p:cNvPr id="332882" name="Text Box 82"/>
          <p:cNvSpPr txBox="1"/>
          <p:nvPr/>
        </p:nvSpPr>
        <p:spPr>
          <a:xfrm>
            <a:off x="4189413" y="2514600"/>
            <a:ext cx="382587" cy="519113"/>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rPr>
              <a:t>p</a:t>
            </a:r>
            <a:endParaRPr lang="en-US" altLang="zh-CN" sz="2400" dirty="0"/>
          </a:p>
        </p:txBody>
      </p:sp>
      <p:sp>
        <p:nvSpPr>
          <p:cNvPr id="332885" name="Text Box 85"/>
          <p:cNvSpPr txBox="1"/>
          <p:nvPr/>
        </p:nvSpPr>
        <p:spPr>
          <a:xfrm>
            <a:off x="4189413" y="4876800"/>
            <a:ext cx="382587" cy="519113"/>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rPr>
              <a:t>p</a:t>
            </a:r>
            <a:endParaRPr lang="en-US" altLang="zh-CN" sz="2400" dirty="0"/>
          </a:p>
        </p:txBody>
      </p:sp>
      <p:sp>
        <p:nvSpPr>
          <p:cNvPr id="332888" name="Line 88"/>
          <p:cNvSpPr/>
          <p:nvPr/>
        </p:nvSpPr>
        <p:spPr>
          <a:xfrm flipH="1" flipV="1">
            <a:off x="1905000" y="4525963"/>
            <a:ext cx="2133600" cy="579437"/>
          </a:xfrm>
          <a:prstGeom prst="line">
            <a:avLst/>
          </a:prstGeom>
          <a:ln w="38100" cap="flat" cmpd="sng">
            <a:solidFill>
              <a:srgbClr val="009900"/>
            </a:solidFill>
            <a:prstDash val="solid"/>
            <a:headEnd type="none" w="med" len="med"/>
            <a:tailEnd type="triangle" w="sm" len="lg"/>
          </a:ln>
        </p:spPr>
      </p:sp>
      <p:sp>
        <p:nvSpPr>
          <p:cNvPr id="45075" name="Text Box 99"/>
          <p:cNvSpPr txBox="1"/>
          <p:nvPr/>
        </p:nvSpPr>
        <p:spPr>
          <a:xfrm>
            <a:off x="1981200" y="6019800"/>
            <a:ext cx="46291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800080"/>
                </a:solidFill>
              </a:rPr>
              <a:t>关键是活动指针</a:t>
            </a:r>
            <a:r>
              <a:rPr lang="en-US" altLang="zh-CN" sz="2800" dirty="0">
                <a:solidFill>
                  <a:srgbClr val="800080"/>
                </a:solidFill>
              </a:rPr>
              <a:t>p</a:t>
            </a:r>
            <a:r>
              <a:rPr lang="zh-CN" altLang="en-US" sz="2800" dirty="0">
                <a:solidFill>
                  <a:srgbClr val="800080"/>
                </a:solidFill>
              </a:rPr>
              <a:t>移动的界限</a:t>
            </a:r>
            <a:endParaRPr lang="zh-CN" altLang="en-US" sz="2800" dirty="0"/>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332893"/>
                                        </p:tgtEl>
                                        <p:attrNameLst>
                                          <p:attrName>style.visibility</p:attrName>
                                        </p:attrNameLst>
                                      </p:cBhvr>
                                      <p:to>
                                        <p:strVal val="visible"/>
                                      </p:to>
                                    </p:set>
                                    <p:anim calcmode="lin" valueType="num">
                                      <p:cBhvr>
                                        <p:cTn id="7" dur="500" fill="hold"/>
                                        <p:tgtEl>
                                          <p:spTgt spid="332893"/>
                                        </p:tgtEl>
                                        <p:attrNameLst>
                                          <p:attrName>ppt_x</p:attrName>
                                        </p:attrNameLst>
                                      </p:cBhvr>
                                      <p:tavLst>
                                        <p:tav tm="0">
                                          <p:val>
                                            <p:strVal val="#ppt_x-#ppt_w/2"/>
                                          </p:val>
                                        </p:tav>
                                        <p:tav tm="100000">
                                          <p:val>
                                            <p:strVal val="#ppt_x"/>
                                          </p:val>
                                        </p:tav>
                                      </p:tavLst>
                                    </p:anim>
                                    <p:anim calcmode="lin" valueType="num">
                                      <p:cBhvr>
                                        <p:cTn id="8" dur="500" fill="hold"/>
                                        <p:tgtEl>
                                          <p:spTgt spid="332893"/>
                                        </p:tgtEl>
                                        <p:attrNameLst>
                                          <p:attrName>ppt_y</p:attrName>
                                        </p:attrNameLst>
                                      </p:cBhvr>
                                      <p:tavLst>
                                        <p:tav tm="0">
                                          <p:val>
                                            <p:strVal val="#ppt_y"/>
                                          </p:val>
                                        </p:tav>
                                        <p:tav tm="100000">
                                          <p:val>
                                            <p:strVal val="#ppt_y"/>
                                          </p:val>
                                        </p:tav>
                                      </p:tavLst>
                                    </p:anim>
                                    <p:anim calcmode="lin" valueType="num">
                                      <p:cBhvr>
                                        <p:cTn id="9" dur="500" fill="hold"/>
                                        <p:tgtEl>
                                          <p:spTgt spid="332893"/>
                                        </p:tgtEl>
                                        <p:attrNameLst>
                                          <p:attrName>ppt_w</p:attrName>
                                        </p:attrNameLst>
                                      </p:cBhvr>
                                      <p:tavLst>
                                        <p:tav tm="0">
                                          <p:val>
                                            <p:fltVal val="0.000000"/>
                                          </p:val>
                                        </p:tav>
                                        <p:tav tm="100000">
                                          <p:val>
                                            <p:strVal val="#ppt_w"/>
                                          </p:val>
                                        </p:tav>
                                      </p:tavLst>
                                    </p:anim>
                                    <p:anim calcmode="lin" valueType="num">
                                      <p:cBhvr>
                                        <p:cTn id="10" dur="500" fill="hold"/>
                                        <p:tgtEl>
                                          <p:spTgt spid="33289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332865"/>
                                        </p:tgtEl>
                                        <p:attrNameLst>
                                          <p:attrName>style.visibility</p:attrName>
                                        </p:attrNameLst>
                                      </p:cBhvr>
                                      <p:to>
                                        <p:strVal val="visible"/>
                                      </p:to>
                                    </p:set>
                                    <p:animEffect transition="in" filter="box(out)">
                                      <p:cBhvr>
                                        <p:cTn id="15" dur="500"/>
                                        <p:tgtEl>
                                          <p:spTgt spid="33286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32882"/>
                                        </p:tgtEl>
                                        <p:attrNameLst>
                                          <p:attrName>style.visibility</p:attrName>
                                        </p:attrNameLst>
                                      </p:cBhvr>
                                      <p:to>
                                        <p:strVal val="visible"/>
                                      </p:to>
                                    </p:set>
                                    <p:anim calcmode="lin" valueType="num">
                                      <p:cBhvr additive="base">
                                        <p:cTn id="20" dur="500" fill="hold"/>
                                        <p:tgtEl>
                                          <p:spTgt spid="332882"/>
                                        </p:tgtEl>
                                        <p:attrNameLst>
                                          <p:attrName>ppt_x</p:attrName>
                                        </p:attrNameLst>
                                      </p:cBhvr>
                                      <p:tavLst>
                                        <p:tav tm="0">
                                          <p:val>
                                            <p:strVal val="#ppt_x"/>
                                          </p:val>
                                        </p:tav>
                                        <p:tav tm="100000">
                                          <p:val>
                                            <p:strVal val="#ppt_x"/>
                                          </p:val>
                                        </p:tav>
                                      </p:tavLst>
                                    </p:anim>
                                    <p:anim calcmode="lin" valueType="num">
                                      <p:cBhvr additive="base">
                                        <p:cTn id="21" dur="500" fill="hold"/>
                                        <p:tgtEl>
                                          <p:spTgt spid="33288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332890"/>
                                        </p:tgtEl>
                                        <p:attrNameLst>
                                          <p:attrName>style.visibility</p:attrName>
                                        </p:attrNameLst>
                                      </p:cBhvr>
                                      <p:to>
                                        <p:strVal val="visible"/>
                                      </p:to>
                                    </p:set>
                                    <p:animEffect transition="in" filter="box(out)">
                                      <p:cBhvr>
                                        <p:cTn id="26" dur="500"/>
                                        <p:tgtEl>
                                          <p:spTgt spid="332890"/>
                                        </p:tgtEl>
                                      </p:cBhvr>
                                    </p:animEffect>
                                  </p:childTnLst>
                                  <p:subTnLst>
                                    <p:set>
                                      <p:cBhvr override="childStyle">
                                        <p:cTn dur="1" fill="hold" display="0" masterRel="nextClick" afterEffect="1"/>
                                        <p:tgtEl>
                                          <p:spTgt spid="332890"/>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332891"/>
                                        </p:tgtEl>
                                        <p:attrNameLst>
                                          <p:attrName>style.visibility</p:attrName>
                                        </p:attrNameLst>
                                      </p:cBhvr>
                                      <p:to>
                                        <p:strVal val="visible"/>
                                      </p:to>
                                    </p:set>
                                    <p:animEffect transition="in" filter="box(out)">
                                      <p:cBhvr>
                                        <p:cTn id="31" dur="500"/>
                                        <p:tgtEl>
                                          <p:spTgt spid="332891"/>
                                        </p:tgtEl>
                                      </p:cBhvr>
                                    </p:animEffect>
                                  </p:childTnLst>
                                  <p:subTnLst>
                                    <p:set>
                                      <p:cBhvr override="childStyle">
                                        <p:cTn dur="1" fill="hold" display="0" masterRel="nextClick" afterEffect="1"/>
                                        <p:tgtEl>
                                          <p:spTgt spid="332891"/>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332892"/>
                                        </p:tgtEl>
                                        <p:attrNameLst>
                                          <p:attrName>style.visibility</p:attrName>
                                        </p:attrNameLst>
                                      </p:cBhvr>
                                      <p:to>
                                        <p:strVal val="visible"/>
                                      </p:to>
                                    </p:set>
                                    <p:animEffect transition="in" filter="box(out)">
                                      <p:cBhvr>
                                        <p:cTn id="36" dur="500"/>
                                        <p:tgtEl>
                                          <p:spTgt spid="332892"/>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332802"/>
                                        </p:tgtEl>
                                        <p:attrNameLst>
                                          <p:attrName>style.visibility</p:attrName>
                                        </p:attrNameLst>
                                      </p:cBhvr>
                                      <p:to>
                                        <p:strVal val="visible"/>
                                      </p:to>
                                    </p:set>
                                    <p:animEffect transition="in" filter="box(out)">
                                      <p:cBhvr>
                                        <p:cTn id="41" dur="500"/>
                                        <p:tgtEl>
                                          <p:spTgt spid="332802"/>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8" fill="hold" nodeType="clickEffect">
                                  <p:stCondLst>
                                    <p:cond delay="0"/>
                                  </p:stCondLst>
                                  <p:childTnLst>
                                    <p:set>
                                      <p:cBhvr>
                                        <p:cTn id="45" dur="1" fill="hold">
                                          <p:stCondLst>
                                            <p:cond delay="0"/>
                                          </p:stCondLst>
                                        </p:cTn>
                                        <p:tgtEl>
                                          <p:spTgt spid="332894"/>
                                        </p:tgtEl>
                                        <p:attrNameLst>
                                          <p:attrName>style.visibility</p:attrName>
                                        </p:attrNameLst>
                                      </p:cBhvr>
                                      <p:to>
                                        <p:strVal val="visible"/>
                                      </p:to>
                                    </p:set>
                                    <p:anim calcmode="lin" valueType="num">
                                      <p:cBhvr>
                                        <p:cTn id="46" dur="500" fill="hold"/>
                                        <p:tgtEl>
                                          <p:spTgt spid="332894"/>
                                        </p:tgtEl>
                                        <p:attrNameLst>
                                          <p:attrName>ppt_x</p:attrName>
                                        </p:attrNameLst>
                                      </p:cBhvr>
                                      <p:tavLst>
                                        <p:tav tm="0">
                                          <p:val>
                                            <p:strVal val="#ppt_x-#ppt_w/2"/>
                                          </p:val>
                                        </p:tav>
                                        <p:tav tm="100000">
                                          <p:val>
                                            <p:strVal val="#ppt_x"/>
                                          </p:val>
                                        </p:tav>
                                      </p:tavLst>
                                    </p:anim>
                                    <p:anim calcmode="lin" valueType="num">
                                      <p:cBhvr>
                                        <p:cTn id="47" dur="500" fill="hold"/>
                                        <p:tgtEl>
                                          <p:spTgt spid="332894"/>
                                        </p:tgtEl>
                                        <p:attrNameLst>
                                          <p:attrName>ppt_y</p:attrName>
                                        </p:attrNameLst>
                                      </p:cBhvr>
                                      <p:tavLst>
                                        <p:tav tm="0">
                                          <p:val>
                                            <p:strVal val="#ppt_y"/>
                                          </p:val>
                                        </p:tav>
                                        <p:tav tm="100000">
                                          <p:val>
                                            <p:strVal val="#ppt_y"/>
                                          </p:val>
                                        </p:tav>
                                      </p:tavLst>
                                    </p:anim>
                                    <p:anim calcmode="lin" valueType="num">
                                      <p:cBhvr>
                                        <p:cTn id="48" dur="500" fill="hold"/>
                                        <p:tgtEl>
                                          <p:spTgt spid="332894"/>
                                        </p:tgtEl>
                                        <p:attrNameLst>
                                          <p:attrName>ppt_w</p:attrName>
                                        </p:attrNameLst>
                                      </p:cBhvr>
                                      <p:tavLst>
                                        <p:tav tm="0">
                                          <p:val>
                                            <p:fltVal val="0.000000"/>
                                          </p:val>
                                        </p:tav>
                                        <p:tav tm="100000">
                                          <p:val>
                                            <p:strVal val="#ppt_w"/>
                                          </p:val>
                                        </p:tav>
                                      </p:tavLst>
                                    </p:anim>
                                    <p:anim calcmode="lin" valueType="num">
                                      <p:cBhvr>
                                        <p:cTn id="49" dur="500" fill="hold"/>
                                        <p:tgtEl>
                                          <p:spTgt spid="332894"/>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 fill="hold">
                                          <p:stCondLst>
                                            <p:cond delay="0"/>
                                          </p:stCondLst>
                                        </p:cTn>
                                        <p:tgtEl>
                                          <p:spTgt spid="332872"/>
                                        </p:tgtEl>
                                        <p:attrNameLst>
                                          <p:attrName>style.visibility</p:attrName>
                                        </p:attrNameLst>
                                      </p:cBhvr>
                                      <p:to>
                                        <p:strVal val="visible"/>
                                      </p:to>
                                    </p:set>
                                    <p:animEffect transition="in" filter="box(out)">
                                      <p:cBhvr>
                                        <p:cTn id="54" dur="500"/>
                                        <p:tgtEl>
                                          <p:spTgt spid="332872"/>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32885"/>
                                        </p:tgtEl>
                                        <p:attrNameLst>
                                          <p:attrName>style.visibility</p:attrName>
                                        </p:attrNameLst>
                                      </p:cBhvr>
                                      <p:to>
                                        <p:strVal val="visible"/>
                                      </p:to>
                                    </p:set>
                                    <p:anim calcmode="lin" valueType="num">
                                      <p:cBhvr additive="base">
                                        <p:cTn id="59" dur="500" fill="hold"/>
                                        <p:tgtEl>
                                          <p:spTgt spid="332885"/>
                                        </p:tgtEl>
                                        <p:attrNameLst>
                                          <p:attrName>ppt_x</p:attrName>
                                        </p:attrNameLst>
                                      </p:cBhvr>
                                      <p:tavLst>
                                        <p:tav tm="0">
                                          <p:val>
                                            <p:strVal val="#ppt_x"/>
                                          </p:val>
                                        </p:tav>
                                        <p:tav tm="100000">
                                          <p:val>
                                            <p:strVal val="#ppt_x"/>
                                          </p:val>
                                        </p:tav>
                                      </p:tavLst>
                                    </p:anim>
                                    <p:anim calcmode="lin" valueType="num">
                                      <p:cBhvr additive="base">
                                        <p:cTn id="60" dur="500" fill="hold"/>
                                        <p:tgtEl>
                                          <p:spTgt spid="332885"/>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 presetClass="entr" presetSubtype="32" fill="hold" nodeType="clickEffect">
                                  <p:stCondLst>
                                    <p:cond delay="0"/>
                                  </p:stCondLst>
                                  <p:childTnLst>
                                    <p:set>
                                      <p:cBhvr>
                                        <p:cTn id="64" dur="1" fill="hold">
                                          <p:stCondLst>
                                            <p:cond delay="0"/>
                                          </p:stCondLst>
                                        </p:cTn>
                                        <p:tgtEl>
                                          <p:spTgt spid="332895"/>
                                        </p:tgtEl>
                                        <p:attrNameLst>
                                          <p:attrName>style.visibility</p:attrName>
                                        </p:attrNameLst>
                                      </p:cBhvr>
                                      <p:to>
                                        <p:strVal val="visible"/>
                                      </p:to>
                                    </p:set>
                                    <p:animEffect transition="in" filter="box(out)">
                                      <p:cBhvr>
                                        <p:cTn id="65" dur="500"/>
                                        <p:tgtEl>
                                          <p:spTgt spid="332895"/>
                                        </p:tgtEl>
                                      </p:cBhvr>
                                    </p:animEffect>
                                  </p:childTnLst>
                                  <p:subTnLst>
                                    <p:set>
                                      <p:cBhvr override="childStyle">
                                        <p:cTn dur="1" fill="hold" display="0" masterRel="nextClick" afterEffect="1"/>
                                        <p:tgtEl>
                                          <p:spTgt spid="332895"/>
                                        </p:tgtEl>
                                        <p:attrNameLst>
                                          <p:attrName>style.visibility</p:attrName>
                                        </p:attrNameLst>
                                      </p:cBhvr>
                                      <p:to>
                                        <p:strVal val="hidden"/>
                                      </p:to>
                                    </p:set>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332896"/>
                                        </p:tgtEl>
                                        <p:attrNameLst>
                                          <p:attrName>style.visibility</p:attrName>
                                        </p:attrNameLst>
                                      </p:cBhvr>
                                      <p:to>
                                        <p:strVal val="visible"/>
                                      </p:to>
                                    </p:set>
                                    <p:animEffect transition="in" filter="box(out)">
                                      <p:cBhvr>
                                        <p:cTn id="70" dur="500"/>
                                        <p:tgtEl>
                                          <p:spTgt spid="332896"/>
                                        </p:tgtEl>
                                      </p:cBhvr>
                                    </p:animEffect>
                                  </p:childTnLst>
                                  <p:subTnLst>
                                    <p:set>
                                      <p:cBhvr override="childStyle">
                                        <p:cTn dur="1" fill="hold" display="0" masterRel="nextClick" afterEffect="1"/>
                                        <p:tgtEl>
                                          <p:spTgt spid="332896"/>
                                        </p:tgtEl>
                                        <p:attrNameLst>
                                          <p:attrName>style.visibility</p:attrName>
                                        </p:attrNameLst>
                                      </p:cBhvr>
                                      <p:to>
                                        <p:strVal val="hidden"/>
                                      </p:to>
                                    </p:set>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nodeType="clickEffect">
                                  <p:stCondLst>
                                    <p:cond delay="0"/>
                                  </p:stCondLst>
                                  <p:childTnLst>
                                    <p:set>
                                      <p:cBhvr>
                                        <p:cTn id="74" dur="1" fill="hold">
                                          <p:stCondLst>
                                            <p:cond delay="0"/>
                                          </p:stCondLst>
                                        </p:cTn>
                                        <p:tgtEl>
                                          <p:spTgt spid="332897"/>
                                        </p:tgtEl>
                                        <p:attrNameLst>
                                          <p:attrName>style.visibility</p:attrName>
                                        </p:attrNameLst>
                                      </p:cBhvr>
                                      <p:to>
                                        <p:strVal val="visible"/>
                                      </p:to>
                                    </p:set>
                                    <p:animEffect transition="in" filter="box(out)">
                                      <p:cBhvr>
                                        <p:cTn id="75" dur="500"/>
                                        <p:tgtEl>
                                          <p:spTgt spid="332897"/>
                                        </p:tgtEl>
                                      </p:cBhvr>
                                    </p:animEffect>
                                  </p:childTnLst>
                                  <p:subTnLst>
                                    <p:set>
                                      <p:cBhvr override="childStyle">
                                        <p:cTn dur="1" fill="hold" display="0" masterRel="nextClick" afterEffect="1"/>
                                        <p:tgtEl>
                                          <p:spTgt spid="332897"/>
                                        </p:tgtEl>
                                        <p:attrNameLst>
                                          <p:attrName>style.visibility</p:attrName>
                                        </p:attrNameLst>
                                      </p:cBhvr>
                                      <p:to>
                                        <p:strVal val="hidden"/>
                                      </p:to>
                                    </p:set>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nodeType="clickEffect">
                                  <p:stCondLst>
                                    <p:cond delay="0"/>
                                  </p:stCondLst>
                                  <p:childTnLst>
                                    <p:set>
                                      <p:cBhvr>
                                        <p:cTn id="79" dur="1" fill="hold">
                                          <p:stCondLst>
                                            <p:cond delay="0"/>
                                          </p:stCondLst>
                                        </p:cTn>
                                        <p:tgtEl>
                                          <p:spTgt spid="332898"/>
                                        </p:tgtEl>
                                        <p:attrNameLst>
                                          <p:attrName>style.visibility</p:attrName>
                                        </p:attrNameLst>
                                      </p:cBhvr>
                                      <p:to>
                                        <p:strVal val="visible"/>
                                      </p:to>
                                    </p:set>
                                    <p:animEffect transition="in" filter="box(out)">
                                      <p:cBhvr>
                                        <p:cTn id="80" dur="500"/>
                                        <p:tgtEl>
                                          <p:spTgt spid="332898"/>
                                        </p:tgtEl>
                                      </p:cBhvr>
                                    </p:animEffect>
                                  </p:childTnLst>
                                  <p:subTnLst>
                                    <p:set>
                                      <p:cBhvr override="childStyle">
                                        <p:cTn dur="1" fill="hold" display="0" masterRel="nextClick" afterEffect="1"/>
                                        <p:tgtEl>
                                          <p:spTgt spid="332898"/>
                                        </p:tgtEl>
                                        <p:attrNameLst>
                                          <p:attrName>style.visibility</p:attrName>
                                        </p:attrNameLst>
                                      </p:cBhvr>
                                      <p:to>
                                        <p:strVal val="hidden"/>
                                      </p:to>
                                    </p:set>
                                  </p:subTnLst>
                                </p:cTn>
                              </p:par>
                            </p:childTnLst>
                          </p:cTn>
                        </p:par>
                      </p:childTnLst>
                    </p:cTn>
                  </p:par>
                  <p:par>
                    <p:cTn id="81" fill="hold">
                      <p:stCondLst>
                        <p:cond delay="indefinite"/>
                      </p:stCondLst>
                      <p:childTnLst>
                        <p:par>
                          <p:cTn id="82" fill="hold">
                            <p:stCondLst>
                              <p:cond delay="0"/>
                            </p:stCondLst>
                            <p:childTnLst>
                              <p:par>
                                <p:cTn id="83" presetID="4" presetClass="entr" presetSubtype="32" fill="hold" nodeType="clickEffect">
                                  <p:stCondLst>
                                    <p:cond delay="0"/>
                                  </p:stCondLst>
                                  <p:childTnLst>
                                    <p:set>
                                      <p:cBhvr>
                                        <p:cTn id="84" dur="1" fill="hold">
                                          <p:stCondLst>
                                            <p:cond delay="0"/>
                                          </p:stCondLst>
                                        </p:cTn>
                                        <p:tgtEl>
                                          <p:spTgt spid="332888"/>
                                        </p:tgtEl>
                                        <p:attrNameLst>
                                          <p:attrName>style.visibility</p:attrName>
                                        </p:attrNameLst>
                                      </p:cBhvr>
                                      <p:to>
                                        <p:strVal val="visible"/>
                                      </p:to>
                                    </p:set>
                                    <p:animEffect transition="in" filter="box(out)">
                                      <p:cBhvr>
                                        <p:cTn id="85" dur="500"/>
                                        <p:tgtEl>
                                          <p:spTgt spid="332888"/>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32" fill="hold" grpId="0" nodeType="clickEffect">
                                  <p:stCondLst>
                                    <p:cond delay="0"/>
                                  </p:stCondLst>
                                  <p:childTnLst>
                                    <p:set>
                                      <p:cBhvr>
                                        <p:cTn id="89" dur="1" fill="hold">
                                          <p:stCondLst>
                                            <p:cond delay="0"/>
                                          </p:stCondLst>
                                        </p:cTn>
                                        <p:tgtEl>
                                          <p:spTgt spid="332803"/>
                                        </p:tgtEl>
                                        <p:attrNameLst>
                                          <p:attrName>style.visibility</p:attrName>
                                        </p:attrNameLst>
                                      </p:cBhvr>
                                      <p:to>
                                        <p:strVal val="visible"/>
                                      </p:to>
                                    </p:set>
                                    <p:animEffect transition="in" filter="box(out)">
                                      <p:cBhvr>
                                        <p:cTn id="90" dur="500"/>
                                        <p:tgtEl>
                                          <p:spTgt spid="332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2" grpId="0"/>
      <p:bldP spid="332803" grpId="0"/>
      <p:bldP spid="332865" grpId="0"/>
      <p:bldP spid="332872" grpId="0"/>
      <p:bldP spid="332882" grpId="0"/>
      <p:bldP spid="33288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3826" name="Rectangle 2"/>
          <p:cNvSpPr>
            <a:spLocks noGrp="1" noChangeArrowheads="1"/>
          </p:cNvSpPr>
          <p:nvPr>
            <p:ph type="title"/>
          </p:nvPr>
        </p:nvSpPr>
        <p:spPr>
          <a:xfrm>
            <a:off x="685800" y="381000"/>
            <a:ext cx="7772400" cy="685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chemeClr val="tx1"/>
                </a:solidFill>
                <a:effectLst>
                  <a:outerShdw blurRad="38100" dist="38100" dir="2700000" algn="tl">
                    <a:srgbClr val="C0C0C0"/>
                  </a:outerShdw>
                </a:effectLst>
                <a:uLnTx/>
                <a:uFillTx/>
                <a:latin typeface="+mj-lt"/>
                <a:ea typeface="仿宋_GB2312" pitchFamily="49" charset="-122"/>
                <a:cs typeface="+mj-cs"/>
              </a:rPr>
              <a:t>循环链表的查找算法</a:t>
            </a:r>
            <a:endParaRPr kumimoji="1" lang="zh-CN" altLang="en-US" sz="6000" b="1" i="0" u="none" strike="noStrike" kern="1200" cap="none" spc="0" normalizeH="0" baseline="0" noProof="0">
              <a:ln>
                <a:noFill/>
              </a:ln>
              <a:solidFill>
                <a:schemeClr val="hlink"/>
              </a:solidFill>
              <a:effectLst>
                <a:outerShdw blurRad="38100" dist="38100" dir="2700000" algn="tl">
                  <a:srgbClr val="C0C0C0"/>
                </a:outerShdw>
              </a:effectLst>
              <a:uLnTx/>
              <a:uFillTx/>
              <a:latin typeface="+mj-lt"/>
              <a:ea typeface="仿宋_GB2312" pitchFamily="49" charset="-122"/>
              <a:cs typeface="+mj-cs"/>
            </a:endParaRPr>
          </a:p>
        </p:txBody>
      </p:sp>
      <p:sp>
        <p:nvSpPr>
          <p:cNvPr id="46083" name="Text Box 3"/>
          <p:cNvSpPr txBox="1"/>
          <p:nvPr/>
        </p:nvSpPr>
        <p:spPr>
          <a:xfrm>
            <a:off x="533400" y="1206500"/>
            <a:ext cx="8229600" cy="5226050"/>
          </a:xfrm>
          <a:prstGeom prst="rect">
            <a:avLst/>
          </a:prstGeom>
          <a:noFill/>
          <a:ln w="9525">
            <a:noFill/>
          </a:ln>
        </p:spPr>
        <p:txBody>
          <a:bodyPr lIns="112947" tIns="56473" rIns="112947" bIns="56473">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defTabSz="1129030" eaLnBrk="1" hangingPunct="1">
              <a:lnSpc>
                <a:spcPct val="105000"/>
              </a:lnSpc>
              <a:spcBef>
                <a:spcPct val="0"/>
              </a:spcBef>
              <a:buNone/>
            </a:pPr>
            <a:r>
              <a:rPr lang="en-US" altLang="zh-CN" dirty="0">
                <a:solidFill>
                  <a:srgbClr val="CC3300"/>
                </a:solidFill>
                <a:ea typeface="仿宋_GB2312" pitchFamily="49" charset="-122"/>
              </a:rPr>
              <a:t>bool Locate (LinkList *L,  ElemType</a:t>
            </a:r>
            <a:r>
              <a:rPr lang="en-US" altLang="zh-CN" b="1" dirty="0">
                <a:solidFill>
                  <a:srgbClr val="CC3300"/>
                </a:solidFill>
                <a:ea typeface="仿宋_GB2312" pitchFamily="49" charset="-122"/>
              </a:rPr>
              <a:t> </a:t>
            </a:r>
            <a:r>
              <a:rPr lang="en-US" altLang="zh-CN" dirty="0">
                <a:solidFill>
                  <a:srgbClr val="CC3300"/>
                </a:solidFill>
                <a:ea typeface="仿宋_GB2312" pitchFamily="49" charset="-122"/>
              </a:rPr>
              <a:t>e</a:t>
            </a:r>
            <a:r>
              <a:rPr lang="en-US" altLang="zh-CN" i="1" dirty="0">
                <a:solidFill>
                  <a:srgbClr val="CC3300"/>
                </a:solidFill>
                <a:ea typeface="仿宋_GB2312" pitchFamily="49" charset="-122"/>
              </a:rPr>
              <a:t> ,LinkList *&amp;p</a:t>
            </a:r>
            <a:r>
              <a:rPr lang="en-US" altLang="zh-CN" dirty="0">
                <a:solidFill>
                  <a:srgbClr val="CC3300"/>
                </a:solidFill>
                <a:ea typeface="仿宋_GB2312" pitchFamily="49" charset="-122"/>
              </a:rPr>
              <a:t>) </a:t>
            </a:r>
            <a:endParaRPr lang="en-US" altLang="zh-CN" dirty="0">
              <a:solidFill>
                <a:srgbClr val="CC3300"/>
              </a:solidFill>
              <a:ea typeface="仿宋_GB2312" pitchFamily="49" charset="-122"/>
            </a:endParaRPr>
          </a:p>
          <a:p>
            <a:pPr marL="0" lvl="0" indent="0" defTabSz="1129030" eaLnBrk="1" hangingPunct="1">
              <a:lnSpc>
                <a:spcPct val="105000"/>
              </a:lnSpc>
              <a:spcBef>
                <a:spcPct val="0"/>
              </a:spcBef>
              <a:buNone/>
            </a:pPr>
            <a:r>
              <a:rPr lang="en-US" altLang="zh-CN" b="1" dirty="0">
                <a:solidFill>
                  <a:srgbClr val="0000FF"/>
                </a:solidFill>
                <a:ea typeface="仿宋_GB2312" pitchFamily="49" charset="-122"/>
              </a:rPr>
              <a:t>//</a:t>
            </a:r>
            <a:r>
              <a:rPr lang="zh-CN" altLang="en-US" dirty="0">
                <a:solidFill>
                  <a:srgbClr val="0000FF"/>
                </a:solidFill>
                <a:ea typeface="隶书" panose="02010509060101010101" pitchFamily="49" charset="-122"/>
              </a:rPr>
              <a:t>在链表中从头搜索其数据值为</a:t>
            </a:r>
            <a:r>
              <a:rPr lang="en-US" altLang="zh-CN" b="1" dirty="0">
                <a:solidFill>
                  <a:srgbClr val="FF3300"/>
                </a:solidFill>
                <a:ea typeface="仿宋_GB2312" pitchFamily="49" charset="-122"/>
              </a:rPr>
              <a:t>e</a:t>
            </a:r>
            <a:r>
              <a:rPr lang="zh-CN" altLang="en-US" dirty="0">
                <a:solidFill>
                  <a:srgbClr val="0000FF"/>
                </a:solidFill>
                <a:ea typeface="隶书" panose="02010509060101010101" pitchFamily="49" charset="-122"/>
              </a:rPr>
              <a:t>的结点</a:t>
            </a:r>
            <a:endParaRPr lang="zh-CN" altLang="en-US" dirty="0">
              <a:solidFill>
                <a:srgbClr val="0000FF"/>
              </a:solidFill>
              <a:ea typeface="隶书" panose="02010509060101010101" pitchFamily="49" charset="-122"/>
            </a:endParaRPr>
          </a:p>
          <a:p>
            <a:pPr marL="0" lvl="0" indent="0" defTabSz="1129030" eaLnBrk="1" hangingPunct="1">
              <a:lnSpc>
                <a:spcPct val="105000"/>
              </a:lnSpc>
              <a:spcBef>
                <a:spcPct val="0"/>
              </a:spcBef>
              <a:buNone/>
            </a:pPr>
            <a:r>
              <a:rPr lang="zh-CN" altLang="en-US" b="1" dirty="0">
                <a:solidFill>
                  <a:srgbClr val="0000FF"/>
                </a:solidFill>
                <a:ea typeface="仿宋_GB2312" pitchFamily="49" charset="-122"/>
              </a:rPr>
              <a:t> </a:t>
            </a:r>
            <a:r>
              <a:rPr lang="en-US" altLang="zh-CN" b="1" dirty="0">
                <a:solidFill>
                  <a:srgbClr val="0000FF"/>
                </a:solidFill>
                <a:ea typeface="仿宋_GB2312" pitchFamily="49" charset="-122"/>
              </a:rPr>
              <a:t>{   </a:t>
            </a:r>
            <a:r>
              <a:rPr lang="en-US" altLang="zh-CN" dirty="0">
                <a:solidFill>
                  <a:schemeClr val="hlink"/>
                </a:solidFill>
                <a:ea typeface="仿宋_GB2312" pitchFamily="49" charset="-122"/>
              </a:rPr>
              <a:t>p</a:t>
            </a:r>
            <a:r>
              <a:rPr lang="en-US" altLang="zh-CN" dirty="0">
                <a:solidFill>
                  <a:srgbClr val="CC3300"/>
                </a:solidFill>
                <a:ea typeface="仿宋_GB2312" pitchFamily="49" charset="-122"/>
              </a:rPr>
              <a:t> = L</a:t>
            </a:r>
            <a:r>
              <a:rPr lang="en-US" altLang="zh-CN" dirty="0">
                <a:solidFill>
                  <a:srgbClr val="CC3300"/>
                </a:solidFill>
                <a:latin typeface="楷体_GB2312" pitchFamily="49" charset="-122"/>
                <a:ea typeface="楷体_GB2312" pitchFamily="49" charset="-122"/>
              </a:rPr>
              <a:t>-&gt;</a:t>
            </a:r>
            <a:r>
              <a:rPr lang="en-US" altLang="zh-CN" dirty="0">
                <a:solidFill>
                  <a:srgbClr val="CC3300"/>
                </a:solidFill>
                <a:ea typeface="仿宋_GB2312" pitchFamily="49" charset="-122"/>
              </a:rPr>
              <a:t>next</a:t>
            </a:r>
            <a:r>
              <a:rPr lang="en-US" altLang="zh-CN" b="1" dirty="0">
                <a:solidFill>
                  <a:srgbClr val="CC3300"/>
                </a:solidFill>
                <a:ea typeface="仿宋_GB2312" pitchFamily="49" charset="-122"/>
              </a:rPr>
              <a:t>;</a:t>
            </a:r>
            <a:endParaRPr lang="en-US" altLang="zh-CN" dirty="0">
              <a:solidFill>
                <a:schemeClr val="hlink"/>
              </a:solidFill>
              <a:ea typeface="仿宋_GB2312" pitchFamily="49" charset="-122"/>
            </a:endParaRPr>
          </a:p>
          <a:p>
            <a:pPr marL="0" lvl="0" indent="0" defTabSz="1129030" eaLnBrk="1" hangingPunct="1">
              <a:lnSpc>
                <a:spcPct val="105000"/>
              </a:lnSpc>
              <a:spcBef>
                <a:spcPct val="0"/>
              </a:spcBef>
              <a:buNone/>
            </a:pPr>
            <a:r>
              <a:rPr lang="en-US" altLang="zh-CN" dirty="0">
                <a:solidFill>
                  <a:schemeClr val="hlink"/>
                </a:solidFill>
                <a:ea typeface="仿宋_GB2312" pitchFamily="49" charset="-122"/>
              </a:rPr>
              <a:t>     </a:t>
            </a:r>
            <a:r>
              <a:rPr lang="en-US" altLang="zh-CN" b="1" dirty="0">
                <a:solidFill>
                  <a:srgbClr val="0000FF"/>
                </a:solidFill>
                <a:ea typeface="仿宋_GB2312" pitchFamily="49" charset="-122"/>
              </a:rPr>
              <a:t>//</a:t>
            </a:r>
            <a:r>
              <a:rPr lang="zh-CN" altLang="en-US" dirty="0">
                <a:solidFill>
                  <a:srgbClr val="0000FF"/>
                </a:solidFill>
                <a:ea typeface="隶书" panose="02010509060101010101" pitchFamily="49" charset="-122"/>
              </a:rPr>
              <a:t>活动指针</a:t>
            </a:r>
            <a:r>
              <a:rPr lang="zh-CN" altLang="en-US" b="1" dirty="0">
                <a:solidFill>
                  <a:srgbClr val="0000FF"/>
                </a:solidFill>
                <a:ea typeface="仿宋_GB2312" pitchFamily="49" charset="-122"/>
              </a:rPr>
              <a:t> </a:t>
            </a:r>
            <a:r>
              <a:rPr lang="en-US" altLang="zh-CN" b="1" dirty="0">
                <a:solidFill>
                  <a:srgbClr val="FF3300"/>
                </a:solidFill>
                <a:ea typeface="仿宋_GB2312" pitchFamily="49" charset="-122"/>
              </a:rPr>
              <a:t>p</a:t>
            </a:r>
            <a:r>
              <a:rPr lang="en-US" altLang="zh-CN" b="1" dirty="0">
                <a:solidFill>
                  <a:srgbClr val="0000FF"/>
                </a:solidFill>
                <a:ea typeface="仿宋_GB2312" pitchFamily="49" charset="-122"/>
              </a:rPr>
              <a:t> </a:t>
            </a:r>
            <a:r>
              <a:rPr lang="zh-CN" altLang="en-US" dirty="0">
                <a:solidFill>
                  <a:srgbClr val="0000FF"/>
                </a:solidFill>
                <a:ea typeface="隶书" panose="02010509060101010101" pitchFamily="49" charset="-122"/>
              </a:rPr>
              <a:t>指向第一个结点</a:t>
            </a:r>
            <a:endParaRPr lang="zh-CN" altLang="en-US" b="1" dirty="0">
              <a:solidFill>
                <a:srgbClr val="0000FF"/>
              </a:solidFill>
              <a:ea typeface="仿宋_GB2312" pitchFamily="49" charset="-122"/>
            </a:endParaRPr>
          </a:p>
          <a:p>
            <a:pPr marL="0" lvl="0" indent="0" defTabSz="1129030" eaLnBrk="1" hangingPunct="1">
              <a:lnSpc>
                <a:spcPct val="105000"/>
              </a:lnSpc>
              <a:spcBef>
                <a:spcPct val="0"/>
              </a:spcBef>
              <a:buNone/>
            </a:pPr>
            <a:r>
              <a:rPr lang="zh-CN" altLang="en-US" b="1" dirty="0">
                <a:solidFill>
                  <a:schemeClr val="hlink"/>
                </a:solidFill>
                <a:ea typeface="仿宋_GB2312" pitchFamily="49" charset="-122"/>
              </a:rPr>
              <a:t>     </a:t>
            </a:r>
            <a:r>
              <a:rPr lang="en-US" altLang="zh-CN" b="1" dirty="0">
                <a:solidFill>
                  <a:srgbClr val="CC3300"/>
                </a:solidFill>
                <a:ea typeface="仿宋_GB2312" pitchFamily="49" charset="-122"/>
              </a:rPr>
              <a:t>while </a:t>
            </a:r>
            <a:r>
              <a:rPr lang="en-US" altLang="zh-CN" dirty="0">
                <a:solidFill>
                  <a:srgbClr val="CC3300"/>
                </a:solidFill>
                <a:ea typeface="仿宋_GB2312" pitchFamily="49" charset="-122"/>
              </a:rPr>
              <a:t>( </a:t>
            </a:r>
            <a:r>
              <a:rPr lang="en-US" altLang="zh-CN" dirty="0">
                <a:ea typeface="仿宋_GB2312" pitchFamily="49" charset="-122"/>
              </a:rPr>
              <a:t>p!=L </a:t>
            </a:r>
            <a:r>
              <a:rPr lang="en-US" altLang="zh-CN" b="1" dirty="0">
                <a:solidFill>
                  <a:srgbClr val="CC3300"/>
                </a:solidFill>
                <a:ea typeface="仿宋_GB2312" pitchFamily="49" charset="-122"/>
              </a:rPr>
              <a:t>&amp;&amp;</a:t>
            </a:r>
            <a:r>
              <a:rPr lang="en-US" altLang="zh-CN" dirty="0">
                <a:solidFill>
                  <a:srgbClr val="CC3300"/>
                </a:solidFill>
                <a:ea typeface="仿宋_GB2312" pitchFamily="49" charset="-122"/>
              </a:rPr>
              <a:t> p</a:t>
            </a:r>
            <a:r>
              <a:rPr lang="en-US" altLang="zh-CN" dirty="0">
                <a:solidFill>
                  <a:srgbClr val="CC3300"/>
                </a:solidFill>
                <a:latin typeface="仿宋_GB2312" pitchFamily="49" charset="-122"/>
                <a:ea typeface="仿宋_GB2312" pitchFamily="49" charset="-122"/>
              </a:rPr>
              <a:t>-&gt;</a:t>
            </a:r>
            <a:r>
              <a:rPr lang="en-US" altLang="zh-CN" dirty="0">
                <a:solidFill>
                  <a:srgbClr val="CC3300"/>
                </a:solidFill>
              </a:rPr>
              <a:t>data !</a:t>
            </a:r>
            <a:r>
              <a:rPr lang="en-US" altLang="zh-CN" i="1" dirty="0">
                <a:solidFill>
                  <a:srgbClr val="CC3300"/>
                </a:solidFill>
              </a:rPr>
              <a:t>=</a:t>
            </a:r>
            <a:r>
              <a:rPr lang="en-US" altLang="zh-CN" dirty="0">
                <a:solidFill>
                  <a:srgbClr val="CC3300"/>
                </a:solidFill>
              </a:rPr>
              <a:t> e ) </a:t>
            </a:r>
            <a:r>
              <a:rPr lang="en-US" altLang="zh-CN" b="1" dirty="0">
                <a:solidFill>
                  <a:srgbClr val="CC3300"/>
                </a:solidFill>
                <a:ea typeface="仿宋_GB2312" pitchFamily="49" charset="-122"/>
              </a:rPr>
              <a:t> </a:t>
            </a:r>
            <a:endParaRPr lang="en-US" altLang="zh-CN" b="1" dirty="0">
              <a:solidFill>
                <a:srgbClr val="CC3300"/>
              </a:solidFill>
              <a:ea typeface="仿宋_GB2312" pitchFamily="49" charset="-122"/>
            </a:endParaRPr>
          </a:p>
          <a:p>
            <a:pPr marL="0" lvl="0" indent="0" defTabSz="1129030" eaLnBrk="1" hangingPunct="1">
              <a:lnSpc>
                <a:spcPct val="105000"/>
              </a:lnSpc>
              <a:spcBef>
                <a:spcPct val="0"/>
              </a:spcBef>
              <a:buNone/>
            </a:pPr>
            <a:r>
              <a:rPr lang="en-US" altLang="zh-CN" b="1" dirty="0">
                <a:solidFill>
                  <a:srgbClr val="CC3300"/>
                </a:solidFill>
                <a:ea typeface="仿宋_GB2312" pitchFamily="49" charset="-122"/>
              </a:rPr>
              <a:t>         </a:t>
            </a:r>
            <a:r>
              <a:rPr lang="en-US" altLang="zh-CN" dirty="0">
                <a:solidFill>
                  <a:srgbClr val="CC3300"/>
                </a:solidFill>
                <a:ea typeface="仿宋_GB2312" pitchFamily="49" charset="-122"/>
              </a:rPr>
              <a:t>p = p</a:t>
            </a:r>
            <a:r>
              <a:rPr lang="en-US" altLang="zh-CN" dirty="0">
                <a:solidFill>
                  <a:srgbClr val="CC3300"/>
                </a:solidFill>
                <a:latin typeface="楷体_GB2312" pitchFamily="49" charset="-122"/>
                <a:ea typeface="楷体_GB2312" pitchFamily="49" charset="-122"/>
              </a:rPr>
              <a:t>-&gt;</a:t>
            </a:r>
            <a:r>
              <a:rPr lang="en-US" altLang="zh-CN" dirty="0">
                <a:solidFill>
                  <a:srgbClr val="CC3300"/>
                </a:solidFill>
                <a:ea typeface="仿宋_GB2312" pitchFamily="49" charset="-122"/>
              </a:rPr>
              <a:t>next</a:t>
            </a:r>
            <a:r>
              <a:rPr lang="en-US" altLang="zh-CN" b="1" dirty="0">
                <a:solidFill>
                  <a:srgbClr val="CC3300"/>
                </a:solidFill>
                <a:ea typeface="仿宋_GB2312" pitchFamily="49" charset="-122"/>
              </a:rPr>
              <a:t>;</a:t>
            </a:r>
            <a:endParaRPr lang="en-US" altLang="zh-CN" dirty="0">
              <a:solidFill>
                <a:srgbClr val="CC3300"/>
              </a:solidFill>
              <a:ea typeface="仿宋_GB2312" pitchFamily="49" charset="-122"/>
            </a:endParaRPr>
          </a:p>
          <a:p>
            <a:pPr marL="0" lvl="0" indent="0" defTabSz="1129030" eaLnBrk="1" hangingPunct="1">
              <a:lnSpc>
                <a:spcPct val="105000"/>
              </a:lnSpc>
              <a:spcBef>
                <a:spcPct val="0"/>
              </a:spcBef>
              <a:buNone/>
            </a:pPr>
            <a:r>
              <a:rPr lang="en-US" altLang="zh-CN" dirty="0">
                <a:solidFill>
                  <a:srgbClr val="CC3300"/>
                </a:solidFill>
                <a:ea typeface="仿宋_GB2312" pitchFamily="49" charset="-122"/>
              </a:rPr>
              <a:t>     </a:t>
            </a:r>
            <a:r>
              <a:rPr lang="en-US" altLang="zh-CN" b="1" dirty="0">
                <a:solidFill>
                  <a:srgbClr val="CC3300"/>
                </a:solidFill>
                <a:ea typeface="仿宋_GB2312" pitchFamily="49" charset="-122"/>
              </a:rPr>
              <a:t>if (p==L)  return false;</a:t>
            </a:r>
            <a:endParaRPr lang="en-US" altLang="zh-CN" b="1" dirty="0">
              <a:solidFill>
                <a:srgbClr val="CC3300"/>
              </a:solidFill>
              <a:ea typeface="仿宋_GB2312" pitchFamily="49" charset="-122"/>
            </a:endParaRPr>
          </a:p>
          <a:p>
            <a:pPr marL="0" lvl="0" indent="0" defTabSz="1129030" eaLnBrk="1" hangingPunct="1">
              <a:lnSpc>
                <a:spcPct val="105000"/>
              </a:lnSpc>
              <a:spcBef>
                <a:spcPct val="0"/>
              </a:spcBef>
              <a:buNone/>
            </a:pPr>
            <a:r>
              <a:rPr lang="en-US" altLang="zh-CN" b="1" dirty="0">
                <a:solidFill>
                  <a:srgbClr val="CC3300"/>
                </a:solidFill>
                <a:ea typeface="仿宋_GB2312" pitchFamily="49" charset="-122"/>
              </a:rPr>
              <a:t>     else                   return true;     </a:t>
            </a:r>
            <a:endParaRPr lang="en-US" altLang="zh-CN" b="1" dirty="0">
              <a:solidFill>
                <a:srgbClr val="CC3300"/>
              </a:solidFill>
              <a:ea typeface="仿宋_GB2312" pitchFamily="49" charset="-122"/>
            </a:endParaRPr>
          </a:p>
          <a:p>
            <a:pPr marL="0" lvl="0" indent="0" defTabSz="1129030" eaLnBrk="1" hangingPunct="1">
              <a:lnSpc>
                <a:spcPct val="105000"/>
              </a:lnSpc>
              <a:spcBef>
                <a:spcPct val="0"/>
              </a:spcBef>
              <a:buNone/>
            </a:pPr>
            <a:r>
              <a:rPr lang="en-US" altLang="zh-CN" b="1" dirty="0">
                <a:solidFill>
                  <a:srgbClr val="CC3300"/>
                </a:solidFill>
                <a:ea typeface="仿宋_GB2312" pitchFamily="49" charset="-122"/>
              </a:rPr>
              <a:t>}</a:t>
            </a:r>
            <a:endParaRPr lang="en-US" altLang="zh-CN" b="1" dirty="0">
              <a:solidFill>
                <a:srgbClr val="CC3300"/>
              </a:solidFill>
              <a:ea typeface="仿宋_GB2312" pitchFamily="49" charset="-122"/>
            </a:endParaRPr>
          </a:p>
        </p:txBody>
      </p:sp>
    </p:spTree>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2" name="Rectangle 2"/>
          <p:cNvSpPr>
            <a:spLocks noGrp="1" noChangeArrowheads="1"/>
          </p:cNvSpPr>
          <p:nvPr>
            <p:ph type="title"/>
          </p:nvPr>
        </p:nvSpPr>
        <p:spPr>
          <a:xfrm>
            <a:off x="685800" y="381000"/>
            <a:ext cx="7696200" cy="685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双向链表 </a:t>
            </a:r>
            <a:r>
              <a:rPr kumimoji="1" lang="en-US" altLang="zh-CN"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(Double Linked List)</a:t>
            </a:r>
            <a:endParaRPr kumimoji="1" lang="en-US" altLang="zh-CN" sz="4000" b="0" i="0" u="none" strike="noStrike" kern="1200" cap="none" spc="0" normalizeH="0" baseline="0" noProof="0" dirty="0">
              <a:ln>
                <a:noFill/>
              </a:ln>
              <a:solidFill>
                <a:schemeClr val="tx2"/>
              </a:solidFill>
              <a:effectLst/>
              <a:uLnTx/>
              <a:uFillTx/>
              <a:latin typeface="+mj-lt"/>
              <a:ea typeface="仿宋_GB2312" pitchFamily="49" charset="-122"/>
              <a:cs typeface="+mj-cs"/>
            </a:endParaRPr>
          </a:p>
        </p:txBody>
      </p:sp>
      <p:sp>
        <p:nvSpPr>
          <p:cNvPr id="337923" name="Rectangle 3"/>
          <p:cNvSpPr>
            <a:spLocks noGrp="1" noChangeArrowheads="1"/>
          </p:cNvSpPr>
          <p:nvPr>
            <p:ph idx="1" hasCustomPrompt="1"/>
          </p:nvPr>
        </p:nvSpPr>
        <p:spPr>
          <a:xfrm>
            <a:off x="685800" y="1143000"/>
            <a:ext cx="7924800" cy="1905000"/>
          </a:xfrm>
        </p:spPr>
        <p:txBody>
          <a:bodyPr vert="horz" wrap="square" lIns="91440" tIns="45720" rIns="91440" bIns="45720" numCol="1" anchor="t" anchorCtr="0" compatLnSpc="1"/>
          <a:lstStyle/>
          <a:p>
            <a:pPr marL="342900" marR="0" lvl="0" indent="-342900" algn="l" defTabSz="914400" rtl="0" eaLnBrk="1" fontAlgn="base" latinLnBrk="0" hangingPunct="1">
              <a:lnSpc>
                <a:spcPct val="105000"/>
              </a:lnSpc>
              <a:spcBef>
                <a:spcPct val="5000"/>
              </a:spcBef>
              <a:spcAft>
                <a:spcPct val="0"/>
              </a:spcAft>
              <a:buClr>
                <a:srgbClr val="FF7C80"/>
              </a:buClr>
              <a:buSzPct val="50000"/>
              <a:buFont typeface="Wingdings" panose="05000000000000000000" pitchFamily="2" charset="2"/>
              <a:buChar char="n"/>
              <a:defRPr/>
            </a:pP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rPr>
              <a:t>双向链表是指在前驱和后继方向都能游历</a:t>
            </a: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rPr>
              <a:t>(</a:t>
            </a: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rPr>
              <a:t>遍历</a:t>
            </a: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rPr>
              <a:t>)</a:t>
            </a: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rPr>
              <a:t>的线性链表。</a:t>
            </a:r>
            <a:endPar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5000"/>
              </a:spcBef>
              <a:spcAft>
                <a:spcPct val="0"/>
              </a:spcAft>
              <a:buClr>
                <a:srgbClr val="FF7C80"/>
              </a:buClr>
              <a:buSzPct val="50000"/>
              <a:buFont typeface="Wingdings" panose="05000000000000000000" pitchFamily="2" charset="2"/>
              <a:buChar char="n"/>
              <a:defRPr/>
            </a:pP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rPr>
              <a:t>双向链表结点结构：       </a:t>
            </a:r>
            <a:endPar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mn-lt"/>
              <a:ea typeface="仿宋_GB2312" pitchFamily="49" charset="-122"/>
              <a:cs typeface="+mn-cs"/>
            </a:endParaRPr>
          </a:p>
        </p:txBody>
      </p:sp>
      <p:sp>
        <p:nvSpPr>
          <p:cNvPr id="337929" name="Text Box 9"/>
          <p:cNvSpPr txBox="1">
            <a:spLocks noChangeArrowheads="1"/>
          </p:cNvSpPr>
          <p:nvPr/>
        </p:nvSpPr>
        <p:spPr bwMode="auto">
          <a:xfrm>
            <a:off x="1981200" y="4419600"/>
            <a:ext cx="5197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1" hangingPunct="1">
              <a:buClrTx/>
              <a:buSzTx/>
              <a:buFontTx/>
              <a:buNone/>
              <a:defRPr/>
            </a:pPr>
            <a:r>
              <a:rPr kumimoji="1" lang="zh-CN" altLang="en-US" sz="3200" kern="1200" cap="none" spc="0" normalizeH="0" baseline="0" noProof="0">
                <a:solidFill>
                  <a:schemeClr val="hlink"/>
                </a:solidFill>
                <a:effectLst>
                  <a:outerShdw blurRad="38100" dist="38100" dir="2700000" algn="tl">
                    <a:srgbClr val="C0C0C0"/>
                  </a:outerShdw>
                </a:effectLst>
                <a:latin typeface="Times New Roman" panose="02020603050405020304" pitchFamily="18" charset="0"/>
                <a:ea typeface="仿宋_GB2312" pitchFamily="49" charset="-122"/>
                <a:cs typeface="+mn-cs"/>
              </a:rPr>
              <a:t>前驱方向</a:t>
            </a: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仿宋_GB2312" pitchFamily="49" charset="-122"/>
                <a:cs typeface="+mn-cs"/>
              </a:rPr>
              <a:t> </a:t>
            </a: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仿宋_GB2312" pitchFamily="49" charset="-122"/>
                <a:cs typeface="+mn-cs"/>
                <a:sym typeface="Wingdings" panose="05000000000000000000" pitchFamily="2" charset="2"/>
              </a:rPr>
              <a:t>          </a:t>
            </a:r>
            <a:r>
              <a:rPr kumimoji="1" lang="zh-CN" altLang="en-US" sz="3200" kern="1200" cap="none" spc="0" normalizeH="0" baseline="0" noProof="0">
                <a:solidFill>
                  <a:schemeClr val="hlink"/>
                </a:solidFill>
                <a:effectLst>
                  <a:outerShdw blurRad="38100" dist="38100" dir="2700000" algn="tl">
                    <a:srgbClr val="C0C0C0"/>
                  </a:outerShdw>
                </a:effectLst>
                <a:latin typeface="Times New Roman" panose="02020603050405020304" pitchFamily="18" charset="0"/>
                <a:ea typeface="仿宋_GB2312" pitchFamily="49" charset="-122"/>
                <a:cs typeface="+mn-cs"/>
                <a:sym typeface="Wingdings" panose="05000000000000000000" pitchFamily="2" charset="2"/>
              </a:rPr>
              <a:t>后继方向</a:t>
            </a:r>
            <a:endParaRPr kumimoji="1" lang="zh-CN" altLang="en-US" kern="1200" cap="none" spc="0" normalizeH="0" baseline="0" noProof="0">
              <a:solidFill>
                <a:schemeClr val="hlink"/>
              </a:solidFill>
              <a:effectLst>
                <a:outerShdw blurRad="38100" dist="38100" dir="2700000" algn="tl">
                  <a:srgbClr val="C0C0C0"/>
                </a:outerShdw>
              </a:effectLst>
              <a:latin typeface="Times New Roman" panose="02020603050405020304" pitchFamily="18" charset="0"/>
              <a:ea typeface="仿宋_GB2312" pitchFamily="49" charset="-122"/>
              <a:cs typeface="+mn-cs"/>
              <a:sym typeface="Wingdings" panose="05000000000000000000" pitchFamily="2" charset="2"/>
            </a:endParaRPr>
          </a:p>
        </p:txBody>
      </p:sp>
      <p:grpSp>
        <p:nvGrpSpPr>
          <p:cNvPr id="337932" name="Group 12"/>
          <p:cNvGrpSpPr/>
          <p:nvPr/>
        </p:nvGrpSpPr>
        <p:grpSpPr>
          <a:xfrm>
            <a:off x="1981200" y="3429000"/>
            <a:ext cx="5029200" cy="762000"/>
            <a:chOff x="1248" y="2016"/>
            <a:chExt cx="3168" cy="480"/>
          </a:xfrm>
        </p:grpSpPr>
        <p:sp>
          <p:nvSpPr>
            <p:cNvPr id="47110" name="Rectangle 4" descr="羊皮纸"/>
            <p:cNvSpPr/>
            <p:nvPr/>
          </p:nvSpPr>
          <p:spPr>
            <a:xfrm>
              <a:off x="1248" y="2112"/>
              <a:ext cx="3168" cy="384"/>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47111" name="Line 5"/>
            <p:cNvSpPr/>
            <p:nvPr/>
          </p:nvSpPr>
          <p:spPr>
            <a:xfrm>
              <a:off x="2304" y="2112"/>
              <a:ext cx="0" cy="384"/>
            </a:xfrm>
            <a:prstGeom prst="line">
              <a:avLst/>
            </a:prstGeom>
            <a:ln w="9525" cap="flat" cmpd="sng">
              <a:solidFill>
                <a:schemeClr val="tx1"/>
              </a:solidFill>
              <a:prstDash val="solid"/>
              <a:headEnd type="none" w="med" len="med"/>
              <a:tailEnd type="none" w="med" len="med"/>
            </a:ln>
          </p:spPr>
        </p:sp>
        <p:sp>
          <p:nvSpPr>
            <p:cNvPr id="47112" name="Line 6"/>
            <p:cNvSpPr/>
            <p:nvPr/>
          </p:nvSpPr>
          <p:spPr>
            <a:xfrm flipV="1">
              <a:off x="2304" y="2016"/>
              <a:ext cx="96" cy="96"/>
            </a:xfrm>
            <a:prstGeom prst="line">
              <a:avLst/>
            </a:prstGeom>
            <a:ln w="9525" cap="flat" cmpd="sng">
              <a:solidFill>
                <a:schemeClr val="tx1"/>
              </a:solidFill>
              <a:prstDash val="solid"/>
              <a:headEnd type="none" w="med" len="med"/>
              <a:tailEnd type="none" w="med" len="med"/>
            </a:ln>
          </p:spPr>
        </p:sp>
        <p:sp>
          <p:nvSpPr>
            <p:cNvPr id="47113" name="Line 7"/>
            <p:cNvSpPr/>
            <p:nvPr/>
          </p:nvSpPr>
          <p:spPr>
            <a:xfrm>
              <a:off x="3312" y="2112"/>
              <a:ext cx="0" cy="384"/>
            </a:xfrm>
            <a:prstGeom prst="line">
              <a:avLst/>
            </a:prstGeom>
            <a:ln w="9525" cap="flat" cmpd="sng">
              <a:solidFill>
                <a:schemeClr val="tx1"/>
              </a:solidFill>
              <a:prstDash val="solid"/>
              <a:headEnd type="none" w="med" len="med"/>
              <a:tailEnd type="none" w="med" len="med"/>
            </a:ln>
          </p:spPr>
        </p:sp>
        <p:sp>
          <p:nvSpPr>
            <p:cNvPr id="47114" name="Line 8"/>
            <p:cNvSpPr/>
            <p:nvPr/>
          </p:nvSpPr>
          <p:spPr>
            <a:xfrm flipV="1">
              <a:off x="3312" y="2016"/>
              <a:ext cx="96" cy="96"/>
            </a:xfrm>
            <a:prstGeom prst="line">
              <a:avLst/>
            </a:prstGeom>
            <a:ln w="9525" cap="flat" cmpd="sng">
              <a:solidFill>
                <a:schemeClr val="tx1"/>
              </a:solidFill>
              <a:prstDash val="solid"/>
              <a:headEnd type="none" w="med" len="med"/>
              <a:tailEnd type="none" w="med" len="med"/>
            </a:ln>
          </p:spPr>
        </p:sp>
        <p:sp>
          <p:nvSpPr>
            <p:cNvPr id="337930" name="Text Box 10"/>
            <p:cNvSpPr txBox="1">
              <a:spLocks noChangeArrowheads="1"/>
            </p:cNvSpPr>
            <p:nvPr/>
          </p:nvSpPr>
          <p:spPr bwMode="auto">
            <a:xfrm>
              <a:off x="1480" y="2112"/>
              <a:ext cx="259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eaLnBrk="1" hangingPunct="1">
                <a:buClrTx/>
                <a:buSzTx/>
                <a:buFontTx/>
                <a:buNone/>
                <a:defRPr/>
              </a:pPr>
              <a:r>
                <a:rPr kumimoji="1" lang="en-US" altLang="zh-CN" sz="3200" kern="1200" cap="none" spc="0" normalizeH="0" baseline="0" noProof="0">
                  <a:solidFill>
                    <a:schemeClr val="tx2"/>
                  </a:solidFill>
                  <a:effectLst>
                    <a:outerShdw blurRad="38100" dist="38100" dir="2700000" algn="tl">
                      <a:srgbClr val="C0C0C0"/>
                    </a:outerShdw>
                  </a:effectLst>
                  <a:latin typeface="Times New Roman" panose="02020603050405020304" pitchFamily="18" charset="0"/>
                  <a:ea typeface="仿宋_GB2312" pitchFamily="49" charset="-122"/>
                  <a:cs typeface="+mn-cs"/>
                </a:rPr>
                <a:t>prior        data       next</a:t>
              </a:r>
              <a:endParaRPr kumimoji="1" lang="en-US" altLang="zh-CN" i="1" kern="1200" cap="none" spc="0" normalizeH="0" baseline="0" noProof="0">
                <a:solidFill>
                  <a:schemeClr val="hlink"/>
                </a:solidFill>
                <a:effectLst>
                  <a:outerShdw blurRad="38100" dist="38100" dir="2700000" algn="tl">
                    <a:srgbClr val="C0C0C0"/>
                  </a:outerShdw>
                </a:effectLst>
                <a:latin typeface="Times New Roman" panose="02020603050405020304" pitchFamily="18" charset="0"/>
                <a:ea typeface="仿宋_GB2312" pitchFamily="49" charset="-122"/>
                <a:cs typeface="+mn-cs"/>
                <a:sym typeface="Wingdings" panose="05000000000000000000" pitchFamily="2" charset="2"/>
              </a:endParaRPr>
            </a:p>
          </p:txBody>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37923">
                                            <p:txEl>
                                              <p:charRg st="0" end="29"/>
                                            </p:txEl>
                                          </p:spTgt>
                                        </p:tgtEl>
                                        <p:attrNameLst>
                                          <p:attrName>style.visibility</p:attrName>
                                        </p:attrNameLst>
                                      </p:cBhvr>
                                      <p:to>
                                        <p:strVal val="visible"/>
                                      </p:to>
                                    </p:set>
                                    <p:animEffect transition="in" filter="box(out)">
                                      <p:cBhvr>
                                        <p:cTn id="7" dur="500"/>
                                        <p:tgtEl>
                                          <p:spTgt spid="337923">
                                            <p:txEl>
                                              <p:charRg st="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37923">
                                            <p:txEl>
                                              <p:charRg st="29" end="46"/>
                                            </p:txEl>
                                          </p:spTgt>
                                        </p:tgtEl>
                                        <p:attrNameLst>
                                          <p:attrName>style.visibility</p:attrName>
                                        </p:attrNameLst>
                                      </p:cBhvr>
                                      <p:to>
                                        <p:strVal val="visible"/>
                                      </p:to>
                                    </p:set>
                                    <p:animEffect transition="in" filter="box(out)">
                                      <p:cBhvr>
                                        <p:cTn id="12" dur="500"/>
                                        <p:tgtEl>
                                          <p:spTgt spid="337923">
                                            <p:txEl>
                                              <p:charRg st="29" end="4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37932"/>
                                        </p:tgtEl>
                                        <p:attrNameLst>
                                          <p:attrName>style.visibility</p:attrName>
                                        </p:attrNameLst>
                                      </p:cBhvr>
                                      <p:to>
                                        <p:strVal val="visible"/>
                                      </p:to>
                                    </p:set>
                                    <p:animEffect transition="in" filter="box(out)">
                                      <p:cBhvr>
                                        <p:cTn id="17" dur="500"/>
                                        <p:tgtEl>
                                          <p:spTgt spid="33793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37929"/>
                                        </p:tgtEl>
                                        <p:attrNameLst>
                                          <p:attrName>style.visibility</p:attrName>
                                        </p:attrNameLst>
                                      </p:cBhvr>
                                      <p:to>
                                        <p:strVal val="visible"/>
                                      </p:to>
                                    </p:set>
                                    <p:animEffect transition="in" filter="box(out)">
                                      <p:cBhvr>
                                        <p:cTn id="22" dur="500"/>
                                        <p:tgtEl>
                                          <p:spTgt spid="337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3" grpId="0" bldLvl="2" build="p"/>
      <p:bldP spid="33792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103"/>
          <p:cNvSpPr>
            <a:spLocks noGrp="1"/>
          </p:cNvSpPr>
          <p:nvPr>
            <p:ph idx="1"/>
          </p:nvPr>
        </p:nvSpPr>
        <p:spPr>
          <a:xfrm>
            <a:off x="228600" y="152400"/>
            <a:ext cx="8763000" cy="2771775"/>
          </a:xfrm>
          <a:ln/>
        </p:spPr>
        <p:txBody>
          <a:bodyPr vert="horz" wrap="square" lIns="91440" tIns="45720" rIns="91440" bIns="45720" anchor="t" anchorCtr="0"/>
          <a:p>
            <a:pPr marL="0" indent="0" eaLnBrk="1" hangingPunct="1">
              <a:lnSpc>
                <a:spcPct val="110000"/>
              </a:lnSpc>
              <a:buFont typeface="Wingdings" panose="05000000000000000000" pitchFamily="2" charset="2"/>
              <a:buNone/>
            </a:pPr>
            <a:r>
              <a:rPr lang="zh-CN" altLang="en-US" sz="2800" b="1" dirty="0">
                <a:latin typeface="宋体" panose="02010600030101010101" pitchFamily="2" charset="-122"/>
              </a:rPr>
              <a:t>双向链表的结点的类型定义如下：</a:t>
            </a:r>
            <a:endParaRPr lang="zh-CN" altLang="en-US" sz="2800" b="1" dirty="0">
              <a:latin typeface="宋体" panose="02010600030101010101" pitchFamily="2" charset="-122"/>
            </a:endParaRPr>
          </a:p>
          <a:p>
            <a:pPr marL="0" indent="0" eaLnBrk="1" hangingPunct="1">
              <a:buFont typeface="Wingdings" panose="05000000000000000000" pitchFamily="2" charset="2"/>
              <a:buNone/>
            </a:pPr>
            <a:r>
              <a:rPr lang="en-US" altLang="zh-CN" sz="2800" b="1" dirty="0"/>
              <a:t>typedef struct DulNode</a:t>
            </a:r>
            <a:endParaRPr lang="en-US" altLang="zh-CN" sz="2800" b="1" dirty="0"/>
          </a:p>
          <a:p>
            <a:pPr marL="533400" lvl="1" indent="0" eaLnBrk="1" hangingPunct="1">
              <a:buNone/>
            </a:pPr>
            <a:r>
              <a:rPr lang="en-US" altLang="zh-CN" b="1" dirty="0"/>
              <a:t>{     ElemType  data ;</a:t>
            </a:r>
            <a:endParaRPr lang="en-US" altLang="zh-CN" b="1" dirty="0"/>
          </a:p>
          <a:p>
            <a:pPr marL="1079500" lvl="2" indent="0" eaLnBrk="1" hangingPunct="1">
              <a:buFont typeface="Wingdings" panose="05000000000000000000" pitchFamily="2" charset="2"/>
              <a:buNone/>
            </a:pPr>
            <a:r>
              <a:rPr lang="en-US" altLang="zh-CN" sz="2800" b="1" dirty="0"/>
              <a:t>struct Dulnode  *prior , *next ;</a:t>
            </a:r>
            <a:endParaRPr lang="en-US" altLang="zh-CN" sz="2800" b="1" dirty="0"/>
          </a:p>
          <a:p>
            <a:pPr marL="533400" lvl="1" indent="0" eaLnBrk="1" hangingPunct="1">
              <a:buNone/>
            </a:pPr>
            <a:r>
              <a:rPr lang="en-US" altLang="zh-CN" b="1" dirty="0"/>
              <a:t>}DulNode ;</a:t>
            </a:r>
            <a:endParaRPr lang="en-US" altLang="zh-CN" b="1" dirty="0">
              <a:latin typeface="宋体" panose="02010600030101010101" pitchFamily="2" charset="-122"/>
            </a:endParaRPr>
          </a:p>
        </p:txBody>
      </p:sp>
      <p:grpSp>
        <p:nvGrpSpPr>
          <p:cNvPr id="48131" name="Group 112"/>
          <p:cNvGrpSpPr/>
          <p:nvPr/>
        </p:nvGrpSpPr>
        <p:grpSpPr>
          <a:xfrm>
            <a:off x="533400" y="4365625"/>
            <a:ext cx="8077200" cy="1350963"/>
            <a:chOff x="384" y="2989"/>
            <a:chExt cx="5088" cy="851"/>
          </a:xfrm>
        </p:grpSpPr>
        <p:sp>
          <p:nvSpPr>
            <p:cNvPr id="48133" name="Rectangle 113"/>
            <p:cNvSpPr/>
            <p:nvPr/>
          </p:nvSpPr>
          <p:spPr>
            <a:xfrm>
              <a:off x="4176" y="3229"/>
              <a:ext cx="408" cy="227"/>
            </a:xfrm>
            <a:prstGeom prst="rect">
              <a:avLst/>
            </a:prstGeom>
            <a:noFill/>
            <a:ln w="12700" cap="flat" cmpd="sng">
              <a:solidFill>
                <a:srgbClr val="00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Times New Roman" panose="02020603050405020304" pitchFamily="18" charset="0"/>
                </a:rPr>
                <a:t>……</a:t>
              </a:r>
              <a:endParaRPr lang="en-US" altLang="zh-CN" sz="2400" b="1" dirty="0">
                <a:ea typeface="Times New Roman" panose="02020603050405020304" pitchFamily="18" charset="0"/>
              </a:endParaRPr>
            </a:p>
          </p:txBody>
        </p:sp>
        <p:grpSp>
          <p:nvGrpSpPr>
            <p:cNvPr id="48134" name="Group 114"/>
            <p:cNvGrpSpPr/>
            <p:nvPr/>
          </p:nvGrpSpPr>
          <p:grpSpPr>
            <a:xfrm>
              <a:off x="384" y="2989"/>
              <a:ext cx="5088" cy="851"/>
              <a:chOff x="384" y="2784"/>
              <a:chExt cx="5088" cy="851"/>
            </a:xfrm>
          </p:grpSpPr>
          <p:grpSp>
            <p:nvGrpSpPr>
              <p:cNvPr id="48135" name="Group 115"/>
              <p:cNvGrpSpPr/>
              <p:nvPr/>
            </p:nvGrpSpPr>
            <p:grpSpPr>
              <a:xfrm>
                <a:off x="1554" y="2832"/>
                <a:ext cx="3918" cy="803"/>
                <a:chOff x="1680" y="2832"/>
                <a:chExt cx="3918" cy="803"/>
              </a:xfrm>
            </p:grpSpPr>
            <p:sp>
              <p:nvSpPr>
                <p:cNvPr id="48143" name="Rectangle 116"/>
                <p:cNvSpPr/>
                <p:nvPr/>
              </p:nvSpPr>
              <p:spPr>
                <a:xfrm>
                  <a:off x="3325" y="3408"/>
                  <a:ext cx="1043" cy="227"/>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cs typeface="Arial" panose="020B0604020202020204" pitchFamily="34" charset="0"/>
                    </a:rPr>
                    <a:t>非空双向链表</a:t>
                  </a:r>
                  <a:endParaRPr lang="zh-CN" altLang="en-US" sz="2000" b="1" dirty="0">
                    <a:ea typeface="Arial" panose="020B0604020202020204" pitchFamily="34" charset="0"/>
                  </a:endParaRPr>
                </a:p>
              </p:txBody>
            </p:sp>
            <p:grpSp>
              <p:nvGrpSpPr>
                <p:cNvPr id="48144" name="Group 117"/>
                <p:cNvGrpSpPr/>
                <p:nvPr/>
              </p:nvGrpSpPr>
              <p:grpSpPr>
                <a:xfrm>
                  <a:off x="1680" y="2832"/>
                  <a:ext cx="3918" cy="458"/>
                  <a:chOff x="1680" y="2832"/>
                  <a:chExt cx="3918" cy="458"/>
                </a:xfrm>
              </p:grpSpPr>
              <p:grpSp>
                <p:nvGrpSpPr>
                  <p:cNvPr id="48145" name="Group 118"/>
                  <p:cNvGrpSpPr/>
                  <p:nvPr/>
                </p:nvGrpSpPr>
                <p:grpSpPr>
                  <a:xfrm>
                    <a:off x="1680" y="2832"/>
                    <a:ext cx="708" cy="458"/>
                    <a:chOff x="1680" y="2832"/>
                    <a:chExt cx="708" cy="458"/>
                  </a:xfrm>
                </p:grpSpPr>
                <p:sp>
                  <p:nvSpPr>
                    <p:cNvPr id="48166" name="Rectangle 119"/>
                    <p:cNvSpPr/>
                    <p:nvPr/>
                  </p:nvSpPr>
                  <p:spPr>
                    <a:xfrm>
                      <a:off x="1872" y="2832"/>
                      <a:ext cx="408" cy="227"/>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head</a:t>
                      </a:r>
                      <a:endParaRPr lang="en-US" altLang="zh-CN" sz="2400" b="1" dirty="0">
                        <a:ea typeface="Arial" panose="020B0604020202020204" pitchFamily="34" charset="0"/>
                      </a:endParaRPr>
                    </a:p>
                  </p:txBody>
                </p:sp>
                <p:sp>
                  <p:nvSpPr>
                    <p:cNvPr id="48167" name="Rectangle 120"/>
                    <p:cNvSpPr/>
                    <p:nvPr/>
                  </p:nvSpPr>
                  <p:spPr>
                    <a:xfrm>
                      <a:off x="1839" y="3063"/>
                      <a:ext cx="38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en-US" sz="2400" b="1" dirty="0">
                        <a:ea typeface="Arial" panose="020B0604020202020204" pitchFamily="34" charset="0"/>
                      </a:endParaRPr>
                    </a:p>
                  </p:txBody>
                </p:sp>
                <p:sp>
                  <p:nvSpPr>
                    <p:cNvPr id="48168" name="Rectangle 121"/>
                    <p:cNvSpPr/>
                    <p:nvPr/>
                  </p:nvSpPr>
                  <p:spPr>
                    <a:xfrm>
                      <a:off x="1680" y="3063"/>
                      <a:ext cx="159"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cs typeface="Arial" panose="020B0604020202020204" pitchFamily="34" charset="0"/>
                        </a:rPr>
                        <a:t>⋀</a:t>
                      </a:r>
                      <a:endParaRPr lang="zh-CN" altLang="en-US" sz="2400" b="1" dirty="0">
                        <a:ea typeface="Arial" panose="020B0604020202020204" pitchFamily="34" charset="0"/>
                      </a:endParaRPr>
                    </a:p>
                  </p:txBody>
                </p:sp>
                <p:sp>
                  <p:nvSpPr>
                    <p:cNvPr id="48169" name="Rectangle 122"/>
                    <p:cNvSpPr/>
                    <p:nvPr/>
                  </p:nvSpPr>
                  <p:spPr>
                    <a:xfrm>
                      <a:off x="2229" y="3063"/>
                      <a:ext cx="159"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nvGrpSpPr>
                  <p:cNvPr id="48146" name="Group 123"/>
                  <p:cNvGrpSpPr/>
                  <p:nvPr/>
                </p:nvGrpSpPr>
                <p:grpSpPr>
                  <a:xfrm>
                    <a:off x="3411" y="3063"/>
                    <a:ext cx="708" cy="227"/>
                    <a:chOff x="3411" y="3063"/>
                    <a:chExt cx="708" cy="227"/>
                  </a:xfrm>
                </p:grpSpPr>
                <p:sp>
                  <p:nvSpPr>
                    <p:cNvPr id="48163" name="Rectangle 124"/>
                    <p:cNvSpPr/>
                    <p:nvPr/>
                  </p:nvSpPr>
                  <p:spPr>
                    <a:xfrm>
                      <a:off x="3570" y="3063"/>
                      <a:ext cx="38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a</a:t>
                      </a:r>
                      <a:r>
                        <a:rPr lang="en-US" altLang="zh-CN" sz="2400" b="1" baseline="-25000" dirty="0">
                          <a:cs typeface="Arial" panose="020B0604020202020204" pitchFamily="34" charset="0"/>
                        </a:rPr>
                        <a:t>2</a:t>
                      </a:r>
                      <a:endParaRPr lang="en-US" altLang="zh-CN" sz="2400" b="1" baseline="-25000" dirty="0">
                        <a:ea typeface="Arial" panose="020B0604020202020204" pitchFamily="34" charset="0"/>
                      </a:endParaRPr>
                    </a:p>
                  </p:txBody>
                </p:sp>
                <p:sp>
                  <p:nvSpPr>
                    <p:cNvPr id="48164" name="Rectangle 125"/>
                    <p:cNvSpPr/>
                    <p:nvPr/>
                  </p:nvSpPr>
                  <p:spPr>
                    <a:xfrm>
                      <a:off x="3411" y="3063"/>
                      <a:ext cx="159"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48165" name="Rectangle 126"/>
                    <p:cNvSpPr/>
                    <p:nvPr/>
                  </p:nvSpPr>
                  <p:spPr>
                    <a:xfrm>
                      <a:off x="3960" y="3063"/>
                      <a:ext cx="159"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nvGrpSpPr>
                  <p:cNvPr id="48147" name="Group 127"/>
                  <p:cNvGrpSpPr/>
                  <p:nvPr/>
                </p:nvGrpSpPr>
                <p:grpSpPr>
                  <a:xfrm>
                    <a:off x="2541" y="3063"/>
                    <a:ext cx="708" cy="227"/>
                    <a:chOff x="2550" y="3063"/>
                    <a:chExt cx="708" cy="227"/>
                  </a:xfrm>
                </p:grpSpPr>
                <p:sp>
                  <p:nvSpPr>
                    <p:cNvPr id="48160" name="Rectangle 128"/>
                    <p:cNvSpPr/>
                    <p:nvPr/>
                  </p:nvSpPr>
                  <p:spPr>
                    <a:xfrm>
                      <a:off x="2709" y="3063"/>
                      <a:ext cx="38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a</a:t>
                      </a:r>
                      <a:r>
                        <a:rPr lang="en-US" altLang="zh-CN" sz="2400" b="1" baseline="-25000" dirty="0">
                          <a:cs typeface="Arial" panose="020B0604020202020204" pitchFamily="34" charset="0"/>
                        </a:rPr>
                        <a:t>1</a:t>
                      </a:r>
                      <a:endParaRPr lang="en-US" altLang="zh-CN" sz="2400" b="1" baseline="-25000" dirty="0">
                        <a:ea typeface="Arial" panose="020B0604020202020204" pitchFamily="34" charset="0"/>
                      </a:endParaRPr>
                    </a:p>
                  </p:txBody>
                </p:sp>
                <p:sp>
                  <p:nvSpPr>
                    <p:cNvPr id="48161" name="Rectangle 129"/>
                    <p:cNvSpPr/>
                    <p:nvPr/>
                  </p:nvSpPr>
                  <p:spPr>
                    <a:xfrm>
                      <a:off x="2550" y="3063"/>
                      <a:ext cx="159"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48162" name="Rectangle 130"/>
                    <p:cNvSpPr/>
                    <p:nvPr/>
                  </p:nvSpPr>
                  <p:spPr>
                    <a:xfrm>
                      <a:off x="3099" y="3063"/>
                      <a:ext cx="159"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nvGrpSpPr>
                  <p:cNvPr id="48148" name="Group 131"/>
                  <p:cNvGrpSpPr/>
                  <p:nvPr/>
                </p:nvGrpSpPr>
                <p:grpSpPr>
                  <a:xfrm>
                    <a:off x="4899" y="3060"/>
                    <a:ext cx="699" cy="227"/>
                    <a:chOff x="4899" y="3060"/>
                    <a:chExt cx="699" cy="227"/>
                  </a:xfrm>
                </p:grpSpPr>
                <p:sp>
                  <p:nvSpPr>
                    <p:cNvPr id="48157" name="Rectangle 132"/>
                    <p:cNvSpPr/>
                    <p:nvPr/>
                  </p:nvSpPr>
                  <p:spPr>
                    <a:xfrm>
                      <a:off x="5058" y="3060"/>
                      <a:ext cx="38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a</a:t>
                      </a:r>
                      <a:r>
                        <a:rPr lang="en-US" altLang="zh-CN" sz="2400" b="1" baseline="-25000" dirty="0">
                          <a:cs typeface="Arial" panose="020B0604020202020204" pitchFamily="34" charset="0"/>
                        </a:rPr>
                        <a:t>n</a:t>
                      </a:r>
                      <a:endParaRPr lang="en-US" altLang="zh-CN" sz="2400" b="1" baseline="-25000" dirty="0">
                        <a:ea typeface="Arial" panose="020B0604020202020204" pitchFamily="34" charset="0"/>
                      </a:endParaRPr>
                    </a:p>
                  </p:txBody>
                </p:sp>
                <p:sp>
                  <p:nvSpPr>
                    <p:cNvPr id="48158" name="Rectangle 133"/>
                    <p:cNvSpPr/>
                    <p:nvPr/>
                  </p:nvSpPr>
                  <p:spPr>
                    <a:xfrm>
                      <a:off x="4899" y="3060"/>
                      <a:ext cx="159"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48159" name="Rectangle 134"/>
                    <p:cNvSpPr/>
                    <p:nvPr/>
                  </p:nvSpPr>
                  <p:spPr>
                    <a:xfrm>
                      <a:off x="5439" y="3060"/>
                      <a:ext cx="159"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cs typeface="Arial" panose="020B0604020202020204" pitchFamily="34" charset="0"/>
                        </a:rPr>
                        <a:t>⋀</a:t>
                      </a:r>
                      <a:endParaRPr lang="zh-CN" altLang="en-US" sz="2400" b="1" dirty="0">
                        <a:ea typeface="Arial" panose="020B0604020202020204" pitchFamily="34" charset="0"/>
                      </a:endParaRPr>
                    </a:p>
                  </p:txBody>
                </p:sp>
              </p:grpSp>
              <p:sp>
                <p:nvSpPr>
                  <p:cNvPr id="48149" name="Line 135"/>
                  <p:cNvSpPr/>
                  <p:nvPr/>
                </p:nvSpPr>
                <p:spPr>
                  <a:xfrm>
                    <a:off x="2334" y="3141"/>
                    <a:ext cx="204" cy="0"/>
                  </a:xfrm>
                  <a:prstGeom prst="line">
                    <a:avLst/>
                  </a:prstGeom>
                  <a:ln w="12700" cap="flat" cmpd="sng">
                    <a:solidFill>
                      <a:schemeClr val="tx1"/>
                    </a:solidFill>
                    <a:prstDash val="solid"/>
                    <a:headEnd type="none" w="sm" len="sm"/>
                    <a:tailEnd type="triangle" w="med" len="med"/>
                  </a:ln>
                </p:spPr>
              </p:sp>
              <p:sp>
                <p:nvSpPr>
                  <p:cNvPr id="48150" name="Line 136"/>
                  <p:cNvSpPr/>
                  <p:nvPr/>
                </p:nvSpPr>
                <p:spPr>
                  <a:xfrm>
                    <a:off x="3198" y="3138"/>
                    <a:ext cx="204" cy="0"/>
                  </a:xfrm>
                  <a:prstGeom prst="line">
                    <a:avLst/>
                  </a:prstGeom>
                  <a:ln w="12700" cap="flat" cmpd="sng">
                    <a:solidFill>
                      <a:schemeClr val="tx1"/>
                    </a:solidFill>
                    <a:prstDash val="solid"/>
                    <a:headEnd type="none" w="sm" len="sm"/>
                    <a:tailEnd type="triangle" w="med" len="med"/>
                  </a:ln>
                </p:spPr>
              </p:sp>
              <p:sp>
                <p:nvSpPr>
                  <p:cNvPr id="48151" name="Line 137"/>
                  <p:cNvSpPr/>
                  <p:nvPr/>
                </p:nvSpPr>
                <p:spPr>
                  <a:xfrm>
                    <a:off x="4071" y="3114"/>
                    <a:ext cx="204" cy="0"/>
                  </a:xfrm>
                  <a:prstGeom prst="line">
                    <a:avLst/>
                  </a:prstGeom>
                  <a:ln w="12700" cap="flat" cmpd="sng">
                    <a:solidFill>
                      <a:schemeClr val="tx1"/>
                    </a:solidFill>
                    <a:prstDash val="solid"/>
                    <a:headEnd type="none" w="sm" len="sm"/>
                    <a:tailEnd type="triangle" w="med" len="med"/>
                  </a:ln>
                </p:spPr>
              </p:sp>
              <p:sp>
                <p:nvSpPr>
                  <p:cNvPr id="48152" name="Line 138"/>
                  <p:cNvSpPr/>
                  <p:nvPr/>
                </p:nvSpPr>
                <p:spPr>
                  <a:xfrm>
                    <a:off x="4686" y="3138"/>
                    <a:ext cx="204" cy="0"/>
                  </a:xfrm>
                  <a:prstGeom prst="line">
                    <a:avLst/>
                  </a:prstGeom>
                  <a:ln w="12700" cap="flat" cmpd="sng">
                    <a:solidFill>
                      <a:schemeClr val="tx1"/>
                    </a:solidFill>
                    <a:prstDash val="solid"/>
                    <a:headEnd type="none" w="sm" len="sm"/>
                    <a:tailEnd type="triangle" w="med" len="med"/>
                  </a:ln>
                </p:spPr>
              </p:sp>
              <p:sp>
                <p:nvSpPr>
                  <p:cNvPr id="48153" name="Line 139"/>
                  <p:cNvSpPr/>
                  <p:nvPr/>
                </p:nvSpPr>
                <p:spPr>
                  <a:xfrm flipH="1">
                    <a:off x="3264" y="3225"/>
                    <a:ext cx="204" cy="0"/>
                  </a:xfrm>
                  <a:prstGeom prst="line">
                    <a:avLst/>
                  </a:prstGeom>
                  <a:ln w="12700" cap="flat" cmpd="sng">
                    <a:solidFill>
                      <a:schemeClr val="tx1"/>
                    </a:solidFill>
                    <a:prstDash val="solid"/>
                    <a:headEnd type="none" w="sm" len="sm"/>
                    <a:tailEnd type="triangle" w="med" len="med"/>
                  </a:ln>
                </p:spPr>
              </p:sp>
              <p:sp>
                <p:nvSpPr>
                  <p:cNvPr id="48154" name="Line 140"/>
                  <p:cNvSpPr/>
                  <p:nvPr/>
                </p:nvSpPr>
                <p:spPr>
                  <a:xfrm flipH="1">
                    <a:off x="4137" y="3243"/>
                    <a:ext cx="204" cy="0"/>
                  </a:xfrm>
                  <a:prstGeom prst="line">
                    <a:avLst/>
                  </a:prstGeom>
                  <a:ln w="12700" cap="flat" cmpd="sng">
                    <a:solidFill>
                      <a:schemeClr val="tx1"/>
                    </a:solidFill>
                    <a:prstDash val="solid"/>
                    <a:headEnd type="none" w="sm" len="sm"/>
                    <a:tailEnd type="triangle" w="med" len="med"/>
                  </a:ln>
                </p:spPr>
              </p:sp>
              <p:sp>
                <p:nvSpPr>
                  <p:cNvPr id="48155" name="Line 141"/>
                  <p:cNvSpPr/>
                  <p:nvPr/>
                </p:nvSpPr>
                <p:spPr>
                  <a:xfrm flipH="1">
                    <a:off x="2400" y="3225"/>
                    <a:ext cx="204" cy="0"/>
                  </a:xfrm>
                  <a:prstGeom prst="line">
                    <a:avLst/>
                  </a:prstGeom>
                  <a:ln w="12700" cap="flat" cmpd="sng">
                    <a:solidFill>
                      <a:schemeClr val="tx1"/>
                    </a:solidFill>
                    <a:prstDash val="solid"/>
                    <a:headEnd type="none" w="sm" len="sm"/>
                    <a:tailEnd type="triangle" w="med" len="med"/>
                  </a:ln>
                </p:spPr>
              </p:sp>
              <p:sp>
                <p:nvSpPr>
                  <p:cNvPr id="48156" name="Line 142"/>
                  <p:cNvSpPr/>
                  <p:nvPr/>
                </p:nvSpPr>
                <p:spPr>
                  <a:xfrm flipH="1">
                    <a:off x="4761" y="3216"/>
                    <a:ext cx="204" cy="0"/>
                  </a:xfrm>
                  <a:prstGeom prst="line">
                    <a:avLst/>
                  </a:prstGeom>
                  <a:ln w="12700" cap="flat" cmpd="sng">
                    <a:solidFill>
                      <a:schemeClr val="tx1"/>
                    </a:solidFill>
                    <a:prstDash val="solid"/>
                    <a:headEnd type="none" w="sm" len="sm"/>
                    <a:tailEnd type="triangle" w="med" len="med"/>
                  </a:ln>
                </p:spPr>
              </p:sp>
            </p:grpSp>
          </p:grpSp>
          <p:grpSp>
            <p:nvGrpSpPr>
              <p:cNvPr id="48136" name="Group 143"/>
              <p:cNvGrpSpPr/>
              <p:nvPr/>
            </p:nvGrpSpPr>
            <p:grpSpPr>
              <a:xfrm>
                <a:off x="384" y="2784"/>
                <a:ext cx="912" cy="808"/>
                <a:chOff x="379" y="2923"/>
                <a:chExt cx="912" cy="808"/>
              </a:xfrm>
            </p:grpSpPr>
            <p:sp>
              <p:nvSpPr>
                <p:cNvPr id="48137" name="Rectangle 144"/>
                <p:cNvSpPr/>
                <p:nvPr/>
              </p:nvSpPr>
              <p:spPr>
                <a:xfrm>
                  <a:off x="384" y="3504"/>
                  <a:ext cx="907" cy="227"/>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cs typeface="Arial" panose="020B0604020202020204" pitchFamily="34" charset="0"/>
                    </a:rPr>
                    <a:t>空双向链表</a:t>
                  </a:r>
                  <a:endParaRPr lang="zh-CN" altLang="en-US" sz="2000" b="1" dirty="0">
                    <a:ea typeface="Arial" panose="020B0604020202020204" pitchFamily="34" charset="0"/>
                  </a:endParaRPr>
                </a:p>
              </p:txBody>
            </p:sp>
            <p:grpSp>
              <p:nvGrpSpPr>
                <p:cNvPr id="48138" name="Group 145"/>
                <p:cNvGrpSpPr/>
                <p:nvPr/>
              </p:nvGrpSpPr>
              <p:grpSpPr>
                <a:xfrm>
                  <a:off x="379" y="2923"/>
                  <a:ext cx="773" cy="485"/>
                  <a:chOff x="379" y="2923"/>
                  <a:chExt cx="773" cy="485"/>
                </a:xfrm>
              </p:grpSpPr>
              <p:sp>
                <p:nvSpPr>
                  <p:cNvPr id="48139" name="Rectangle 146"/>
                  <p:cNvSpPr/>
                  <p:nvPr/>
                </p:nvSpPr>
                <p:spPr>
                  <a:xfrm>
                    <a:off x="567" y="2923"/>
                    <a:ext cx="431" cy="227"/>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head</a:t>
                    </a:r>
                    <a:endParaRPr lang="en-US" altLang="zh-CN" sz="2400" b="1" dirty="0">
                      <a:ea typeface="Arial" panose="020B0604020202020204" pitchFamily="34" charset="0"/>
                    </a:endParaRPr>
                  </a:p>
                </p:txBody>
              </p:sp>
              <p:sp>
                <p:nvSpPr>
                  <p:cNvPr id="48140" name="Rectangle 147"/>
                  <p:cNvSpPr/>
                  <p:nvPr/>
                </p:nvSpPr>
                <p:spPr>
                  <a:xfrm>
                    <a:off x="379" y="3181"/>
                    <a:ext cx="227"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cs typeface="Arial" panose="020B0604020202020204" pitchFamily="34" charset="0"/>
                      </a:rPr>
                      <a:t>⋀</a:t>
                    </a:r>
                    <a:endParaRPr lang="zh-CN" altLang="en-US" sz="2400" b="1" dirty="0">
                      <a:ea typeface="Arial" panose="020B0604020202020204" pitchFamily="34" charset="0"/>
                    </a:endParaRPr>
                  </a:p>
                </p:txBody>
              </p:sp>
              <p:sp>
                <p:nvSpPr>
                  <p:cNvPr id="48141" name="Rectangle 148"/>
                  <p:cNvSpPr/>
                  <p:nvPr/>
                </p:nvSpPr>
                <p:spPr>
                  <a:xfrm>
                    <a:off x="604" y="3181"/>
                    <a:ext cx="317"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48142" name="Rectangle 149"/>
                  <p:cNvSpPr/>
                  <p:nvPr/>
                </p:nvSpPr>
                <p:spPr>
                  <a:xfrm>
                    <a:off x="925" y="3180"/>
                    <a:ext cx="227"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cs typeface="Arial" panose="020B0604020202020204" pitchFamily="34" charset="0"/>
                      </a:rPr>
                      <a:t>⋀</a:t>
                    </a:r>
                    <a:endParaRPr lang="zh-CN" altLang="en-US" sz="2400" b="1" dirty="0">
                      <a:ea typeface="Arial" panose="020B0604020202020204" pitchFamily="34" charset="0"/>
                    </a:endParaRPr>
                  </a:p>
                </p:txBody>
              </p:sp>
            </p:grpSp>
          </p:grpSp>
        </p:grpSp>
      </p:grpSp>
      <p:sp>
        <p:nvSpPr>
          <p:cNvPr id="48132" name="Rectangle 103"/>
          <p:cNvSpPr txBox="1"/>
          <p:nvPr/>
        </p:nvSpPr>
        <p:spPr>
          <a:xfrm>
            <a:off x="190500" y="3644900"/>
            <a:ext cx="8763000" cy="2362200"/>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lnSpc>
                <a:spcPct val="110000"/>
              </a:lnSpc>
              <a:buFont typeface="Wingdings" panose="05000000000000000000" pitchFamily="2" charset="2"/>
              <a:buNone/>
            </a:pPr>
            <a:r>
              <a:rPr lang="zh-CN" altLang="en-US" sz="2800" b="1" dirty="0">
                <a:latin typeface="宋体" panose="02010600030101010101" pitchFamily="2" charset="-122"/>
              </a:rPr>
              <a:t>带头结点的双向链表：</a:t>
            </a:r>
            <a:endParaRPr lang="zh-CN" altLang="en-US" sz="2800" b="1" dirty="0">
              <a:latin typeface="宋体" panose="02010600030101010101" pitchFamily="2" charset="-122"/>
            </a:endParaRPr>
          </a:p>
        </p:txBody>
      </p:sp>
    </p:spTree>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946" name="Rectangle 2"/>
          <p:cNvSpPr>
            <a:spLocks noGrp="1" noChangeArrowheads="1"/>
          </p:cNvSpPr>
          <p:nvPr>
            <p:ph idx="1" hasCustomPrompt="1"/>
          </p:nvPr>
        </p:nvSpPr>
        <p:spPr>
          <a:xfrm>
            <a:off x="684213" y="692150"/>
            <a:ext cx="3429000" cy="685800"/>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rgbClr val="FF7C80"/>
              </a:buClr>
              <a:buSzPct val="50000"/>
              <a:buFont typeface="Wingdings" panose="05000000000000000000" pitchFamily="2" charset="2"/>
              <a:buChar char="n"/>
              <a:defRPr/>
            </a:pPr>
            <a:r>
              <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mn-lt"/>
                <a:ea typeface="仿宋_GB2312" pitchFamily="49" charset="-122"/>
                <a:cs typeface="+mn-cs"/>
              </a:rPr>
              <a:t>双向链表的特点</a:t>
            </a:r>
            <a:endParaRPr kumimoji="1" lang="zh-CN" altLang="en-US" sz="2800" b="0" i="0" u="none" strike="noStrike" kern="1200" cap="none" spc="0" normalizeH="0" baseline="0" noProof="0">
              <a:ln>
                <a:noFill/>
              </a:ln>
              <a:solidFill>
                <a:schemeClr val="tx1"/>
              </a:solidFill>
              <a:effectLst/>
              <a:uLnTx/>
              <a:uFillTx/>
              <a:latin typeface="+mn-lt"/>
              <a:ea typeface="仿宋_GB2312" pitchFamily="49" charset="-122"/>
              <a:cs typeface="+mn-cs"/>
            </a:endParaRPr>
          </a:p>
        </p:txBody>
      </p:sp>
      <p:grpSp>
        <p:nvGrpSpPr>
          <p:cNvPr id="339041" name="Group 97"/>
          <p:cNvGrpSpPr/>
          <p:nvPr/>
        </p:nvGrpSpPr>
        <p:grpSpPr>
          <a:xfrm>
            <a:off x="1141413" y="1758950"/>
            <a:ext cx="6934200" cy="685800"/>
            <a:chOff x="672" y="2112"/>
            <a:chExt cx="4368" cy="432"/>
          </a:xfrm>
        </p:grpSpPr>
        <p:sp>
          <p:nvSpPr>
            <p:cNvPr id="50194" name="Rectangle 4" descr="羊皮纸"/>
            <p:cNvSpPr/>
            <p:nvPr/>
          </p:nvSpPr>
          <p:spPr>
            <a:xfrm>
              <a:off x="1152" y="2208"/>
              <a:ext cx="76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0195" name="Line 5"/>
            <p:cNvSpPr/>
            <p:nvPr/>
          </p:nvSpPr>
          <p:spPr>
            <a:xfrm>
              <a:off x="1392" y="2208"/>
              <a:ext cx="0" cy="336"/>
            </a:xfrm>
            <a:prstGeom prst="line">
              <a:avLst/>
            </a:prstGeom>
            <a:ln w="9525" cap="flat" cmpd="sng">
              <a:solidFill>
                <a:schemeClr val="tx1"/>
              </a:solidFill>
              <a:prstDash val="solid"/>
              <a:headEnd type="none" w="med" len="med"/>
              <a:tailEnd type="none" w="med" len="med"/>
            </a:ln>
          </p:spPr>
        </p:sp>
        <p:sp>
          <p:nvSpPr>
            <p:cNvPr id="50196" name="Line 6"/>
            <p:cNvSpPr/>
            <p:nvPr/>
          </p:nvSpPr>
          <p:spPr>
            <a:xfrm>
              <a:off x="1680" y="2208"/>
              <a:ext cx="0" cy="336"/>
            </a:xfrm>
            <a:prstGeom prst="line">
              <a:avLst/>
            </a:prstGeom>
            <a:ln w="9525" cap="flat" cmpd="sng">
              <a:solidFill>
                <a:schemeClr val="tx1"/>
              </a:solidFill>
              <a:prstDash val="solid"/>
              <a:headEnd type="none" w="med" len="med"/>
              <a:tailEnd type="none" w="med" len="med"/>
            </a:ln>
          </p:spPr>
        </p:sp>
        <p:sp>
          <p:nvSpPr>
            <p:cNvPr id="50197" name="Line 7"/>
            <p:cNvSpPr/>
            <p:nvPr/>
          </p:nvSpPr>
          <p:spPr>
            <a:xfrm flipV="1">
              <a:off x="1392" y="2112"/>
              <a:ext cx="96" cy="96"/>
            </a:xfrm>
            <a:prstGeom prst="line">
              <a:avLst/>
            </a:prstGeom>
            <a:ln w="9525" cap="flat" cmpd="sng">
              <a:solidFill>
                <a:schemeClr val="tx1"/>
              </a:solidFill>
              <a:prstDash val="solid"/>
              <a:headEnd type="none" w="med" len="med"/>
              <a:tailEnd type="none" w="med" len="med"/>
            </a:ln>
          </p:spPr>
        </p:sp>
        <p:sp>
          <p:nvSpPr>
            <p:cNvPr id="50198" name="Line 8"/>
            <p:cNvSpPr/>
            <p:nvPr/>
          </p:nvSpPr>
          <p:spPr>
            <a:xfrm flipV="1">
              <a:off x="1680" y="2112"/>
              <a:ext cx="96" cy="96"/>
            </a:xfrm>
            <a:prstGeom prst="line">
              <a:avLst/>
            </a:prstGeom>
            <a:ln w="9525" cap="flat" cmpd="sng">
              <a:solidFill>
                <a:schemeClr val="tx1"/>
              </a:solidFill>
              <a:prstDash val="solid"/>
              <a:headEnd type="none" w="med" len="med"/>
              <a:tailEnd type="none" w="med" len="med"/>
            </a:ln>
          </p:spPr>
        </p:sp>
        <p:sp>
          <p:nvSpPr>
            <p:cNvPr id="50199" name="Rectangle 9" descr="羊皮纸"/>
            <p:cNvSpPr/>
            <p:nvPr/>
          </p:nvSpPr>
          <p:spPr>
            <a:xfrm>
              <a:off x="2448" y="2208"/>
              <a:ext cx="76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0200" name="Line 10"/>
            <p:cNvSpPr/>
            <p:nvPr/>
          </p:nvSpPr>
          <p:spPr>
            <a:xfrm>
              <a:off x="2688" y="2208"/>
              <a:ext cx="0" cy="336"/>
            </a:xfrm>
            <a:prstGeom prst="line">
              <a:avLst/>
            </a:prstGeom>
            <a:ln w="9525" cap="flat" cmpd="sng">
              <a:solidFill>
                <a:schemeClr val="tx1"/>
              </a:solidFill>
              <a:prstDash val="solid"/>
              <a:headEnd type="none" w="med" len="med"/>
              <a:tailEnd type="none" w="med" len="med"/>
            </a:ln>
          </p:spPr>
        </p:sp>
        <p:sp>
          <p:nvSpPr>
            <p:cNvPr id="50201" name="Line 11"/>
            <p:cNvSpPr/>
            <p:nvPr/>
          </p:nvSpPr>
          <p:spPr>
            <a:xfrm>
              <a:off x="2976" y="2208"/>
              <a:ext cx="0" cy="336"/>
            </a:xfrm>
            <a:prstGeom prst="line">
              <a:avLst/>
            </a:prstGeom>
            <a:ln w="9525" cap="flat" cmpd="sng">
              <a:solidFill>
                <a:schemeClr val="tx1"/>
              </a:solidFill>
              <a:prstDash val="solid"/>
              <a:headEnd type="none" w="med" len="med"/>
              <a:tailEnd type="none" w="med" len="med"/>
            </a:ln>
          </p:spPr>
        </p:sp>
        <p:sp>
          <p:nvSpPr>
            <p:cNvPr id="50202" name="Line 12"/>
            <p:cNvSpPr/>
            <p:nvPr/>
          </p:nvSpPr>
          <p:spPr>
            <a:xfrm flipV="1">
              <a:off x="2688" y="2112"/>
              <a:ext cx="96" cy="96"/>
            </a:xfrm>
            <a:prstGeom prst="line">
              <a:avLst/>
            </a:prstGeom>
            <a:ln w="9525" cap="flat" cmpd="sng">
              <a:solidFill>
                <a:schemeClr val="tx1"/>
              </a:solidFill>
              <a:prstDash val="solid"/>
              <a:headEnd type="none" w="med" len="med"/>
              <a:tailEnd type="none" w="med" len="med"/>
            </a:ln>
          </p:spPr>
        </p:sp>
        <p:sp>
          <p:nvSpPr>
            <p:cNvPr id="50203" name="Line 13"/>
            <p:cNvSpPr/>
            <p:nvPr/>
          </p:nvSpPr>
          <p:spPr>
            <a:xfrm flipV="1">
              <a:off x="2976" y="2112"/>
              <a:ext cx="96" cy="96"/>
            </a:xfrm>
            <a:prstGeom prst="line">
              <a:avLst/>
            </a:prstGeom>
            <a:ln w="9525" cap="flat" cmpd="sng">
              <a:solidFill>
                <a:schemeClr val="tx1"/>
              </a:solidFill>
              <a:prstDash val="solid"/>
              <a:headEnd type="none" w="med" len="med"/>
              <a:tailEnd type="none" w="med" len="med"/>
            </a:ln>
          </p:spPr>
        </p:sp>
        <p:sp>
          <p:nvSpPr>
            <p:cNvPr id="50204" name="Rectangle 14" descr="羊皮纸"/>
            <p:cNvSpPr/>
            <p:nvPr/>
          </p:nvSpPr>
          <p:spPr>
            <a:xfrm>
              <a:off x="3744" y="2208"/>
              <a:ext cx="76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0205" name="Line 15"/>
            <p:cNvSpPr/>
            <p:nvPr/>
          </p:nvSpPr>
          <p:spPr>
            <a:xfrm>
              <a:off x="3984" y="2208"/>
              <a:ext cx="0" cy="336"/>
            </a:xfrm>
            <a:prstGeom prst="line">
              <a:avLst/>
            </a:prstGeom>
            <a:ln w="9525" cap="flat" cmpd="sng">
              <a:solidFill>
                <a:schemeClr val="tx1"/>
              </a:solidFill>
              <a:prstDash val="solid"/>
              <a:headEnd type="none" w="med" len="med"/>
              <a:tailEnd type="none" w="med" len="med"/>
            </a:ln>
          </p:spPr>
        </p:sp>
        <p:sp>
          <p:nvSpPr>
            <p:cNvPr id="50206" name="Line 16"/>
            <p:cNvSpPr/>
            <p:nvPr/>
          </p:nvSpPr>
          <p:spPr>
            <a:xfrm>
              <a:off x="4272" y="2208"/>
              <a:ext cx="0" cy="336"/>
            </a:xfrm>
            <a:prstGeom prst="line">
              <a:avLst/>
            </a:prstGeom>
            <a:ln w="9525" cap="flat" cmpd="sng">
              <a:solidFill>
                <a:schemeClr val="tx1"/>
              </a:solidFill>
              <a:prstDash val="solid"/>
              <a:headEnd type="none" w="med" len="med"/>
              <a:tailEnd type="none" w="med" len="med"/>
            </a:ln>
          </p:spPr>
        </p:sp>
        <p:sp>
          <p:nvSpPr>
            <p:cNvPr id="50207" name="Line 17"/>
            <p:cNvSpPr/>
            <p:nvPr/>
          </p:nvSpPr>
          <p:spPr>
            <a:xfrm flipV="1">
              <a:off x="3984" y="2112"/>
              <a:ext cx="96" cy="96"/>
            </a:xfrm>
            <a:prstGeom prst="line">
              <a:avLst/>
            </a:prstGeom>
            <a:ln w="9525" cap="flat" cmpd="sng">
              <a:solidFill>
                <a:schemeClr val="tx1"/>
              </a:solidFill>
              <a:prstDash val="solid"/>
              <a:headEnd type="none" w="med" len="med"/>
              <a:tailEnd type="none" w="med" len="med"/>
            </a:ln>
          </p:spPr>
        </p:sp>
        <p:sp>
          <p:nvSpPr>
            <p:cNvPr id="50208" name="Line 18"/>
            <p:cNvSpPr/>
            <p:nvPr/>
          </p:nvSpPr>
          <p:spPr>
            <a:xfrm flipV="1">
              <a:off x="4272" y="2112"/>
              <a:ext cx="96" cy="96"/>
            </a:xfrm>
            <a:prstGeom prst="line">
              <a:avLst/>
            </a:prstGeom>
            <a:ln w="9525" cap="flat" cmpd="sng">
              <a:solidFill>
                <a:schemeClr val="tx1"/>
              </a:solidFill>
              <a:prstDash val="solid"/>
              <a:headEnd type="none" w="med" len="med"/>
              <a:tailEnd type="none" w="med" len="med"/>
            </a:ln>
          </p:spPr>
        </p:sp>
        <p:sp>
          <p:nvSpPr>
            <p:cNvPr id="50209" name="Line 19"/>
            <p:cNvSpPr/>
            <p:nvPr/>
          </p:nvSpPr>
          <p:spPr>
            <a:xfrm>
              <a:off x="1968" y="2256"/>
              <a:ext cx="480" cy="0"/>
            </a:xfrm>
            <a:prstGeom prst="line">
              <a:avLst/>
            </a:prstGeom>
            <a:ln w="38100" cap="flat" cmpd="sng">
              <a:solidFill>
                <a:schemeClr val="tx2"/>
              </a:solidFill>
              <a:prstDash val="solid"/>
              <a:headEnd type="none" w="med" len="med"/>
              <a:tailEnd type="triangle" w="sm" len="lg"/>
            </a:ln>
          </p:spPr>
        </p:sp>
        <p:sp>
          <p:nvSpPr>
            <p:cNvPr id="50210" name="Line 20"/>
            <p:cNvSpPr/>
            <p:nvPr/>
          </p:nvSpPr>
          <p:spPr>
            <a:xfrm>
              <a:off x="672" y="2256"/>
              <a:ext cx="480" cy="0"/>
            </a:xfrm>
            <a:prstGeom prst="line">
              <a:avLst/>
            </a:prstGeom>
            <a:ln w="38100" cap="flat" cmpd="sng">
              <a:solidFill>
                <a:schemeClr val="tx2"/>
              </a:solidFill>
              <a:prstDash val="solid"/>
              <a:headEnd type="none" w="med" len="med"/>
              <a:tailEnd type="triangle" w="sm" len="lg"/>
            </a:ln>
          </p:spPr>
        </p:sp>
        <p:sp>
          <p:nvSpPr>
            <p:cNvPr id="50211" name="Line 21"/>
            <p:cNvSpPr/>
            <p:nvPr/>
          </p:nvSpPr>
          <p:spPr>
            <a:xfrm>
              <a:off x="3264" y="2256"/>
              <a:ext cx="480" cy="0"/>
            </a:xfrm>
            <a:prstGeom prst="line">
              <a:avLst/>
            </a:prstGeom>
            <a:ln w="38100" cap="flat" cmpd="sng">
              <a:solidFill>
                <a:schemeClr val="tx2"/>
              </a:solidFill>
              <a:prstDash val="solid"/>
              <a:headEnd type="none" w="med" len="med"/>
              <a:tailEnd type="triangle" w="sm" len="lg"/>
            </a:ln>
          </p:spPr>
        </p:sp>
        <p:sp>
          <p:nvSpPr>
            <p:cNvPr id="50212" name="Line 22"/>
            <p:cNvSpPr/>
            <p:nvPr/>
          </p:nvSpPr>
          <p:spPr>
            <a:xfrm>
              <a:off x="4560" y="2256"/>
              <a:ext cx="480" cy="0"/>
            </a:xfrm>
            <a:prstGeom prst="line">
              <a:avLst/>
            </a:prstGeom>
            <a:ln w="38100" cap="flat" cmpd="sng">
              <a:solidFill>
                <a:schemeClr val="tx2"/>
              </a:solidFill>
              <a:prstDash val="solid"/>
              <a:headEnd type="none" w="med" len="med"/>
              <a:tailEnd type="triangle" w="sm" len="lg"/>
            </a:ln>
          </p:spPr>
        </p:sp>
        <p:sp>
          <p:nvSpPr>
            <p:cNvPr id="50213" name="Line 23"/>
            <p:cNvSpPr/>
            <p:nvPr/>
          </p:nvSpPr>
          <p:spPr>
            <a:xfrm>
              <a:off x="672" y="2400"/>
              <a:ext cx="480" cy="0"/>
            </a:xfrm>
            <a:prstGeom prst="line">
              <a:avLst/>
            </a:prstGeom>
            <a:ln w="38100" cap="flat" cmpd="sng">
              <a:solidFill>
                <a:schemeClr val="tx2"/>
              </a:solidFill>
              <a:prstDash val="solid"/>
              <a:headEnd type="triangle" w="sm" len="lg"/>
              <a:tailEnd type="none" w="sm" len="lg"/>
            </a:ln>
          </p:spPr>
        </p:sp>
        <p:sp>
          <p:nvSpPr>
            <p:cNvPr id="50214" name="Line 24"/>
            <p:cNvSpPr/>
            <p:nvPr/>
          </p:nvSpPr>
          <p:spPr>
            <a:xfrm>
              <a:off x="1968" y="2400"/>
              <a:ext cx="480" cy="0"/>
            </a:xfrm>
            <a:prstGeom prst="line">
              <a:avLst/>
            </a:prstGeom>
            <a:ln w="38100" cap="flat" cmpd="sng">
              <a:solidFill>
                <a:schemeClr val="tx2"/>
              </a:solidFill>
              <a:prstDash val="solid"/>
              <a:headEnd type="triangle" w="sm" len="lg"/>
              <a:tailEnd type="none" w="sm" len="lg"/>
            </a:ln>
          </p:spPr>
        </p:sp>
        <p:sp>
          <p:nvSpPr>
            <p:cNvPr id="50215" name="Line 25"/>
            <p:cNvSpPr/>
            <p:nvPr/>
          </p:nvSpPr>
          <p:spPr>
            <a:xfrm>
              <a:off x="3264" y="2400"/>
              <a:ext cx="480" cy="0"/>
            </a:xfrm>
            <a:prstGeom prst="line">
              <a:avLst/>
            </a:prstGeom>
            <a:ln w="38100" cap="flat" cmpd="sng">
              <a:solidFill>
                <a:schemeClr val="tx2"/>
              </a:solidFill>
              <a:prstDash val="solid"/>
              <a:headEnd type="triangle" w="sm" len="lg"/>
              <a:tailEnd type="none" w="sm" len="lg"/>
            </a:ln>
          </p:spPr>
        </p:sp>
        <p:sp>
          <p:nvSpPr>
            <p:cNvPr id="50216" name="Line 26"/>
            <p:cNvSpPr/>
            <p:nvPr/>
          </p:nvSpPr>
          <p:spPr>
            <a:xfrm>
              <a:off x="4560" y="2400"/>
              <a:ext cx="480" cy="0"/>
            </a:xfrm>
            <a:prstGeom prst="line">
              <a:avLst/>
            </a:prstGeom>
            <a:ln w="38100" cap="flat" cmpd="sng">
              <a:solidFill>
                <a:schemeClr val="tx2"/>
              </a:solidFill>
              <a:prstDash val="solid"/>
              <a:headEnd type="triangle" w="sm" len="lg"/>
              <a:tailEnd type="none" w="sm" len="lg"/>
            </a:ln>
          </p:spPr>
        </p:sp>
      </p:grpSp>
      <p:grpSp>
        <p:nvGrpSpPr>
          <p:cNvPr id="339037" name="Group 93"/>
          <p:cNvGrpSpPr/>
          <p:nvPr/>
        </p:nvGrpSpPr>
        <p:grpSpPr>
          <a:xfrm>
            <a:off x="1674813" y="2444750"/>
            <a:ext cx="1719262" cy="808038"/>
            <a:chOff x="1008" y="2544"/>
            <a:chExt cx="1083" cy="509"/>
          </a:xfrm>
        </p:grpSpPr>
        <p:sp>
          <p:nvSpPr>
            <p:cNvPr id="50192" name="Line 27"/>
            <p:cNvSpPr/>
            <p:nvPr/>
          </p:nvSpPr>
          <p:spPr>
            <a:xfrm flipV="1">
              <a:off x="1488" y="2544"/>
              <a:ext cx="0" cy="240"/>
            </a:xfrm>
            <a:prstGeom prst="line">
              <a:avLst/>
            </a:prstGeom>
            <a:ln w="38100" cap="flat" cmpd="sng">
              <a:solidFill>
                <a:srgbClr val="0000CC"/>
              </a:solidFill>
              <a:prstDash val="solid"/>
              <a:headEnd type="none" w="med" len="med"/>
              <a:tailEnd type="triangle" w="sm" len="lg"/>
            </a:ln>
          </p:spPr>
        </p:sp>
        <p:sp>
          <p:nvSpPr>
            <p:cNvPr id="50193" name="Text Box 30"/>
            <p:cNvSpPr txBox="1"/>
            <p:nvPr/>
          </p:nvSpPr>
          <p:spPr>
            <a:xfrm>
              <a:off x="1008" y="2688"/>
              <a:ext cx="108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rPr>
                <a:t>p</a:t>
              </a:r>
              <a:r>
                <a:rPr lang="en-US" altLang="zh-CN" b="1" dirty="0">
                  <a:solidFill>
                    <a:schemeClr val="accent2"/>
                  </a:solidFill>
                  <a:latin typeface="楷体_GB2312" pitchFamily="49" charset="-122"/>
                  <a:ea typeface="楷体_GB2312" pitchFamily="49" charset="-122"/>
                </a:rPr>
                <a:t>-&gt;</a:t>
              </a:r>
              <a:r>
                <a:rPr lang="en-US" altLang="zh-CN" b="1" dirty="0">
                  <a:solidFill>
                    <a:schemeClr val="accent2"/>
                  </a:solidFill>
                </a:rPr>
                <a:t>prior</a:t>
              </a:r>
              <a:endParaRPr lang="en-US" altLang="zh-CN" sz="2400" dirty="0">
                <a:solidFill>
                  <a:schemeClr val="accent2"/>
                </a:solidFill>
              </a:endParaRPr>
            </a:p>
          </p:txBody>
        </p:sp>
      </p:grpSp>
      <p:grpSp>
        <p:nvGrpSpPr>
          <p:cNvPr id="339038" name="Group 94"/>
          <p:cNvGrpSpPr/>
          <p:nvPr/>
        </p:nvGrpSpPr>
        <p:grpSpPr>
          <a:xfrm>
            <a:off x="6170613" y="2444750"/>
            <a:ext cx="1560512" cy="838200"/>
            <a:chOff x="3540" y="3216"/>
            <a:chExt cx="983" cy="528"/>
          </a:xfrm>
        </p:grpSpPr>
        <p:sp>
          <p:nvSpPr>
            <p:cNvPr id="50190" name="Line 29"/>
            <p:cNvSpPr/>
            <p:nvPr/>
          </p:nvSpPr>
          <p:spPr>
            <a:xfrm flipV="1">
              <a:off x="3792" y="3216"/>
              <a:ext cx="0" cy="240"/>
            </a:xfrm>
            <a:prstGeom prst="line">
              <a:avLst/>
            </a:prstGeom>
            <a:ln w="38100" cap="flat" cmpd="sng">
              <a:solidFill>
                <a:srgbClr val="0000CC"/>
              </a:solidFill>
              <a:prstDash val="solid"/>
              <a:headEnd type="none" w="med" len="med"/>
              <a:tailEnd type="triangle" w="sm" len="lg"/>
            </a:ln>
          </p:spPr>
        </p:sp>
        <p:sp>
          <p:nvSpPr>
            <p:cNvPr id="50191" name="Text Box 31"/>
            <p:cNvSpPr txBox="1"/>
            <p:nvPr/>
          </p:nvSpPr>
          <p:spPr>
            <a:xfrm>
              <a:off x="3540" y="3379"/>
              <a:ext cx="98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rPr>
                <a:t>p</a:t>
              </a:r>
              <a:r>
                <a:rPr lang="en-US" altLang="zh-CN" b="1" dirty="0">
                  <a:solidFill>
                    <a:schemeClr val="accent2"/>
                  </a:solidFill>
                  <a:latin typeface="楷体_GB2312" pitchFamily="49" charset="-122"/>
                  <a:ea typeface="楷体_GB2312" pitchFamily="49" charset="-122"/>
                </a:rPr>
                <a:t>-&gt;</a:t>
              </a:r>
              <a:r>
                <a:rPr lang="en-US" altLang="zh-CN" b="1" dirty="0">
                  <a:solidFill>
                    <a:schemeClr val="accent2"/>
                  </a:solidFill>
                </a:rPr>
                <a:t>next</a:t>
              </a:r>
              <a:endParaRPr lang="en-US" altLang="zh-CN" sz="2400" dirty="0">
                <a:solidFill>
                  <a:schemeClr val="accent2"/>
                </a:solidFill>
              </a:endParaRPr>
            </a:p>
          </p:txBody>
        </p:sp>
      </p:grpSp>
      <p:grpSp>
        <p:nvGrpSpPr>
          <p:cNvPr id="339036" name="Group 92"/>
          <p:cNvGrpSpPr/>
          <p:nvPr/>
        </p:nvGrpSpPr>
        <p:grpSpPr>
          <a:xfrm>
            <a:off x="4341813" y="2520950"/>
            <a:ext cx="409575" cy="838200"/>
            <a:chOff x="2388" y="3216"/>
            <a:chExt cx="258" cy="528"/>
          </a:xfrm>
        </p:grpSpPr>
        <p:sp>
          <p:nvSpPr>
            <p:cNvPr id="50188" name="Line 28"/>
            <p:cNvSpPr/>
            <p:nvPr/>
          </p:nvSpPr>
          <p:spPr>
            <a:xfrm flipV="1">
              <a:off x="2496" y="3216"/>
              <a:ext cx="0" cy="240"/>
            </a:xfrm>
            <a:prstGeom prst="line">
              <a:avLst/>
            </a:prstGeom>
            <a:ln w="38100" cap="flat" cmpd="sng">
              <a:solidFill>
                <a:srgbClr val="0000CC"/>
              </a:solidFill>
              <a:prstDash val="solid"/>
              <a:headEnd type="none" w="med" len="med"/>
              <a:tailEnd type="triangle" w="sm" len="lg"/>
            </a:ln>
          </p:spPr>
        </p:sp>
        <p:sp>
          <p:nvSpPr>
            <p:cNvPr id="50189" name="Text Box 32"/>
            <p:cNvSpPr txBox="1"/>
            <p:nvPr/>
          </p:nvSpPr>
          <p:spPr>
            <a:xfrm>
              <a:off x="2388" y="3379"/>
              <a:ext cx="25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rPr>
                <a:t>p</a:t>
              </a:r>
              <a:endParaRPr lang="en-US" altLang="zh-CN" sz="2400" dirty="0">
                <a:solidFill>
                  <a:schemeClr val="accent2"/>
                </a:solidFill>
              </a:endParaRPr>
            </a:p>
          </p:txBody>
        </p:sp>
      </p:grpSp>
      <p:sp>
        <p:nvSpPr>
          <p:cNvPr id="338977" name="Text Box 33"/>
          <p:cNvSpPr txBox="1"/>
          <p:nvPr/>
        </p:nvSpPr>
        <p:spPr>
          <a:xfrm>
            <a:off x="5865813" y="1073150"/>
            <a:ext cx="1087437"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rPr>
              <a:t>prior</a:t>
            </a:r>
            <a:endParaRPr lang="en-US" altLang="zh-CN" sz="2400" dirty="0">
              <a:solidFill>
                <a:schemeClr val="accent2"/>
              </a:solidFill>
            </a:endParaRPr>
          </a:p>
        </p:txBody>
      </p:sp>
      <p:sp>
        <p:nvSpPr>
          <p:cNvPr id="338978" name="Text Box 34"/>
          <p:cNvSpPr txBox="1"/>
          <p:nvPr/>
        </p:nvSpPr>
        <p:spPr>
          <a:xfrm>
            <a:off x="2589213" y="1225550"/>
            <a:ext cx="928687"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rPr>
              <a:t>next</a:t>
            </a:r>
            <a:endParaRPr lang="en-US" altLang="zh-CN" sz="2400" dirty="0">
              <a:solidFill>
                <a:schemeClr val="accent2"/>
              </a:solidFill>
            </a:endParaRPr>
          </a:p>
        </p:txBody>
      </p:sp>
      <p:sp>
        <p:nvSpPr>
          <p:cNvPr id="339034" name="Text Box 90"/>
          <p:cNvSpPr txBox="1">
            <a:spLocks noChangeArrowheads="1"/>
          </p:cNvSpPr>
          <p:nvPr/>
        </p:nvSpPr>
        <p:spPr bwMode="auto">
          <a:xfrm>
            <a:off x="1293813" y="3816350"/>
            <a:ext cx="714057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1" hangingPunct="1">
              <a:lnSpc>
                <a:spcPct val="110000"/>
              </a:lnSpc>
              <a:buClr>
                <a:srgbClr val="FF7C80"/>
              </a:buClr>
              <a:buSzPct val="50000"/>
              <a:buFont typeface="Wingdings" panose="05000000000000000000" pitchFamily="2" charset="2"/>
              <a:buNone/>
              <a:defRPr/>
            </a:pPr>
            <a:r>
              <a:rPr kumimoji="1" lang="en-US" altLang="zh-CN" sz="3200" kern="1200" cap="none" spc="0" normalizeH="0" baseline="0" noProof="0">
                <a:solidFill>
                  <a:schemeClr val="tx2"/>
                </a:solidFill>
                <a:effectLst>
                  <a:outerShdw blurRad="38100" dist="38100" dir="2700000" algn="tl">
                    <a:srgbClr val="C0C0C0"/>
                  </a:outerShdw>
                </a:effectLst>
                <a:latin typeface="Times New Roman" panose="02020603050405020304" pitchFamily="18" charset="0"/>
                <a:ea typeface="仿宋_GB2312" pitchFamily="49" charset="-122"/>
                <a:cs typeface="+mn-cs"/>
              </a:rPr>
              <a:t>p == p</a:t>
            </a:r>
            <a:r>
              <a:rPr kumimoji="1" lang="en-US" altLang="zh-CN" sz="3200" kern="1200" cap="none" spc="0" normalizeH="0" baseline="0" noProof="0">
                <a:solidFill>
                  <a:schemeClr val="tx2"/>
                </a:solidFill>
                <a:effectLst>
                  <a:outerShdw blurRad="38100" dist="38100" dir="2700000" algn="tl">
                    <a:srgbClr val="C0C0C0"/>
                  </a:outerShdw>
                </a:effectLst>
                <a:latin typeface="楷体_GB2312" pitchFamily="49" charset="-122"/>
                <a:ea typeface="楷体_GB2312" pitchFamily="49" charset="-122"/>
                <a:cs typeface="+mn-cs"/>
              </a:rPr>
              <a:t>-&gt;</a:t>
            </a:r>
            <a:r>
              <a:rPr kumimoji="1" lang="en-US" altLang="zh-CN" sz="3200" kern="1200" cap="none" spc="0" normalizeH="0" baseline="0" noProof="0">
                <a:solidFill>
                  <a:schemeClr val="tx2"/>
                </a:solidFill>
                <a:effectLst>
                  <a:outerShdw blurRad="38100" dist="38100" dir="2700000" algn="tl">
                    <a:srgbClr val="C0C0C0"/>
                  </a:outerShdw>
                </a:effectLst>
                <a:latin typeface="Times New Roman" panose="02020603050405020304" pitchFamily="18" charset="0"/>
                <a:ea typeface="仿宋_GB2312" pitchFamily="49" charset="-122"/>
                <a:cs typeface="+mn-cs"/>
              </a:rPr>
              <a:t>prior</a:t>
            </a:r>
            <a:r>
              <a:rPr kumimoji="1" lang="en-US" altLang="zh-CN" sz="3200" kern="1200" cap="none" spc="0" normalizeH="0" baseline="0" noProof="0">
                <a:solidFill>
                  <a:schemeClr val="tx2"/>
                </a:solidFill>
                <a:effectLst>
                  <a:outerShdw blurRad="38100" dist="38100" dir="2700000" algn="tl">
                    <a:srgbClr val="C0C0C0"/>
                  </a:outerShdw>
                </a:effectLst>
                <a:latin typeface="楷体_GB2312" pitchFamily="49" charset="-122"/>
                <a:ea typeface="楷体_GB2312" pitchFamily="49" charset="-122"/>
                <a:cs typeface="+mn-cs"/>
              </a:rPr>
              <a:t>-&gt;</a:t>
            </a:r>
            <a:r>
              <a:rPr kumimoji="1" lang="en-US" altLang="zh-CN" sz="3200" kern="1200" cap="none" spc="0" normalizeH="0" baseline="0" noProof="0">
                <a:solidFill>
                  <a:schemeClr val="tx2"/>
                </a:solidFill>
                <a:effectLst>
                  <a:outerShdw blurRad="38100" dist="38100" dir="2700000" algn="tl">
                    <a:srgbClr val="C0C0C0"/>
                  </a:outerShdw>
                </a:effectLst>
                <a:latin typeface="Times New Roman" panose="02020603050405020304" pitchFamily="18" charset="0"/>
                <a:ea typeface="仿宋_GB2312" pitchFamily="49" charset="-122"/>
                <a:cs typeface="+mn-cs"/>
              </a:rPr>
              <a:t>next == p</a:t>
            </a:r>
            <a:r>
              <a:rPr kumimoji="1" lang="en-US" altLang="zh-CN" sz="3200" kern="1200" cap="none" spc="0" normalizeH="0" baseline="0" noProof="0">
                <a:solidFill>
                  <a:schemeClr val="tx2"/>
                </a:solidFill>
                <a:effectLst>
                  <a:outerShdw blurRad="38100" dist="38100" dir="2700000" algn="tl">
                    <a:srgbClr val="C0C0C0"/>
                  </a:outerShdw>
                </a:effectLst>
                <a:latin typeface="楷体_GB2312" pitchFamily="49" charset="-122"/>
                <a:ea typeface="楷体_GB2312" pitchFamily="49" charset="-122"/>
                <a:cs typeface="+mn-cs"/>
              </a:rPr>
              <a:t>-&gt;</a:t>
            </a:r>
            <a:r>
              <a:rPr kumimoji="1" lang="en-US" altLang="zh-CN" sz="3200" kern="1200" cap="none" spc="0" normalizeH="0" baseline="0" noProof="0">
                <a:solidFill>
                  <a:schemeClr val="tx2"/>
                </a:solidFill>
                <a:effectLst>
                  <a:outerShdw blurRad="38100" dist="38100" dir="2700000" algn="tl">
                    <a:srgbClr val="C0C0C0"/>
                  </a:outerShdw>
                </a:effectLst>
                <a:latin typeface="Times New Roman" panose="02020603050405020304" pitchFamily="18" charset="0"/>
                <a:ea typeface="仿宋_GB2312" pitchFamily="49" charset="-122"/>
                <a:cs typeface="+mn-cs"/>
              </a:rPr>
              <a:t>next</a:t>
            </a:r>
            <a:r>
              <a:rPr kumimoji="1" lang="en-US" altLang="zh-CN" sz="3200" kern="1200" cap="none" spc="0" normalizeH="0" baseline="0" noProof="0">
                <a:solidFill>
                  <a:schemeClr val="tx2"/>
                </a:solidFill>
                <a:effectLst>
                  <a:outerShdw blurRad="38100" dist="38100" dir="2700000" algn="tl">
                    <a:srgbClr val="C0C0C0"/>
                  </a:outerShdw>
                </a:effectLst>
                <a:latin typeface="楷体_GB2312" pitchFamily="49" charset="-122"/>
                <a:ea typeface="楷体_GB2312" pitchFamily="49" charset="-122"/>
                <a:cs typeface="+mn-cs"/>
              </a:rPr>
              <a:t>-&gt;</a:t>
            </a:r>
            <a:r>
              <a:rPr kumimoji="1" lang="en-US" altLang="zh-CN" sz="3200" kern="1200" cap="none" spc="0" normalizeH="0" baseline="0" noProof="0">
                <a:solidFill>
                  <a:schemeClr val="tx2"/>
                </a:solidFill>
                <a:effectLst>
                  <a:outerShdw blurRad="38100" dist="38100" dir="2700000" algn="tl">
                    <a:srgbClr val="C0C0C0"/>
                  </a:outerShdw>
                </a:effectLst>
                <a:latin typeface="Times New Roman" panose="02020603050405020304" pitchFamily="18" charset="0"/>
                <a:ea typeface="仿宋_GB2312" pitchFamily="49" charset="-122"/>
                <a:cs typeface="+mn-cs"/>
              </a:rPr>
              <a:t>prior</a:t>
            </a:r>
            <a:endParaRPr kumimoji="1" lang="en-US" altLang="zh-CN" sz="2000" b="0" kern="1200" cap="none" spc="0" normalizeH="0" baseline="0" noProof="0">
              <a:latin typeface="Times New Roman" panose="02020603050405020304" pitchFamily="18" charset="0"/>
              <a:ea typeface="仿宋_GB2312" pitchFamily="49" charset="-122"/>
              <a:cs typeface="+mn-cs"/>
            </a:endParaRPr>
          </a:p>
        </p:txBody>
      </p:sp>
      <p:sp>
        <p:nvSpPr>
          <p:cNvPr id="339039" name="Line 95"/>
          <p:cNvSpPr/>
          <p:nvPr/>
        </p:nvSpPr>
        <p:spPr>
          <a:xfrm>
            <a:off x="3198813" y="1987550"/>
            <a:ext cx="762000" cy="0"/>
          </a:xfrm>
          <a:prstGeom prst="line">
            <a:avLst/>
          </a:prstGeom>
          <a:ln w="38100" cap="flat" cmpd="sng">
            <a:solidFill>
              <a:schemeClr val="accent2"/>
            </a:solidFill>
            <a:prstDash val="solid"/>
            <a:headEnd type="none" w="med" len="med"/>
            <a:tailEnd type="triangle" w="sm" len="lg"/>
          </a:ln>
        </p:spPr>
      </p:sp>
      <p:sp>
        <p:nvSpPr>
          <p:cNvPr id="339040" name="Line 96"/>
          <p:cNvSpPr/>
          <p:nvPr/>
        </p:nvSpPr>
        <p:spPr>
          <a:xfrm>
            <a:off x="5256213" y="2216150"/>
            <a:ext cx="762000" cy="0"/>
          </a:xfrm>
          <a:prstGeom prst="line">
            <a:avLst/>
          </a:prstGeom>
          <a:ln w="38100" cap="flat" cmpd="sng">
            <a:solidFill>
              <a:schemeClr val="accent2"/>
            </a:solidFill>
            <a:prstDash val="solid"/>
            <a:headEnd type="triangle" w="sm" len="lg"/>
            <a:tailEnd type="none" w="sm" len="lg"/>
          </a:ln>
        </p:spPr>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38946">
                                            <p:txEl>
                                              <p:charRg st="0" end="8"/>
                                            </p:txEl>
                                          </p:spTgt>
                                        </p:tgtEl>
                                        <p:attrNameLst>
                                          <p:attrName>style.visibility</p:attrName>
                                        </p:attrNameLst>
                                      </p:cBhvr>
                                      <p:to>
                                        <p:strVal val="visible"/>
                                      </p:to>
                                    </p:set>
                                    <p:animEffect transition="in" filter="box(out)">
                                      <p:cBhvr>
                                        <p:cTn id="7" dur="500"/>
                                        <p:tgtEl>
                                          <p:spTgt spid="338946">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39041"/>
                                        </p:tgtEl>
                                        <p:attrNameLst>
                                          <p:attrName>style.visibility</p:attrName>
                                        </p:attrNameLst>
                                      </p:cBhvr>
                                      <p:to>
                                        <p:strVal val="visible"/>
                                      </p:to>
                                    </p:set>
                                    <p:animEffect transition="in" filter="box(out)">
                                      <p:cBhvr>
                                        <p:cTn id="12" dur="500"/>
                                        <p:tgtEl>
                                          <p:spTgt spid="33904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39036"/>
                                        </p:tgtEl>
                                        <p:attrNameLst>
                                          <p:attrName>style.visibility</p:attrName>
                                        </p:attrNameLst>
                                      </p:cBhvr>
                                      <p:to>
                                        <p:strVal val="visible"/>
                                      </p:to>
                                    </p:set>
                                    <p:animEffect transition="in" filter="box(out)">
                                      <p:cBhvr>
                                        <p:cTn id="17" dur="500"/>
                                        <p:tgtEl>
                                          <p:spTgt spid="33903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39037"/>
                                        </p:tgtEl>
                                        <p:attrNameLst>
                                          <p:attrName>style.visibility</p:attrName>
                                        </p:attrNameLst>
                                      </p:cBhvr>
                                      <p:to>
                                        <p:strVal val="visible"/>
                                      </p:to>
                                    </p:set>
                                    <p:animEffect transition="in" filter="box(out)">
                                      <p:cBhvr>
                                        <p:cTn id="22" dur="500"/>
                                        <p:tgtEl>
                                          <p:spTgt spid="33903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38978"/>
                                        </p:tgtEl>
                                        <p:attrNameLst>
                                          <p:attrName>style.visibility</p:attrName>
                                        </p:attrNameLst>
                                      </p:cBhvr>
                                      <p:to>
                                        <p:strVal val="visible"/>
                                      </p:to>
                                    </p:set>
                                    <p:animEffect transition="in" filter="box(out)">
                                      <p:cBhvr>
                                        <p:cTn id="27" dur="500"/>
                                        <p:tgtEl>
                                          <p:spTgt spid="338978"/>
                                        </p:tgtEl>
                                      </p:cBhvr>
                                    </p:animEffect>
                                  </p:childTnLst>
                                </p:cTn>
                              </p:par>
                            </p:childTnLst>
                          </p:cTn>
                        </p:par>
                        <p:par>
                          <p:cTn id="28" fill="hold">
                            <p:stCondLst>
                              <p:cond delay="500"/>
                            </p:stCondLst>
                            <p:childTnLst>
                              <p:par>
                                <p:cTn id="29" presetID="17" presetClass="entr" presetSubtype="8" fill="hold" nodeType="afterEffect">
                                  <p:stCondLst>
                                    <p:cond delay="0"/>
                                  </p:stCondLst>
                                  <p:childTnLst>
                                    <p:set>
                                      <p:cBhvr>
                                        <p:cTn id="30" dur="1" fill="hold">
                                          <p:stCondLst>
                                            <p:cond delay="0"/>
                                          </p:stCondLst>
                                        </p:cTn>
                                        <p:tgtEl>
                                          <p:spTgt spid="339039"/>
                                        </p:tgtEl>
                                        <p:attrNameLst>
                                          <p:attrName>style.visibility</p:attrName>
                                        </p:attrNameLst>
                                      </p:cBhvr>
                                      <p:to>
                                        <p:strVal val="visible"/>
                                      </p:to>
                                    </p:set>
                                    <p:anim calcmode="lin" valueType="num">
                                      <p:cBhvr>
                                        <p:cTn id="31" dur="500" fill="hold"/>
                                        <p:tgtEl>
                                          <p:spTgt spid="339039"/>
                                        </p:tgtEl>
                                        <p:attrNameLst>
                                          <p:attrName>ppt_x</p:attrName>
                                        </p:attrNameLst>
                                      </p:cBhvr>
                                      <p:tavLst>
                                        <p:tav tm="0">
                                          <p:val>
                                            <p:strVal val="#ppt_x-#ppt_w/2"/>
                                          </p:val>
                                        </p:tav>
                                        <p:tav tm="100000">
                                          <p:val>
                                            <p:strVal val="#ppt_x"/>
                                          </p:val>
                                        </p:tav>
                                      </p:tavLst>
                                    </p:anim>
                                    <p:anim calcmode="lin" valueType="num">
                                      <p:cBhvr>
                                        <p:cTn id="32" dur="500" fill="hold"/>
                                        <p:tgtEl>
                                          <p:spTgt spid="339039"/>
                                        </p:tgtEl>
                                        <p:attrNameLst>
                                          <p:attrName>ppt_y</p:attrName>
                                        </p:attrNameLst>
                                      </p:cBhvr>
                                      <p:tavLst>
                                        <p:tav tm="0">
                                          <p:val>
                                            <p:strVal val="#ppt_y"/>
                                          </p:val>
                                        </p:tav>
                                        <p:tav tm="100000">
                                          <p:val>
                                            <p:strVal val="#ppt_y"/>
                                          </p:val>
                                        </p:tav>
                                      </p:tavLst>
                                    </p:anim>
                                    <p:anim calcmode="lin" valueType="num">
                                      <p:cBhvr>
                                        <p:cTn id="33" dur="500" fill="hold"/>
                                        <p:tgtEl>
                                          <p:spTgt spid="339039"/>
                                        </p:tgtEl>
                                        <p:attrNameLst>
                                          <p:attrName>ppt_w</p:attrName>
                                        </p:attrNameLst>
                                      </p:cBhvr>
                                      <p:tavLst>
                                        <p:tav tm="0">
                                          <p:val>
                                            <p:fltVal val="0.000000"/>
                                          </p:val>
                                        </p:tav>
                                        <p:tav tm="100000">
                                          <p:val>
                                            <p:strVal val="#ppt_w"/>
                                          </p:val>
                                        </p:tav>
                                      </p:tavLst>
                                    </p:anim>
                                    <p:anim calcmode="lin" valueType="num">
                                      <p:cBhvr>
                                        <p:cTn id="34" dur="500" fill="hold"/>
                                        <p:tgtEl>
                                          <p:spTgt spid="339039"/>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339038"/>
                                        </p:tgtEl>
                                        <p:attrNameLst>
                                          <p:attrName>style.visibility</p:attrName>
                                        </p:attrNameLst>
                                      </p:cBhvr>
                                      <p:to>
                                        <p:strVal val="visible"/>
                                      </p:to>
                                    </p:set>
                                    <p:animEffect transition="in" filter="box(out)">
                                      <p:cBhvr>
                                        <p:cTn id="39" dur="500"/>
                                        <p:tgtEl>
                                          <p:spTgt spid="339038"/>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338977"/>
                                        </p:tgtEl>
                                        <p:attrNameLst>
                                          <p:attrName>style.visibility</p:attrName>
                                        </p:attrNameLst>
                                      </p:cBhvr>
                                      <p:to>
                                        <p:strVal val="visible"/>
                                      </p:to>
                                    </p:set>
                                    <p:animEffect transition="in" filter="box(out)">
                                      <p:cBhvr>
                                        <p:cTn id="44" dur="500"/>
                                        <p:tgtEl>
                                          <p:spTgt spid="338977"/>
                                        </p:tgtEl>
                                      </p:cBhvr>
                                    </p:animEffect>
                                  </p:childTnLst>
                                </p:cTn>
                              </p:par>
                            </p:childTnLst>
                          </p:cTn>
                        </p:par>
                        <p:par>
                          <p:cTn id="45" fill="hold">
                            <p:stCondLst>
                              <p:cond delay="500"/>
                            </p:stCondLst>
                            <p:childTnLst>
                              <p:par>
                                <p:cTn id="46" presetID="17" presetClass="entr" presetSubtype="2" fill="hold" nodeType="afterEffect">
                                  <p:stCondLst>
                                    <p:cond delay="0"/>
                                  </p:stCondLst>
                                  <p:childTnLst>
                                    <p:set>
                                      <p:cBhvr>
                                        <p:cTn id="47" dur="1" fill="hold">
                                          <p:stCondLst>
                                            <p:cond delay="0"/>
                                          </p:stCondLst>
                                        </p:cTn>
                                        <p:tgtEl>
                                          <p:spTgt spid="339040"/>
                                        </p:tgtEl>
                                        <p:attrNameLst>
                                          <p:attrName>style.visibility</p:attrName>
                                        </p:attrNameLst>
                                      </p:cBhvr>
                                      <p:to>
                                        <p:strVal val="visible"/>
                                      </p:to>
                                    </p:set>
                                    <p:anim calcmode="lin" valueType="num">
                                      <p:cBhvr>
                                        <p:cTn id="48" dur="500" fill="hold"/>
                                        <p:tgtEl>
                                          <p:spTgt spid="339040"/>
                                        </p:tgtEl>
                                        <p:attrNameLst>
                                          <p:attrName>ppt_x</p:attrName>
                                        </p:attrNameLst>
                                      </p:cBhvr>
                                      <p:tavLst>
                                        <p:tav tm="0">
                                          <p:val>
                                            <p:strVal val="#ppt_x+#ppt_w/2"/>
                                          </p:val>
                                        </p:tav>
                                        <p:tav tm="100000">
                                          <p:val>
                                            <p:strVal val="#ppt_x"/>
                                          </p:val>
                                        </p:tav>
                                      </p:tavLst>
                                    </p:anim>
                                    <p:anim calcmode="lin" valueType="num">
                                      <p:cBhvr>
                                        <p:cTn id="49" dur="500" fill="hold"/>
                                        <p:tgtEl>
                                          <p:spTgt spid="339040"/>
                                        </p:tgtEl>
                                        <p:attrNameLst>
                                          <p:attrName>ppt_y</p:attrName>
                                        </p:attrNameLst>
                                      </p:cBhvr>
                                      <p:tavLst>
                                        <p:tav tm="0">
                                          <p:val>
                                            <p:strVal val="#ppt_y"/>
                                          </p:val>
                                        </p:tav>
                                        <p:tav tm="100000">
                                          <p:val>
                                            <p:strVal val="#ppt_y"/>
                                          </p:val>
                                        </p:tav>
                                      </p:tavLst>
                                    </p:anim>
                                    <p:anim calcmode="lin" valueType="num">
                                      <p:cBhvr>
                                        <p:cTn id="50" dur="500" fill="hold"/>
                                        <p:tgtEl>
                                          <p:spTgt spid="339040"/>
                                        </p:tgtEl>
                                        <p:attrNameLst>
                                          <p:attrName>ppt_w</p:attrName>
                                        </p:attrNameLst>
                                      </p:cBhvr>
                                      <p:tavLst>
                                        <p:tav tm="0">
                                          <p:val>
                                            <p:fltVal val="0.000000"/>
                                          </p:val>
                                        </p:tav>
                                        <p:tav tm="100000">
                                          <p:val>
                                            <p:strVal val="#ppt_w"/>
                                          </p:val>
                                        </p:tav>
                                      </p:tavLst>
                                    </p:anim>
                                    <p:anim calcmode="lin" valueType="num">
                                      <p:cBhvr>
                                        <p:cTn id="51" dur="500" fill="hold"/>
                                        <p:tgtEl>
                                          <p:spTgt spid="339040"/>
                                        </p:tgtEl>
                                        <p:attrNameLst>
                                          <p:attrName>ppt_h</p:attrName>
                                        </p:attrNameLst>
                                      </p:cBhvr>
                                      <p:tavLst>
                                        <p:tav tm="0">
                                          <p:val>
                                            <p:strVal val="#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339034"/>
                                        </p:tgtEl>
                                        <p:attrNameLst>
                                          <p:attrName>style.visibility</p:attrName>
                                        </p:attrNameLst>
                                      </p:cBhvr>
                                      <p:to>
                                        <p:strVal val="visible"/>
                                      </p:to>
                                    </p:set>
                                    <p:animEffect transition="in" filter="box(out)">
                                      <p:cBhvr>
                                        <p:cTn id="56" dur="500"/>
                                        <p:tgtEl>
                                          <p:spTgt spid="339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6" grpId="0" build="p"/>
      <p:bldP spid="338977" grpId="0"/>
      <p:bldP spid="338978" grpId="0"/>
      <p:bldP spid="33903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2" name="Group 155"/>
          <p:cNvGrpSpPr/>
          <p:nvPr/>
        </p:nvGrpSpPr>
        <p:grpSpPr>
          <a:xfrm>
            <a:off x="395288" y="1341438"/>
            <a:ext cx="8637587" cy="1747837"/>
            <a:chOff x="144" y="3075"/>
            <a:chExt cx="5472" cy="1101"/>
          </a:xfrm>
        </p:grpSpPr>
        <p:grpSp>
          <p:nvGrpSpPr>
            <p:cNvPr id="51205" name="Group 156"/>
            <p:cNvGrpSpPr/>
            <p:nvPr/>
          </p:nvGrpSpPr>
          <p:grpSpPr>
            <a:xfrm>
              <a:off x="144" y="3075"/>
              <a:ext cx="2688" cy="1095"/>
              <a:chOff x="144" y="3075"/>
              <a:chExt cx="2688" cy="1095"/>
            </a:xfrm>
          </p:grpSpPr>
          <p:grpSp>
            <p:nvGrpSpPr>
              <p:cNvPr id="51233" name="Group 157"/>
              <p:cNvGrpSpPr/>
              <p:nvPr/>
            </p:nvGrpSpPr>
            <p:grpSpPr>
              <a:xfrm>
                <a:off x="1256" y="3740"/>
                <a:ext cx="567" cy="430"/>
                <a:chOff x="1256" y="3740"/>
                <a:chExt cx="567" cy="430"/>
              </a:xfrm>
            </p:grpSpPr>
            <p:sp>
              <p:nvSpPr>
                <p:cNvPr id="51254" name="Rectangle 158"/>
                <p:cNvSpPr/>
                <p:nvPr/>
              </p:nvSpPr>
              <p:spPr>
                <a:xfrm>
                  <a:off x="1418" y="3740"/>
                  <a:ext cx="227" cy="181"/>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S</a:t>
                  </a:r>
                  <a:endParaRPr lang="en-US" altLang="zh-CN" sz="2400" b="1" dirty="0">
                    <a:ea typeface="Arial" panose="020B0604020202020204" pitchFamily="34" charset="0"/>
                  </a:endParaRPr>
                </a:p>
              </p:txBody>
            </p:sp>
            <p:grpSp>
              <p:nvGrpSpPr>
                <p:cNvPr id="51255" name="Group 159"/>
                <p:cNvGrpSpPr/>
                <p:nvPr/>
              </p:nvGrpSpPr>
              <p:grpSpPr>
                <a:xfrm>
                  <a:off x="1256" y="3936"/>
                  <a:ext cx="567" cy="234"/>
                  <a:chOff x="1256" y="3929"/>
                  <a:chExt cx="567" cy="234"/>
                </a:xfrm>
              </p:grpSpPr>
              <p:sp>
                <p:nvSpPr>
                  <p:cNvPr id="51256" name="Rectangle 160"/>
                  <p:cNvSpPr/>
                  <p:nvPr/>
                </p:nvSpPr>
                <p:spPr>
                  <a:xfrm>
                    <a:off x="1392" y="3936"/>
                    <a:ext cx="29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e</a:t>
                    </a:r>
                    <a:endParaRPr lang="en-US" altLang="zh-CN" sz="2400" b="1" dirty="0">
                      <a:ea typeface="Arial" panose="020B0604020202020204" pitchFamily="34" charset="0"/>
                    </a:endParaRPr>
                  </a:p>
                </p:txBody>
              </p:sp>
              <p:sp>
                <p:nvSpPr>
                  <p:cNvPr id="51257" name="Rectangle 161"/>
                  <p:cNvSpPr/>
                  <p:nvPr/>
                </p:nvSpPr>
                <p:spPr>
                  <a:xfrm>
                    <a:off x="1687" y="3933"/>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51258" name="Rectangle 162"/>
                  <p:cNvSpPr/>
                  <p:nvPr/>
                </p:nvSpPr>
                <p:spPr>
                  <a:xfrm>
                    <a:off x="1256" y="3929"/>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grpSp>
            <p:nvGrpSpPr>
              <p:cNvPr id="51234" name="Group 163"/>
              <p:cNvGrpSpPr/>
              <p:nvPr/>
            </p:nvGrpSpPr>
            <p:grpSpPr>
              <a:xfrm>
                <a:off x="144" y="3075"/>
                <a:ext cx="2688" cy="609"/>
                <a:chOff x="2928" y="2935"/>
                <a:chExt cx="2688" cy="609"/>
              </a:xfrm>
            </p:grpSpPr>
            <p:grpSp>
              <p:nvGrpSpPr>
                <p:cNvPr id="51235" name="Group 164"/>
                <p:cNvGrpSpPr/>
                <p:nvPr/>
              </p:nvGrpSpPr>
              <p:grpSpPr>
                <a:xfrm>
                  <a:off x="3840" y="2935"/>
                  <a:ext cx="227" cy="376"/>
                  <a:chOff x="2016" y="3744"/>
                  <a:chExt cx="227" cy="376"/>
                </a:xfrm>
              </p:grpSpPr>
              <p:sp>
                <p:nvSpPr>
                  <p:cNvPr id="51252" name="Rectangle 165"/>
                  <p:cNvSpPr/>
                  <p:nvPr/>
                </p:nvSpPr>
                <p:spPr>
                  <a:xfrm>
                    <a:off x="2016" y="3744"/>
                    <a:ext cx="227" cy="227"/>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p</a:t>
                    </a:r>
                    <a:endParaRPr lang="en-US" altLang="zh-CN" sz="2400" b="1" dirty="0">
                      <a:ea typeface="Arial" panose="020B0604020202020204" pitchFamily="34" charset="0"/>
                    </a:endParaRPr>
                  </a:p>
                </p:txBody>
              </p:sp>
              <p:sp>
                <p:nvSpPr>
                  <p:cNvPr id="51253" name="Line 166"/>
                  <p:cNvSpPr/>
                  <p:nvPr/>
                </p:nvSpPr>
                <p:spPr>
                  <a:xfrm>
                    <a:off x="2112" y="3984"/>
                    <a:ext cx="0" cy="136"/>
                  </a:xfrm>
                  <a:prstGeom prst="line">
                    <a:avLst/>
                  </a:prstGeom>
                  <a:ln w="12700" cap="flat" cmpd="sng">
                    <a:solidFill>
                      <a:schemeClr val="tx1"/>
                    </a:solidFill>
                    <a:prstDash val="solid"/>
                    <a:headEnd type="none" w="sm" len="sm"/>
                    <a:tailEnd type="triangle" w="med" len="med"/>
                  </a:ln>
                </p:spPr>
              </p:sp>
            </p:grpSp>
            <p:sp>
              <p:nvSpPr>
                <p:cNvPr id="51236" name="Line 167"/>
                <p:cNvSpPr/>
                <p:nvPr/>
              </p:nvSpPr>
              <p:spPr>
                <a:xfrm>
                  <a:off x="4137" y="3395"/>
                  <a:ext cx="240" cy="0"/>
                </a:xfrm>
                <a:prstGeom prst="line">
                  <a:avLst/>
                </a:prstGeom>
                <a:ln w="12700" cap="flat" cmpd="sng">
                  <a:solidFill>
                    <a:schemeClr val="tx1"/>
                  </a:solidFill>
                  <a:prstDash val="solid"/>
                  <a:headEnd type="none" w="sm" len="sm"/>
                  <a:tailEnd type="triangle" w="med" len="med"/>
                </a:ln>
              </p:spPr>
            </p:sp>
            <p:sp>
              <p:nvSpPr>
                <p:cNvPr id="51237" name="Line 168"/>
                <p:cNvSpPr/>
                <p:nvPr/>
              </p:nvSpPr>
              <p:spPr>
                <a:xfrm flipH="1">
                  <a:off x="4203" y="3491"/>
                  <a:ext cx="240" cy="0"/>
                </a:xfrm>
                <a:prstGeom prst="line">
                  <a:avLst/>
                </a:prstGeom>
                <a:ln w="12700" cap="flat" cmpd="sng">
                  <a:solidFill>
                    <a:schemeClr val="tx1"/>
                  </a:solidFill>
                  <a:prstDash val="solid"/>
                  <a:headEnd type="none" w="sm" len="sm"/>
                  <a:tailEnd type="triangle" w="med" len="med"/>
                </a:ln>
              </p:spPr>
            </p:sp>
            <p:sp>
              <p:nvSpPr>
                <p:cNvPr id="51238" name="Line 169"/>
                <p:cNvSpPr/>
                <p:nvPr/>
              </p:nvSpPr>
              <p:spPr>
                <a:xfrm>
                  <a:off x="4887" y="3416"/>
                  <a:ext cx="240" cy="0"/>
                </a:xfrm>
                <a:prstGeom prst="line">
                  <a:avLst/>
                </a:prstGeom>
                <a:ln w="12700" cap="flat" cmpd="sng">
                  <a:solidFill>
                    <a:schemeClr val="tx1"/>
                  </a:solidFill>
                  <a:prstDash val="solid"/>
                  <a:headEnd type="none" w="sm" len="sm"/>
                  <a:tailEnd type="triangle" w="med" len="med"/>
                </a:ln>
              </p:spPr>
            </p:sp>
            <p:sp>
              <p:nvSpPr>
                <p:cNvPr id="51239" name="Line 170"/>
                <p:cNvSpPr/>
                <p:nvPr/>
              </p:nvSpPr>
              <p:spPr>
                <a:xfrm>
                  <a:off x="3387" y="3398"/>
                  <a:ext cx="240" cy="0"/>
                </a:xfrm>
                <a:prstGeom prst="line">
                  <a:avLst/>
                </a:prstGeom>
                <a:ln w="12700" cap="flat" cmpd="sng">
                  <a:solidFill>
                    <a:schemeClr val="tx1"/>
                  </a:solidFill>
                  <a:prstDash val="solid"/>
                  <a:headEnd type="none" w="sm" len="sm"/>
                  <a:tailEnd type="triangle" w="med" len="med"/>
                </a:ln>
              </p:spPr>
            </p:sp>
            <p:sp>
              <p:nvSpPr>
                <p:cNvPr id="51240" name="Line 171"/>
                <p:cNvSpPr/>
                <p:nvPr/>
              </p:nvSpPr>
              <p:spPr>
                <a:xfrm flipH="1">
                  <a:off x="4944" y="3494"/>
                  <a:ext cx="240" cy="0"/>
                </a:xfrm>
                <a:prstGeom prst="line">
                  <a:avLst/>
                </a:prstGeom>
                <a:ln w="12700" cap="flat" cmpd="sng">
                  <a:solidFill>
                    <a:schemeClr val="tx1"/>
                  </a:solidFill>
                  <a:prstDash val="solid"/>
                  <a:headEnd type="none" w="sm" len="sm"/>
                  <a:tailEnd type="triangle" w="med" len="med"/>
                </a:ln>
              </p:spPr>
            </p:sp>
            <p:sp>
              <p:nvSpPr>
                <p:cNvPr id="51241" name="Line 172"/>
                <p:cNvSpPr/>
                <p:nvPr/>
              </p:nvSpPr>
              <p:spPr>
                <a:xfrm flipH="1">
                  <a:off x="3444" y="3473"/>
                  <a:ext cx="240" cy="0"/>
                </a:xfrm>
                <a:prstGeom prst="line">
                  <a:avLst/>
                </a:prstGeom>
                <a:ln w="12700" cap="flat" cmpd="sng">
                  <a:solidFill>
                    <a:schemeClr val="tx1"/>
                  </a:solidFill>
                  <a:prstDash val="solid"/>
                  <a:headEnd type="none" w="sm" len="sm"/>
                  <a:tailEnd type="triangle" w="med" len="med"/>
                </a:ln>
              </p:spPr>
            </p:sp>
            <p:sp>
              <p:nvSpPr>
                <p:cNvPr id="51242" name="Rectangle 173"/>
                <p:cNvSpPr/>
                <p:nvPr/>
              </p:nvSpPr>
              <p:spPr>
                <a:xfrm>
                  <a:off x="5163" y="3272"/>
                  <a:ext cx="453" cy="227"/>
                </a:xfrm>
                <a:prstGeom prst="rect">
                  <a:avLst/>
                </a:prstGeom>
                <a:noFill/>
                <a:ln w="12700" cap="flat" cmpd="sng">
                  <a:solidFill>
                    <a:srgbClr val="00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Times New Roman" panose="02020603050405020304" pitchFamily="18" charset="0"/>
                    </a:rPr>
                    <a:t>……</a:t>
                  </a:r>
                  <a:endParaRPr lang="en-US" altLang="zh-CN" sz="2400" b="1" dirty="0">
                    <a:ea typeface="Times New Roman" panose="02020603050405020304" pitchFamily="18" charset="0"/>
                  </a:endParaRPr>
                </a:p>
              </p:txBody>
            </p:sp>
            <p:sp>
              <p:nvSpPr>
                <p:cNvPr id="51243" name="Rectangle 174"/>
                <p:cNvSpPr/>
                <p:nvPr/>
              </p:nvSpPr>
              <p:spPr>
                <a:xfrm>
                  <a:off x="2928" y="3272"/>
                  <a:ext cx="453" cy="227"/>
                </a:xfrm>
                <a:prstGeom prst="rect">
                  <a:avLst/>
                </a:prstGeom>
                <a:noFill/>
                <a:ln w="12700" cap="flat" cmpd="sng">
                  <a:solidFill>
                    <a:srgbClr val="00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Times New Roman" panose="02020603050405020304" pitchFamily="18" charset="0"/>
                    </a:rPr>
                    <a:t>……</a:t>
                  </a:r>
                  <a:endParaRPr lang="en-US" altLang="zh-CN" sz="2400" b="1" dirty="0">
                    <a:ea typeface="Times New Roman" panose="02020603050405020304" pitchFamily="18" charset="0"/>
                  </a:endParaRPr>
                </a:p>
              </p:txBody>
            </p:sp>
            <p:grpSp>
              <p:nvGrpSpPr>
                <p:cNvPr id="51244" name="Group 175"/>
                <p:cNvGrpSpPr/>
                <p:nvPr/>
              </p:nvGrpSpPr>
              <p:grpSpPr>
                <a:xfrm>
                  <a:off x="3644" y="3312"/>
                  <a:ext cx="559" cy="232"/>
                  <a:chOff x="3408" y="3652"/>
                  <a:chExt cx="559" cy="232"/>
                </a:xfrm>
              </p:grpSpPr>
              <p:sp>
                <p:nvSpPr>
                  <p:cNvPr id="51249" name="Rectangle 176"/>
                  <p:cNvSpPr/>
                  <p:nvPr/>
                </p:nvSpPr>
                <p:spPr>
                  <a:xfrm>
                    <a:off x="3543" y="3657"/>
                    <a:ext cx="29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a</a:t>
                    </a:r>
                    <a:r>
                      <a:rPr lang="en-US" altLang="zh-CN" sz="2400" b="1" baseline="-25000" dirty="0">
                        <a:cs typeface="Arial" panose="020B0604020202020204" pitchFamily="34" charset="0"/>
                      </a:rPr>
                      <a:t>i</a:t>
                    </a:r>
                    <a:endParaRPr lang="en-US" altLang="zh-CN" sz="2400" b="1" baseline="-25000" dirty="0">
                      <a:ea typeface="Arial" panose="020B0604020202020204" pitchFamily="34" charset="0"/>
                    </a:endParaRPr>
                  </a:p>
                </p:txBody>
              </p:sp>
              <p:sp>
                <p:nvSpPr>
                  <p:cNvPr id="51250" name="Rectangle 177"/>
                  <p:cNvSpPr/>
                  <p:nvPr/>
                </p:nvSpPr>
                <p:spPr>
                  <a:xfrm>
                    <a:off x="3831" y="3652"/>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51251" name="Rectangle 178"/>
                  <p:cNvSpPr/>
                  <p:nvPr/>
                </p:nvSpPr>
                <p:spPr>
                  <a:xfrm>
                    <a:off x="3408" y="3657"/>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nvGrpSpPr>
                <p:cNvPr id="51245" name="Group 179"/>
                <p:cNvGrpSpPr/>
                <p:nvPr/>
              </p:nvGrpSpPr>
              <p:grpSpPr>
                <a:xfrm>
                  <a:off x="4377" y="3312"/>
                  <a:ext cx="568" cy="232"/>
                  <a:chOff x="4281" y="3312"/>
                  <a:chExt cx="568" cy="232"/>
                </a:xfrm>
              </p:grpSpPr>
              <p:sp>
                <p:nvSpPr>
                  <p:cNvPr id="51246" name="Rectangle 180"/>
                  <p:cNvSpPr/>
                  <p:nvPr/>
                </p:nvSpPr>
                <p:spPr>
                  <a:xfrm>
                    <a:off x="4416" y="3317"/>
                    <a:ext cx="29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a</a:t>
                    </a:r>
                    <a:r>
                      <a:rPr lang="en-US" altLang="zh-CN" sz="2400" b="1" baseline="-25000" dirty="0">
                        <a:cs typeface="Arial" panose="020B0604020202020204" pitchFamily="34" charset="0"/>
                      </a:rPr>
                      <a:t>i+1</a:t>
                    </a:r>
                    <a:endParaRPr lang="en-US" altLang="zh-CN" sz="2400" b="1" baseline="-25000" dirty="0">
                      <a:ea typeface="Arial" panose="020B0604020202020204" pitchFamily="34" charset="0"/>
                    </a:endParaRPr>
                  </a:p>
                </p:txBody>
              </p:sp>
              <p:sp>
                <p:nvSpPr>
                  <p:cNvPr id="51247" name="Rectangle 181"/>
                  <p:cNvSpPr/>
                  <p:nvPr/>
                </p:nvSpPr>
                <p:spPr>
                  <a:xfrm>
                    <a:off x="4713" y="3312"/>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51248" name="Rectangle 182"/>
                  <p:cNvSpPr/>
                  <p:nvPr/>
                </p:nvSpPr>
                <p:spPr>
                  <a:xfrm>
                    <a:off x="4281" y="3317"/>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grpSp>
        <p:grpSp>
          <p:nvGrpSpPr>
            <p:cNvPr id="51206" name="Group 183"/>
            <p:cNvGrpSpPr/>
            <p:nvPr/>
          </p:nvGrpSpPr>
          <p:grpSpPr>
            <a:xfrm>
              <a:off x="2928" y="3075"/>
              <a:ext cx="2688" cy="1101"/>
              <a:chOff x="2928" y="2935"/>
              <a:chExt cx="2688" cy="1101"/>
            </a:xfrm>
          </p:grpSpPr>
          <p:grpSp>
            <p:nvGrpSpPr>
              <p:cNvPr id="51207" name="Group 184"/>
              <p:cNvGrpSpPr/>
              <p:nvPr/>
            </p:nvGrpSpPr>
            <p:grpSpPr>
              <a:xfrm>
                <a:off x="4032" y="3600"/>
                <a:ext cx="559" cy="436"/>
                <a:chOff x="4041" y="3618"/>
                <a:chExt cx="559" cy="436"/>
              </a:xfrm>
            </p:grpSpPr>
            <p:sp>
              <p:nvSpPr>
                <p:cNvPr id="51229" name="Rectangle 185"/>
                <p:cNvSpPr/>
                <p:nvPr/>
              </p:nvSpPr>
              <p:spPr>
                <a:xfrm>
                  <a:off x="4211" y="3618"/>
                  <a:ext cx="227" cy="181"/>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S</a:t>
                  </a:r>
                  <a:endParaRPr lang="en-US" altLang="zh-CN" sz="2400" b="1" dirty="0">
                    <a:ea typeface="Arial" panose="020B0604020202020204" pitchFamily="34" charset="0"/>
                  </a:endParaRPr>
                </a:p>
              </p:txBody>
            </p:sp>
            <p:sp>
              <p:nvSpPr>
                <p:cNvPr id="51230" name="Rectangle 186"/>
                <p:cNvSpPr/>
                <p:nvPr/>
              </p:nvSpPr>
              <p:spPr>
                <a:xfrm>
                  <a:off x="4176" y="3823"/>
                  <a:ext cx="29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e</a:t>
                  </a:r>
                  <a:endParaRPr lang="en-US" altLang="zh-CN" sz="2400" b="1" dirty="0">
                    <a:ea typeface="Arial" panose="020B0604020202020204" pitchFamily="34" charset="0"/>
                  </a:endParaRPr>
                </a:p>
              </p:txBody>
            </p:sp>
            <p:sp>
              <p:nvSpPr>
                <p:cNvPr id="51231" name="Rectangle 187"/>
                <p:cNvSpPr/>
                <p:nvPr/>
              </p:nvSpPr>
              <p:spPr>
                <a:xfrm>
                  <a:off x="4464" y="3827"/>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51232" name="Rectangle 188"/>
                <p:cNvSpPr/>
                <p:nvPr/>
              </p:nvSpPr>
              <p:spPr>
                <a:xfrm>
                  <a:off x="4041" y="3823"/>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nvGrpSpPr>
              <p:cNvPr id="51208" name="Group 189"/>
              <p:cNvGrpSpPr/>
              <p:nvPr/>
            </p:nvGrpSpPr>
            <p:grpSpPr>
              <a:xfrm>
                <a:off x="3840" y="2935"/>
                <a:ext cx="227" cy="376"/>
                <a:chOff x="2016" y="3744"/>
                <a:chExt cx="227" cy="376"/>
              </a:xfrm>
            </p:grpSpPr>
            <p:sp>
              <p:nvSpPr>
                <p:cNvPr id="51227" name="Rectangle 190"/>
                <p:cNvSpPr/>
                <p:nvPr/>
              </p:nvSpPr>
              <p:spPr>
                <a:xfrm>
                  <a:off x="2016" y="3744"/>
                  <a:ext cx="227" cy="227"/>
                </a:xfrm>
                <a:prstGeom prst="rect">
                  <a:avLst/>
                </a:prstGeom>
                <a:noFill/>
                <a:ln w="12700">
                  <a:noFill/>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p</a:t>
                  </a:r>
                  <a:endParaRPr lang="en-US" altLang="zh-CN" sz="2400" b="1" dirty="0">
                    <a:ea typeface="Arial" panose="020B0604020202020204" pitchFamily="34" charset="0"/>
                  </a:endParaRPr>
                </a:p>
              </p:txBody>
            </p:sp>
            <p:sp>
              <p:nvSpPr>
                <p:cNvPr id="51228" name="Line 191"/>
                <p:cNvSpPr/>
                <p:nvPr/>
              </p:nvSpPr>
              <p:spPr>
                <a:xfrm>
                  <a:off x="2112" y="3984"/>
                  <a:ext cx="0" cy="136"/>
                </a:xfrm>
                <a:prstGeom prst="line">
                  <a:avLst/>
                </a:prstGeom>
                <a:ln w="12700" cap="flat" cmpd="sng">
                  <a:solidFill>
                    <a:schemeClr val="tx1"/>
                  </a:solidFill>
                  <a:prstDash val="solid"/>
                  <a:headEnd type="none" w="sm" len="sm"/>
                  <a:tailEnd type="triangle" w="med" len="med"/>
                </a:ln>
              </p:spPr>
            </p:sp>
          </p:grpSp>
          <p:sp>
            <p:nvSpPr>
              <p:cNvPr id="51209" name="Line 192"/>
              <p:cNvSpPr/>
              <p:nvPr/>
            </p:nvSpPr>
            <p:spPr>
              <a:xfrm>
                <a:off x="4887" y="3416"/>
                <a:ext cx="240" cy="0"/>
              </a:xfrm>
              <a:prstGeom prst="line">
                <a:avLst/>
              </a:prstGeom>
              <a:ln w="12700" cap="flat" cmpd="sng">
                <a:solidFill>
                  <a:schemeClr val="tx1"/>
                </a:solidFill>
                <a:prstDash val="solid"/>
                <a:headEnd type="none" w="sm" len="sm"/>
                <a:tailEnd type="triangle" w="med" len="med"/>
              </a:ln>
            </p:spPr>
          </p:sp>
          <p:sp>
            <p:nvSpPr>
              <p:cNvPr id="51210" name="Line 193"/>
              <p:cNvSpPr/>
              <p:nvPr/>
            </p:nvSpPr>
            <p:spPr>
              <a:xfrm>
                <a:off x="3387" y="3398"/>
                <a:ext cx="240" cy="0"/>
              </a:xfrm>
              <a:prstGeom prst="line">
                <a:avLst/>
              </a:prstGeom>
              <a:ln w="12700" cap="flat" cmpd="sng">
                <a:solidFill>
                  <a:schemeClr val="tx1"/>
                </a:solidFill>
                <a:prstDash val="solid"/>
                <a:headEnd type="none" w="sm" len="sm"/>
                <a:tailEnd type="triangle" w="med" len="med"/>
              </a:ln>
            </p:spPr>
          </p:sp>
          <p:sp>
            <p:nvSpPr>
              <p:cNvPr id="51211" name="Line 194"/>
              <p:cNvSpPr/>
              <p:nvPr/>
            </p:nvSpPr>
            <p:spPr>
              <a:xfrm flipH="1">
                <a:off x="4944" y="3494"/>
                <a:ext cx="240" cy="0"/>
              </a:xfrm>
              <a:prstGeom prst="line">
                <a:avLst/>
              </a:prstGeom>
              <a:ln w="12700" cap="flat" cmpd="sng">
                <a:solidFill>
                  <a:schemeClr val="tx1"/>
                </a:solidFill>
                <a:prstDash val="solid"/>
                <a:headEnd type="none" w="sm" len="sm"/>
                <a:tailEnd type="triangle" w="med" len="med"/>
              </a:ln>
            </p:spPr>
          </p:sp>
          <p:sp>
            <p:nvSpPr>
              <p:cNvPr id="51212" name="Line 195"/>
              <p:cNvSpPr/>
              <p:nvPr/>
            </p:nvSpPr>
            <p:spPr>
              <a:xfrm flipH="1">
                <a:off x="3444" y="3473"/>
                <a:ext cx="240" cy="0"/>
              </a:xfrm>
              <a:prstGeom prst="line">
                <a:avLst/>
              </a:prstGeom>
              <a:ln w="12700" cap="flat" cmpd="sng">
                <a:solidFill>
                  <a:schemeClr val="tx1"/>
                </a:solidFill>
                <a:prstDash val="solid"/>
                <a:headEnd type="none" w="sm" len="sm"/>
                <a:tailEnd type="triangle" w="med" len="med"/>
              </a:ln>
            </p:spPr>
          </p:sp>
          <p:sp>
            <p:nvSpPr>
              <p:cNvPr id="51213" name="Rectangle 196"/>
              <p:cNvSpPr/>
              <p:nvPr/>
            </p:nvSpPr>
            <p:spPr>
              <a:xfrm>
                <a:off x="5163" y="3272"/>
                <a:ext cx="453" cy="227"/>
              </a:xfrm>
              <a:prstGeom prst="rect">
                <a:avLst/>
              </a:prstGeom>
              <a:noFill/>
              <a:ln w="12700" cap="flat" cmpd="sng">
                <a:solidFill>
                  <a:srgbClr val="00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Times New Roman" panose="02020603050405020304" pitchFamily="18" charset="0"/>
                  </a:rPr>
                  <a:t>……</a:t>
                </a:r>
                <a:endParaRPr lang="en-US" altLang="zh-CN" sz="2400" b="1" dirty="0">
                  <a:ea typeface="Times New Roman" panose="02020603050405020304" pitchFamily="18" charset="0"/>
                </a:endParaRPr>
              </a:p>
            </p:txBody>
          </p:sp>
          <p:sp>
            <p:nvSpPr>
              <p:cNvPr id="51214" name="Rectangle 197"/>
              <p:cNvSpPr/>
              <p:nvPr/>
            </p:nvSpPr>
            <p:spPr>
              <a:xfrm>
                <a:off x="2928" y="3272"/>
                <a:ext cx="453" cy="227"/>
              </a:xfrm>
              <a:prstGeom prst="rect">
                <a:avLst/>
              </a:prstGeom>
              <a:noFill/>
              <a:ln w="12700" cap="flat" cmpd="sng">
                <a:solidFill>
                  <a:srgbClr val="000000"/>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Times New Roman" panose="02020603050405020304" pitchFamily="18" charset="0"/>
                  </a:rPr>
                  <a:t>……</a:t>
                </a:r>
                <a:endParaRPr lang="en-US" altLang="zh-CN" sz="2400" b="1" dirty="0">
                  <a:ea typeface="Times New Roman" panose="02020603050405020304" pitchFamily="18" charset="0"/>
                </a:endParaRPr>
              </a:p>
            </p:txBody>
          </p:sp>
          <p:grpSp>
            <p:nvGrpSpPr>
              <p:cNvPr id="51215" name="Group 198"/>
              <p:cNvGrpSpPr/>
              <p:nvPr/>
            </p:nvGrpSpPr>
            <p:grpSpPr>
              <a:xfrm>
                <a:off x="3644" y="3312"/>
                <a:ext cx="559" cy="232"/>
                <a:chOff x="3408" y="3652"/>
                <a:chExt cx="559" cy="232"/>
              </a:xfrm>
            </p:grpSpPr>
            <p:sp>
              <p:nvSpPr>
                <p:cNvPr id="51224" name="Rectangle 199"/>
                <p:cNvSpPr/>
                <p:nvPr/>
              </p:nvSpPr>
              <p:spPr>
                <a:xfrm>
                  <a:off x="3543" y="3657"/>
                  <a:ext cx="29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a</a:t>
                  </a:r>
                  <a:r>
                    <a:rPr lang="en-US" altLang="zh-CN" sz="2400" b="1" baseline="-25000" dirty="0">
                      <a:cs typeface="Arial" panose="020B0604020202020204" pitchFamily="34" charset="0"/>
                    </a:rPr>
                    <a:t>i</a:t>
                  </a:r>
                  <a:endParaRPr lang="en-US" altLang="zh-CN" sz="2400" b="1" baseline="-25000" dirty="0">
                    <a:ea typeface="Arial" panose="020B0604020202020204" pitchFamily="34" charset="0"/>
                  </a:endParaRPr>
                </a:p>
              </p:txBody>
            </p:sp>
            <p:sp>
              <p:nvSpPr>
                <p:cNvPr id="51225" name="Rectangle 200"/>
                <p:cNvSpPr/>
                <p:nvPr/>
              </p:nvSpPr>
              <p:spPr>
                <a:xfrm>
                  <a:off x="3831" y="3652"/>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51226" name="Rectangle 201"/>
                <p:cNvSpPr/>
                <p:nvPr/>
              </p:nvSpPr>
              <p:spPr>
                <a:xfrm>
                  <a:off x="3408" y="3657"/>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grpSp>
            <p:nvGrpSpPr>
              <p:cNvPr id="51216" name="Group 202"/>
              <p:cNvGrpSpPr/>
              <p:nvPr/>
            </p:nvGrpSpPr>
            <p:grpSpPr>
              <a:xfrm>
                <a:off x="4377" y="3312"/>
                <a:ext cx="568" cy="232"/>
                <a:chOff x="4281" y="3312"/>
                <a:chExt cx="568" cy="232"/>
              </a:xfrm>
            </p:grpSpPr>
            <p:sp>
              <p:nvSpPr>
                <p:cNvPr id="51221" name="Rectangle 203"/>
                <p:cNvSpPr/>
                <p:nvPr/>
              </p:nvSpPr>
              <p:spPr>
                <a:xfrm>
                  <a:off x="4416" y="3317"/>
                  <a:ext cx="295" cy="227"/>
                </a:xfrm>
                <a:prstGeom prst="rect">
                  <a:avLst/>
                </a:prstGeom>
                <a:no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dirty="0">
                      <a:cs typeface="Arial" panose="020B0604020202020204" pitchFamily="34" charset="0"/>
                    </a:rPr>
                    <a:t>a</a:t>
                  </a:r>
                  <a:r>
                    <a:rPr lang="en-US" altLang="zh-CN" sz="2400" b="1" baseline="-25000" dirty="0">
                      <a:cs typeface="Arial" panose="020B0604020202020204" pitchFamily="34" charset="0"/>
                    </a:rPr>
                    <a:t>i+1</a:t>
                  </a:r>
                  <a:endParaRPr lang="en-US" altLang="zh-CN" sz="2400" b="1" baseline="-25000" dirty="0">
                    <a:ea typeface="Arial" panose="020B0604020202020204" pitchFamily="34" charset="0"/>
                  </a:endParaRPr>
                </a:p>
              </p:txBody>
            </p:sp>
            <p:sp>
              <p:nvSpPr>
                <p:cNvPr id="51222" name="Rectangle 204"/>
                <p:cNvSpPr/>
                <p:nvPr/>
              </p:nvSpPr>
              <p:spPr>
                <a:xfrm>
                  <a:off x="4713" y="3312"/>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sp>
              <p:nvSpPr>
                <p:cNvPr id="51223" name="Rectangle 205"/>
                <p:cNvSpPr/>
                <p:nvPr/>
              </p:nvSpPr>
              <p:spPr>
                <a:xfrm>
                  <a:off x="4281" y="3317"/>
                  <a:ext cx="136" cy="227"/>
                </a:xfrm>
                <a:prstGeom prst="rect">
                  <a:avLst/>
                </a:prstGeom>
                <a:noFill/>
                <a:ln w="12700" cap="flat" cmpd="sng">
                  <a:solidFill>
                    <a:schemeClr val="tx1"/>
                  </a:solidFill>
                  <a:prstDash val="solid"/>
                  <a:miter/>
                  <a:headEnd type="none" w="sm" len="sm"/>
                  <a:tailEnd type="none" w="sm" len="sm"/>
                </a:ln>
              </p:spPr>
              <p:txBody>
                <a:bodyPr wrap="none"/>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b="1" dirty="0">
                    <a:ea typeface="Arial" panose="020B0604020202020204" pitchFamily="34" charset="0"/>
                  </a:endParaRPr>
                </a:p>
              </p:txBody>
            </p:sp>
          </p:grpSp>
          <p:sp>
            <p:nvSpPr>
              <p:cNvPr id="51217" name="Line 206"/>
              <p:cNvSpPr/>
              <p:nvPr/>
            </p:nvSpPr>
            <p:spPr>
              <a:xfrm flipV="1">
                <a:off x="4551" y="3552"/>
                <a:ext cx="0" cy="317"/>
              </a:xfrm>
              <a:prstGeom prst="line">
                <a:avLst/>
              </a:prstGeom>
              <a:ln w="28575" cap="flat" cmpd="sng">
                <a:solidFill>
                  <a:schemeClr val="tx1"/>
                </a:solidFill>
                <a:prstDash val="solid"/>
                <a:headEnd type="none" w="sm" len="sm"/>
                <a:tailEnd type="triangle" w="med" len="med"/>
              </a:ln>
            </p:spPr>
          </p:sp>
          <p:sp>
            <p:nvSpPr>
              <p:cNvPr id="51218" name="Line 207"/>
              <p:cNvSpPr/>
              <p:nvPr/>
            </p:nvSpPr>
            <p:spPr>
              <a:xfrm>
                <a:off x="4464" y="3504"/>
                <a:ext cx="0" cy="288"/>
              </a:xfrm>
              <a:prstGeom prst="line">
                <a:avLst/>
              </a:prstGeom>
              <a:ln w="28575" cap="flat" cmpd="sng">
                <a:solidFill>
                  <a:schemeClr val="tx1"/>
                </a:solidFill>
                <a:prstDash val="solid"/>
                <a:headEnd type="none" w="sm" len="sm"/>
                <a:tailEnd type="triangle" w="med" len="med"/>
              </a:ln>
            </p:spPr>
          </p:sp>
          <p:sp>
            <p:nvSpPr>
              <p:cNvPr id="51219" name="Line 208"/>
              <p:cNvSpPr/>
              <p:nvPr/>
            </p:nvSpPr>
            <p:spPr>
              <a:xfrm>
                <a:off x="4155" y="3456"/>
                <a:ext cx="0" cy="336"/>
              </a:xfrm>
              <a:prstGeom prst="line">
                <a:avLst/>
              </a:prstGeom>
              <a:ln w="28575" cap="flat" cmpd="sng">
                <a:solidFill>
                  <a:schemeClr val="tx1"/>
                </a:solidFill>
                <a:prstDash val="solid"/>
                <a:headEnd type="none" w="sm" len="sm"/>
                <a:tailEnd type="triangle" w="med" len="med"/>
              </a:ln>
            </p:spPr>
          </p:sp>
          <p:sp>
            <p:nvSpPr>
              <p:cNvPr id="51220" name="Line 209"/>
              <p:cNvSpPr/>
              <p:nvPr/>
            </p:nvSpPr>
            <p:spPr>
              <a:xfrm flipV="1">
                <a:off x="4080" y="3552"/>
                <a:ext cx="0" cy="336"/>
              </a:xfrm>
              <a:prstGeom prst="line">
                <a:avLst/>
              </a:prstGeom>
              <a:ln w="28575" cap="flat" cmpd="sng">
                <a:solidFill>
                  <a:schemeClr val="tx1"/>
                </a:solidFill>
                <a:prstDash val="solid"/>
                <a:headEnd type="none" w="sm" len="sm"/>
                <a:tailEnd type="triangle" w="med" len="med"/>
              </a:ln>
            </p:spPr>
          </p:sp>
        </p:grpSp>
      </p:grpSp>
      <p:sp>
        <p:nvSpPr>
          <p:cNvPr id="60" name="Rectangle 2"/>
          <p:cNvSpPr txBox="1">
            <a:spLocks noChangeArrowheads="1"/>
          </p:cNvSpPr>
          <p:nvPr/>
        </p:nvSpPr>
        <p:spPr>
          <a:xfrm>
            <a:off x="685800" y="381000"/>
            <a:ext cx="7696200" cy="685800"/>
          </a:xfrm>
          <a:prstGeom prst="rect">
            <a:avLst/>
          </a:prstGeom>
        </p:spPr>
        <p:txBody>
          <a:bodyPr/>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双向链表的结点插入</a:t>
            </a:r>
            <a:endParaRPr kumimoji="1" lang="en-US" altLang="zh-CN" sz="4000" b="0" i="0" u="none" strike="noStrike" kern="1200" cap="none" spc="0" normalizeH="0" baseline="0" noProof="0" dirty="0">
              <a:ln>
                <a:noFill/>
              </a:ln>
              <a:solidFill>
                <a:schemeClr val="tx2"/>
              </a:solidFill>
              <a:effectLst/>
              <a:uLnTx/>
              <a:uFillTx/>
              <a:latin typeface="+mj-lt"/>
              <a:ea typeface="仿宋_GB2312" pitchFamily="49" charset="-122"/>
              <a:cs typeface="+mj-cs"/>
            </a:endParaRPr>
          </a:p>
        </p:txBody>
      </p:sp>
      <p:sp>
        <p:nvSpPr>
          <p:cNvPr id="51204" name="文本框 1"/>
          <p:cNvSpPr txBox="1"/>
          <p:nvPr/>
        </p:nvSpPr>
        <p:spPr>
          <a:xfrm>
            <a:off x="0" y="3573463"/>
            <a:ext cx="9032875" cy="2892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354330" lvl="1" indent="0" eaLnBrk="1" hangingPunct="1">
              <a:lnSpc>
                <a:spcPct val="110000"/>
              </a:lnSpc>
              <a:spcBef>
                <a:spcPct val="0"/>
              </a:spcBef>
              <a:buNone/>
            </a:pPr>
            <a:r>
              <a:rPr lang="en-US" altLang="zh-CN" b="1" dirty="0"/>
              <a:t>p</a:t>
            </a:r>
            <a:r>
              <a:rPr lang="zh-CN" altLang="en-US" b="1" dirty="0"/>
              <a:t>指向直接前驱结点</a:t>
            </a:r>
            <a:r>
              <a:rPr lang="zh-CN" altLang="en-US" b="1" dirty="0">
                <a:latin typeface="宋体" panose="02010600030101010101" pitchFamily="2" charset="-122"/>
              </a:rPr>
              <a:t>，插入结点的语句：</a:t>
            </a:r>
            <a:endParaRPr lang="zh-CN" altLang="en-US" b="1" dirty="0"/>
          </a:p>
          <a:p>
            <a:pPr marL="723900" lvl="2" indent="0" eaLnBrk="1" hangingPunct="1">
              <a:lnSpc>
                <a:spcPct val="110000"/>
              </a:lnSpc>
              <a:spcBef>
                <a:spcPct val="0"/>
              </a:spcBef>
              <a:buFont typeface="Wingdings" panose="05000000000000000000" pitchFamily="2" charset="2"/>
              <a:buNone/>
            </a:pPr>
            <a:r>
              <a:rPr lang="en-US" altLang="zh-CN" sz="2800" b="1" dirty="0">
                <a:ea typeface="楷体_GB2312" pitchFamily="49" charset="-122"/>
              </a:rPr>
              <a:t>S=(</a:t>
            </a:r>
            <a:r>
              <a:rPr lang="en-US" altLang="zh-CN" sz="2800" b="1" dirty="0"/>
              <a:t>DulNode</a:t>
            </a:r>
            <a:r>
              <a:rPr lang="en-US" altLang="zh-CN" sz="2800" b="1" dirty="0">
                <a:ea typeface="楷体_GB2312" pitchFamily="49" charset="-122"/>
              </a:rPr>
              <a:t> *)malloc(sizeof(</a:t>
            </a:r>
            <a:r>
              <a:rPr lang="en-US" altLang="zh-CN" sz="2800" b="1" dirty="0"/>
              <a:t>DulNode</a:t>
            </a:r>
            <a:r>
              <a:rPr lang="en-US" altLang="zh-CN" sz="2800" b="1" dirty="0">
                <a:ea typeface="楷体_GB2312" pitchFamily="49" charset="-122"/>
              </a:rPr>
              <a:t>)); </a:t>
            </a:r>
            <a:endParaRPr lang="en-US" altLang="zh-CN" sz="2800" b="1" dirty="0">
              <a:ea typeface="楷体_GB2312" pitchFamily="49" charset="-122"/>
            </a:endParaRPr>
          </a:p>
          <a:p>
            <a:pPr marL="723900" lvl="2" indent="0" eaLnBrk="1" hangingPunct="1">
              <a:lnSpc>
                <a:spcPct val="110000"/>
              </a:lnSpc>
              <a:spcBef>
                <a:spcPct val="0"/>
              </a:spcBef>
              <a:buFont typeface="Wingdings" panose="05000000000000000000" pitchFamily="2" charset="2"/>
              <a:buNone/>
            </a:pPr>
            <a:r>
              <a:rPr lang="en-US" altLang="zh-CN" sz="2800" b="1" dirty="0">
                <a:ea typeface="楷体_GB2312" pitchFamily="49" charset="-122"/>
              </a:rPr>
              <a:t>S-&gt;data=e;</a:t>
            </a:r>
            <a:endParaRPr lang="en-US" altLang="zh-CN" sz="2800" b="1" dirty="0">
              <a:ea typeface="楷体_GB2312" pitchFamily="49" charset="-122"/>
            </a:endParaRPr>
          </a:p>
          <a:p>
            <a:pPr marL="723900" lvl="2" indent="0" eaLnBrk="1" hangingPunct="1">
              <a:lnSpc>
                <a:spcPct val="110000"/>
              </a:lnSpc>
              <a:spcBef>
                <a:spcPct val="0"/>
              </a:spcBef>
              <a:buFont typeface="Wingdings" panose="05000000000000000000" pitchFamily="2" charset="2"/>
              <a:buNone/>
            </a:pPr>
            <a:r>
              <a:rPr lang="en-US" altLang="zh-CN" sz="2800" b="1" dirty="0">
                <a:ea typeface="楷体_GB2312" pitchFamily="49" charset="-122"/>
              </a:rPr>
              <a:t>S-&gt;next=p-&gt;next;   p-&gt;next-&gt;prior=S;</a:t>
            </a:r>
            <a:endParaRPr lang="en-US" altLang="zh-CN" sz="2800" b="1" dirty="0">
              <a:ea typeface="楷体_GB2312" pitchFamily="49" charset="-122"/>
            </a:endParaRPr>
          </a:p>
          <a:p>
            <a:pPr marL="723900" lvl="2" indent="0" eaLnBrk="1" hangingPunct="1">
              <a:lnSpc>
                <a:spcPct val="110000"/>
              </a:lnSpc>
              <a:spcBef>
                <a:spcPct val="0"/>
              </a:spcBef>
              <a:buFont typeface="Wingdings" panose="05000000000000000000" pitchFamily="2" charset="2"/>
              <a:buNone/>
            </a:pPr>
            <a:r>
              <a:rPr lang="en-US" altLang="zh-CN" sz="2800" b="1" dirty="0">
                <a:ea typeface="楷体_GB2312" pitchFamily="49" charset="-122"/>
              </a:rPr>
              <a:t>p-&gt;next=S;  S-&gt;prior=p;    </a:t>
            </a:r>
            <a:endParaRPr lang="en-US" altLang="zh-CN" sz="2800" b="1" dirty="0">
              <a:ea typeface="楷体_GB2312" pitchFamily="49" charset="-122"/>
            </a:endParaRPr>
          </a:p>
          <a:p>
            <a:pPr marL="0" lvl="0" indent="0">
              <a:spcBef>
                <a:spcPct val="0"/>
              </a:spcBef>
              <a:buNone/>
            </a:pPr>
            <a:endParaRPr lang="zh-CN" altLang="en-US" sz="2800" b="1" dirty="0"/>
          </a:p>
        </p:txBody>
      </p:sp>
    </p:spTree>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16"/>
          <p:cNvSpPr>
            <a:spLocks noGrp="1"/>
          </p:cNvSpPr>
          <p:nvPr>
            <p:ph idx="1"/>
          </p:nvPr>
        </p:nvSpPr>
        <p:spPr>
          <a:xfrm>
            <a:off x="152400" y="1268413"/>
            <a:ext cx="8839200" cy="4897437"/>
          </a:xfrm>
          <a:ln/>
        </p:spPr>
        <p:txBody>
          <a:bodyPr vert="horz" wrap="square" lIns="91440" tIns="45720" rIns="91440" bIns="45720" anchor="t" anchorCtr="0"/>
          <a:p>
            <a:pPr marL="0" indent="0" eaLnBrk="1" hangingPunct="1">
              <a:lnSpc>
                <a:spcPct val="110000"/>
              </a:lnSpc>
              <a:buFont typeface="Wingdings" panose="05000000000000000000" pitchFamily="2" charset="2"/>
              <a:buNone/>
            </a:pPr>
            <a:r>
              <a:rPr lang="zh-CN" altLang="en-US" sz="2800" b="1" dirty="0">
                <a:latin typeface="宋体" panose="02010600030101010101" pitchFamily="2" charset="-122"/>
              </a:rPr>
              <a:t>设要删除</a:t>
            </a:r>
            <a:r>
              <a:rPr lang="zh-CN" altLang="en-US" sz="2800" b="1" dirty="0"/>
              <a:t>的结点为</a:t>
            </a:r>
            <a:r>
              <a:rPr lang="en-US" altLang="zh-CN" sz="2800" b="1" dirty="0"/>
              <a:t>p </a:t>
            </a:r>
            <a:r>
              <a:rPr lang="zh-CN" altLang="en-US" sz="2800" b="1" dirty="0">
                <a:latin typeface="宋体" panose="02010600030101010101" pitchFamily="2" charset="-122"/>
              </a:rPr>
              <a:t>，删除时可以不引入新的辅助指针变量，可以直接先断链，再释放结点。部分语句组如下：</a:t>
            </a:r>
            <a:endParaRPr lang="zh-CN" altLang="en-US" sz="2800" b="1" dirty="0">
              <a:latin typeface="宋体" panose="02010600030101010101" pitchFamily="2" charset="-122"/>
            </a:endParaRPr>
          </a:p>
          <a:p>
            <a:pPr marL="533400" lvl="1" indent="0" eaLnBrk="1" hangingPunct="1">
              <a:lnSpc>
                <a:spcPct val="110000"/>
              </a:lnSpc>
              <a:buNone/>
            </a:pPr>
            <a:r>
              <a:rPr lang="en-US" altLang="zh-CN" b="1" dirty="0"/>
              <a:t>p-&gt;prior-&gt;next=p-&gt;next;</a:t>
            </a:r>
            <a:endParaRPr lang="en-US" altLang="zh-CN" b="1" dirty="0"/>
          </a:p>
          <a:p>
            <a:pPr marL="533400" lvl="1" indent="0" eaLnBrk="1" hangingPunct="1">
              <a:lnSpc>
                <a:spcPct val="110000"/>
              </a:lnSpc>
              <a:buNone/>
            </a:pPr>
            <a:r>
              <a:rPr lang="en-US" altLang="zh-CN" b="1" dirty="0"/>
              <a:t>p-&gt;next-&gt;prior=p-&gt;prior;</a:t>
            </a:r>
            <a:endParaRPr lang="en-US" altLang="zh-CN" b="1" dirty="0"/>
          </a:p>
          <a:p>
            <a:pPr marL="533400" lvl="1" indent="0" eaLnBrk="1" hangingPunct="1">
              <a:lnSpc>
                <a:spcPct val="110000"/>
              </a:lnSpc>
              <a:buNone/>
            </a:pPr>
            <a:r>
              <a:rPr lang="en-US" altLang="zh-CN" b="1" dirty="0"/>
              <a:t>free(p);</a:t>
            </a:r>
            <a:endParaRPr lang="en-US" altLang="zh-CN" b="1" dirty="0"/>
          </a:p>
          <a:p>
            <a:pPr marL="0" indent="0" eaLnBrk="1" hangingPunct="1">
              <a:lnSpc>
                <a:spcPct val="110000"/>
              </a:lnSpc>
              <a:buFont typeface="Wingdings" panose="05000000000000000000" pitchFamily="2" charset="2"/>
              <a:buNone/>
            </a:pPr>
            <a:r>
              <a:rPr lang="zh-CN" altLang="en-US" sz="3600" b="1" dirty="0">
                <a:solidFill>
                  <a:schemeClr val="tx2"/>
                </a:solidFill>
                <a:latin typeface="宋体" panose="02010600030101010101" pitchFamily="2" charset="-122"/>
              </a:rPr>
              <a:t>注意：</a:t>
            </a:r>
            <a:endParaRPr lang="zh-CN" altLang="en-US" sz="3600" b="1" dirty="0">
              <a:solidFill>
                <a:schemeClr val="tx2"/>
              </a:solidFill>
              <a:latin typeface="宋体" panose="02010600030101010101" pitchFamily="2" charset="-122"/>
            </a:endParaRPr>
          </a:p>
          <a:p>
            <a:pPr marL="0" indent="0" eaLnBrk="1" hangingPunct="1">
              <a:lnSpc>
                <a:spcPct val="110000"/>
              </a:lnSpc>
              <a:buFont typeface="Wingdings" panose="05000000000000000000" pitchFamily="2" charset="2"/>
              <a:buNone/>
            </a:pPr>
            <a:r>
              <a:rPr lang="zh-CN" altLang="en-US" b="1" dirty="0">
                <a:latin typeface="宋体" panose="02010600030101010101" pitchFamily="2" charset="-122"/>
              </a:rPr>
              <a:t>    </a:t>
            </a:r>
            <a:r>
              <a:rPr lang="zh-CN" altLang="en-US" sz="2800" b="1" dirty="0">
                <a:latin typeface="宋体" panose="02010600030101010101" pitchFamily="2" charset="-122"/>
              </a:rPr>
              <a:t>与单链表的插入和删除操作不同的是，在双向链表中</a:t>
            </a:r>
            <a:r>
              <a:rPr lang="zh-CN" altLang="en-US" sz="2800" b="1" dirty="0">
                <a:solidFill>
                  <a:srgbClr val="FF0000"/>
                </a:solidFill>
                <a:latin typeface="宋体" panose="02010600030101010101" pitchFamily="2" charset="-122"/>
              </a:rPr>
              <a:t>插入</a:t>
            </a:r>
            <a:r>
              <a:rPr lang="zh-CN" altLang="en-US" sz="2800" b="1" dirty="0">
                <a:latin typeface="宋体" panose="02010600030101010101" pitchFamily="2" charset="-122"/>
              </a:rPr>
              <a:t>和</a:t>
            </a:r>
            <a:r>
              <a:rPr lang="zh-CN" altLang="en-US" sz="2800" b="1" dirty="0">
                <a:solidFill>
                  <a:srgbClr val="FF0000"/>
                </a:solidFill>
                <a:latin typeface="宋体" panose="02010600030101010101" pitchFamily="2" charset="-122"/>
              </a:rPr>
              <a:t>删除</a:t>
            </a:r>
            <a:r>
              <a:rPr lang="zh-CN" altLang="en-US" sz="2800" b="1" dirty="0">
                <a:latin typeface="宋体" panose="02010600030101010101" pitchFamily="2" charset="-122"/>
              </a:rPr>
              <a:t>必须同时</a:t>
            </a:r>
            <a:r>
              <a:rPr lang="zh-CN" altLang="en-US" sz="2800" b="1" dirty="0">
                <a:solidFill>
                  <a:srgbClr val="FF0000"/>
                </a:solidFill>
                <a:latin typeface="宋体" panose="02010600030101010101" pitchFamily="2" charset="-122"/>
              </a:rPr>
              <a:t>修改两个方向上的指针域的指向</a:t>
            </a:r>
            <a:r>
              <a:rPr lang="zh-CN" altLang="en-US" sz="2800" b="1" dirty="0">
                <a:latin typeface="宋体" panose="02010600030101010101" pitchFamily="2" charset="-122"/>
              </a:rPr>
              <a:t>。</a:t>
            </a:r>
            <a:endParaRPr lang="zh-CN" altLang="en-US" sz="2800" b="1" dirty="0">
              <a:latin typeface="宋体" panose="02010600030101010101" pitchFamily="2" charset="-122"/>
            </a:endParaRPr>
          </a:p>
        </p:txBody>
      </p:sp>
      <p:sp>
        <p:nvSpPr>
          <p:cNvPr id="3" name="Rectangle 2"/>
          <p:cNvSpPr txBox="1">
            <a:spLocks noChangeArrowheads="1"/>
          </p:cNvSpPr>
          <p:nvPr/>
        </p:nvSpPr>
        <p:spPr>
          <a:xfrm>
            <a:off x="685800" y="381000"/>
            <a:ext cx="7696200" cy="685800"/>
          </a:xfrm>
          <a:prstGeom prst="rect">
            <a:avLst/>
          </a:prstGeom>
        </p:spPr>
        <p:txBody>
          <a:bodyPr/>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双向链表的结点删除</a:t>
            </a:r>
            <a:endParaRPr kumimoji="1" lang="en-US" altLang="zh-CN" sz="4000" b="0" i="0" u="none" strike="noStrike" kern="1200" cap="none" spc="0" normalizeH="0" baseline="0" noProof="0" dirty="0">
              <a:ln>
                <a:noFill/>
              </a:ln>
              <a:solidFill>
                <a:schemeClr val="tx2"/>
              </a:solidFill>
              <a:effectLst/>
              <a:uLnTx/>
              <a:uFillTx/>
              <a:latin typeface="+mj-lt"/>
              <a:ea typeface="仿宋_GB2312" pitchFamily="49" charset="-122"/>
              <a:cs typeface="+mj-cs"/>
            </a:endParaRPr>
          </a:p>
        </p:txBody>
      </p:sp>
    </p:spTree>
  </p:cSld>
  <p:clrMapOvr>
    <a:masterClrMapping/>
  </p:clrMapOvr>
  <p:transition>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2135" name="Group 119"/>
          <p:cNvGrpSpPr/>
          <p:nvPr/>
        </p:nvGrpSpPr>
        <p:grpSpPr>
          <a:xfrm>
            <a:off x="455613" y="1371600"/>
            <a:ext cx="7316787" cy="990600"/>
            <a:chOff x="287" y="864"/>
            <a:chExt cx="4609" cy="624"/>
          </a:xfrm>
        </p:grpSpPr>
        <p:sp>
          <p:nvSpPr>
            <p:cNvPr id="55360" name="Rectangle 5" descr="白色大理石"/>
            <p:cNvSpPr/>
            <p:nvPr/>
          </p:nvSpPr>
          <p:spPr>
            <a:xfrm>
              <a:off x="1056"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61" name="Line 6"/>
            <p:cNvSpPr/>
            <p:nvPr/>
          </p:nvSpPr>
          <p:spPr>
            <a:xfrm>
              <a:off x="1200" y="1056"/>
              <a:ext cx="0" cy="336"/>
            </a:xfrm>
            <a:prstGeom prst="line">
              <a:avLst/>
            </a:prstGeom>
            <a:ln w="9525" cap="flat" cmpd="sng">
              <a:solidFill>
                <a:schemeClr val="tx1"/>
              </a:solidFill>
              <a:prstDash val="solid"/>
              <a:headEnd type="none" w="med" len="med"/>
              <a:tailEnd type="none" w="med" len="med"/>
            </a:ln>
          </p:spPr>
        </p:sp>
        <p:sp>
          <p:nvSpPr>
            <p:cNvPr id="55362" name="Line 7"/>
            <p:cNvSpPr/>
            <p:nvPr/>
          </p:nvSpPr>
          <p:spPr>
            <a:xfrm>
              <a:off x="1440" y="1056"/>
              <a:ext cx="0" cy="336"/>
            </a:xfrm>
            <a:prstGeom prst="line">
              <a:avLst/>
            </a:prstGeom>
            <a:ln w="9525" cap="flat" cmpd="sng">
              <a:solidFill>
                <a:schemeClr val="tx1"/>
              </a:solidFill>
              <a:prstDash val="solid"/>
              <a:headEnd type="none" w="med" len="med"/>
              <a:tailEnd type="none" w="med" len="med"/>
            </a:ln>
          </p:spPr>
        </p:sp>
        <p:sp>
          <p:nvSpPr>
            <p:cNvPr id="55363" name="Line 8"/>
            <p:cNvSpPr/>
            <p:nvPr/>
          </p:nvSpPr>
          <p:spPr>
            <a:xfrm flipV="1">
              <a:off x="1200" y="960"/>
              <a:ext cx="96" cy="96"/>
            </a:xfrm>
            <a:prstGeom prst="line">
              <a:avLst/>
            </a:prstGeom>
            <a:ln w="9525" cap="flat" cmpd="sng">
              <a:solidFill>
                <a:schemeClr val="tx1"/>
              </a:solidFill>
              <a:prstDash val="solid"/>
              <a:headEnd type="none" w="med" len="med"/>
              <a:tailEnd type="none" w="med" len="med"/>
            </a:ln>
          </p:spPr>
        </p:sp>
        <p:sp>
          <p:nvSpPr>
            <p:cNvPr id="55364" name="Line 9"/>
            <p:cNvSpPr/>
            <p:nvPr/>
          </p:nvSpPr>
          <p:spPr>
            <a:xfrm flipV="1">
              <a:off x="1440" y="960"/>
              <a:ext cx="96" cy="96"/>
            </a:xfrm>
            <a:prstGeom prst="line">
              <a:avLst/>
            </a:prstGeom>
            <a:ln w="9525" cap="flat" cmpd="sng">
              <a:solidFill>
                <a:schemeClr val="tx1"/>
              </a:solidFill>
              <a:prstDash val="solid"/>
              <a:headEnd type="none" w="med" len="med"/>
              <a:tailEnd type="none" w="med" len="med"/>
            </a:ln>
          </p:spPr>
        </p:sp>
        <p:sp>
          <p:nvSpPr>
            <p:cNvPr id="55365" name="Rectangle 10" descr="白色大理石"/>
            <p:cNvSpPr/>
            <p:nvPr/>
          </p:nvSpPr>
          <p:spPr>
            <a:xfrm>
              <a:off x="1824"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66" name="Line 11"/>
            <p:cNvSpPr/>
            <p:nvPr/>
          </p:nvSpPr>
          <p:spPr>
            <a:xfrm>
              <a:off x="2208" y="1056"/>
              <a:ext cx="0" cy="336"/>
            </a:xfrm>
            <a:prstGeom prst="line">
              <a:avLst/>
            </a:prstGeom>
            <a:ln w="9525" cap="flat" cmpd="sng">
              <a:solidFill>
                <a:schemeClr val="tx1"/>
              </a:solidFill>
              <a:prstDash val="solid"/>
              <a:headEnd type="none" w="med" len="med"/>
              <a:tailEnd type="none" w="med" len="med"/>
            </a:ln>
          </p:spPr>
        </p:sp>
        <p:sp>
          <p:nvSpPr>
            <p:cNvPr id="55367" name="Line 12"/>
            <p:cNvSpPr/>
            <p:nvPr/>
          </p:nvSpPr>
          <p:spPr>
            <a:xfrm flipV="1">
              <a:off x="1968" y="960"/>
              <a:ext cx="96" cy="96"/>
            </a:xfrm>
            <a:prstGeom prst="line">
              <a:avLst/>
            </a:prstGeom>
            <a:ln w="9525" cap="flat" cmpd="sng">
              <a:solidFill>
                <a:schemeClr val="tx1"/>
              </a:solidFill>
              <a:prstDash val="solid"/>
              <a:headEnd type="none" w="med" len="med"/>
              <a:tailEnd type="none" w="med" len="med"/>
            </a:ln>
          </p:spPr>
        </p:sp>
        <p:sp>
          <p:nvSpPr>
            <p:cNvPr id="55368" name="Line 13"/>
            <p:cNvSpPr/>
            <p:nvPr/>
          </p:nvSpPr>
          <p:spPr>
            <a:xfrm flipV="1">
              <a:off x="2208" y="960"/>
              <a:ext cx="96" cy="96"/>
            </a:xfrm>
            <a:prstGeom prst="line">
              <a:avLst/>
            </a:prstGeom>
            <a:ln w="9525" cap="flat" cmpd="sng">
              <a:solidFill>
                <a:schemeClr val="tx1"/>
              </a:solidFill>
              <a:prstDash val="solid"/>
              <a:headEnd type="none" w="med" len="med"/>
              <a:tailEnd type="none" w="med" len="med"/>
            </a:ln>
          </p:spPr>
        </p:sp>
        <p:sp>
          <p:nvSpPr>
            <p:cNvPr id="55369" name="Line 14"/>
            <p:cNvSpPr/>
            <p:nvPr/>
          </p:nvSpPr>
          <p:spPr>
            <a:xfrm>
              <a:off x="1968" y="1056"/>
              <a:ext cx="0" cy="336"/>
            </a:xfrm>
            <a:prstGeom prst="line">
              <a:avLst/>
            </a:prstGeom>
            <a:ln w="9525" cap="flat" cmpd="sng">
              <a:solidFill>
                <a:schemeClr val="tx1"/>
              </a:solidFill>
              <a:prstDash val="solid"/>
              <a:headEnd type="none" w="med" len="med"/>
              <a:tailEnd type="none" w="med" len="med"/>
            </a:ln>
          </p:spPr>
        </p:sp>
        <p:sp>
          <p:nvSpPr>
            <p:cNvPr id="55370" name="Rectangle 15" descr="白色大理石"/>
            <p:cNvSpPr/>
            <p:nvPr/>
          </p:nvSpPr>
          <p:spPr>
            <a:xfrm>
              <a:off x="2592"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71" name="Line 16"/>
            <p:cNvSpPr/>
            <p:nvPr/>
          </p:nvSpPr>
          <p:spPr>
            <a:xfrm>
              <a:off x="2976" y="1056"/>
              <a:ext cx="0" cy="336"/>
            </a:xfrm>
            <a:prstGeom prst="line">
              <a:avLst/>
            </a:prstGeom>
            <a:ln w="9525" cap="flat" cmpd="sng">
              <a:solidFill>
                <a:schemeClr val="tx1"/>
              </a:solidFill>
              <a:prstDash val="solid"/>
              <a:headEnd type="none" w="med" len="med"/>
              <a:tailEnd type="none" w="med" len="med"/>
            </a:ln>
          </p:spPr>
        </p:sp>
        <p:sp>
          <p:nvSpPr>
            <p:cNvPr id="55372" name="Line 17"/>
            <p:cNvSpPr/>
            <p:nvPr/>
          </p:nvSpPr>
          <p:spPr>
            <a:xfrm flipV="1">
              <a:off x="2736" y="960"/>
              <a:ext cx="96" cy="96"/>
            </a:xfrm>
            <a:prstGeom prst="line">
              <a:avLst/>
            </a:prstGeom>
            <a:ln w="9525" cap="flat" cmpd="sng">
              <a:solidFill>
                <a:schemeClr val="tx1"/>
              </a:solidFill>
              <a:prstDash val="solid"/>
              <a:headEnd type="none" w="med" len="med"/>
              <a:tailEnd type="none" w="med" len="med"/>
            </a:ln>
          </p:spPr>
        </p:sp>
        <p:sp>
          <p:nvSpPr>
            <p:cNvPr id="55373" name="Line 18"/>
            <p:cNvSpPr/>
            <p:nvPr/>
          </p:nvSpPr>
          <p:spPr>
            <a:xfrm flipV="1">
              <a:off x="2976" y="960"/>
              <a:ext cx="96" cy="96"/>
            </a:xfrm>
            <a:prstGeom prst="line">
              <a:avLst/>
            </a:prstGeom>
            <a:ln w="9525" cap="flat" cmpd="sng">
              <a:solidFill>
                <a:schemeClr val="tx1"/>
              </a:solidFill>
              <a:prstDash val="solid"/>
              <a:headEnd type="none" w="med" len="med"/>
              <a:tailEnd type="none" w="med" len="med"/>
            </a:ln>
          </p:spPr>
        </p:sp>
        <p:sp>
          <p:nvSpPr>
            <p:cNvPr id="55374" name="Line 19"/>
            <p:cNvSpPr/>
            <p:nvPr/>
          </p:nvSpPr>
          <p:spPr>
            <a:xfrm>
              <a:off x="2736" y="1056"/>
              <a:ext cx="0" cy="336"/>
            </a:xfrm>
            <a:prstGeom prst="line">
              <a:avLst/>
            </a:prstGeom>
            <a:ln w="9525" cap="flat" cmpd="sng">
              <a:solidFill>
                <a:schemeClr val="tx1"/>
              </a:solidFill>
              <a:prstDash val="solid"/>
              <a:headEnd type="none" w="med" len="med"/>
              <a:tailEnd type="none" w="med" len="med"/>
            </a:ln>
          </p:spPr>
        </p:sp>
        <p:sp>
          <p:nvSpPr>
            <p:cNvPr id="55375" name="Rectangle 20" descr="白色大理石"/>
            <p:cNvSpPr/>
            <p:nvPr/>
          </p:nvSpPr>
          <p:spPr>
            <a:xfrm>
              <a:off x="3360"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76" name="Line 21"/>
            <p:cNvSpPr/>
            <p:nvPr/>
          </p:nvSpPr>
          <p:spPr>
            <a:xfrm>
              <a:off x="3744" y="1056"/>
              <a:ext cx="0" cy="336"/>
            </a:xfrm>
            <a:prstGeom prst="line">
              <a:avLst/>
            </a:prstGeom>
            <a:ln w="9525" cap="flat" cmpd="sng">
              <a:solidFill>
                <a:schemeClr val="tx1"/>
              </a:solidFill>
              <a:prstDash val="solid"/>
              <a:headEnd type="none" w="med" len="med"/>
              <a:tailEnd type="none" w="med" len="med"/>
            </a:ln>
          </p:spPr>
        </p:sp>
        <p:sp>
          <p:nvSpPr>
            <p:cNvPr id="55377" name="Line 22"/>
            <p:cNvSpPr/>
            <p:nvPr/>
          </p:nvSpPr>
          <p:spPr>
            <a:xfrm flipV="1">
              <a:off x="3504" y="960"/>
              <a:ext cx="96" cy="96"/>
            </a:xfrm>
            <a:prstGeom prst="line">
              <a:avLst/>
            </a:prstGeom>
            <a:ln w="9525" cap="flat" cmpd="sng">
              <a:solidFill>
                <a:schemeClr val="tx1"/>
              </a:solidFill>
              <a:prstDash val="solid"/>
              <a:headEnd type="none" w="med" len="med"/>
              <a:tailEnd type="none" w="med" len="med"/>
            </a:ln>
          </p:spPr>
        </p:sp>
        <p:sp>
          <p:nvSpPr>
            <p:cNvPr id="55378" name="Line 23"/>
            <p:cNvSpPr/>
            <p:nvPr/>
          </p:nvSpPr>
          <p:spPr>
            <a:xfrm flipV="1">
              <a:off x="3744" y="960"/>
              <a:ext cx="96" cy="96"/>
            </a:xfrm>
            <a:prstGeom prst="line">
              <a:avLst/>
            </a:prstGeom>
            <a:ln w="9525" cap="flat" cmpd="sng">
              <a:solidFill>
                <a:schemeClr val="tx1"/>
              </a:solidFill>
              <a:prstDash val="solid"/>
              <a:headEnd type="none" w="med" len="med"/>
              <a:tailEnd type="none" w="med" len="med"/>
            </a:ln>
          </p:spPr>
        </p:sp>
        <p:sp>
          <p:nvSpPr>
            <p:cNvPr id="55379" name="Line 24"/>
            <p:cNvSpPr/>
            <p:nvPr/>
          </p:nvSpPr>
          <p:spPr>
            <a:xfrm>
              <a:off x="3504" y="1056"/>
              <a:ext cx="0" cy="336"/>
            </a:xfrm>
            <a:prstGeom prst="line">
              <a:avLst/>
            </a:prstGeom>
            <a:ln w="9525" cap="flat" cmpd="sng">
              <a:solidFill>
                <a:schemeClr val="tx1"/>
              </a:solidFill>
              <a:prstDash val="solid"/>
              <a:headEnd type="none" w="med" len="med"/>
              <a:tailEnd type="none" w="med" len="med"/>
            </a:ln>
          </p:spPr>
        </p:sp>
        <p:sp>
          <p:nvSpPr>
            <p:cNvPr id="55380" name="Rectangle 25" descr="白色大理石"/>
            <p:cNvSpPr/>
            <p:nvPr/>
          </p:nvSpPr>
          <p:spPr>
            <a:xfrm>
              <a:off x="4128" y="105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81" name="Line 26"/>
            <p:cNvSpPr/>
            <p:nvPr/>
          </p:nvSpPr>
          <p:spPr>
            <a:xfrm>
              <a:off x="4512" y="1056"/>
              <a:ext cx="0" cy="336"/>
            </a:xfrm>
            <a:prstGeom prst="line">
              <a:avLst/>
            </a:prstGeom>
            <a:ln w="9525" cap="flat" cmpd="sng">
              <a:solidFill>
                <a:schemeClr val="tx1"/>
              </a:solidFill>
              <a:prstDash val="solid"/>
              <a:headEnd type="none" w="med" len="med"/>
              <a:tailEnd type="none" w="med" len="med"/>
            </a:ln>
          </p:spPr>
        </p:sp>
        <p:sp>
          <p:nvSpPr>
            <p:cNvPr id="55382" name="Line 27"/>
            <p:cNvSpPr/>
            <p:nvPr/>
          </p:nvSpPr>
          <p:spPr>
            <a:xfrm flipV="1">
              <a:off x="4272" y="960"/>
              <a:ext cx="96" cy="96"/>
            </a:xfrm>
            <a:prstGeom prst="line">
              <a:avLst/>
            </a:prstGeom>
            <a:ln w="9525" cap="flat" cmpd="sng">
              <a:solidFill>
                <a:schemeClr val="tx1"/>
              </a:solidFill>
              <a:prstDash val="solid"/>
              <a:headEnd type="none" w="med" len="med"/>
              <a:tailEnd type="none" w="med" len="med"/>
            </a:ln>
          </p:spPr>
        </p:sp>
        <p:sp>
          <p:nvSpPr>
            <p:cNvPr id="55383" name="Line 28"/>
            <p:cNvSpPr/>
            <p:nvPr/>
          </p:nvSpPr>
          <p:spPr>
            <a:xfrm flipV="1">
              <a:off x="4512" y="960"/>
              <a:ext cx="96" cy="96"/>
            </a:xfrm>
            <a:prstGeom prst="line">
              <a:avLst/>
            </a:prstGeom>
            <a:ln w="9525" cap="flat" cmpd="sng">
              <a:solidFill>
                <a:schemeClr val="tx1"/>
              </a:solidFill>
              <a:prstDash val="solid"/>
              <a:headEnd type="none" w="med" len="med"/>
              <a:tailEnd type="none" w="med" len="med"/>
            </a:ln>
          </p:spPr>
        </p:sp>
        <p:sp>
          <p:nvSpPr>
            <p:cNvPr id="55384" name="Line 29"/>
            <p:cNvSpPr/>
            <p:nvPr/>
          </p:nvSpPr>
          <p:spPr>
            <a:xfrm>
              <a:off x="4272" y="1056"/>
              <a:ext cx="0" cy="336"/>
            </a:xfrm>
            <a:prstGeom prst="line">
              <a:avLst/>
            </a:prstGeom>
            <a:ln w="9525" cap="flat" cmpd="sng">
              <a:solidFill>
                <a:schemeClr val="tx1"/>
              </a:solidFill>
              <a:prstDash val="solid"/>
              <a:headEnd type="none" w="med" len="med"/>
              <a:tailEnd type="none" w="med" len="med"/>
            </a:ln>
          </p:spPr>
        </p:sp>
        <p:sp>
          <p:nvSpPr>
            <p:cNvPr id="55385" name="Line 30"/>
            <p:cNvSpPr/>
            <p:nvPr/>
          </p:nvSpPr>
          <p:spPr>
            <a:xfrm>
              <a:off x="1632" y="1104"/>
              <a:ext cx="192" cy="0"/>
            </a:xfrm>
            <a:prstGeom prst="line">
              <a:avLst/>
            </a:prstGeom>
            <a:ln w="38100" cap="flat" cmpd="sng">
              <a:solidFill>
                <a:schemeClr val="accent2"/>
              </a:solidFill>
              <a:prstDash val="solid"/>
              <a:headEnd type="none" w="med" len="med"/>
              <a:tailEnd type="triangle" w="sm" len="med"/>
            </a:ln>
          </p:spPr>
        </p:sp>
        <p:sp>
          <p:nvSpPr>
            <p:cNvPr id="55386" name="Line 31"/>
            <p:cNvSpPr/>
            <p:nvPr/>
          </p:nvSpPr>
          <p:spPr>
            <a:xfrm>
              <a:off x="2400" y="1104"/>
              <a:ext cx="192" cy="0"/>
            </a:xfrm>
            <a:prstGeom prst="line">
              <a:avLst/>
            </a:prstGeom>
            <a:ln w="38100" cap="flat" cmpd="sng">
              <a:solidFill>
                <a:schemeClr val="accent2"/>
              </a:solidFill>
              <a:prstDash val="solid"/>
              <a:headEnd type="none" w="med" len="med"/>
              <a:tailEnd type="triangle" w="sm" len="med"/>
            </a:ln>
          </p:spPr>
        </p:sp>
        <p:sp>
          <p:nvSpPr>
            <p:cNvPr id="55387" name="Line 32"/>
            <p:cNvSpPr/>
            <p:nvPr/>
          </p:nvSpPr>
          <p:spPr>
            <a:xfrm>
              <a:off x="3168" y="1104"/>
              <a:ext cx="192" cy="0"/>
            </a:xfrm>
            <a:prstGeom prst="line">
              <a:avLst/>
            </a:prstGeom>
            <a:ln w="38100" cap="flat" cmpd="sng">
              <a:solidFill>
                <a:schemeClr val="accent2"/>
              </a:solidFill>
              <a:prstDash val="solid"/>
              <a:headEnd type="none" w="med" len="med"/>
              <a:tailEnd type="triangle" w="sm" len="med"/>
            </a:ln>
          </p:spPr>
        </p:sp>
        <p:sp>
          <p:nvSpPr>
            <p:cNvPr id="55388" name="Line 33"/>
            <p:cNvSpPr/>
            <p:nvPr/>
          </p:nvSpPr>
          <p:spPr>
            <a:xfrm>
              <a:off x="3936" y="1104"/>
              <a:ext cx="192" cy="0"/>
            </a:xfrm>
            <a:prstGeom prst="line">
              <a:avLst/>
            </a:prstGeom>
            <a:ln w="38100" cap="flat" cmpd="sng">
              <a:solidFill>
                <a:schemeClr val="accent2"/>
              </a:solidFill>
              <a:prstDash val="solid"/>
              <a:headEnd type="none" w="med" len="med"/>
              <a:tailEnd type="triangle" w="sm" len="med"/>
            </a:ln>
          </p:spPr>
        </p:sp>
        <p:sp>
          <p:nvSpPr>
            <p:cNvPr id="55389" name="Line 34"/>
            <p:cNvSpPr/>
            <p:nvPr/>
          </p:nvSpPr>
          <p:spPr>
            <a:xfrm>
              <a:off x="912" y="1104"/>
              <a:ext cx="144" cy="0"/>
            </a:xfrm>
            <a:prstGeom prst="line">
              <a:avLst/>
            </a:prstGeom>
            <a:ln w="38100" cap="flat" cmpd="sng">
              <a:solidFill>
                <a:schemeClr val="accent2"/>
              </a:solidFill>
              <a:prstDash val="solid"/>
              <a:headEnd type="none" w="med" len="med"/>
              <a:tailEnd type="triangle" w="sm" len="med"/>
            </a:ln>
          </p:spPr>
        </p:sp>
        <p:sp>
          <p:nvSpPr>
            <p:cNvPr id="55390" name="Line 35"/>
            <p:cNvSpPr/>
            <p:nvPr/>
          </p:nvSpPr>
          <p:spPr>
            <a:xfrm>
              <a:off x="1632" y="1248"/>
              <a:ext cx="192" cy="0"/>
            </a:xfrm>
            <a:prstGeom prst="line">
              <a:avLst/>
            </a:prstGeom>
            <a:ln w="38100" cap="flat" cmpd="sng">
              <a:solidFill>
                <a:schemeClr val="accent2"/>
              </a:solidFill>
              <a:prstDash val="solid"/>
              <a:headEnd type="triangle" w="sm" len="med"/>
              <a:tailEnd type="none" w="sm" len="med"/>
            </a:ln>
          </p:spPr>
        </p:sp>
        <p:sp>
          <p:nvSpPr>
            <p:cNvPr id="55391" name="Line 36"/>
            <p:cNvSpPr/>
            <p:nvPr/>
          </p:nvSpPr>
          <p:spPr>
            <a:xfrm flipV="1">
              <a:off x="768" y="1200"/>
              <a:ext cx="288" cy="0"/>
            </a:xfrm>
            <a:prstGeom prst="line">
              <a:avLst/>
            </a:prstGeom>
            <a:ln w="38100" cap="flat" cmpd="sng">
              <a:solidFill>
                <a:schemeClr val="accent2"/>
              </a:solidFill>
              <a:prstDash val="solid"/>
              <a:headEnd type="none" w="med" len="med"/>
              <a:tailEnd type="triangle" w="sm" len="med"/>
            </a:ln>
          </p:spPr>
        </p:sp>
        <p:sp>
          <p:nvSpPr>
            <p:cNvPr id="55392" name="Line 37"/>
            <p:cNvSpPr/>
            <p:nvPr/>
          </p:nvSpPr>
          <p:spPr>
            <a:xfrm>
              <a:off x="2400" y="1248"/>
              <a:ext cx="192" cy="0"/>
            </a:xfrm>
            <a:prstGeom prst="line">
              <a:avLst/>
            </a:prstGeom>
            <a:ln w="38100" cap="flat" cmpd="sng">
              <a:solidFill>
                <a:schemeClr val="accent2"/>
              </a:solidFill>
              <a:prstDash val="solid"/>
              <a:headEnd type="triangle" w="sm" len="med"/>
              <a:tailEnd type="none" w="sm" len="med"/>
            </a:ln>
          </p:spPr>
        </p:sp>
        <p:sp>
          <p:nvSpPr>
            <p:cNvPr id="55393" name="Line 38"/>
            <p:cNvSpPr/>
            <p:nvPr/>
          </p:nvSpPr>
          <p:spPr>
            <a:xfrm>
              <a:off x="3168" y="1248"/>
              <a:ext cx="192" cy="0"/>
            </a:xfrm>
            <a:prstGeom prst="line">
              <a:avLst/>
            </a:prstGeom>
            <a:ln w="38100" cap="flat" cmpd="sng">
              <a:solidFill>
                <a:schemeClr val="accent2"/>
              </a:solidFill>
              <a:prstDash val="solid"/>
              <a:headEnd type="triangle" w="sm" len="med"/>
              <a:tailEnd type="none" w="sm" len="med"/>
            </a:ln>
          </p:spPr>
        </p:sp>
        <p:sp>
          <p:nvSpPr>
            <p:cNvPr id="55394" name="Line 39"/>
            <p:cNvSpPr/>
            <p:nvPr/>
          </p:nvSpPr>
          <p:spPr>
            <a:xfrm>
              <a:off x="3936" y="1248"/>
              <a:ext cx="192" cy="0"/>
            </a:xfrm>
            <a:prstGeom prst="line">
              <a:avLst/>
            </a:prstGeom>
            <a:ln w="38100" cap="flat" cmpd="sng">
              <a:solidFill>
                <a:schemeClr val="accent2"/>
              </a:solidFill>
              <a:prstDash val="solid"/>
              <a:headEnd type="triangle" w="sm" len="med"/>
              <a:tailEnd type="none" w="sm" len="med"/>
            </a:ln>
          </p:spPr>
        </p:sp>
        <p:sp>
          <p:nvSpPr>
            <p:cNvPr id="55395" name="Line 40"/>
            <p:cNvSpPr/>
            <p:nvPr/>
          </p:nvSpPr>
          <p:spPr>
            <a:xfrm>
              <a:off x="4704" y="1248"/>
              <a:ext cx="192" cy="0"/>
            </a:xfrm>
            <a:prstGeom prst="line">
              <a:avLst/>
            </a:prstGeom>
            <a:ln w="38100" cap="flat" cmpd="sng">
              <a:solidFill>
                <a:schemeClr val="accent2"/>
              </a:solidFill>
              <a:prstDash val="solid"/>
              <a:headEnd type="triangle" w="sm" len="med"/>
              <a:tailEnd type="none" w="sm" len="med"/>
            </a:ln>
          </p:spPr>
        </p:sp>
        <p:sp>
          <p:nvSpPr>
            <p:cNvPr id="55396" name="Line 41"/>
            <p:cNvSpPr/>
            <p:nvPr/>
          </p:nvSpPr>
          <p:spPr>
            <a:xfrm>
              <a:off x="4896" y="1248"/>
              <a:ext cx="0" cy="240"/>
            </a:xfrm>
            <a:prstGeom prst="line">
              <a:avLst/>
            </a:prstGeom>
            <a:ln w="38100" cap="flat" cmpd="sng">
              <a:solidFill>
                <a:schemeClr val="accent2"/>
              </a:solidFill>
              <a:prstDash val="solid"/>
              <a:headEnd type="none" w="med" len="med"/>
              <a:tailEnd type="none" w="med" len="med"/>
            </a:ln>
          </p:spPr>
        </p:sp>
        <p:sp>
          <p:nvSpPr>
            <p:cNvPr id="55397" name="Line 42"/>
            <p:cNvSpPr/>
            <p:nvPr/>
          </p:nvSpPr>
          <p:spPr>
            <a:xfrm>
              <a:off x="912" y="1296"/>
              <a:ext cx="144" cy="0"/>
            </a:xfrm>
            <a:prstGeom prst="line">
              <a:avLst/>
            </a:prstGeom>
            <a:ln w="38100" cap="flat" cmpd="sng">
              <a:solidFill>
                <a:schemeClr val="accent2"/>
              </a:solidFill>
              <a:prstDash val="solid"/>
              <a:headEnd type="none" w="med" len="med"/>
              <a:tailEnd type="none" w="med" len="med"/>
            </a:ln>
          </p:spPr>
        </p:sp>
        <p:sp>
          <p:nvSpPr>
            <p:cNvPr id="55398" name="Line 43"/>
            <p:cNvSpPr/>
            <p:nvPr/>
          </p:nvSpPr>
          <p:spPr>
            <a:xfrm flipH="1">
              <a:off x="912" y="1488"/>
              <a:ext cx="3984" cy="0"/>
            </a:xfrm>
            <a:prstGeom prst="line">
              <a:avLst/>
            </a:prstGeom>
            <a:ln w="38100" cap="flat" cmpd="sng">
              <a:solidFill>
                <a:schemeClr val="accent2"/>
              </a:solidFill>
              <a:prstDash val="solid"/>
              <a:headEnd type="none" w="med" len="med"/>
              <a:tailEnd type="none" w="med" len="med"/>
            </a:ln>
          </p:spPr>
        </p:sp>
        <p:sp>
          <p:nvSpPr>
            <p:cNvPr id="55399" name="Line 44"/>
            <p:cNvSpPr/>
            <p:nvPr/>
          </p:nvSpPr>
          <p:spPr>
            <a:xfrm>
              <a:off x="912" y="1296"/>
              <a:ext cx="0" cy="192"/>
            </a:xfrm>
            <a:prstGeom prst="line">
              <a:avLst/>
            </a:prstGeom>
            <a:ln w="38100" cap="flat" cmpd="sng">
              <a:solidFill>
                <a:schemeClr val="accent2"/>
              </a:solidFill>
              <a:prstDash val="solid"/>
              <a:headEnd type="none" w="med" len="med"/>
              <a:tailEnd type="none" w="med" len="med"/>
            </a:ln>
          </p:spPr>
        </p:sp>
        <p:sp>
          <p:nvSpPr>
            <p:cNvPr id="55400" name="Line 45"/>
            <p:cNvSpPr/>
            <p:nvPr/>
          </p:nvSpPr>
          <p:spPr>
            <a:xfrm flipH="1">
              <a:off x="912" y="864"/>
              <a:ext cx="3984" cy="0"/>
            </a:xfrm>
            <a:prstGeom prst="line">
              <a:avLst/>
            </a:prstGeom>
            <a:ln w="38100" cap="flat" cmpd="sng">
              <a:solidFill>
                <a:schemeClr val="accent2"/>
              </a:solidFill>
              <a:prstDash val="solid"/>
              <a:headEnd type="none" w="med" len="med"/>
              <a:tailEnd type="none" w="med" len="med"/>
            </a:ln>
          </p:spPr>
        </p:sp>
        <p:sp>
          <p:nvSpPr>
            <p:cNvPr id="55401" name="Line 46"/>
            <p:cNvSpPr/>
            <p:nvPr/>
          </p:nvSpPr>
          <p:spPr>
            <a:xfrm>
              <a:off x="912" y="864"/>
              <a:ext cx="0" cy="240"/>
            </a:xfrm>
            <a:prstGeom prst="line">
              <a:avLst/>
            </a:prstGeom>
            <a:ln w="38100" cap="flat" cmpd="sng">
              <a:solidFill>
                <a:schemeClr val="accent2"/>
              </a:solidFill>
              <a:prstDash val="solid"/>
              <a:headEnd type="none" w="med" len="med"/>
              <a:tailEnd type="none" w="med" len="med"/>
            </a:ln>
          </p:spPr>
        </p:sp>
        <p:sp>
          <p:nvSpPr>
            <p:cNvPr id="55402" name="Line 47"/>
            <p:cNvSpPr/>
            <p:nvPr/>
          </p:nvSpPr>
          <p:spPr>
            <a:xfrm>
              <a:off x="4896" y="864"/>
              <a:ext cx="0" cy="240"/>
            </a:xfrm>
            <a:prstGeom prst="line">
              <a:avLst/>
            </a:prstGeom>
            <a:ln w="38100" cap="flat" cmpd="sng">
              <a:solidFill>
                <a:schemeClr val="accent2"/>
              </a:solidFill>
              <a:prstDash val="solid"/>
              <a:headEnd type="none" w="med" len="med"/>
              <a:tailEnd type="none" w="med" len="med"/>
            </a:ln>
          </p:spPr>
        </p:sp>
        <p:sp>
          <p:nvSpPr>
            <p:cNvPr id="55403" name="Line 48"/>
            <p:cNvSpPr/>
            <p:nvPr/>
          </p:nvSpPr>
          <p:spPr>
            <a:xfrm>
              <a:off x="4704" y="1104"/>
              <a:ext cx="192" cy="0"/>
            </a:xfrm>
            <a:prstGeom prst="line">
              <a:avLst/>
            </a:prstGeom>
            <a:ln w="38100" cap="flat" cmpd="sng">
              <a:solidFill>
                <a:schemeClr val="accent2"/>
              </a:solidFill>
              <a:prstDash val="solid"/>
              <a:headEnd type="none" w="med" len="med"/>
              <a:tailEnd type="none" w="sm" len="med"/>
            </a:ln>
          </p:spPr>
        </p:sp>
        <p:sp>
          <p:nvSpPr>
            <p:cNvPr id="55404" name="Text Box 49"/>
            <p:cNvSpPr txBox="1"/>
            <p:nvPr/>
          </p:nvSpPr>
          <p:spPr>
            <a:xfrm>
              <a:off x="287" y="1008"/>
              <a:ext cx="545"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rPr>
                <a:t>     L</a:t>
              </a:r>
              <a:endParaRPr lang="en-US" altLang="zh-CN" sz="2400" dirty="0"/>
            </a:p>
          </p:txBody>
        </p:sp>
        <p:sp>
          <p:nvSpPr>
            <p:cNvPr id="55405" name="Text Box 95"/>
            <p:cNvSpPr txBox="1"/>
            <p:nvPr/>
          </p:nvSpPr>
          <p:spPr>
            <a:xfrm>
              <a:off x="1936"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31</a:t>
              </a:r>
              <a:endParaRPr lang="en-US" altLang="zh-CN" sz="2800" dirty="0"/>
            </a:p>
          </p:txBody>
        </p:sp>
        <p:sp>
          <p:nvSpPr>
            <p:cNvPr id="55406" name="Text Box 97"/>
            <p:cNvSpPr txBox="1"/>
            <p:nvPr/>
          </p:nvSpPr>
          <p:spPr>
            <a:xfrm>
              <a:off x="2704"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48</a:t>
              </a:r>
              <a:endParaRPr lang="en-US" altLang="zh-CN" sz="2800" dirty="0"/>
            </a:p>
          </p:txBody>
        </p:sp>
        <p:sp>
          <p:nvSpPr>
            <p:cNvPr id="55407" name="Text Box 99"/>
            <p:cNvSpPr txBox="1"/>
            <p:nvPr/>
          </p:nvSpPr>
          <p:spPr>
            <a:xfrm>
              <a:off x="3472"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15</a:t>
              </a:r>
              <a:endParaRPr lang="en-US" altLang="zh-CN" sz="2800" dirty="0"/>
            </a:p>
          </p:txBody>
        </p:sp>
        <p:sp>
          <p:nvSpPr>
            <p:cNvPr id="55408" name="Text Box 101"/>
            <p:cNvSpPr txBox="1"/>
            <p:nvPr/>
          </p:nvSpPr>
          <p:spPr>
            <a:xfrm>
              <a:off x="4240" y="1056"/>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57</a:t>
              </a:r>
              <a:endParaRPr lang="en-US" altLang="zh-CN" sz="2800" dirty="0"/>
            </a:p>
          </p:txBody>
        </p:sp>
      </p:grpSp>
      <p:grpSp>
        <p:nvGrpSpPr>
          <p:cNvPr id="342140" name="Group 124"/>
          <p:cNvGrpSpPr/>
          <p:nvPr/>
        </p:nvGrpSpPr>
        <p:grpSpPr>
          <a:xfrm>
            <a:off x="542925" y="3657600"/>
            <a:ext cx="7229475" cy="990600"/>
            <a:chOff x="342" y="2304"/>
            <a:chExt cx="4554" cy="624"/>
          </a:xfrm>
        </p:grpSpPr>
        <p:sp>
          <p:nvSpPr>
            <p:cNvPr id="55311" name="Rectangle 50" descr="白色大理石"/>
            <p:cNvSpPr/>
            <p:nvPr/>
          </p:nvSpPr>
          <p:spPr>
            <a:xfrm>
              <a:off x="1056"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12" name="Line 51"/>
            <p:cNvSpPr/>
            <p:nvPr/>
          </p:nvSpPr>
          <p:spPr>
            <a:xfrm>
              <a:off x="1440" y="2496"/>
              <a:ext cx="0" cy="336"/>
            </a:xfrm>
            <a:prstGeom prst="line">
              <a:avLst/>
            </a:prstGeom>
            <a:ln w="9525" cap="flat" cmpd="sng">
              <a:solidFill>
                <a:schemeClr val="tx1"/>
              </a:solidFill>
              <a:prstDash val="solid"/>
              <a:headEnd type="none" w="med" len="med"/>
              <a:tailEnd type="none" w="med" len="med"/>
            </a:ln>
          </p:spPr>
        </p:sp>
        <p:sp>
          <p:nvSpPr>
            <p:cNvPr id="55313" name="Line 52"/>
            <p:cNvSpPr/>
            <p:nvPr/>
          </p:nvSpPr>
          <p:spPr>
            <a:xfrm flipV="1">
              <a:off x="1200" y="2400"/>
              <a:ext cx="96" cy="96"/>
            </a:xfrm>
            <a:prstGeom prst="line">
              <a:avLst/>
            </a:prstGeom>
            <a:ln w="9525" cap="flat" cmpd="sng">
              <a:solidFill>
                <a:schemeClr val="tx1"/>
              </a:solidFill>
              <a:prstDash val="solid"/>
              <a:headEnd type="none" w="med" len="med"/>
              <a:tailEnd type="none" w="med" len="med"/>
            </a:ln>
          </p:spPr>
        </p:sp>
        <p:sp>
          <p:nvSpPr>
            <p:cNvPr id="55314" name="Line 53"/>
            <p:cNvSpPr/>
            <p:nvPr/>
          </p:nvSpPr>
          <p:spPr>
            <a:xfrm flipV="1">
              <a:off x="1440" y="2400"/>
              <a:ext cx="96" cy="96"/>
            </a:xfrm>
            <a:prstGeom prst="line">
              <a:avLst/>
            </a:prstGeom>
            <a:ln w="9525" cap="flat" cmpd="sng">
              <a:solidFill>
                <a:schemeClr val="tx1"/>
              </a:solidFill>
              <a:prstDash val="solid"/>
              <a:headEnd type="none" w="med" len="med"/>
              <a:tailEnd type="none" w="med" len="med"/>
            </a:ln>
          </p:spPr>
        </p:sp>
        <p:sp>
          <p:nvSpPr>
            <p:cNvPr id="55315" name="Line 54"/>
            <p:cNvSpPr/>
            <p:nvPr/>
          </p:nvSpPr>
          <p:spPr>
            <a:xfrm>
              <a:off x="1200" y="2496"/>
              <a:ext cx="0" cy="336"/>
            </a:xfrm>
            <a:prstGeom prst="line">
              <a:avLst/>
            </a:prstGeom>
            <a:ln w="9525" cap="flat" cmpd="sng">
              <a:solidFill>
                <a:schemeClr val="tx1"/>
              </a:solidFill>
              <a:prstDash val="solid"/>
              <a:headEnd type="none" w="med" len="med"/>
              <a:tailEnd type="none" w="med" len="med"/>
            </a:ln>
          </p:spPr>
        </p:sp>
        <p:sp>
          <p:nvSpPr>
            <p:cNvPr id="55316" name="Rectangle 55" descr="白色大理石"/>
            <p:cNvSpPr/>
            <p:nvPr/>
          </p:nvSpPr>
          <p:spPr>
            <a:xfrm>
              <a:off x="1824"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17" name="Line 56"/>
            <p:cNvSpPr/>
            <p:nvPr/>
          </p:nvSpPr>
          <p:spPr>
            <a:xfrm>
              <a:off x="2208" y="2496"/>
              <a:ext cx="0" cy="336"/>
            </a:xfrm>
            <a:prstGeom prst="line">
              <a:avLst/>
            </a:prstGeom>
            <a:ln w="9525" cap="flat" cmpd="sng">
              <a:solidFill>
                <a:schemeClr val="tx1"/>
              </a:solidFill>
              <a:prstDash val="solid"/>
              <a:headEnd type="none" w="med" len="med"/>
              <a:tailEnd type="none" w="med" len="med"/>
            </a:ln>
          </p:spPr>
        </p:sp>
        <p:sp>
          <p:nvSpPr>
            <p:cNvPr id="55318" name="Line 57"/>
            <p:cNvSpPr/>
            <p:nvPr/>
          </p:nvSpPr>
          <p:spPr>
            <a:xfrm flipV="1">
              <a:off x="1968" y="2400"/>
              <a:ext cx="96" cy="96"/>
            </a:xfrm>
            <a:prstGeom prst="line">
              <a:avLst/>
            </a:prstGeom>
            <a:ln w="9525" cap="flat" cmpd="sng">
              <a:solidFill>
                <a:schemeClr val="tx1"/>
              </a:solidFill>
              <a:prstDash val="solid"/>
              <a:headEnd type="none" w="med" len="med"/>
              <a:tailEnd type="none" w="med" len="med"/>
            </a:ln>
          </p:spPr>
        </p:sp>
        <p:sp>
          <p:nvSpPr>
            <p:cNvPr id="55319" name="Line 58"/>
            <p:cNvSpPr/>
            <p:nvPr/>
          </p:nvSpPr>
          <p:spPr>
            <a:xfrm flipV="1">
              <a:off x="2208" y="2400"/>
              <a:ext cx="96" cy="96"/>
            </a:xfrm>
            <a:prstGeom prst="line">
              <a:avLst/>
            </a:prstGeom>
            <a:ln w="9525" cap="flat" cmpd="sng">
              <a:solidFill>
                <a:schemeClr val="tx1"/>
              </a:solidFill>
              <a:prstDash val="solid"/>
              <a:headEnd type="none" w="med" len="med"/>
              <a:tailEnd type="none" w="med" len="med"/>
            </a:ln>
          </p:spPr>
        </p:sp>
        <p:sp>
          <p:nvSpPr>
            <p:cNvPr id="55320" name="Line 59"/>
            <p:cNvSpPr/>
            <p:nvPr/>
          </p:nvSpPr>
          <p:spPr>
            <a:xfrm>
              <a:off x="1968" y="2496"/>
              <a:ext cx="0" cy="336"/>
            </a:xfrm>
            <a:prstGeom prst="line">
              <a:avLst/>
            </a:prstGeom>
            <a:ln w="9525" cap="flat" cmpd="sng">
              <a:solidFill>
                <a:schemeClr val="tx1"/>
              </a:solidFill>
              <a:prstDash val="solid"/>
              <a:headEnd type="none" w="med" len="med"/>
              <a:tailEnd type="none" w="med" len="med"/>
            </a:ln>
          </p:spPr>
        </p:sp>
        <p:sp>
          <p:nvSpPr>
            <p:cNvPr id="55321" name="Rectangle 60" descr="白色大理石"/>
            <p:cNvSpPr/>
            <p:nvPr/>
          </p:nvSpPr>
          <p:spPr>
            <a:xfrm>
              <a:off x="2592"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22" name="Line 61"/>
            <p:cNvSpPr/>
            <p:nvPr/>
          </p:nvSpPr>
          <p:spPr>
            <a:xfrm>
              <a:off x="2976" y="2496"/>
              <a:ext cx="0" cy="336"/>
            </a:xfrm>
            <a:prstGeom prst="line">
              <a:avLst/>
            </a:prstGeom>
            <a:ln w="9525" cap="flat" cmpd="sng">
              <a:solidFill>
                <a:schemeClr val="tx1"/>
              </a:solidFill>
              <a:prstDash val="solid"/>
              <a:headEnd type="none" w="med" len="med"/>
              <a:tailEnd type="none" w="med" len="med"/>
            </a:ln>
          </p:spPr>
        </p:sp>
        <p:sp>
          <p:nvSpPr>
            <p:cNvPr id="55323" name="Line 62"/>
            <p:cNvSpPr/>
            <p:nvPr/>
          </p:nvSpPr>
          <p:spPr>
            <a:xfrm flipV="1">
              <a:off x="2736" y="2400"/>
              <a:ext cx="96" cy="96"/>
            </a:xfrm>
            <a:prstGeom prst="line">
              <a:avLst/>
            </a:prstGeom>
            <a:ln w="9525" cap="flat" cmpd="sng">
              <a:solidFill>
                <a:schemeClr val="tx1"/>
              </a:solidFill>
              <a:prstDash val="solid"/>
              <a:headEnd type="none" w="med" len="med"/>
              <a:tailEnd type="none" w="med" len="med"/>
            </a:ln>
          </p:spPr>
        </p:sp>
        <p:sp>
          <p:nvSpPr>
            <p:cNvPr id="55324" name="Line 63"/>
            <p:cNvSpPr/>
            <p:nvPr/>
          </p:nvSpPr>
          <p:spPr>
            <a:xfrm flipV="1">
              <a:off x="2976" y="2400"/>
              <a:ext cx="96" cy="96"/>
            </a:xfrm>
            <a:prstGeom prst="line">
              <a:avLst/>
            </a:prstGeom>
            <a:ln w="9525" cap="flat" cmpd="sng">
              <a:solidFill>
                <a:schemeClr val="tx1"/>
              </a:solidFill>
              <a:prstDash val="solid"/>
              <a:headEnd type="none" w="med" len="med"/>
              <a:tailEnd type="none" w="med" len="med"/>
            </a:ln>
          </p:spPr>
        </p:sp>
        <p:sp>
          <p:nvSpPr>
            <p:cNvPr id="55325" name="Line 64"/>
            <p:cNvSpPr/>
            <p:nvPr/>
          </p:nvSpPr>
          <p:spPr>
            <a:xfrm>
              <a:off x="2736" y="2496"/>
              <a:ext cx="0" cy="336"/>
            </a:xfrm>
            <a:prstGeom prst="line">
              <a:avLst/>
            </a:prstGeom>
            <a:ln w="9525" cap="flat" cmpd="sng">
              <a:solidFill>
                <a:schemeClr val="tx1"/>
              </a:solidFill>
              <a:prstDash val="solid"/>
              <a:headEnd type="none" w="med" len="med"/>
              <a:tailEnd type="none" w="med" len="med"/>
            </a:ln>
          </p:spPr>
        </p:sp>
        <p:sp>
          <p:nvSpPr>
            <p:cNvPr id="55326" name="Rectangle 65" descr="白色大理石"/>
            <p:cNvSpPr/>
            <p:nvPr/>
          </p:nvSpPr>
          <p:spPr>
            <a:xfrm>
              <a:off x="3360"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27" name="Line 66"/>
            <p:cNvSpPr/>
            <p:nvPr/>
          </p:nvSpPr>
          <p:spPr>
            <a:xfrm>
              <a:off x="3744" y="2496"/>
              <a:ext cx="0" cy="336"/>
            </a:xfrm>
            <a:prstGeom prst="line">
              <a:avLst/>
            </a:prstGeom>
            <a:ln w="9525" cap="flat" cmpd="sng">
              <a:solidFill>
                <a:schemeClr val="tx1"/>
              </a:solidFill>
              <a:prstDash val="solid"/>
              <a:headEnd type="none" w="med" len="med"/>
              <a:tailEnd type="none" w="med" len="med"/>
            </a:ln>
          </p:spPr>
        </p:sp>
        <p:sp>
          <p:nvSpPr>
            <p:cNvPr id="55328" name="Line 67"/>
            <p:cNvSpPr/>
            <p:nvPr/>
          </p:nvSpPr>
          <p:spPr>
            <a:xfrm flipV="1">
              <a:off x="3504" y="2400"/>
              <a:ext cx="96" cy="96"/>
            </a:xfrm>
            <a:prstGeom prst="line">
              <a:avLst/>
            </a:prstGeom>
            <a:ln w="9525" cap="flat" cmpd="sng">
              <a:solidFill>
                <a:schemeClr val="tx1"/>
              </a:solidFill>
              <a:prstDash val="solid"/>
              <a:headEnd type="none" w="med" len="med"/>
              <a:tailEnd type="none" w="med" len="med"/>
            </a:ln>
          </p:spPr>
        </p:sp>
        <p:sp>
          <p:nvSpPr>
            <p:cNvPr id="55329" name="Line 68"/>
            <p:cNvSpPr/>
            <p:nvPr/>
          </p:nvSpPr>
          <p:spPr>
            <a:xfrm flipV="1">
              <a:off x="3744" y="2400"/>
              <a:ext cx="96" cy="96"/>
            </a:xfrm>
            <a:prstGeom prst="line">
              <a:avLst/>
            </a:prstGeom>
            <a:ln w="9525" cap="flat" cmpd="sng">
              <a:solidFill>
                <a:schemeClr val="tx1"/>
              </a:solidFill>
              <a:prstDash val="solid"/>
              <a:headEnd type="none" w="med" len="med"/>
              <a:tailEnd type="none" w="med" len="med"/>
            </a:ln>
          </p:spPr>
        </p:sp>
        <p:sp>
          <p:nvSpPr>
            <p:cNvPr id="55330" name="Line 69"/>
            <p:cNvSpPr/>
            <p:nvPr/>
          </p:nvSpPr>
          <p:spPr>
            <a:xfrm>
              <a:off x="3504" y="2496"/>
              <a:ext cx="0" cy="336"/>
            </a:xfrm>
            <a:prstGeom prst="line">
              <a:avLst/>
            </a:prstGeom>
            <a:ln w="9525" cap="flat" cmpd="sng">
              <a:solidFill>
                <a:schemeClr val="tx1"/>
              </a:solidFill>
              <a:prstDash val="solid"/>
              <a:headEnd type="none" w="med" len="med"/>
              <a:tailEnd type="none" w="med" len="med"/>
            </a:ln>
          </p:spPr>
        </p:sp>
        <p:sp>
          <p:nvSpPr>
            <p:cNvPr id="55331" name="Rectangle 70" descr="白色大理石"/>
            <p:cNvSpPr/>
            <p:nvPr/>
          </p:nvSpPr>
          <p:spPr>
            <a:xfrm>
              <a:off x="4128" y="2496"/>
              <a:ext cx="528" cy="336"/>
            </a:xfrm>
            <a:prstGeom prst="rect">
              <a:avLst/>
            </a:prstGeom>
            <a:blipFill rotWithShape="0">
              <a:blip r:embed="rId1"/>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FF"/>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5332" name="Line 71"/>
            <p:cNvSpPr/>
            <p:nvPr/>
          </p:nvSpPr>
          <p:spPr>
            <a:xfrm>
              <a:off x="4512" y="2496"/>
              <a:ext cx="0" cy="336"/>
            </a:xfrm>
            <a:prstGeom prst="line">
              <a:avLst/>
            </a:prstGeom>
            <a:ln w="9525" cap="flat" cmpd="sng">
              <a:solidFill>
                <a:schemeClr val="tx1"/>
              </a:solidFill>
              <a:prstDash val="solid"/>
              <a:headEnd type="none" w="med" len="med"/>
              <a:tailEnd type="none" w="med" len="med"/>
            </a:ln>
          </p:spPr>
        </p:sp>
        <p:sp>
          <p:nvSpPr>
            <p:cNvPr id="55333" name="Line 72"/>
            <p:cNvSpPr/>
            <p:nvPr/>
          </p:nvSpPr>
          <p:spPr>
            <a:xfrm flipV="1">
              <a:off x="4272" y="2400"/>
              <a:ext cx="96" cy="96"/>
            </a:xfrm>
            <a:prstGeom prst="line">
              <a:avLst/>
            </a:prstGeom>
            <a:ln w="9525" cap="flat" cmpd="sng">
              <a:solidFill>
                <a:schemeClr val="tx1"/>
              </a:solidFill>
              <a:prstDash val="solid"/>
              <a:headEnd type="none" w="med" len="med"/>
              <a:tailEnd type="none" w="med" len="med"/>
            </a:ln>
          </p:spPr>
        </p:sp>
        <p:sp>
          <p:nvSpPr>
            <p:cNvPr id="55334" name="Line 73"/>
            <p:cNvSpPr/>
            <p:nvPr/>
          </p:nvSpPr>
          <p:spPr>
            <a:xfrm flipV="1">
              <a:off x="4512" y="2400"/>
              <a:ext cx="96" cy="96"/>
            </a:xfrm>
            <a:prstGeom prst="line">
              <a:avLst/>
            </a:prstGeom>
            <a:ln w="9525" cap="flat" cmpd="sng">
              <a:solidFill>
                <a:schemeClr val="tx1"/>
              </a:solidFill>
              <a:prstDash val="solid"/>
              <a:headEnd type="none" w="med" len="med"/>
              <a:tailEnd type="none" w="med" len="med"/>
            </a:ln>
          </p:spPr>
        </p:sp>
        <p:sp>
          <p:nvSpPr>
            <p:cNvPr id="55335" name="Line 74"/>
            <p:cNvSpPr/>
            <p:nvPr/>
          </p:nvSpPr>
          <p:spPr>
            <a:xfrm>
              <a:off x="4272" y="2496"/>
              <a:ext cx="0" cy="336"/>
            </a:xfrm>
            <a:prstGeom prst="line">
              <a:avLst/>
            </a:prstGeom>
            <a:ln w="9525" cap="flat" cmpd="sng">
              <a:solidFill>
                <a:schemeClr val="tx1"/>
              </a:solidFill>
              <a:prstDash val="solid"/>
              <a:headEnd type="none" w="med" len="med"/>
              <a:tailEnd type="none" w="med" len="med"/>
            </a:ln>
          </p:spPr>
        </p:sp>
        <p:sp>
          <p:nvSpPr>
            <p:cNvPr id="55336" name="Line 75"/>
            <p:cNvSpPr/>
            <p:nvPr/>
          </p:nvSpPr>
          <p:spPr>
            <a:xfrm>
              <a:off x="1632" y="2544"/>
              <a:ext cx="192" cy="0"/>
            </a:xfrm>
            <a:prstGeom prst="line">
              <a:avLst/>
            </a:prstGeom>
            <a:ln w="38100" cap="flat" cmpd="sng">
              <a:solidFill>
                <a:schemeClr val="accent2"/>
              </a:solidFill>
              <a:prstDash val="solid"/>
              <a:headEnd type="none" w="med" len="med"/>
              <a:tailEnd type="triangle" w="sm" len="med"/>
            </a:ln>
          </p:spPr>
        </p:sp>
        <p:sp>
          <p:nvSpPr>
            <p:cNvPr id="55337" name="Line 76"/>
            <p:cNvSpPr/>
            <p:nvPr/>
          </p:nvSpPr>
          <p:spPr>
            <a:xfrm>
              <a:off x="2400" y="2544"/>
              <a:ext cx="192" cy="0"/>
            </a:xfrm>
            <a:prstGeom prst="line">
              <a:avLst/>
            </a:prstGeom>
            <a:ln w="38100" cap="flat" cmpd="sng">
              <a:solidFill>
                <a:schemeClr val="accent2"/>
              </a:solidFill>
              <a:prstDash val="solid"/>
              <a:headEnd type="none" w="med" len="med"/>
              <a:tailEnd type="triangle" w="sm" len="med"/>
            </a:ln>
          </p:spPr>
        </p:sp>
        <p:sp>
          <p:nvSpPr>
            <p:cNvPr id="55338" name="Line 77"/>
            <p:cNvSpPr/>
            <p:nvPr/>
          </p:nvSpPr>
          <p:spPr>
            <a:xfrm>
              <a:off x="3168" y="2544"/>
              <a:ext cx="192" cy="0"/>
            </a:xfrm>
            <a:prstGeom prst="line">
              <a:avLst/>
            </a:prstGeom>
            <a:ln w="38100" cap="flat" cmpd="sng">
              <a:solidFill>
                <a:schemeClr val="accent2"/>
              </a:solidFill>
              <a:prstDash val="solid"/>
              <a:headEnd type="none" w="med" len="med"/>
              <a:tailEnd type="triangle" w="sm" len="med"/>
            </a:ln>
          </p:spPr>
        </p:sp>
        <p:sp>
          <p:nvSpPr>
            <p:cNvPr id="55339" name="Line 78"/>
            <p:cNvSpPr/>
            <p:nvPr/>
          </p:nvSpPr>
          <p:spPr>
            <a:xfrm>
              <a:off x="3936" y="2544"/>
              <a:ext cx="192" cy="0"/>
            </a:xfrm>
            <a:prstGeom prst="line">
              <a:avLst/>
            </a:prstGeom>
            <a:ln w="38100" cap="flat" cmpd="sng">
              <a:solidFill>
                <a:schemeClr val="accent2"/>
              </a:solidFill>
              <a:prstDash val="solid"/>
              <a:headEnd type="none" w="med" len="med"/>
              <a:tailEnd type="triangle" w="sm" len="med"/>
            </a:ln>
          </p:spPr>
        </p:sp>
        <p:sp>
          <p:nvSpPr>
            <p:cNvPr id="55340" name="Line 79"/>
            <p:cNvSpPr/>
            <p:nvPr/>
          </p:nvSpPr>
          <p:spPr>
            <a:xfrm>
              <a:off x="912" y="2544"/>
              <a:ext cx="144" cy="0"/>
            </a:xfrm>
            <a:prstGeom prst="line">
              <a:avLst/>
            </a:prstGeom>
            <a:ln w="38100" cap="flat" cmpd="sng">
              <a:solidFill>
                <a:schemeClr val="accent2"/>
              </a:solidFill>
              <a:prstDash val="solid"/>
              <a:headEnd type="none" w="med" len="med"/>
              <a:tailEnd type="triangle" w="sm" len="med"/>
            </a:ln>
          </p:spPr>
        </p:sp>
        <p:sp>
          <p:nvSpPr>
            <p:cNvPr id="55341" name="Line 80"/>
            <p:cNvSpPr/>
            <p:nvPr/>
          </p:nvSpPr>
          <p:spPr>
            <a:xfrm>
              <a:off x="1632" y="2688"/>
              <a:ext cx="192" cy="0"/>
            </a:xfrm>
            <a:prstGeom prst="line">
              <a:avLst/>
            </a:prstGeom>
            <a:ln w="38100" cap="flat" cmpd="sng">
              <a:solidFill>
                <a:schemeClr val="accent2"/>
              </a:solidFill>
              <a:prstDash val="solid"/>
              <a:headEnd type="triangle" w="sm" len="med"/>
              <a:tailEnd type="none" w="sm" len="med"/>
            </a:ln>
          </p:spPr>
        </p:sp>
        <p:sp>
          <p:nvSpPr>
            <p:cNvPr id="55342" name="Line 81"/>
            <p:cNvSpPr/>
            <p:nvPr/>
          </p:nvSpPr>
          <p:spPr>
            <a:xfrm flipV="1">
              <a:off x="768" y="2640"/>
              <a:ext cx="288" cy="0"/>
            </a:xfrm>
            <a:prstGeom prst="line">
              <a:avLst/>
            </a:prstGeom>
            <a:ln w="38100" cap="flat" cmpd="sng">
              <a:solidFill>
                <a:schemeClr val="accent2"/>
              </a:solidFill>
              <a:prstDash val="solid"/>
              <a:headEnd type="none" w="med" len="med"/>
              <a:tailEnd type="triangle" w="sm" len="med"/>
            </a:ln>
          </p:spPr>
        </p:sp>
        <p:sp>
          <p:nvSpPr>
            <p:cNvPr id="55343" name="Line 82"/>
            <p:cNvSpPr/>
            <p:nvPr/>
          </p:nvSpPr>
          <p:spPr>
            <a:xfrm>
              <a:off x="2400" y="2688"/>
              <a:ext cx="192" cy="0"/>
            </a:xfrm>
            <a:prstGeom prst="line">
              <a:avLst/>
            </a:prstGeom>
            <a:ln w="38100" cap="flat" cmpd="sng">
              <a:solidFill>
                <a:schemeClr val="accent2"/>
              </a:solidFill>
              <a:prstDash val="solid"/>
              <a:headEnd type="triangle" w="sm" len="med"/>
              <a:tailEnd type="none" w="sm" len="med"/>
            </a:ln>
          </p:spPr>
        </p:sp>
        <p:sp>
          <p:nvSpPr>
            <p:cNvPr id="55344" name="Line 83"/>
            <p:cNvSpPr/>
            <p:nvPr/>
          </p:nvSpPr>
          <p:spPr>
            <a:xfrm>
              <a:off x="3168" y="2688"/>
              <a:ext cx="192" cy="0"/>
            </a:xfrm>
            <a:prstGeom prst="line">
              <a:avLst/>
            </a:prstGeom>
            <a:ln w="38100" cap="flat" cmpd="sng">
              <a:solidFill>
                <a:schemeClr val="accent2"/>
              </a:solidFill>
              <a:prstDash val="solid"/>
              <a:headEnd type="triangle" w="sm" len="med"/>
              <a:tailEnd type="none" w="sm" len="med"/>
            </a:ln>
          </p:spPr>
        </p:sp>
        <p:sp>
          <p:nvSpPr>
            <p:cNvPr id="55345" name="Line 84"/>
            <p:cNvSpPr/>
            <p:nvPr/>
          </p:nvSpPr>
          <p:spPr>
            <a:xfrm>
              <a:off x="3936" y="2688"/>
              <a:ext cx="192" cy="0"/>
            </a:xfrm>
            <a:prstGeom prst="line">
              <a:avLst/>
            </a:prstGeom>
            <a:ln w="38100" cap="flat" cmpd="sng">
              <a:solidFill>
                <a:schemeClr val="accent2"/>
              </a:solidFill>
              <a:prstDash val="solid"/>
              <a:headEnd type="triangle" w="sm" len="med"/>
              <a:tailEnd type="none" w="sm" len="med"/>
            </a:ln>
          </p:spPr>
        </p:sp>
        <p:sp>
          <p:nvSpPr>
            <p:cNvPr id="55346" name="Line 85"/>
            <p:cNvSpPr/>
            <p:nvPr/>
          </p:nvSpPr>
          <p:spPr>
            <a:xfrm>
              <a:off x="4704" y="2688"/>
              <a:ext cx="192" cy="0"/>
            </a:xfrm>
            <a:prstGeom prst="line">
              <a:avLst/>
            </a:prstGeom>
            <a:ln w="38100" cap="flat" cmpd="sng">
              <a:solidFill>
                <a:schemeClr val="accent2"/>
              </a:solidFill>
              <a:prstDash val="solid"/>
              <a:headEnd type="triangle" w="sm" len="med"/>
              <a:tailEnd type="none" w="sm" len="med"/>
            </a:ln>
          </p:spPr>
        </p:sp>
        <p:sp>
          <p:nvSpPr>
            <p:cNvPr id="55347" name="Line 86"/>
            <p:cNvSpPr/>
            <p:nvPr/>
          </p:nvSpPr>
          <p:spPr>
            <a:xfrm>
              <a:off x="4896" y="2688"/>
              <a:ext cx="0" cy="240"/>
            </a:xfrm>
            <a:prstGeom prst="line">
              <a:avLst/>
            </a:prstGeom>
            <a:ln w="38100" cap="flat" cmpd="sng">
              <a:solidFill>
                <a:schemeClr val="accent2"/>
              </a:solidFill>
              <a:prstDash val="solid"/>
              <a:headEnd type="none" w="med" len="med"/>
              <a:tailEnd type="none" w="med" len="med"/>
            </a:ln>
          </p:spPr>
        </p:sp>
        <p:sp>
          <p:nvSpPr>
            <p:cNvPr id="55348" name="Line 87"/>
            <p:cNvSpPr/>
            <p:nvPr/>
          </p:nvSpPr>
          <p:spPr>
            <a:xfrm>
              <a:off x="912" y="2736"/>
              <a:ext cx="144" cy="0"/>
            </a:xfrm>
            <a:prstGeom prst="line">
              <a:avLst/>
            </a:prstGeom>
            <a:ln w="38100" cap="flat" cmpd="sng">
              <a:solidFill>
                <a:schemeClr val="accent2"/>
              </a:solidFill>
              <a:prstDash val="solid"/>
              <a:headEnd type="none" w="med" len="med"/>
              <a:tailEnd type="none" w="med" len="med"/>
            </a:ln>
          </p:spPr>
        </p:sp>
        <p:sp>
          <p:nvSpPr>
            <p:cNvPr id="55349" name="Line 88"/>
            <p:cNvSpPr/>
            <p:nvPr/>
          </p:nvSpPr>
          <p:spPr>
            <a:xfrm flipH="1">
              <a:off x="912" y="2928"/>
              <a:ext cx="3984" cy="0"/>
            </a:xfrm>
            <a:prstGeom prst="line">
              <a:avLst/>
            </a:prstGeom>
            <a:ln w="38100" cap="flat" cmpd="sng">
              <a:solidFill>
                <a:schemeClr val="accent2"/>
              </a:solidFill>
              <a:prstDash val="solid"/>
              <a:headEnd type="none" w="med" len="med"/>
              <a:tailEnd type="none" w="med" len="med"/>
            </a:ln>
          </p:spPr>
        </p:sp>
        <p:sp>
          <p:nvSpPr>
            <p:cNvPr id="55350" name="Line 89"/>
            <p:cNvSpPr/>
            <p:nvPr/>
          </p:nvSpPr>
          <p:spPr>
            <a:xfrm>
              <a:off x="912" y="2736"/>
              <a:ext cx="0" cy="192"/>
            </a:xfrm>
            <a:prstGeom prst="line">
              <a:avLst/>
            </a:prstGeom>
            <a:ln w="38100" cap="flat" cmpd="sng">
              <a:solidFill>
                <a:schemeClr val="accent2"/>
              </a:solidFill>
              <a:prstDash val="solid"/>
              <a:headEnd type="none" w="med" len="med"/>
              <a:tailEnd type="none" w="med" len="med"/>
            </a:ln>
          </p:spPr>
        </p:sp>
        <p:sp>
          <p:nvSpPr>
            <p:cNvPr id="55351" name="Line 90"/>
            <p:cNvSpPr/>
            <p:nvPr/>
          </p:nvSpPr>
          <p:spPr>
            <a:xfrm flipH="1">
              <a:off x="912" y="2304"/>
              <a:ext cx="3984" cy="0"/>
            </a:xfrm>
            <a:prstGeom prst="line">
              <a:avLst/>
            </a:prstGeom>
            <a:ln w="38100" cap="flat" cmpd="sng">
              <a:solidFill>
                <a:schemeClr val="accent2"/>
              </a:solidFill>
              <a:prstDash val="solid"/>
              <a:headEnd type="none" w="med" len="med"/>
              <a:tailEnd type="none" w="med" len="med"/>
            </a:ln>
          </p:spPr>
        </p:sp>
        <p:sp>
          <p:nvSpPr>
            <p:cNvPr id="55352" name="Line 91"/>
            <p:cNvSpPr/>
            <p:nvPr/>
          </p:nvSpPr>
          <p:spPr>
            <a:xfrm>
              <a:off x="912" y="2304"/>
              <a:ext cx="0" cy="240"/>
            </a:xfrm>
            <a:prstGeom prst="line">
              <a:avLst/>
            </a:prstGeom>
            <a:ln w="38100" cap="flat" cmpd="sng">
              <a:solidFill>
                <a:schemeClr val="accent2"/>
              </a:solidFill>
              <a:prstDash val="solid"/>
              <a:headEnd type="none" w="med" len="med"/>
              <a:tailEnd type="none" w="med" len="med"/>
            </a:ln>
          </p:spPr>
        </p:sp>
        <p:sp>
          <p:nvSpPr>
            <p:cNvPr id="55353" name="Line 92"/>
            <p:cNvSpPr/>
            <p:nvPr/>
          </p:nvSpPr>
          <p:spPr>
            <a:xfrm>
              <a:off x="4896" y="2304"/>
              <a:ext cx="0" cy="240"/>
            </a:xfrm>
            <a:prstGeom prst="line">
              <a:avLst/>
            </a:prstGeom>
            <a:ln w="38100" cap="flat" cmpd="sng">
              <a:solidFill>
                <a:schemeClr val="accent2"/>
              </a:solidFill>
              <a:prstDash val="solid"/>
              <a:headEnd type="none" w="med" len="med"/>
              <a:tailEnd type="none" w="med" len="med"/>
            </a:ln>
          </p:spPr>
        </p:sp>
        <p:sp>
          <p:nvSpPr>
            <p:cNvPr id="55354" name="Line 93"/>
            <p:cNvSpPr/>
            <p:nvPr/>
          </p:nvSpPr>
          <p:spPr>
            <a:xfrm>
              <a:off x="4704" y="2544"/>
              <a:ext cx="192" cy="0"/>
            </a:xfrm>
            <a:prstGeom prst="line">
              <a:avLst/>
            </a:prstGeom>
            <a:ln w="38100" cap="flat" cmpd="sng">
              <a:solidFill>
                <a:schemeClr val="accent2"/>
              </a:solidFill>
              <a:prstDash val="solid"/>
              <a:headEnd type="none" w="med" len="med"/>
              <a:tailEnd type="none" w="sm" len="med"/>
            </a:ln>
          </p:spPr>
        </p:sp>
        <p:sp>
          <p:nvSpPr>
            <p:cNvPr id="55355" name="Text Box 94"/>
            <p:cNvSpPr txBox="1"/>
            <p:nvPr/>
          </p:nvSpPr>
          <p:spPr>
            <a:xfrm>
              <a:off x="342" y="2448"/>
              <a:ext cx="433"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rPr>
                <a:t>   L</a:t>
              </a:r>
              <a:endParaRPr lang="en-US" altLang="zh-CN" sz="2400" dirty="0"/>
            </a:p>
          </p:txBody>
        </p:sp>
        <p:sp>
          <p:nvSpPr>
            <p:cNvPr id="55356" name="Text Box 96"/>
            <p:cNvSpPr txBox="1"/>
            <p:nvPr/>
          </p:nvSpPr>
          <p:spPr>
            <a:xfrm>
              <a:off x="1936"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31</a:t>
              </a:r>
              <a:endParaRPr lang="en-US" altLang="zh-CN" sz="2800" dirty="0"/>
            </a:p>
          </p:txBody>
        </p:sp>
        <p:sp>
          <p:nvSpPr>
            <p:cNvPr id="55357" name="Text Box 98"/>
            <p:cNvSpPr txBox="1"/>
            <p:nvPr/>
          </p:nvSpPr>
          <p:spPr>
            <a:xfrm>
              <a:off x="2704"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48</a:t>
              </a:r>
              <a:endParaRPr lang="en-US" altLang="zh-CN" sz="2800" dirty="0"/>
            </a:p>
          </p:txBody>
        </p:sp>
        <p:sp>
          <p:nvSpPr>
            <p:cNvPr id="55358" name="Text Box 100"/>
            <p:cNvSpPr txBox="1"/>
            <p:nvPr/>
          </p:nvSpPr>
          <p:spPr>
            <a:xfrm>
              <a:off x="3472"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15</a:t>
              </a:r>
              <a:endParaRPr lang="en-US" altLang="zh-CN" sz="2800" dirty="0"/>
            </a:p>
          </p:txBody>
        </p:sp>
        <p:sp>
          <p:nvSpPr>
            <p:cNvPr id="55359" name="Text Box 102"/>
            <p:cNvSpPr txBox="1"/>
            <p:nvPr/>
          </p:nvSpPr>
          <p:spPr>
            <a:xfrm>
              <a:off x="4240" y="2505"/>
              <a:ext cx="320" cy="327"/>
            </a:xfrm>
            <a:prstGeom prst="rect">
              <a:avLst/>
            </a:prstGeom>
            <a:noFill/>
            <a:ln w="38100">
              <a:noFill/>
            </a:ln>
          </p:spPr>
          <p:txBody>
            <a:bodyPr wrap="none" anchor="ctr" anchorCtr="0">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b="1" dirty="0">
                  <a:solidFill>
                    <a:schemeClr val="tx2"/>
                  </a:solidFill>
                  <a:latin typeface="Arial Narrow" panose="020B0606020202030204" pitchFamily="34" charset="0"/>
                </a:rPr>
                <a:t>57</a:t>
              </a:r>
              <a:endParaRPr lang="en-US" altLang="zh-CN" sz="2800" dirty="0"/>
            </a:p>
          </p:txBody>
        </p:sp>
      </p:grpSp>
      <p:sp>
        <p:nvSpPr>
          <p:cNvPr id="342120" name="Line 104"/>
          <p:cNvSpPr/>
          <p:nvPr/>
        </p:nvSpPr>
        <p:spPr>
          <a:xfrm flipH="1" flipV="1">
            <a:off x="3352800" y="2209800"/>
            <a:ext cx="762000" cy="609600"/>
          </a:xfrm>
          <a:prstGeom prst="line">
            <a:avLst/>
          </a:prstGeom>
          <a:ln w="38100" cap="flat" cmpd="sng">
            <a:solidFill>
              <a:srgbClr val="009900"/>
            </a:solidFill>
            <a:prstDash val="solid"/>
            <a:headEnd type="none" w="med" len="med"/>
            <a:tailEnd type="triangle" w="sm" len="lg"/>
          </a:ln>
        </p:spPr>
      </p:sp>
      <p:sp>
        <p:nvSpPr>
          <p:cNvPr id="342121" name="Line 105"/>
          <p:cNvSpPr/>
          <p:nvPr/>
        </p:nvSpPr>
        <p:spPr>
          <a:xfrm flipV="1">
            <a:off x="4419600" y="2209800"/>
            <a:ext cx="152400" cy="533400"/>
          </a:xfrm>
          <a:prstGeom prst="line">
            <a:avLst/>
          </a:prstGeom>
          <a:ln w="38100" cap="flat" cmpd="sng">
            <a:solidFill>
              <a:srgbClr val="009900"/>
            </a:solidFill>
            <a:prstDash val="solid"/>
            <a:headEnd type="none" w="med" len="med"/>
            <a:tailEnd type="triangle" w="sm" len="lg"/>
          </a:ln>
        </p:spPr>
      </p:sp>
      <p:sp>
        <p:nvSpPr>
          <p:cNvPr id="342129" name="Line 113"/>
          <p:cNvSpPr/>
          <p:nvPr/>
        </p:nvSpPr>
        <p:spPr>
          <a:xfrm flipH="1" flipV="1">
            <a:off x="4648200" y="4800600"/>
            <a:ext cx="838200" cy="0"/>
          </a:xfrm>
          <a:prstGeom prst="line">
            <a:avLst/>
          </a:prstGeom>
          <a:ln w="38100" cap="flat" cmpd="sng">
            <a:solidFill>
              <a:srgbClr val="009900"/>
            </a:solidFill>
            <a:prstDash val="sysDot"/>
            <a:headEnd type="none" w="med" len="med"/>
            <a:tailEnd type="triangle" w="sm" len="lg"/>
          </a:ln>
        </p:spPr>
      </p:sp>
      <p:sp>
        <p:nvSpPr>
          <p:cNvPr id="342131" name="Line 115"/>
          <p:cNvSpPr/>
          <p:nvPr/>
        </p:nvSpPr>
        <p:spPr>
          <a:xfrm flipH="1" flipV="1">
            <a:off x="5715000" y="4495800"/>
            <a:ext cx="76200" cy="838200"/>
          </a:xfrm>
          <a:prstGeom prst="line">
            <a:avLst/>
          </a:prstGeom>
          <a:ln w="38100" cap="flat" cmpd="sng">
            <a:solidFill>
              <a:srgbClr val="009900"/>
            </a:solidFill>
            <a:prstDash val="solid"/>
            <a:headEnd type="none" w="med" len="med"/>
            <a:tailEnd type="triangle" w="sm" len="lg"/>
          </a:ln>
        </p:spPr>
      </p:sp>
      <p:sp>
        <p:nvSpPr>
          <p:cNvPr id="342133" name="Line 117"/>
          <p:cNvSpPr/>
          <p:nvPr/>
        </p:nvSpPr>
        <p:spPr>
          <a:xfrm flipV="1">
            <a:off x="6019800" y="4495800"/>
            <a:ext cx="914400" cy="914400"/>
          </a:xfrm>
          <a:prstGeom prst="line">
            <a:avLst/>
          </a:prstGeom>
          <a:ln w="38100" cap="flat" cmpd="sng">
            <a:solidFill>
              <a:srgbClr val="009900"/>
            </a:solidFill>
            <a:prstDash val="solid"/>
            <a:headEnd type="none" w="med" len="med"/>
            <a:tailEnd type="triangle" w="sm" len="lg"/>
          </a:ln>
        </p:spPr>
      </p:sp>
      <p:sp>
        <p:nvSpPr>
          <p:cNvPr id="342136" name="Text Box 120"/>
          <p:cNvSpPr txBox="1"/>
          <p:nvPr/>
        </p:nvSpPr>
        <p:spPr>
          <a:xfrm>
            <a:off x="4191000" y="2667000"/>
            <a:ext cx="361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FF0000"/>
                </a:solidFill>
              </a:rPr>
              <a:t>p</a:t>
            </a:r>
            <a:endParaRPr lang="en-US" altLang="zh-CN" sz="2800" dirty="0"/>
          </a:p>
        </p:txBody>
      </p:sp>
      <p:sp>
        <p:nvSpPr>
          <p:cNvPr id="342138" name="Line 122"/>
          <p:cNvSpPr/>
          <p:nvPr/>
        </p:nvSpPr>
        <p:spPr>
          <a:xfrm flipV="1">
            <a:off x="4724400" y="2514600"/>
            <a:ext cx="457200" cy="0"/>
          </a:xfrm>
          <a:prstGeom prst="line">
            <a:avLst/>
          </a:prstGeom>
          <a:ln w="38100" cap="flat" cmpd="sng">
            <a:solidFill>
              <a:srgbClr val="009900"/>
            </a:solidFill>
            <a:prstDash val="sysDot"/>
            <a:headEnd type="none" w="med" len="med"/>
            <a:tailEnd type="triangle" w="sm" len="lg"/>
          </a:ln>
        </p:spPr>
      </p:sp>
      <p:sp>
        <p:nvSpPr>
          <p:cNvPr id="342139" name="Text Box 123"/>
          <p:cNvSpPr txBox="1"/>
          <p:nvPr/>
        </p:nvSpPr>
        <p:spPr>
          <a:xfrm>
            <a:off x="5638800" y="5257800"/>
            <a:ext cx="361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FF0000"/>
                </a:solidFill>
              </a:rPr>
              <a:t>q</a:t>
            </a:r>
            <a:endParaRPr lang="en-US" altLang="zh-CN" sz="2800" dirty="0"/>
          </a:p>
        </p:txBody>
      </p:sp>
      <p:sp>
        <p:nvSpPr>
          <p:cNvPr id="342141" name="Text Box 125"/>
          <p:cNvSpPr txBox="1"/>
          <p:nvPr/>
        </p:nvSpPr>
        <p:spPr>
          <a:xfrm>
            <a:off x="1584325" y="2733675"/>
            <a:ext cx="16700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accent2"/>
                </a:solidFill>
              </a:rPr>
              <a:t>p=p-&gt;next</a:t>
            </a:r>
            <a:endParaRPr lang="en-US" altLang="zh-CN" sz="2800" dirty="0"/>
          </a:p>
        </p:txBody>
      </p:sp>
      <p:sp>
        <p:nvSpPr>
          <p:cNvPr id="342142" name="Text Box 126"/>
          <p:cNvSpPr txBox="1"/>
          <p:nvPr/>
        </p:nvSpPr>
        <p:spPr>
          <a:xfrm>
            <a:off x="1584325" y="5095875"/>
            <a:ext cx="175101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accent2"/>
                </a:solidFill>
              </a:rPr>
              <a:t>q=q-&gt;prior</a:t>
            </a:r>
            <a:endParaRPr lang="en-US" altLang="zh-CN" sz="2800" dirty="0"/>
          </a:p>
        </p:txBody>
      </p:sp>
      <p:sp>
        <p:nvSpPr>
          <p:cNvPr id="113" name="Rectangle 2"/>
          <p:cNvSpPr txBox="1">
            <a:spLocks noChangeArrowheads="1"/>
          </p:cNvSpPr>
          <p:nvPr/>
        </p:nvSpPr>
        <p:spPr>
          <a:xfrm>
            <a:off x="685800" y="381000"/>
            <a:ext cx="7696200" cy="685800"/>
          </a:xfrm>
          <a:prstGeom prst="rect">
            <a:avLst/>
          </a:prstGeom>
        </p:spPr>
        <p:txBody>
          <a:bodyPr/>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hlink"/>
                </a:solidFill>
                <a:effectLst>
                  <a:outerShdw blurRad="38100" dist="38100" dir="2700000" algn="tl">
                    <a:srgbClr val="C0C0C0"/>
                  </a:outerShdw>
                </a:effectLst>
                <a:uLnTx/>
                <a:uFillTx/>
                <a:latin typeface="+mj-lt"/>
                <a:ea typeface="仿宋_GB2312" pitchFamily="49" charset="-122"/>
                <a:cs typeface="+mj-cs"/>
              </a:rPr>
              <a:t>双向循环链表</a:t>
            </a:r>
            <a:endParaRPr kumimoji="1" lang="en-US" altLang="zh-CN" sz="4000" b="0" i="0" u="none" strike="noStrike" kern="1200" cap="none" spc="0" normalizeH="0" baseline="0" noProof="0" dirty="0">
              <a:ln>
                <a:noFill/>
              </a:ln>
              <a:solidFill>
                <a:schemeClr val="tx2"/>
              </a:solidFill>
              <a:effectLst/>
              <a:uLnTx/>
              <a:uFillTx/>
              <a:latin typeface="+mj-lt"/>
              <a:ea typeface="仿宋_GB2312" pitchFamily="49" charset="-122"/>
              <a:cs typeface="+mj-cs"/>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342135"/>
                                        </p:tgtEl>
                                        <p:attrNameLst>
                                          <p:attrName>style.visibility</p:attrName>
                                        </p:attrNameLst>
                                      </p:cBhvr>
                                      <p:to>
                                        <p:strVal val="visible"/>
                                      </p:to>
                                    </p:set>
                                    <p:anim calcmode="lin" valueType="num">
                                      <p:cBhvr>
                                        <p:cTn id="7" dur="500" fill="hold"/>
                                        <p:tgtEl>
                                          <p:spTgt spid="342135"/>
                                        </p:tgtEl>
                                        <p:attrNameLst>
                                          <p:attrName>ppt_x</p:attrName>
                                        </p:attrNameLst>
                                      </p:cBhvr>
                                      <p:tavLst>
                                        <p:tav tm="0">
                                          <p:val>
                                            <p:strVal val="#ppt_x-#ppt_w/2"/>
                                          </p:val>
                                        </p:tav>
                                        <p:tav tm="100000">
                                          <p:val>
                                            <p:strVal val="#ppt_x"/>
                                          </p:val>
                                        </p:tav>
                                      </p:tavLst>
                                    </p:anim>
                                    <p:anim calcmode="lin" valueType="num">
                                      <p:cBhvr>
                                        <p:cTn id="8" dur="500" fill="hold"/>
                                        <p:tgtEl>
                                          <p:spTgt spid="342135"/>
                                        </p:tgtEl>
                                        <p:attrNameLst>
                                          <p:attrName>ppt_y</p:attrName>
                                        </p:attrNameLst>
                                      </p:cBhvr>
                                      <p:tavLst>
                                        <p:tav tm="0">
                                          <p:val>
                                            <p:strVal val="#ppt_y"/>
                                          </p:val>
                                        </p:tav>
                                        <p:tav tm="100000">
                                          <p:val>
                                            <p:strVal val="#ppt_y"/>
                                          </p:val>
                                        </p:tav>
                                      </p:tavLst>
                                    </p:anim>
                                    <p:anim calcmode="lin" valueType="num">
                                      <p:cBhvr>
                                        <p:cTn id="9" dur="500" fill="hold"/>
                                        <p:tgtEl>
                                          <p:spTgt spid="342135"/>
                                        </p:tgtEl>
                                        <p:attrNameLst>
                                          <p:attrName>ppt_w</p:attrName>
                                        </p:attrNameLst>
                                      </p:cBhvr>
                                      <p:tavLst>
                                        <p:tav tm="0">
                                          <p:val>
                                            <p:fltVal val="0.000000"/>
                                          </p:val>
                                        </p:tav>
                                        <p:tav tm="100000">
                                          <p:val>
                                            <p:strVal val="#ppt_w"/>
                                          </p:val>
                                        </p:tav>
                                      </p:tavLst>
                                    </p:anim>
                                    <p:anim calcmode="lin" valueType="num">
                                      <p:cBhvr>
                                        <p:cTn id="10" dur="500" fill="hold"/>
                                        <p:tgtEl>
                                          <p:spTgt spid="342135"/>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21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42120"/>
                                        </p:tgtEl>
                                        <p:attrNameLst>
                                          <p:attrName>style.visibility</p:attrName>
                                        </p:attrNameLst>
                                      </p:cBhvr>
                                      <p:to>
                                        <p:strVal val="visible"/>
                                      </p:to>
                                    </p:set>
                                  </p:childTnLst>
                                  <p:subTnLst>
                                    <p:set>
                                      <p:cBhvr override="childStyle">
                                        <p:cTn dur="1" fill="hold" display="0" masterRel="nextClick" afterEffect="1"/>
                                        <p:tgtEl>
                                          <p:spTgt spid="342120"/>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342121"/>
                                        </p:tgtEl>
                                        <p:attrNameLst>
                                          <p:attrName>style.visibility</p:attrName>
                                        </p:attrNameLst>
                                      </p:cBhvr>
                                      <p:to>
                                        <p:strVal val="visible"/>
                                      </p:to>
                                    </p:set>
                                  </p:childTnLst>
                                  <p:subTnLst>
                                    <p:set>
                                      <p:cBhvr override="childStyle">
                                        <p:cTn dur="1" fill="hold" display="0" masterRel="nextClick" afterEffect="1"/>
                                        <p:tgtEl>
                                          <p:spTgt spid="34212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342138"/>
                                        </p:tgtEl>
                                        <p:attrNameLst>
                                          <p:attrName>style.visibility</p:attrName>
                                        </p:attrNameLst>
                                      </p:cBhvr>
                                      <p:to>
                                        <p:strVal val="visible"/>
                                      </p:to>
                                    </p:set>
                                  </p:childTnLst>
                                  <p:subTnLst>
                                    <p:set>
                                      <p:cBhvr override="childStyle">
                                        <p:cTn dur="1" fill="hold" display="0" masterRel="nextClick" afterEffect="1"/>
                                        <p:tgtEl>
                                          <p:spTgt spid="34213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342141"/>
                                        </p:tgtEl>
                                        <p:attrNameLst>
                                          <p:attrName>style.visibility</p:attrName>
                                        </p:attrNameLst>
                                      </p:cBhvr>
                                      <p:to>
                                        <p:strVal val="visible"/>
                                      </p:to>
                                    </p:set>
                                    <p:animEffect transition="in" filter="box(out)">
                                      <p:cBhvr>
                                        <p:cTn id="31" dur="500"/>
                                        <p:tgtEl>
                                          <p:spTgt spid="342141"/>
                                        </p:tgtEl>
                                      </p:cBhvr>
                                    </p:animEffect>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nodeType="clickEffect">
                                  <p:stCondLst>
                                    <p:cond delay="0"/>
                                  </p:stCondLst>
                                  <p:childTnLst>
                                    <p:set>
                                      <p:cBhvr>
                                        <p:cTn id="35" dur="1" fill="hold">
                                          <p:stCondLst>
                                            <p:cond delay="0"/>
                                          </p:stCondLst>
                                        </p:cTn>
                                        <p:tgtEl>
                                          <p:spTgt spid="342140"/>
                                        </p:tgtEl>
                                        <p:attrNameLst>
                                          <p:attrName>style.visibility</p:attrName>
                                        </p:attrNameLst>
                                      </p:cBhvr>
                                      <p:to>
                                        <p:strVal val="visible"/>
                                      </p:to>
                                    </p:set>
                                    <p:anim calcmode="lin" valueType="num">
                                      <p:cBhvr>
                                        <p:cTn id="36" dur="500" fill="hold"/>
                                        <p:tgtEl>
                                          <p:spTgt spid="342140"/>
                                        </p:tgtEl>
                                        <p:attrNameLst>
                                          <p:attrName>ppt_x</p:attrName>
                                        </p:attrNameLst>
                                      </p:cBhvr>
                                      <p:tavLst>
                                        <p:tav tm="0">
                                          <p:val>
                                            <p:strVal val="#ppt_x-#ppt_w/2"/>
                                          </p:val>
                                        </p:tav>
                                        <p:tav tm="100000">
                                          <p:val>
                                            <p:strVal val="#ppt_x"/>
                                          </p:val>
                                        </p:tav>
                                      </p:tavLst>
                                    </p:anim>
                                    <p:anim calcmode="lin" valueType="num">
                                      <p:cBhvr>
                                        <p:cTn id="37" dur="500" fill="hold"/>
                                        <p:tgtEl>
                                          <p:spTgt spid="342140"/>
                                        </p:tgtEl>
                                        <p:attrNameLst>
                                          <p:attrName>ppt_y</p:attrName>
                                        </p:attrNameLst>
                                      </p:cBhvr>
                                      <p:tavLst>
                                        <p:tav tm="0">
                                          <p:val>
                                            <p:strVal val="#ppt_y"/>
                                          </p:val>
                                        </p:tav>
                                        <p:tav tm="100000">
                                          <p:val>
                                            <p:strVal val="#ppt_y"/>
                                          </p:val>
                                        </p:tav>
                                      </p:tavLst>
                                    </p:anim>
                                    <p:anim calcmode="lin" valueType="num">
                                      <p:cBhvr>
                                        <p:cTn id="38" dur="500" fill="hold"/>
                                        <p:tgtEl>
                                          <p:spTgt spid="342140"/>
                                        </p:tgtEl>
                                        <p:attrNameLst>
                                          <p:attrName>ppt_w</p:attrName>
                                        </p:attrNameLst>
                                      </p:cBhvr>
                                      <p:tavLst>
                                        <p:tav tm="0">
                                          <p:val>
                                            <p:fltVal val="0.000000"/>
                                          </p:val>
                                        </p:tav>
                                        <p:tav tm="100000">
                                          <p:val>
                                            <p:strVal val="#ppt_w"/>
                                          </p:val>
                                        </p:tav>
                                      </p:tavLst>
                                    </p:anim>
                                    <p:anim calcmode="lin" valueType="num">
                                      <p:cBhvr>
                                        <p:cTn id="39" dur="500" fill="hold"/>
                                        <p:tgtEl>
                                          <p:spTgt spid="342140"/>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34213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342133"/>
                                        </p:tgtEl>
                                        <p:attrNameLst>
                                          <p:attrName>style.visibility</p:attrName>
                                        </p:attrNameLst>
                                      </p:cBhvr>
                                      <p:to>
                                        <p:strVal val="visible"/>
                                      </p:to>
                                    </p:set>
                                  </p:childTnLst>
                                  <p:subTnLst>
                                    <p:set>
                                      <p:cBhvr override="childStyle">
                                        <p:cTn dur="1" fill="hold" display="0" masterRel="nextClick" afterEffect="1"/>
                                        <p:tgtEl>
                                          <p:spTgt spid="342133"/>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342131"/>
                                        </p:tgtEl>
                                        <p:attrNameLst>
                                          <p:attrName>style.visibility</p:attrName>
                                        </p:attrNameLst>
                                      </p:cBhvr>
                                      <p:to>
                                        <p:strVal val="visible"/>
                                      </p:to>
                                    </p:set>
                                  </p:childTnLst>
                                  <p:subTnLst>
                                    <p:set>
                                      <p:cBhvr override="childStyle">
                                        <p:cTn dur="1" fill="hold" display="0" masterRel="nextClick" afterEffect="1"/>
                                        <p:tgtEl>
                                          <p:spTgt spid="342131"/>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499"/>
                                          </p:stCondLst>
                                        </p:cTn>
                                        <p:tgtEl>
                                          <p:spTgt spid="342129"/>
                                        </p:tgtEl>
                                        <p:attrNameLst>
                                          <p:attrName>style.visibility</p:attrName>
                                        </p:attrNameLst>
                                      </p:cBhvr>
                                      <p:to>
                                        <p:strVal val="visible"/>
                                      </p:to>
                                    </p:set>
                                  </p:childTnLst>
                                  <p:subTnLst>
                                    <p:set>
                                      <p:cBhvr override="childStyle">
                                        <p:cTn dur="1" fill="hold" display="0" masterRel="nextClick" afterEffect="1"/>
                                        <p:tgtEl>
                                          <p:spTgt spid="342129"/>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342142"/>
                                        </p:tgtEl>
                                        <p:attrNameLst>
                                          <p:attrName>style.visibility</p:attrName>
                                        </p:attrNameLst>
                                      </p:cBhvr>
                                      <p:to>
                                        <p:strVal val="visible"/>
                                      </p:to>
                                    </p:set>
                                    <p:animEffect transition="in" filter="box(out)">
                                      <p:cBhvr>
                                        <p:cTn id="60" dur="500"/>
                                        <p:tgtEl>
                                          <p:spTgt spid="342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136" grpId="0"/>
      <p:bldP spid="342139" grpId="0"/>
      <p:bldP spid="342141" grpId="0"/>
      <p:bldP spid="34214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1854200" y="157163"/>
            <a:ext cx="26987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3600" dirty="0">
                <a:solidFill>
                  <a:schemeClr val="tx2"/>
                </a:solidFill>
              </a:rPr>
              <a:t>静  态  链  表</a:t>
            </a:r>
            <a:endParaRPr lang="zh-CN" altLang="en-US" sz="3600" dirty="0">
              <a:solidFill>
                <a:schemeClr val="tx2"/>
              </a:solidFill>
            </a:endParaRPr>
          </a:p>
        </p:txBody>
      </p:sp>
      <p:grpSp>
        <p:nvGrpSpPr>
          <p:cNvPr id="346135" name="Group 23"/>
          <p:cNvGrpSpPr/>
          <p:nvPr/>
        </p:nvGrpSpPr>
        <p:grpSpPr>
          <a:xfrm>
            <a:off x="762000" y="1371600"/>
            <a:ext cx="1981200" cy="5029200"/>
            <a:chOff x="624" y="720"/>
            <a:chExt cx="1248" cy="3168"/>
          </a:xfrm>
        </p:grpSpPr>
        <p:grpSp>
          <p:nvGrpSpPr>
            <p:cNvPr id="56662" name="Group 21"/>
            <p:cNvGrpSpPr/>
            <p:nvPr/>
          </p:nvGrpSpPr>
          <p:grpSpPr>
            <a:xfrm>
              <a:off x="624" y="1008"/>
              <a:ext cx="1248" cy="2880"/>
              <a:chOff x="624" y="1008"/>
              <a:chExt cx="1248" cy="2880"/>
            </a:xfrm>
          </p:grpSpPr>
          <p:sp>
            <p:nvSpPr>
              <p:cNvPr id="56664" name="Rectangle 3"/>
              <p:cNvSpPr/>
              <p:nvPr/>
            </p:nvSpPr>
            <p:spPr>
              <a:xfrm>
                <a:off x="912" y="1008"/>
                <a:ext cx="960" cy="2880"/>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6665" name="Line 4"/>
              <p:cNvSpPr/>
              <p:nvPr/>
            </p:nvSpPr>
            <p:spPr>
              <a:xfrm>
                <a:off x="1392" y="1008"/>
                <a:ext cx="0" cy="2880"/>
              </a:xfrm>
              <a:prstGeom prst="line">
                <a:avLst/>
              </a:prstGeom>
              <a:ln w="28575" cap="flat" cmpd="sng">
                <a:solidFill>
                  <a:schemeClr val="tx1"/>
                </a:solidFill>
                <a:prstDash val="solid"/>
                <a:headEnd type="none" w="med" len="med"/>
                <a:tailEnd type="none" w="med" len="med"/>
              </a:ln>
            </p:spPr>
          </p:sp>
          <p:sp>
            <p:nvSpPr>
              <p:cNvPr id="56666" name="Line 5"/>
              <p:cNvSpPr/>
              <p:nvPr/>
            </p:nvSpPr>
            <p:spPr>
              <a:xfrm>
                <a:off x="912" y="2448"/>
                <a:ext cx="960" cy="0"/>
              </a:xfrm>
              <a:prstGeom prst="line">
                <a:avLst/>
              </a:prstGeom>
              <a:ln w="28575" cap="flat" cmpd="sng">
                <a:solidFill>
                  <a:schemeClr val="tx1"/>
                </a:solidFill>
                <a:prstDash val="solid"/>
                <a:headEnd type="none" w="med" len="med"/>
                <a:tailEnd type="none" w="med" len="med"/>
              </a:ln>
            </p:spPr>
          </p:sp>
          <p:sp>
            <p:nvSpPr>
              <p:cNvPr id="56667" name="Line 6"/>
              <p:cNvSpPr/>
              <p:nvPr/>
            </p:nvSpPr>
            <p:spPr>
              <a:xfrm>
                <a:off x="912" y="1728"/>
                <a:ext cx="960" cy="0"/>
              </a:xfrm>
              <a:prstGeom prst="line">
                <a:avLst/>
              </a:prstGeom>
              <a:ln w="28575" cap="flat" cmpd="sng">
                <a:solidFill>
                  <a:schemeClr val="tx1"/>
                </a:solidFill>
                <a:prstDash val="solid"/>
                <a:headEnd type="none" w="med" len="med"/>
                <a:tailEnd type="none" w="med" len="med"/>
              </a:ln>
            </p:spPr>
          </p:sp>
          <p:sp>
            <p:nvSpPr>
              <p:cNvPr id="56668" name="Line 7"/>
              <p:cNvSpPr/>
              <p:nvPr/>
            </p:nvSpPr>
            <p:spPr>
              <a:xfrm>
                <a:off x="912" y="1296"/>
                <a:ext cx="0" cy="0"/>
              </a:xfrm>
              <a:prstGeom prst="line">
                <a:avLst/>
              </a:prstGeom>
              <a:ln w="9525" cap="flat" cmpd="sng">
                <a:solidFill>
                  <a:schemeClr val="tx1"/>
                </a:solidFill>
                <a:prstDash val="solid"/>
                <a:headEnd type="none" w="med" len="med"/>
                <a:tailEnd type="none" w="med" len="med"/>
              </a:ln>
            </p:spPr>
          </p:sp>
          <p:sp>
            <p:nvSpPr>
              <p:cNvPr id="56669" name="Line 8"/>
              <p:cNvSpPr/>
              <p:nvPr/>
            </p:nvSpPr>
            <p:spPr>
              <a:xfrm>
                <a:off x="912" y="1248"/>
                <a:ext cx="960" cy="0"/>
              </a:xfrm>
              <a:prstGeom prst="line">
                <a:avLst/>
              </a:prstGeom>
              <a:ln w="28575" cap="flat" cmpd="sng">
                <a:solidFill>
                  <a:schemeClr val="tx1"/>
                </a:solidFill>
                <a:prstDash val="solid"/>
                <a:headEnd type="none" w="med" len="med"/>
                <a:tailEnd type="none" w="med" len="med"/>
              </a:ln>
            </p:spPr>
          </p:sp>
          <p:sp>
            <p:nvSpPr>
              <p:cNvPr id="56670" name="Line 9"/>
              <p:cNvSpPr/>
              <p:nvPr/>
            </p:nvSpPr>
            <p:spPr>
              <a:xfrm>
                <a:off x="912" y="1488"/>
                <a:ext cx="960" cy="0"/>
              </a:xfrm>
              <a:prstGeom prst="line">
                <a:avLst/>
              </a:prstGeom>
              <a:ln w="28575" cap="flat" cmpd="sng">
                <a:solidFill>
                  <a:schemeClr val="tx1"/>
                </a:solidFill>
                <a:prstDash val="solid"/>
                <a:headEnd type="none" w="med" len="med"/>
                <a:tailEnd type="none" w="med" len="med"/>
              </a:ln>
            </p:spPr>
          </p:sp>
          <p:sp>
            <p:nvSpPr>
              <p:cNvPr id="56671" name="Line 10"/>
              <p:cNvSpPr/>
              <p:nvPr/>
            </p:nvSpPr>
            <p:spPr>
              <a:xfrm>
                <a:off x="912" y="1968"/>
                <a:ext cx="960" cy="0"/>
              </a:xfrm>
              <a:prstGeom prst="line">
                <a:avLst/>
              </a:prstGeom>
              <a:ln w="28575" cap="flat" cmpd="sng">
                <a:solidFill>
                  <a:schemeClr val="tx1"/>
                </a:solidFill>
                <a:prstDash val="solid"/>
                <a:headEnd type="none" w="med" len="med"/>
                <a:tailEnd type="none" w="med" len="med"/>
              </a:ln>
            </p:spPr>
          </p:sp>
          <p:sp>
            <p:nvSpPr>
              <p:cNvPr id="56672" name="Line 11"/>
              <p:cNvSpPr/>
              <p:nvPr/>
            </p:nvSpPr>
            <p:spPr>
              <a:xfrm>
                <a:off x="912" y="2208"/>
                <a:ext cx="960" cy="0"/>
              </a:xfrm>
              <a:prstGeom prst="line">
                <a:avLst/>
              </a:prstGeom>
              <a:ln w="28575" cap="flat" cmpd="sng">
                <a:solidFill>
                  <a:schemeClr val="tx1"/>
                </a:solidFill>
                <a:prstDash val="solid"/>
                <a:headEnd type="none" w="med" len="med"/>
                <a:tailEnd type="none" w="med" len="med"/>
              </a:ln>
            </p:spPr>
          </p:sp>
          <p:sp>
            <p:nvSpPr>
              <p:cNvPr id="56673" name="Line 12"/>
              <p:cNvSpPr/>
              <p:nvPr/>
            </p:nvSpPr>
            <p:spPr>
              <a:xfrm>
                <a:off x="912" y="2688"/>
                <a:ext cx="960" cy="0"/>
              </a:xfrm>
              <a:prstGeom prst="line">
                <a:avLst/>
              </a:prstGeom>
              <a:ln w="28575" cap="flat" cmpd="sng">
                <a:solidFill>
                  <a:schemeClr val="tx1"/>
                </a:solidFill>
                <a:prstDash val="solid"/>
                <a:headEnd type="none" w="med" len="med"/>
                <a:tailEnd type="none" w="med" len="med"/>
              </a:ln>
            </p:spPr>
          </p:sp>
          <p:sp>
            <p:nvSpPr>
              <p:cNvPr id="56674" name="Line 13"/>
              <p:cNvSpPr/>
              <p:nvPr/>
            </p:nvSpPr>
            <p:spPr>
              <a:xfrm>
                <a:off x="912" y="2928"/>
                <a:ext cx="960" cy="0"/>
              </a:xfrm>
              <a:prstGeom prst="line">
                <a:avLst/>
              </a:prstGeom>
              <a:ln w="28575" cap="flat" cmpd="sng">
                <a:solidFill>
                  <a:schemeClr val="tx1"/>
                </a:solidFill>
                <a:prstDash val="solid"/>
                <a:headEnd type="none" w="med" len="med"/>
                <a:tailEnd type="none" w="med" len="med"/>
              </a:ln>
            </p:spPr>
          </p:sp>
          <p:sp>
            <p:nvSpPr>
              <p:cNvPr id="56675" name="Line 14"/>
              <p:cNvSpPr/>
              <p:nvPr/>
            </p:nvSpPr>
            <p:spPr>
              <a:xfrm>
                <a:off x="912" y="3168"/>
                <a:ext cx="960" cy="0"/>
              </a:xfrm>
              <a:prstGeom prst="line">
                <a:avLst/>
              </a:prstGeom>
              <a:ln w="28575" cap="flat" cmpd="sng">
                <a:solidFill>
                  <a:schemeClr val="tx1"/>
                </a:solidFill>
                <a:prstDash val="solid"/>
                <a:headEnd type="none" w="med" len="med"/>
                <a:tailEnd type="none" w="med" len="med"/>
              </a:ln>
            </p:spPr>
          </p:sp>
          <p:sp>
            <p:nvSpPr>
              <p:cNvPr id="56676" name="Line 15"/>
              <p:cNvSpPr/>
              <p:nvPr/>
            </p:nvSpPr>
            <p:spPr>
              <a:xfrm>
                <a:off x="912" y="3408"/>
                <a:ext cx="960" cy="0"/>
              </a:xfrm>
              <a:prstGeom prst="line">
                <a:avLst/>
              </a:prstGeom>
              <a:ln w="28575" cap="flat" cmpd="sng">
                <a:solidFill>
                  <a:schemeClr val="tx1"/>
                </a:solidFill>
                <a:prstDash val="solid"/>
                <a:headEnd type="none" w="med" len="med"/>
                <a:tailEnd type="none" w="med" len="med"/>
              </a:ln>
            </p:spPr>
          </p:sp>
          <p:sp>
            <p:nvSpPr>
              <p:cNvPr id="56677" name="Line 16"/>
              <p:cNvSpPr/>
              <p:nvPr/>
            </p:nvSpPr>
            <p:spPr>
              <a:xfrm>
                <a:off x="912" y="3648"/>
                <a:ext cx="960" cy="0"/>
              </a:xfrm>
              <a:prstGeom prst="line">
                <a:avLst/>
              </a:prstGeom>
              <a:ln w="28575" cap="flat" cmpd="sng">
                <a:solidFill>
                  <a:schemeClr val="tx1"/>
                </a:solidFill>
                <a:prstDash val="solid"/>
                <a:headEnd type="none" w="med" len="med"/>
                <a:tailEnd type="none" w="med" len="med"/>
              </a:ln>
            </p:spPr>
          </p:sp>
          <p:sp>
            <p:nvSpPr>
              <p:cNvPr id="56678" name="Text Box 18"/>
              <p:cNvSpPr txBox="1"/>
              <p:nvPr/>
            </p:nvSpPr>
            <p:spPr>
              <a:xfrm>
                <a:off x="672" y="1008"/>
                <a:ext cx="212" cy="120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1</a:t>
                </a:r>
                <a:endParaRPr lang="en-US" altLang="zh-CN" sz="2400" dirty="0"/>
              </a:p>
              <a:p>
                <a:pPr marL="0" lvl="0" indent="0" eaLnBrk="1" hangingPunct="1">
                  <a:spcBef>
                    <a:spcPct val="0"/>
                  </a:spcBef>
                  <a:buNone/>
                </a:pPr>
                <a:r>
                  <a:rPr lang="en-US" altLang="zh-CN" sz="2400" dirty="0"/>
                  <a:t>2</a:t>
                </a:r>
                <a:endParaRPr lang="en-US" altLang="zh-CN" sz="2400" dirty="0"/>
              </a:p>
              <a:p>
                <a:pPr marL="0" lvl="0" indent="0" eaLnBrk="1" hangingPunct="1">
                  <a:spcBef>
                    <a:spcPct val="0"/>
                  </a:spcBef>
                  <a:buNone/>
                </a:pPr>
                <a:r>
                  <a:rPr lang="en-US" altLang="zh-CN" sz="2400" dirty="0"/>
                  <a:t>3</a:t>
                </a:r>
                <a:endParaRPr lang="en-US" altLang="zh-CN" sz="2400" dirty="0"/>
              </a:p>
              <a:p>
                <a:pPr marL="0" lvl="0" indent="0" eaLnBrk="1" hangingPunct="1">
                  <a:spcBef>
                    <a:spcPct val="0"/>
                  </a:spcBef>
                  <a:buNone/>
                </a:pPr>
                <a:r>
                  <a:rPr lang="en-US" altLang="zh-CN" sz="2400" dirty="0"/>
                  <a:t>4</a:t>
                </a:r>
                <a:endParaRPr lang="en-US" altLang="zh-CN" sz="2400" dirty="0"/>
              </a:p>
              <a:p>
                <a:pPr marL="0" lvl="0" indent="0" eaLnBrk="1" hangingPunct="1">
                  <a:spcBef>
                    <a:spcPct val="0"/>
                  </a:spcBef>
                  <a:buNone/>
                </a:pPr>
                <a:r>
                  <a:rPr lang="en-US" altLang="zh-CN" sz="2400" dirty="0"/>
                  <a:t>5</a:t>
                </a:r>
                <a:endParaRPr lang="en-US" altLang="zh-CN" sz="2800" dirty="0"/>
              </a:p>
            </p:txBody>
          </p:sp>
          <p:sp>
            <p:nvSpPr>
              <p:cNvPr id="56679" name="Text Box 19"/>
              <p:cNvSpPr txBox="1"/>
              <p:nvPr/>
            </p:nvSpPr>
            <p:spPr>
              <a:xfrm>
                <a:off x="672" y="2160"/>
                <a:ext cx="212" cy="9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6</a:t>
                </a:r>
                <a:endParaRPr lang="en-US" altLang="zh-CN" sz="2400" dirty="0"/>
              </a:p>
              <a:p>
                <a:pPr marL="0" lvl="0" indent="0" eaLnBrk="1" hangingPunct="1">
                  <a:spcBef>
                    <a:spcPct val="0"/>
                  </a:spcBef>
                  <a:buNone/>
                </a:pPr>
                <a:r>
                  <a:rPr lang="en-US" altLang="zh-CN" sz="2400" dirty="0"/>
                  <a:t>7</a:t>
                </a:r>
                <a:endParaRPr lang="en-US" altLang="zh-CN" sz="2400" dirty="0"/>
              </a:p>
              <a:p>
                <a:pPr marL="0" lvl="0" indent="0" eaLnBrk="1" hangingPunct="1">
                  <a:spcBef>
                    <a:spcPct val="0"/>
                  </a:spcBef>
                  <a:buNone/>
                </a:pPr>
                <a:r>
                  <a:rPr lang="en-US" altLang="zh-CN" sz="2400" dirty="0"/>
                  <a:t>8</a:t>
                </a:r>
                <a:endParaRPr lang="en-US" altLang="zh-CN" sz="2400" dirty="0"/>
              </a:p>
              <a:p>
                <a:pPr marL="0" lvl="0" indent="0" eaLnBrk="1" hangingPunct="1">
                  <a:spcBef>
                    <a:spcPct val="0"/>
                  </a:spcBef>
                  <a:buNone/>
                </a:pPr>
                <a:r>
                  <a:rPr lang="en-US" altLang="zh-CN" sz="2400" dirty="0"/>
                  <a:t>9</a:t>
                </a:r>
                <a:endParaRPr lang="en-US" altLang="zh-CN" sz="2800" dirty="0"/>
              </a:p>
            </p:txBody>
          </p:sp>
          <p:sp>
            <p:nvSpPr>
              <p:cNvPr id="56680" name="Text Box 20"/>
              <p:cNvSpPr txBox="1"/>
              <p:nvPr/>
            </p:nvSpPr>
            <p:spPr>
              <a:xfrm>
                <a:off x="624" y="3120"/>
                <a:ext cx="308" cy="7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10</a:t>
                </a:r>
                <a:endParaRPr lang="en-US" altLang="zh-CN" sz="2400" dirty="0"/>
              </a:p>
              <a:p>
                <a:pPr marL="0" lvl="0" indent="0" eaLnBrk="1" hangingPunct="1">
                  <a:spcBef>
                    <a:spcPct val="0"/>
                  </a:spcBef>
                  <a:buNone/>
                </a:pPr>
                <a:r>
                  <a:rPr lang="en-US" altLang="zh-CN" sz="2400" dirty="0"/>
                  <a:t>11</a:t>
                </a:r>
                <a:endParaRPr lang="en-US" altLang="zh-CN" sz="2400" dirty="0"/>
              </a:p>
              <a:p>
                <a:pPr marL="0" lvl="0" indent="0" eaLnBrk="1" hangingPunct="1">
                  <a:spcBef>
                    <a:spcPct val="0"/>
                  </a:spcBef>
                  <a:buNone/>
                </a:pPr>
                <a:r>
                  <a:rPr lang="en-US" altLang="zh-CN" sz="2400" dirty="0"/>
                  <a:t>12</a:t>
                </a:r>
                <a:endParaRPr lang="en-US" altLang="zh-CN" sz="2800" dirty="0"/>
              </a:p>
            </p:txBody>
          </p:sp>
        </p:grpSp>
        <p:sp>
          <p:nvSpPr>
            <p:cNvPr id="56663" name="Text Box 22"/>
            <p:cNvSpPr txBox="1"/>
            <p:nvPr/>
          </p:nvSpPr>
          <p:spPr>
            <a:xfrm>
              <a:off x="960" y="720"/>
              <a:ext cx="90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solidFill>
                    <a:schemeClr val="tx2"/>
                  </a:solidFill>
                </a:rPr>
                <a:t>data   next</a:t>
              </a:r>
              <a:endParaRPr lang="en-US" altLang="zh-CN" sz="2800" dirty="0"/>
            </a:p>
          </p:txBody>
        </p:sp>
      </p:grpSp>
      <p:grpSp>
        <p:nvGrpSpPr>
          <p:cNvPr id="346137" name="Group 25"/>
          <p:cNvGrpSpPr/>
          <p:nvPr/>
        </p:nvGrpSpPr>
        <p:grpSpPr>
          <a:xfrm>
            <a:off x="3581400" y="1447800"/>
            <a:ext cx="1981200" cy="5029200"/>
            <a:chOff x="624" y="720"/>
            <a:chExt cx="1248" cy="3168"/>
          </a:xfrm>
        </p:grpSpPr>
        <p:grpSp>
          <p:nvGrpSpPr>
            <p:cNvPr id="56643" name="Group 26"/>
            <p:cNvGrpSpPr/>
            <p:nvPr/>
          </p:nvGrpSpPr>
          <p:grpSpPr>
            <a:xfrm>
              <a:off x="624" y="1008"/>
              <a:ext cx="1248" cy="2880"/>
              <a:chOff x="624" y="1008"/>
              <a:chExt cx="1248" cy="2880"/>
            </a:xfrm>
          </p:grpSpPr>
          <p:sp>
            <p:nvSpPr>
              <p:cNvPr id="56645" name="Rectangle 27"/>
              <p:cNvSpPr/>
              <p:nvPr/>
            </p:nvSpPr>
            <p:spPr>
              <a:xfrm>
                <a:off x="912" y="1008"/>
                <a:ext cx="960" cy="2880"/>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6646" name="Line 28"/>
              <p:cNvSpPr/>
              <p:nvPr/>
            </p:nvSpPr>
            <p:spPr>
              <a:xfrm>
                <a:off x="1392" y="1008"/>
                <a:ext cx="0" cy="2880"/>
              </a:xfrm>
              <a:prstGeom prst="line">
                <a:avLst/>
              </a:prstGeom>
              <a:ln w="28575" cap="flat" cmpd="sng">
                <a:solidFill>
                  <a:schemeClr val="tx1"/>
                </a:solidFill>
                <a:prstDash val="solid"/>
                <a:headEnd type="none" w="med" len="med"/>
                <a:tailEnd type="none" w="med" len="med"/>
              </a:ln>
            </p:spPr>
          </p:sp>
          <p:sp>
            <p:nvSpPr>
              <p:cNvPr id="56647" name="Line 29"/>
              <p:cNvSpPr/>
              <p:nvPr/>
            </p:nvSpPr>
            <p:spPr>
              <a:xfrm>
                <a:off x="912" y="2448"/>
                <a:ext cx="960" cy="0"/>
              </a:xfrm>
              <a:prstGeom prst="line">
                <a:avLst/>
              </a:prstGeom>
              <a:ln w="28575" cap="flat" cmpd="sng">
                <a:solidFill>
                  <a:schemeClr val="tx1"/>
                </a:solidFill>
                <a:prstDash val="solid"/>
                <a:headEnd type="none" w="med" len="med"/>
                <a:tailEnd type="none" w="med" len="med"/>
              </a:ln>
            </p:spPr>
          </p:sp>
          <p:sp>
            <p:nvSpPr>
              <p:cNvPr id="56648" name="Line 30"/>
              <p:cNvSpPr/>
              <p:nvPr/>
            </p:nvSpPr>
            <p:spPr>
              <a:xfrm>
                <a:off x="912" y="1728"/>
                <a:ext cx="960" cy="0"/>
              </a:xfrm>
              <a:prstGeom prst="line">
                <a:avLst/>
              </a:prstGeom>
              <a:ln w="28575" cap="flat" cmpd="sng">
                <a:solidFill>
                  <a:schemeClr val="tx1"/>
                </a:solidFill>
                <a:prstDash val="solid"/>
                <a:headEnd type="none" w="med" len="med"/>
                <a:tailEnd type="none" w="med" len="med"/>
              </a:ln>
            </p:spPr>
          </p:sp>
          <p:sp>
            <p:nvSpPr>
              <p:cNvPr id="56649" name="Line 31"/>
              <p:cNvSpPr/>
              <p:nvPr/>
            </p:nvSpPr>
            <p:spPr>
              <a:xfrm>
                <a:off x="912" y="1296"/>
                <a:ext cx="0" cy="0"/>
              </a:xfrm>
              <a:prstGeom prst="line">
                <a:avLst/>
              </a:prstGeom>
              <a:ln w="9525" cap="flat" cmpd="sng">
                <a:solidFill>
                  <a:schemeClr val="tx1"/>
                </a:solidFill>
                <a:prstDash val="solid"/>
                <a:headEnd type="none" w="med" len="med"/>
                <a:tailEnd type="none" w="med" len="med"/>
              </a:ln>
            </p:spPr>
          </p:sp>
          <p:sp>
            <p:nvSpPr>
              <p:cNvPr id="56650" name="Line 32"/>
              <p:cNvSpPr/>
              <p:nvPr/>
            </p:nvSpPr>
            <p:spPr>
              <a:xfrm>
                <a:off x="912" y="1248"/>
                <a:ext cx="960" cy="0"/>
              </a:xfrm>
              <a:prstGeom prst="line">
                <a:avLst/>
              </a:prstGeom>
              <a:ln w="28575" cap="flat" cmpd="sng">
                <a:solidFill>
                  <a:schemeClr val="tx1"/>
                </a:solidFill>
                <a:prstDash val="solid"/>
                <a:headEnd type="none" w="med" len="med"/>
                <a:tailEnd type="none" w="med" len="med"/>
              </a:ln>
            </p:spPr>
          </p:sp>
          <p:sp>
            <p:nvSpPr>
              <p:cNvPr id="56651" name="Line 33"/>
              <p:cNvSpPr/>
              <p:nvPr/>
            </p:nvSpPr>
            <p:spPr>
              <a:xfrm>
                <a:off x="912" y="1488"/>
                <a:ext cx="960" cy="0"/>
              </a:xfrm>
              <a:prstGeom prst="line">
                <a:avLst/>
              </a:prstGeom>
              <a:ln w="28575" cap="flat" cmpd="sng">
                <a:solidFill>
                  <a:schemeClr val="tx1"/>
                </a:solidFill>
                <a:prstDash val="solid"/>
                <a:headEnd type="none" w="med" len="med"/>
                <a:tailEnd type="none" w="med" len="med"/>
              </a:ln>
            </p:spPr>
          </p:sp>
          <p:sp>
            <p:nvSpPr>
              <p:cNvPr id="56652" name="Line 34"/>
              <p:cNvSpPr/>
              <p:nvPr/>
            </p:nvSpPr>
            <p:spPr>
              <a:xfrm>
                <a:off x="912" y="1968"/>
                <a:ext cx="960" cy="0"/>
              </a:xfrm>
              <a:prstGeom prst="line">
                <a:avLst/>
              </a:prstGeom>
              <a:ln w="28575" cap="flat" cmpd="sng">
                <a:solidFill>
                  <a:schemeClr val="tx1"/>
                </a:solidFill>
                <a:prstDash val="solid"/>
                <a:headEnd type="none" w="med" len="med"/>
                <a:tailEnd type="none" w="med" len="med"/>
              </a:ln>
            </p:spPr>
          </p:sp>
          <p:sp>
            <p:nvSpPr>
              <p:cNvPr id="56653" name="Line 35"/>
              <p:cNvSpPr/>
              <p:nvPr/>
            </p:nvSpPr>
            <p:spPr>
              <a:xfrm>
                <a:off x="912" y="2208"/>
                <a:ext cx="960" cy="0"/>
              </a:xfrm>
              <a:prstGeom prst="line">
                <a:avLst/>
              </a:prstGeom>
              <a:ln w="28575" cap="flat" cmpd="sng">
                <a:solidFill>
                  <a:schemeClr val="tx1"/>
                </a:solidFill>
                <a:prstDash val="solid"/>
                <a:headEnd type="none" w="med" len="med"/>
                <a:tailEnd type="none" w="med" len="med"/>
              </a:ln>
            </p:spPr>
          </p:sp>
          <p:sp>
            <p:nvSpPr>
              <p:cNvPr id="56654" name="Line 36"/>
              <p:cNvSpPr/>
              <p:nvPr/>
            </p:nvSpPr>
            <p:spPr>
              <a:xfrm>
                <a:off x="912" y="2688"/>
                <a:ext cx="960" cy="0"/>
              </a:xfrm>
              <a:prstGeom prst="line">
                <a:avLst/>
              </a:prstGeom>
              <a:ln w="28575" cap="flat" cmpd="sng">
                <a:solidFill>
                  <a:schemeClr val="tx1"/>
                </a:solidFill>
                <a:prstDash val="solid"/>
                <a:headEnd type="none" w="med" len="med"/>
                <a:tailEnd type="none" w="med" len="med"/>
              </a:ln>
            </p:spPr>
          </p:sp>
          <p:sp>
            <p:nvSpPr>
              <p:cNvPr id="56655" name="Line 37"/>
              <p:cNvSpPr/>
              <p:nvPr/>
            </p:nvSpPr>
            <p:spPr>
              <a:xfrm>
                <a:off x="912" y="2928"/>
                <a:ext cx="960" cy="0"/>
              </a:xfrm>
              <a:prstGeom prst="line">
                <a:avLst/>
              </a:prstGeom>
              <a:ln w="28575" cap="flat" cmpd="sng">
                <a:solidFill>
                  <a:schemeClr val="tx1"/>
                </a:solidFill>
                <a:prstDash val="solid"/>
                <a:headEnd type="none" w="med" len="med"/>
                <a:tailEnd type="none" w="med" len="med"/>
              </a:ln>
            </p:spPr>
          </p:sp>
          <p:sp>
            <p:nvSpPr>
              <p:cNvPr id="56656" name="Line 38"/>
              <p:cNvSpPr/>
              <p:nvPr/>
            </p:nvSpPr>
            <p:spPr>
              <a:xfrm>
                <a:off x="912" y="3168"/>
                <a:ext cx="960" cy="0"/>
              </a:xfrm>
              <a:prstGeom prst="line">
                <a:avLst/>
              </a:prstGeom>
              <a:ln w="28575" cap="flat" cmpd="sng">
                <a:solidFill>
                  <a:schemeClr val="tx1"/>
                </a:solidFill>
                <a:prstDash val="solid"/>
                <a:headEnd type="none" w="med" len="med"/>
                <a:tailEnd type="none" w="med" len="med"/>
              </a:ln>
            </p:spPr>
          </p:sp>
          <p:sp>
            <p:nvSpPr>
              <p:cNvPr id="56657" name="Line 39"/>
              <p:cNvSpPr/>
              <p:nvPr/>
            </p:nvSpPr>
            <p:spPr>
              <a:xfrm>
                <a:off x="912" y="3408"/>
                <a:ext cx="960" cy="0"/>
              </a:xfrm>
              <a:prstGeom prst="line">
                <a:avLst/>
              </a:prstGeom>
              <a:ln w="28575" cap="flat" cmpd="sng">
                <a:solidFill>
                  <a:schemeClr val="tx1"/>
                </a:solidFill>
                <a:prstDash val="solid"/>
                <a:headEnd type="none" w="med" len="med"/>
                <a:tailEnd type="none" w="med" len="med"/>
              </a:ln>
            </p:spPr>
          </p:sp>
          <p:sp>
            <p:nvSpPr>
              <p:cNvPr id="56658" name="Line 40"/>
              <p:cNvSpPr/>
              <p:nvPr/>
            </p:nvSpPr>
            <p:spPr>
              <a:xfrm>
                <a:off x="912" y="3648"/>
                <a:ext cx="960" cy="0"/>
              </a:xfrm>
              <a:prstGeom prst="line">
                <a:avLst/>
              </a:prstGeom>
              <a:ln w="28575" cap="flat" cmpd="sng">
                <a:solidFill>
                  <a:schemeClr val="tx1"/>
                </a:solidFill>
                <a:prstDash val="solid"/>
                <a:headEnd type="none" w="med" len="med"/>
                <a:tailEnd type="none" w="med" len="med"/>
              </a:ln>
            </p:spPr>
          </p:sp>
          <p:sp>
            <p:nvSpPr>
              <p:cNvPr id="56659" name="Text Box 41"/>
              <p:cNvSpPr txBox="1"/>
              <p:nvPr/>
            </p:nvSpPr>
            <p:spPr>
              <a:xfrm>
                <a:off x="672" y="1008"/>
                <a:ext cx="212" cy="120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1</a:t>
                </a:r>
                <a:endParaRPr lang="en-US" altLang="zh-CN" sz="2400" dirty="0"/>
              </a:p>
              <a:p>
                <a:pPr marL="0" lvl="0" indent="0" eaLnBrk="1" hangingPunct="1">
                  <a:spcBef>
                    <a:spcPct val="0"/>
                  </a:spcBef>
                  <a:buNone/>
                </a:pPr>
                <a:r>
                  <a:rPr lang="en-US" altLang="zh-CN" sz="2400" dirty="0"/>
                  <a:t>2</a:t>
                </a:r>
                <a:endParaRPr lang="en-US" altLang="zh-CN" sz="2400" dirty="0"/>
              </a:p>
              <a:p>
                <a:pPr marL="0" lvl="0" indent="0" eaLnBrk="1" hangingPunct="1">
                  <a:spcBef>
                    <a:spcPct val="0"/>
                  </a:spcBef>
                  <a:buNone/>
                </a:pPr>
                <a:r>
                  <a:rPr lang="en-US" altLang="zh-CN" sz="2400" dirty="0"/>
                  <a:t>3</a:t>
                </a:r>
                <a:endParaRPr lang="en-US" altLang="zh-CN" sz="2400" dirty="0"/>
              </a:p>
              <a:p>
                <a:pPr marL="0" lvl="0" indent="0" eaLnBrk="1" hangingPunct="1">
                  <a:spcBef>
                    <a:spcPct val="0"/>
                  </a:spcBef>
                  <a:buNone/>
                </a:pPr>
                <a:r>
                  <a:rPr lang="en-US" altLang="zh-CN" sz="2400" dirty="0"/>
                  <a:t>4</a:t>
                </a:r>
                <a:endParaRPr lang="en-US" altLang="zh-CN" sz="2400" dirty="0"/>
              </a:p>
              <a:p>
                <a:pPr marL="0" lvl="0" indent="0" eaLnBrk="1" hangingPunct="1">
                  <a:spcBef>
                    <a:spcPct val="0"/>
                  </a:spcBef>
                  <a:buNone/>
                </a:pPr>
                <a:r>
                  <a:rPr lang="en-US" altLang="zh-CN" sz="2400" dirty="0"/>
                  <a:t>5</a:t>
                </a:r>
                <a:endParaRPr lang="en-US" altLang="zh-CN" sz="2800" dirty="0"/>
              </a:p>
            </p:txBody>
          </p:sp>
          <p:sp>
            <p:nvSpPr>
              <p:cNvPr id="56660" name="Text Box 42"/>
              <p:cNvSpPr txBox="1"/>
              <p:nvPr/>
            </p:nvSpPr>
            <p:spPr>
              <a:xfrm>
                <a:off x="672" y="2160"/>
                <a:ext cx="212" cy="9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6</a:t>
                </a:r>
                <a:endParaRPr lang="en-US" altLang="zh-CN" sz="2400" dirty="0"/>
              </a:p>
              <a:p>
                <a:pPr marL="0" lvl="0" indent="0" eaLnBrk="1" hangingPunct="1">
                  <a:spcBef>
                    <a:spcPct val="0"/>
                  </a:spcBef>
                  <a:buNone/>
                </a:pPr>
                <a:r>
                  <a:rPr lang="en-US" altLang="zh-CN" sz="2400" dirty="0"/>
                  <a:t>7</a:t>
                </a:r>
                <a:endParaRPr lang="en-US" altLang="zh-CN" sz="2400" dirty="0"/>
              </a:p>
              <a:p>
                <a:pPr marL="0" lvl="0" indent="0" eaLnBrk="1" hangingPunct="1">
                  <a:spcBef>
                    <a:spcPct val="0"/>
                  </a:spcBef>
                  <a:buNone/>
                </a:pPr>
                <a:r>
                  <a:rPr lang="en-US" altLang="zh-CN" sz="2400" dirty="0"/>
                  <a:t>8</a:t>
                </a:r>
                <a:endParaRPr lang="en-US" altLang="zh-CN" sz="2400" dirty="0"/>
              </a:p>
              <a:p>
                <a:pPr marL="0" lvl="0" indent="0" eaLnBrk="1" hangingPunct="1">
                  <a:spcBef>
                    <a:spcPct val="0"/>
                  </a:spcBef>
                  <a:buNone/>
                </a:pPr>
                <a:r>
                  <a:rPr lang="en-US" altLang="zh-CN" sz="2400" dirty="0"/>
                  <a:t>9</a:t>
                </a:r>
                <a:endParaRPr lang="en-US" altLang="zh-CN" sz="2800" dirty="0"/>
              </a:p>
            </p:txBody>
          </p:sp>
          <p:sp>
            <p:nvSpPr>
              <p:cNvPr id="56661" name="Text Box 43"/>
              <p:cNvSpPr txBox="1"/>
              <p:nvPr/>
            </p:nvSpPr>
            <p:spPr>
              <a:xfrm>
                <a:off x="624" y="3120"/>
                <a:ext cx="308" cy="7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10</a:t>
                </a:r>
                <a:endParaRPr lang="en-US" altLang="zh-CN" sz="2400" dirty="0"/>
              </a:p>
              <a:p>
                <a:pPr marL="0" lvl="0" indent="0" eaLnBrk="1" hangingPunct="1">
                  <a:spcBef>
                    <a:spcPct val="0"/>
                  </a:spcBef>
                  <a:buNone/>
                </a:pPr>
                <a:r>
                  <a:rPr lang="en-US" altLang="zh-CN" sz="2400" dirty="0"/>
                  <a:t>11</a:t>
                </a:r>
                <a:endParaRPr lang="en-US" altLang="zh-CN" sz="2400" dirty="0"/>
              </a:p>
              <a:p>
                <a:pPr marL="0" lvl="0" indent="0" eaLnBrk="1" hangingPunct="1">
                  <a:spcBef>
                    <a:spcPct val="0"/>
                  </a:spcBef>
                  <a:buNone/>
                </a:pPr>
                <a:r>
                  <a:rPr lang="en-US" altLang="zh-CN" sz="2400" dirty="0"/>
                  <a:t>12</a:t>
                </a:r>
                <a:endParaRPr lang="en-US" altLang="zh-CN" sz="2800" dirty="0"/>
              </a:p>
            </p:txBody>
          </p:sp>
        </p:grpSp>
        <p:sp>
          <p:nvSpPr>
            <p:cNvPr id="56644" name="Text Box 44"/>
            <p:cNvSpPr txBox="1"/>
            <p:nvPr/>
          </p:nvSpPr>
          <p:spPr>
            <a:xfrm>
              <a:off x="960" y="720"/>
              <a:ext cx="90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solidFill>
                    <a:schemeClr val="tx2"/>
                  </a:solidFill>
                </a:rPr>
                <a:t>data   next</a:t>
              </a:r>
              <a:endParaRPr lang="en-US" altLang="zh-CN" sz="2800" dirty="0"/>
            </a:p>
          </p:txBody>
        </p:sp>
      </p:grpSp>
      <p:grpSp>
        <p:nvGrpSpPr>
          <p:cNvPr id="346157" name="Group 45"/>
          <p:cNvGrpSpPr/>
          <p:nvPr/>
        </p:nvGrpSpPr>
        <p:grpSpPr>
          <a:xfrm>
            <a:off x="6400800" y="1371600"/>
            <a:ext cx="1981200" cy="5029200"/>
            <a:chOff x="624" y="720"/>
            <a:chExt cx="1248" cy="3168"/>
          </a:xfrm>
        </p:grpSpPr>
        <p:grpSp>
          <p:nvGrpSpPr>
            <p:cNvPr id="56624" name="Group 46"/>
            <p:cNvGrpSpPr/>
            <p:nvPr/>
          </p:nvGrpSpPr>
          <p:grpSpPr>
            <a:xfrm>
              <a:off x="624" y="1008"/>
              <a:ext cx="1248" cy="2880"/>
              <a:chOff x="624" y="1008"/>
              <a:chExt cx="1248" cy="2880"/>
            </a:xfrm>
          </p:grpSpPr>
          <p:sp>
            <p:nvSpPr>
              <p:cNvPr id="56626" name="Rectangle 47"/>
              <p:cNvSpPr/>
              <p:nvPr/>
            </p:nvSpPr>
            <p:spPr>
              <a:xfrm>
                <a:off x="912" y="1008"/>
                <a:ext cx="960" cy="2880"/>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56627" name="Line 48"/>
              <p:cNvSpPr/>
              <p:nvPr/>
            </p:nvSpPr>
            <p:spPr>
              <a:xfrm>
                <a:off x="1392" y="1008"/>
                <a:ext cx="0" cy="2880"/>
              </a:xfrm>
              <a:prstGeom prst="line">
                <a:avLst/>
              </a:prstGeom>
              <a:ln w="28575" cap="flat" cmpd="sng">
                <a:solidFill>
                  <a:schemeClr val="tx1"/>
                </a:solidFill>
                <a:prstDash val="solid"/>
                <a:headEnd type="none" w="med" len="med"/>
                <a:tailEnd type="none" w="med" len="med"/>
              </a:ln>
            </p:spPr>
          </p:sp>
          <p:sp>
            <p:nvSpPr>
              <p:cNvPr id="56628" name="Line 49"/>
              <p:cNvSpPr/>
              <p:nvPr/>
            </p:nvSpPr>
            <p:spPr>
              <a:xfrm>
                <a:off x="912" y="2448"/>
                <a:ext cx="960" cy="0"/>
              </a:xfrm>
              <a:prstGeom prst="line">
                <a:avLst/>
              </a:prstGeom>
              <a:ln w="28575" cap="flat" cmpd="sng">
                <a:solidFill>
                  <a:schemeClr val="tx1"/>
                </a:solidFill>
                <a:prstDash val="solid"/>
                <a:headEnd type="none" w="med" len="med"/>
                <a:tailEnd type="none" w="med" len="med"/>
              </a:ln>
            </p:spPr>
          </p:sp>
          <p:sp>
            <p:nvSpPr>
              <p:cNvPr id="56629" name="Line 50"/>
              <p:cNvSpPr/>
              <p:nvPr/>
            </p:nvSpPr>
            <p:spPr>
              <a:xfrm>
                <a:off x="912" y="1728"/>
                <a:ext cx="960" cy="0"/>
              </a:xfrm>
              <a:prstGeom prst="line">
                <a:avLst/>
              </a:prstGeom>
              <a:ln w="28575" cap="flat" cmpd="sng">
                <a:solidFill>
                  <a:schemeClr val="tx1"/>
                </a:solidFill>
                <a:prstDash val="solid"/>
                <a:headEnd type="none" w="med" len="med"/>
                <a:tailEnd type="none" w="med" len="med"/>
              </a:ln>
            </p:spPr>
          </p:sp>
          <p:sp>
            <p:nvSpPr>
              <p:cNvPr id="56630" name="Line 51"/>
              <p:cNvSpPr/>
              <p:nvPr/>
            </p:nvSpPr>
            <p:spPr>
              <a:xfrm>
                <a:off x="912" y="1296"/>
                <a:ext cx="0" cy="0"/>
              </a:xfrm>
              <a:prstGeom prst="line">
                <a:avLst/>
              </a:prstGeom>
              <a:ln w="9525" cap="flat" cmpd="sng">
                <a:solidFill>
                  <a:schemeClr val="tx1"/>
                </a:solidFill>
                <a:prstDash val="solid"/>
                <a:headEnd type="none" w="med" len="med"/>
                <a:tailEnd type="none" w="med" len="med"/>
              </a:ln>
            </p:spPr>
          </p:sp>
          <p:sp>
            <p:nvSpPr>
              <p:cNvPr id="56631" name="Line 52"/>
              <p:cNvSpPr/>
              <p:nvPr/>
            </p:nvSpPr>
            <p:spPr>
              <a:xfrm>
                <a:off x="912" y="1248"/>
                <a:ext cx="960" cy="0"/>
              </a:xfrm>
              <a:prstGeom prst="line">
                <a:avLst/>
              </a:prstGeom>
              <a:ln w="28575" cap="flat" cmpd="sng">
                <a:solidFill>
                  <a:schemeClr val="tx1"/>
                </a:solidFill>
                <a:prstDash val="solid"/>
                <a:headEnd type="none" w="med" len="med"/>
                <a:tailEnd type="none" w="med" len="med"/>
              </a:ln>
            </p:spPr>
          </p:sp>
          <p:sp>
            <p:nvSpPr>
              <p:cNvPr id="56632" name="Line 53"/>
              <p:cNvSpPr/>
              <p:nvPr/>
            </p:nvSpPr>
            <p:spPr>
              <a:xfrm>
                <a:off x="912" y="1488"/>
                <a:ext cx="960" cy="0"/>
              </a:xfrm>
              <a:prstGeom prst="line">
                <a:avLst/>
              </a:prstGeom>
              <a:ln w="28575" cap="flat" cmpd="sng">
                <a:solidFill>
                  <a:schemeClr val="tx1"/>
                </a:solidFill>
                <a:prstDash val="solid"/>
                <a:headEnd type="none" w="med" len="med"/>
                <a:tailEnd type="none" w="med" len="med"/>
              </a:ln>
            </p:spPr>
          </p:sp>
          <p:sp>
            <p:nvSpPr>
              <p:cNvPr id="56633" name="Line 54"/>
              <p:cNvSpPr/>
              <p:nvPr/>
            </p:nvSpPr>
            <p:spPr>
              <a:xfrm>
                <a:off x="912" y="1968"/>
                <a:ext cx="960" cy="0"/>
              </a:xfrm>
              <a:prstGeom prst="line">
                <a:avLst/>
              </a:prstGeom>
              <a:ln w="28575" cap="flat" cmpd="sng">
                <a:solidFill>
                  <a:schemeClr val="tx1"/>
                </a:solidFill>
                <a:prstDash val="solid"/>
                <a:headEnd type="none" w="med" len="med"/>
                <a:tailEnd type="none" w="med" len="med"/>
              </a:ln>
            </p:spPr>
          </p:sp>
          <p:sp>
            <p:nvSpPr>
              <p:cNvPr id="56634" name="Line 55"/>
              <p:cNvSpPr/>
              <p:nvPr/>
            </p:nvSpPr>
            <p:spPr>
              <a:xfrm>
                <a:off x="912" y="2208"/>
                <a:ext cx="960" cy="0"/>
              </a:xfrm>
              <a:prstGeom prst="line">
                <a:avLst/>
              </a:prstGeom>
              <a:ln w="28575" cap="flat" cmpd="sng">
                <a:solidFill>
                  <a:schemeClr val="tx1"/>
                </a:solidFill>
                <a:prstDash val="solid"/>
                <a:headEnd type="none" w="med" len="med"/>
                <a:tailEnd type="none" w="med" len="med"/>
              </a:ln>
            </p:spPr>
          </p:sp>
          <p:sp>
            <p:nvSpPr>
              <p:cNvPr id="56635" name="Line 56"/>
              <p:cNvSpPr/>
              <p:nvPr/>
            </p:nvSpPr>
            <p:spPr>
              <a:xfrm>
                <a:off x="912" y="2688"/>
                <a:ext cx="960" cy="0"/>
              </a:xfrm>
              <a:prstGeom prst="line">
                <a:avLst/>
              </a:prstGeom>
              <a:ln w="28575" cap="flat" cmpd="sng">
                <a:solidFill>
                  <a:schemeClr val="tx1"/>
                </a:solidFill>
                <a:prstDash val="solid"/>
                <a:headEnd type="none" w="med" len="med"/>
                <a:tailEnd type="none" w="med" len="med"/>
              </a:ln>
            </p:spPr>
          </p:sp>
          <p:sp>
            <p:nvSpPr>
              <p:cNvPr id="56636" name="Line 57"/>
              <p:cNvSpPr/>
              <p:nvPr/>
            </p:nvSpPr>
            <p:spPr>
              <a:xfrm>
                <a:off x="912" y="2928"/>
                <a:ext cx="960" cy="0"/>
              </a:xfrm>
              <a:prstGeom prst="line">
                <a:avLst/>
              </a:prstGeom>
              <a:ln w="28575" cap="flat" cmpd="sng">
                <a:solidFill>
                  <a:schemeClr val="tx1"/>
                </a:solidFill>
                <a:prstDash val="solid"/>
                <a:headEnd type="none" w="med" len="med"/>
                <a:tailEnd type="none" w="med" len="med"/>
              </a:ln>
            </p:spPr>
          </p:sp>
          <p:sp>
            <p:nvSpPr>
              <p:cNvPr id="56637" name="Line 58"/>
              <p:cNvSpPr/>
              <p:nvPr/>
            </p:nvSpPr>
            <p:spPr>
              <a:xfrm>
                <a:off x="912" y="3168"/>
                <a:ext cx="960" cy="0"/>
              </a:xfrm>
              <a:prstGeom prst="line">
                <a:avLst/>
              </a:prstGeom>
              <a:ln w="28575" cap="flat" cmpd="sng">
                <a:solidFill>
                  <a:schemeClr val="tx1"/>
                </a:solidFill>
                <a:prstDash val="solid"/>
                <a:headEnd type="none" w="med" len="med"/>
                <a:tailEnd type="none" w="med" len="med"/>
              </a:ln>
            </p:spPr>
          </p:sp>
          <p:sp>
            <p:nvSpPr>
              <p:cNvPr id="56638" name="Line 59"/>
              <p:cNvSpPr/>
              <p:nvPr/>
            </p:nvSpPr>
            <p:spPr>
              <a:xfrm>
                <a:off x="912" y="3408"/>
                <a:ext cx="960" cy="0"/>
              </a:xfrm>
              <a:prstGeom prst="line">
                <a:avLst/>
              </a:prstGeom>
              <a:ln w="28575" cap="flat" cmpd="sng">
                <a:solidFill>
                  <a:schemeClr val="tx1"/>
                </a:solidFill>
                <a:prstDash val="solid"/>
                <a:headEnd type="none" w="med" len="med"/>
                <a:tailEnd type="none" w="med" len="med"/>
              </a:ln>
            </p:spPr>
          </p:sp>
          <p:sp>
            <p:nvSpPr>
              <p:cNvPr id="56639" name="Line 60"/>
              <p:cNvSpPr/>
              <p:nvPr/>
            </p:nvSpPr>
            <p:spPr>
              <a:xfrm>
                <a:off x="912" y="3648"/>
                <a:ext cx="960" cy="0"/>
              </a:xfrm>
              <a:prstGeom prst="line">
                <a:avLst/>
              </a:prstGeom>
              <a:ln w="28575" cap="flat" cmpd="sng">
                <a:solidFill>
                  <a:schemeClr val="tx1"/>
                </a:solidFill>
                <a:prstDash val="solid"/>
                <a:headEnd type="none" w="med" len="med"/>
                <a:tailEnd type="none" w="med" len="med"/>
              </a:ln>
            </p:spPr>
          </p:sp>
          <p:sp>
            <p:nvSpPr>
              <p:cNvPr id="56640" name="Text Box 61"/>
              <p:cNvSpPr txBox="1"/>
              <p:nvPr/>
            </p:nvSpPr>
            <p:spPr>
              <a:xfrm>
                <a:off x="672" y="1008"/>
                <a:ext cx="212" cy="120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1</a:t>
                </a:r>
                <a:endParaRPr lang="en-US" altLang="zh-CN" sz="2400" dirty="0"/>
              </a:p>
              <a:p>
                <a:pPr marL="0" lvl="0" indent="0" eaLnBrk="1" hangingPunct="1">
                  <a:spcBef>
                    <a:spcPct val="0"/>
                  </a:spcBef>
                  <a:buNone/>
                </a:pPr>
                <a:r>
                  <a:rPr lang="en-US" altLang="zh-CN" sz="2400" dirty="0"/>
                  <a:t>2</a:t>
                </a:r>
                <a:endParaRPr lang="en-US" altLang="zh-CN" sz="2400" dirty="0"/>
              </a:p>
              <a:p>
                <a:pPr marL="0" lvl="0" indent="0" eaLnBrk="1" hangingPunct="1">
                  <a:spcBef>
                    <a:spcPct val="0"/>
                  </a:spcBef>
                  <a:buNone/>
                </a:pPr>
                <a:r>
                  <a:rPr lang="en-US" altLang="zh-CN" sz="2400" dirty="0"/>
                  <a:t>3</a:t>
                </a:r>
                <a:endParaRPr lang="en-US" altLang="zh-CN" sz="2400" dirty="0"/>
              </a:p>
              <a:p>
                <a:pPr marL="0" lvl="0" indent="0" eaLnBrk="1" hangingPunct="1">
                  <a:spcBef>
                    <a:spcPct val="0"/>
                  </a:spcBef>
                  <a:buNone/>
                </a:pPr>
                <a:r>
                  <a:rPr lang="en-US" altLang="zh-CN" sz="2400" dirty="0"/>
                  <a:t>4</a:t>
                </a:r>
                <a:endParaRPr lang="en-US" altLang="zh-CN" sz="2400" dirty="0"/>
              </a:p>
              <a:p>
                <a:pPr marL="0" lvl="0" indent="0" eaLnBrk="1" hangingPunct="1">
                  <a:spcBef>
                    <a:spcPct val="0"/>
                  </a:spcBef>
                  <a:buNone/>
                </a:pPr>
                <a:r>
                  <a:rPr lang="en-US" altLang="zh-CN" sz="2400" dirty="0"/>
                  <a:t>5</a:t>
                </a:r>
                <a:endParaRPr lang="en-US" altLang="zh-CN" sz="2800" dirty="0"/>
              </a:p>
            </p:txBody>
          </p:sp>
          <p:sp>
            <p:nvSpPr>
              <p:cNvPr id="56641" name="Text Box 62"/>
              <p:cNvSpPr txBox="1"/>
              <p:nvPr/>
            </p:nvSpPr>
            <p:spPr>
              <a:xfrm>
                <a:off x="672" y="2160"/>
                <a:ext cx="212" cy="9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6</a:t>
                </a:r>
                <a:endParaRPr lang="en-US" altLang="zh-CN" sz="2400" dirty="0"/>
              </a:p>
              <a:p>
                <a:pPr marL="0" lvl="0" indent="0" eaLnBrk="1" hangingPunct="1">
                  <a:spcBef>
                    <a:spcPct val="0"/>
                  </a:spcBef>
                  <a:buNone/>
                </a:pPr>
                <a:r>
                  <a:rPr lang="en-US" altLang="zh-CN" sz="2400" dirty="0"/>
                  <a:t>7</a:t>
                </a:r>
                <a:endParaRPr lang="en-US" altLang="zh-CN" sz="2400" dirty="0"/>
              </a:p>
              <a:p>
                <a:pPr marL="0" lvl="0" indent="0" eaLnBrk="1" hangingPunct="1">
                  <a:spcBef>
                    <a:spcPct val="0"/>
                  </a:spcBef>
                  <a:buNone/>
                </a:pPr>
                <a:r>
                  <a:rPr lang="en-US" altLang="zh-CN" sz="2400" dirty="0"/>
                  <a:t>8</a:t>
                </a:r>
                <a:endParaRPr lang="en-US" altLang="zh-CN" sz="2400" dirty="0"/>
              </a:p>
              <a:p>
                <a:pPr marL="0" lvl="0" indent="0" eaLnBrk="1" hangingPunct="1">
                  <a:spcBef>
                    <a:spcPct val="0"/>
                  </a:spcBef>
                  <a:buNone/>
                </a:pPr>
                <a:r>
                  <a:rPr lang="en-US" altLang="zh-CN" sz="2400" dirty="0"/>
                  <a:t>9</a:t>
                </a:r>
                <a:endParaRPr lang="en-US" altLang="zh-CN" sz="2800" dirty="0"/>
              </a:p>
            </p:txBody>
          </p:sp>
          <p:sp>
            <p:nvSpPr>
              <p:cNvPr id="56642" name="Text Box 63"/>
              <p:cNvSpPr txBox="1"/>
              <p:nvPr/>
            </p:nvSpPr>
            <p:spPr>
              <a:xfrm>
                <a:off x="624" y="3120"/>
                <a:ext cx="308" cy="7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t>10</a:t>
                </a:r>
                <a:endParaRPr lang="en-US" altLang="zh-CN" sz="2400" dirty="0"/>
              </a:p>
              <a:p>
                <a:pPr marL="0" lvl="0" indent="0" eaLnBrk="1" hangingPunct="1">
                  <a:spcBef>
                    <a:spcPct val="0"/>
                  </a:spcBef>
                  <a:buNone/>
                </a:pPr>
                <a:r>
                  <a:rPr lang="en-US" altLang="zh-CN" sz="2400" dirty="0"/>
                  <a:t>11</a:t>
                </a:r>
                <a:endParaRPr lang="en-US" altLang="zh-CN" sz="2400" dirty="0"/>
              </a:p>
              <a:p>
                <a:pPr marL="0" lvl="0" indent="0" eaLnBrk="1" hangingPunct="1">
                  <a:spcBef>
                    <a:spcPct val="0"/>
                  </a:spcBef>
                  <a:buNone/>
                </a:pPr>
                <a:r>
                  <a:rPr lang="en-US" altLang="zh-CN" sz="2400" dirty="0"/>
                  <a:t>12</a:t>
                </a:r>
                <a:endParaRPr lang="en-US" altLang="zh-CN" sz="2800" dirty="0"/>
              </a:p>
            </p:txBody>
          </p:sp>
        </p:grpSp>
        <p:sp>
          <p:nvSpPr>
            <p:cNvPr id="56625" name="Text Box 64"/>
            <p:cNvSpPr txBox="1"/>
            <p:nvPr/>
          </p:nvSpPr>
          <p:spPr>
            <a:xfrm>
              <a:off x="960" y="720"/>
              <a:ext cx="90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solidFill>
                    <a:schemeClr val="tx2"/>
                  </a:solidFill>
                </a:rPr>
                <a:t>data   next</a:t>
              </a:r>
              <a:endParaRPr lang="en-US" altLang="zh-CN" sz="2800" dirty="0"/>
            </a:p>
          </p:txBody>
        </p:sp>
      </p:grpSp>
      <p:grpSp>
        <p:nvGrpSpPr>
          <p:cNvPr id="346226" name="Group 114"/>
          <p:cNvGrpSpPr/>
          <p:nvPr/>
        </p:nvGrpSpPr>
        <p:grpSpPr>
          <a:xfrm>
            <a:off x="152400" y="1697038"/>
            <a:ext cx="2743200" cy="4700587"/>
            <a:chOff x="96" y="1069"/>
            <a:chExt cx="1728" cy="2961"/>
          </a:xfrm>
        </p:grpSpPr>
        <p:sp>
          <p:nvSpPr>
            <p:cNvPr id="56576" name="Text Box 65"/>
            <p:cNvSpPr txBox="1"/>
            <p:nvPr/>
          </p:nvSpPr>
          <p:spPr>
            <a:xfrm>
              <a:off x="374" y="1069"/>
              <a:ext cx="11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zh-CN" sz="2400" dirty="0"/>
            </a:p>
          </p:txBody>
        </p:sp>
        <p:sp>
          <p:nvSpPr>
            <p:cNvPr id="56577" name="Text Box 66"/>
            <p:cNvSpPr txBox="1"/>
            <p:nvPr/>
          </p:nvSpPr>
          <p:spPr>
            <a:xfrm>
              <a:off x="864" y="1104"/>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1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2</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4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5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6</a:t>
              </a:r>
              <a:endParaRPr lang="en-US" altLang="zh-CN" b="1" baseline="-25000" dirty="0">
                <a:solidFill>
                  <a:schemeClr val="tx2"/>
                </a:solidFill>
              </a:endParaRPr>
            </a:p>
          </p:txBody>
        </p:sp>
        <p:sp>
          <p:nvSpPr>
            <p:cNvPr id="56578" name="Text Box 67"/>
            <p:cNvSpPr txBox="1"/>
            <p:nvPr/>
          </p:nvSpPr>
          <p:spPr>
            <a:xfrm>
              <a:off x="1344" y="1152"/>
              <a:ext cx="244"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2</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4</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5</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6</a:t>
              </a:r>
              <a:endParaRPr lang="en-US" altLang="zh-CN" sz="2400" b="1" i="1" dirty="0">
                <a:solidFill>
                  <a:schemeClr val="tx2"/>
                </a:solidFill>
              </a:endParaRPr>
            </a:p>
            <a:p>
              <a:pPr marL="0" lvl="0" indent="0" eaLnBrk="1" hangingPunct="1">
                <a:spcBef>
                  <a:spcPct val="0"/>
                </a:spcBef>
                <a:buNone/>
              </a:pPr>
              <a:r>
                <a:rPr lang="en-US" altLang="zh-CN" sz="2400" b="1" i="1" dirty="0">
                  <a:solidFill>
                    <a:schemeClr val="tx2"/>
                  </a:solidFill>
                </a:rPr>
                <a:t>0</a:t>
              </a:r>
              <a:endParaRPr lang="en-US" altLang="zh-CN" b="1" baseline="-25000" dirty="0">
                <a:solidFill>
                  <a:schemeClr val="tx2"/>
                </a:solidFill>
              </a:endParaRPr>
            </a:p>
          </p:txBody>
        </p:sp>
        <p:sp>
          <p:nvSpPr>
            <p:cNvPr id="56579" name="Text Box 69"/>
            <p:cNvSpPr txBox="1"/>
            <p:nvPr/>
          </p:nvSpPr>
          <p:spPr>
            <a:xfrm>
              <a:off x="96" y="1104"/>
              <a:ext cx="3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list</a:t>
              </a:r>
              <a:endParaRPr lang="en-US" altLang="zh-CN" sz="2800" dirty="0"/>
            </a:p>
          </p:txBody>
        </p:sp>
        <p:sp>
          <p:nvSpPr>
            <p:cNvPr id="56580" name="Line 70"/>
            <p:cNvSpPr/>
            <p:nvPr/>
          </p:nvSpPr>
          <p:spPr>
            <a:xfrm>
              <a:off x="480" y="1296"/>
              <a:ext cx="144" cy="0"/>
            </a:xfrm>
            <a:prstGeom prst="line">
              <a:avLst/>
            </a:prstGeom>
            <a:ln w="28575" cap="flat" cmpd="sng">
              <a:solidFill>
                <a:schemeClr val="tx2"/>
              </a:solidFill>
              <a:prstDash val="solid"/>
              <a:headEnd type="none" w="med" len="med"/>
              <a:tailEnd type="triangle" w="med" len="med"/>
            </a:ln>
          </p:spPr>
        </p:sp>
        <p:sp>
          <p:nvSpPr>
            <p:cNvPr id="56581" name="Text Box 71"/>
            <p:cNvSpPr txBox="1"/>
            <p:nvPr/>
          </p:nvSpPr>
          <p:spPr>
            <a:xfrm>
              <a:off x="96" y="2496"/>
              <a:ext cx="304"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as</a:t>
              </a:r>
              <a:endParaRPr lang="en-US" altLang="zh-CN" sz="2800" dirty="0"/>
            </a:p>
          </p:txBody>
        </p:sp>
        <p:sp>
          <p:nvSpPr>
            <p:cNvPr id="56582" name="Line 72"/>
            <p:cNvSpPr/>
            <p:nvPr/>
          </p:nvSpPr>
          <p:spPr>
            <a:xfrm>
              <a:off x="384" y="2688"/>
              <a:ext cx="192" cy="0"/>
            </a:xfrm>
            <a:prstGeom prst="line">
              <a:avLst/>
            </a:prstGeom>
            <a:ln w="28575" cap="flat" cmpd="sng">
              <a:solidFill>
                <a:schemeClr val="tx2"/>
              </a:solidFill>
              <a:prstDash val="solid"/>
              <a:headEnd type="none" w="med" len="med"/>
              <a:tailEnd type="triangle" w="med" len="med"/>
            </a:ln>
          </p:spPr>
        </p:sp>
        <p:sp>
          <p:nvSpPr>
            <p:cNvPr id="56583" name="Text Box 73"/>
            <p:cNvSpPr txBox="1"/>
            <p:nvPr/>
          </p:nvSpPr>
          <p:spPr>
            <a:xfrm>
              <a:off x="1296" y="2592"/>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dirty="0">
                  <a:solidFill>
                    <a:schemeClr val="accent2"/>
                  </a:solidFill>
                </a:rPr>
                <a:t>8</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9</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11</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12</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0</a:t>
              </a:r>
              <a:endParaRPr lang="en-US" altLang="zh-CN" sz="2400" dirty="0"/>
            </a:p>
          </p:txBody>
        </p:sp>
        <p:grpSp>
          <p:nvGrpSpPr>
            <p:cNvPr id="56584" name="Group 77"/>
            <p:cNvGrpSpPr/>
            <p:nvPr/>
          </p:nvGrpSpPr>
          <p:grpSpPr>
            <a:xfrm>
              <a:off x="1680" y="1296"/>
              <a:ext cx="144" cy="240"/>
              <a:chOff x="1680" y="1296"/>
              <a:chExt cx="192" cy="240"/>
            </a:xfrm>
          </p:grpSpPr>
          <p:sp>
            <p:nvSpPr>
              <p:cNvPr id="56621" name="Line 74"/>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622" name="Line 75"/>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623" name="Line 76"/>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585" name="Group 78"/>
            <p:cNvGrpSpPr/>
            <p:nvPr/>
          </p:nvGrpSpPr>
          <p:grpSpPr>
            <a:xfrm>
              <a:off x="1680" y="1536"/>
              <a:ext cx="144" cy="240"/>
              <a:chOff x="1680" y="1296"/>
              <a:chExt cx="192" cy="240"/>
            </a:xfrm>
          </p:grpSpPr>
          <p:sp>
            <p:nvSpPr>
              <p:cNvPr id="56618" name="Line 79"/>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619" name="Line 80"/>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620" name="Line 81"/>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586" name="Group 82"/>
            <p:cNvGrpSpPr/>
            <p:nvPr/>
          </p:nvGrpSpPr>
          <p:grpSpPr>
            <a:xfrm>
              <a:off x="1680" y="1776"/>
              <a:ext cx="144" cy="240"/>
              <a:chOff x="1680" y="1296"/>
              <a:chExt cx="192" cy="240"/>
            </a:xfrm>
          </p:grpSpPr>
          <p:sp>
            <p:nvSpPr>
              <p:cNvPr id="56615" name="Line 83"/>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616" name="Line 84"/>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617" name="Line 85"/>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587" name="Group 86"/>
            <p:cNvGrpSpPr/>
            <p:nvPr/>
          </p:nvGrpSpPr>
          <p:grpSpPr>
            <a:xfrm>
              <a:off x="1680" y="2016"/>
              <a:ext cx="144" cy="240"/>
              <a:chOff x="1680" y="1296"/>
              <a:chExt cx="192" cy="240"/>
            </a:xfrm>
          </p:grpSpPr>
          <p:sp>
            <p:nvSpPr>
              <p:cNvPr id="56612" name="Line 87"/>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613" name="Line 88"/>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614" name="Line 89"/>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588" name="Group 90"/>
            <p:cNvGrpSpPr/>
            <p:nvPr/>
          </p:nvGrpSpPr>
          <p:grpSpPr>
            <a:xfrm>
              <a:off x="1680" y="2256"/>
              <a:ext cx="144" cy="240"/>
              <a:chOff x="1680" y="1296"/>
              <a:chExt cx="192" cy="240"/>
            </a:xfrm>
          </p:grpSpPr>
          <p:sp>
            <p:nvSpPr>
              <p:cNvPr id="56609" name="Line 91"/>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610" name="Line 92"/>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611" name="Line 93"/>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589" name="Group 94"/>
            <p:cNvGrpSpPr/>
            <p:nvPr/>
          </p:nvGrpSpPr>
          <p:grpSpPr>
            <a:xfrm>
              <a:off x="1680" y="2688"/>
              <a:ext cx="144" cy="240"/>
              <a:chOff x="1680" y="1296"/>
              <a:chExt cx="192" cy="240"/>
            </a:xfrm>
          </p:grpSpPr>
          <p:sp>
            <p:nvSpPr>
              <p:cNvPr id="56606" name="Line 95"/>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607" name="Line 96"/>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608" name="Line 97"/>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90" name="Group 98"/>
            <p:cNvGrpSpPr/>
            <p:nvPr/>
          </p:nvGrpSpPr>
          <p:grpSpPr>
            <a:xfrm>
              <a:off x="1680" y="2928"/>
              <a:ext cx="144" cy="240"/>
              <a:chOff x="1680" y="1296"/>
              <a:chExt cx="192" cy="240"/>
            </a:xfrm>
          </p:grpSpPr>
          <p:sp>
            <p:nvSpPr>
              <p:cNvPr id="56603" name="Line 99"/>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604" name="Line 100"/>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605" name="Line 101"/>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91" name="Group 102"/>
            <p:cNvGrpSpPr/>
            <p:nvPr/>
          </p:nvGrpSpPr>
          <p:grpSpPr>
            <a:xfrm>
              <a:off x="1680" y="3168"/>
              <a:ext cx="144" cy="240"/>
              <a:chOff x="1680" y="1296"/>
              <a:chExt cx="192" cy="240"/>
            </a:xfrm>
          </p:grpSpPr>
          <p:sp>
            <p:nvSpPr>
              <p:cNvPr id="56600" name="Line 103"/>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601" name="Line 104"/>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602" name="Line 105"/>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92" name="Group 106"/>
            <p:cNvGrpSpPr/>
            <p:nvPr/>
          </p:nvGrpSpPr>
          <p:grpSpPr>
            <a:xfrm>
              <a:off x="1680" y="3408"/>
              <a:ext cx="144" cy="240"/>
              <a:chOff x="1680" y="1296"/>
              <a:chExt cx="192" cy="240"/>
            </a:xfrm>
          </p:grpSpPr>
          <p:sp>
            <p:nvSpPr>
              <p:cNvPr id="56597" name="Line 107"/>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98" name="Line 108"/>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99" name="Line 109"/>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93" name="Group 110"/>
            <p:cNvGrpSpPr/>
            <p:nvPr/>
          </p:nvGrpSpPr>
          <p:grpSpPr>
            <a:xfrm>
              <a:off x="1680" y="3648"/>
              <a:ext cx="144" cy="240"/>
              <a:chOff x="1680" y="1296"/>
              <a:chExt cx="192" cy="240"/>
            </a:xfrm>
          </p:grpSpPr>
          <p:sp>
            <p:nvSpPr>
              <p:cNvPr id="56594" name="Line 111"/>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95" name="Line 112"/>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96" name="Line 113"/>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grpSp>
        <p:nvGrpSpPr>
          <p:cNvPr id="346457" name="Group 345"/>
          <p:cNvGrpSpPr/>
          <p:nvPr/>
        </p:nvGrpSpPr>
        <p:grpSpPr>
          <a:xfrm>
            <a:off x="5715000" y="1752600"/>
            <a:ext cx="3200400" cy="4645025"/>
            <a:chOff x="3744" y="1091"/>
            <a:chExt cx="2016" cy="2926"/>
          </a:xfrm>
        </p:grpSpPr>
        <p:sp>
          <p:nvSpPr>
            <p:cNvPr id="56534" name="Text Box 275"/>
            <p:cNvSpPr txBox="1"/>
            <p:nvPr/>
          </p:nvSpPr>
          <p:spPr>
            <a:xfrm>
              <a:off x="4512" y="1104"/>
              <a:ext cx="308" cy="120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1 </a:t>
              </a:r>
              <a:endParaRPr lang="en-US" altLang="zh-CN" sz="2400" b="1" baseline="-25000" dirty="0">
                <a:solidFill>
                  <a:schemeClr val="tx2"/>
                </a:solidFill>
              </a:endParaRPr>
            </a:p>
            <a:p>
              <a:pPr marL="0" lvl="0" indent="0" eaLnBrk="1" hangingPunct="1">
                <a:spcBef>
                  <a:spcPct val="0"/>
                </a:spcBef>
                <a:buNone/>
              </a:pPr>
              <a:endParaRPr lang="en-US" altLang="zh-CN" sz="2400" b="1" i="1"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5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6 </a:t>
              </a:r>
              <a:endParaRPr lang="en-US" altLang="zh-CN" sz="2400" b="1" baseline="-25000" dirty="0">
                <a:solidFill>
                  <a:schemeClr val="tx2"/>
                </a:solidFill>
              </a:endParaRPr>
            </a:p>
          </p:txBody>
        </p:sp>
        <p:sp>
          <p:nvSpPr>
            <p:cNvPr id="56535" name="Text Box 276"/>
            <p:cNvSpPr txBox="1"/>
            <p:nvPr/>
          </p:nvSpPr>
          <p:spPr>
            <a:xfrm>
              <a:off x="4992" y="1139"/>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b="1" i="1" dirty="0">
                  <a:solidFill>
                    <a:schemeClr val="tx2"/>
                  </a:solidFill>
                </a:rPr>
                <a:t>8</a:t>
              </a:r>
              <a:r>
                <a:rPr lang="en-US" altLang="zh-CN" sz="2400" b="1" baseline="-25000" dirty="0">
                  <a:solidFill>
                    <a:schemeClr val="tx2"/>
                  </a:solidFill>
                </a:rPr>
                <a:t> </a:t>
              </a:r>
              <a:endParaRPr lang="en-US" altLang="zh-CN" sz="2400" b="1" baseline="-25000" dirty="0">
                <a:solidFill>
                  <a:schemeClr val="tx2"/>
                </a:solidFill>
              </a:endParaRPr>
            </a:p>
            <a:p>
              <a:pPr marL="0" lvl="0" indent="0" algn="ctr" eaLnBrk="1" hangingPunct="1">
                <a:spcBef>
                  <a:spcPct val="0"/>
                </a:spcBef>
                <a:buNone/>
              </a:pPr>
              <a:r>
                <a:rPr lang="en-US" altLang="zh-CN" sz="2400" b="1" i="1" dirty="0">
                  <a:solidFill>
                    <a:schemeClr val="accent2"/>
                  </a:solidFill>
                </a:rPr>
                <a:t>6</a:t>
              </a:r>
              <a:endParaRPr lang="en-US" altLang="zh-CN" sz="2400" b="1" baseline="-25000" dirty="0">
                <a:solidFill>
                  <a:schemeClr val="tx2"/>
                </a:solidFill>
              </a:endParaRPr>
            </a:p>
            <a:p>
              <a:pPr marL="0" lvl="0" indent="0" algn="ctr" eaLnBrk="1" hangingPunct="1">
                <a:spcBef>
                  <a:spcPct val="0"/>
                </a:spcBef>
                <a:buNone/>
              </a:pPr>
              <a:r>
                <a:rPr lang="en-US" altLang="zh-CN" sz="2400" b="1" i="1" dirty="0">
                  <a:solidFill>
                    <a:schemeClr val="tx2"/>
                  </a:solidFill>
                </a:rPr>
                <a:t>7</a:t>
              </a:r>
              <a:endParaRPr lang="en-US" altLang="zh-CN" sz="2400" b="1" baseline="-25000" dirty="0">
                <a:solidFill>
                  <a:schemeClr val="tx2"/>
                </a:solidFill>
              </a:endParaRPr>
            </a:p>
            <a:p>
              <a:pPr marL="0" lvl="0" indent="0" algn="ctr" eaLnBrk="1" hangingPunct="1">
                <a:spcBef>
                  <a:spcPct val="0"/>
                </a:spcBef>
                <a:buNone/>
              </a:pPr>
              <a:r>
                <a:rPr lang="en-US" altLang="zh-CN" sz="2400" b="1" i="1" dirty="0">
                  <a:solidFill>
                    <a:schemeClr val="tx2"/>
                  </a:solidFill>
                </a:rPr>
                <a:t>5</a:t>
              </a:r>
              <a:r>
                <a:rPr lang="en-US" altLang="zh-CN" sz="2400" b="1" baseline="-25000" dirty="0">
                  <a:solidFill>
                    <a:schemeClr val="tx2"/>
                  </a:solidFill>
                </a:rPr>
                <a:t> </a:t>
              </a:r>
              <a:endParaRPr lang="en-US" altLang="zh-CN" sz="2400" b="1" baseline="-25000" dirty="0">
                <a:solidFill>
                  <a:schemeClr val="tx2"/>
                </a:solidFill>
              </a:endParaRPr>
            </a:p>
            <a:p>
              <a:pPr marL="0" lvl="0" indent="0" algn="ctr" eaLnBrk="1" hangingPunct="1">
                <a:spcBef>
                  <a:spcPct val="0"/>
                </a:spcBef>
                <a:buNone/>
              </a:pPr>
              <a:r>
                <a:rPr lang="en-US" altLang="zh-CN" sz="2400" b="1" i="1" dirty="0">
                  <a:solidFill>
                    <a:schemeClr val="tx2"/>
                  </a:solidFill>
                </a:rPr>
                <a:t>12</a:t>
              </a:r>
              <a:endParaRPr lang="en-US" altLang="zh-CN" sz="2400" b="1" i="1" dirty="0">
                <a:solidFill>
                  <a:schemeClr val="tx2"/>
                </a:solidFill>
              </a:endParaRPr>
            </a:p>
            <a:p>
              <a:pPr marL="0" lvl="0" indent="0" algn="ctr" eaLnBrk="1" hangingPunct="1">
                <a:spcBef>
                  <a:spcPct val="0"/>
                </a:spcBef>
                <a:buNone/>
              </a:pPr>
              <a:r>
                <a:rPr lang="en-US" altLang="zh-CN" sz="2400" b="1" i="1" dirty="0">
                  <a:solidFill>
                    <a:schemeClr val="accent2"/>
                  </a:solidFill>
                </a:rPr>
                <a:t>0</a:t>
              </a:r>
              <a:endParaRPr lang="en-US" altLang="zh-CN" b="1" baseline="-25000" dirty="0">
                <a:solidFill>
                  <a:schemeClr val="tx2"/>
                </a:solidFill>
              </a:endParaRPr>
            </a:p>
          </p:txBody>
        </p:sp>
        <p:sp>
          <p:nvSpPr>
            <p:cNvPr id="56536" name="Text Box 277"/>
            <p:cNvSpPr txBox="1"/>
            <p:nvPr/>
          </p:nvSpPr>
          <p:spPr>
            <a:xfrm>
              <a:off x="3744" y="1091"/>
              <a:ext cx="3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list</a:t>
              </a:r>
              <a:endParaRPr lang="en-US" altLang="zh-CN" sz="2800" dirty="0"/>
            </a:p>
          </p:txBody>
        </p:sp>
        <p:sp>
          <p:nvSpPr>
            <p:cNvPr id="56537" name="Line 278"/>
            <p:cNvSpPr/>
            <p:nvPr/>
          </p:nvSpPr>
          <p:spPr>
            <a:xfrm>
              <a:off x="4128" y="1283"/>
              <a:ext cx="144" cy="0"/>
            </a:xfrm>
            <a:prstGeom prst="line">
              <a:avLst/>
            </a:prstGeom>
            <a:ln w="28575" cap="flat" cmpd="sng">
              <a:solidFill>
                <a:schemeClr val="tx2"/>
              </a:solidFill>
              <a:prstDash val="solid"/>
              <a:headEnd type="none" w="med" len="med"/>
              <a:tailEnd type="triangle" w="med" len="med"/>
            </a:ln>
          </p:spPr>
        </p:sp>
        <p:sp>
          <p:nvSpPr>
            <p:cNvPr id="56538" name="Text Box 279"/>
            <p:cNvSpPr txBox="1"/>
            <p:nvPr/>
          </p:nvSpPr>
          <p:spPr>
            <a:xfrm>
              <a:off x="3744" y="3024"/>
              <a:ext cx="304"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as</a:t>
              </a:r>
              <a:endParaRPr lang="en-US" altLang="zh-CN" sz="2800" dirty="0"/>
            </a:p>
          </p:txBody>
        </p:sp>
        <p:sp>
          <p:nvSpPr>
            <p:cNvPr id="56539" name="Line 280"/>
            <p:cNvSpPr/>
            <p:nvPr/>
          </p:nvSpPr>
          <p:spPr>
            <a:xfrm>
              <a:off x="4032" y="3216"/>
              <a:ext cx="192" cy="0"/>
            </a:xfrm>
            <a:prstGeom prst="line">
              <a:avLst/>
            </a:prstGeom>
            <a:ln w="28575" cap="flat" cmpd="sng">
              <a:solidFill>
                <a:schemeClr val="tx2"/>
              </a:solidFill>
              <a:prstDash val="solid"/>
              <a:headEnd type="none" w="med" len="med"/>
              <a:tailEnd type="triangle" w="med" len="med"/>
            </a:ln>
          </p:spPr>
        </p:sp>
        <p:sp>
          <p:nvSpPr>
            <p:cNvPr id="56540" name="Text Box 281"/>
            <p:cNvSpPr txBox="1"/>
            <p:nvPr/>
          </p:nvSpPr>
          <p:spPr>
            <a:xfrm>
              <a:off x="4944" y="2579"/>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dirty="0">
                  <a:solidFill>
                    <a:schemeClr val="tx2"/>
                  </a:solidFill>
                </a:rPr>
                <a:t>4</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tx2"/>
                  </a:solidFill>
                </a:rPr>
                <a:t>3</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11</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2</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tx2"/>
                  </a:solidFill>
                </a:rPr>
                <a:t>0</a:t>
              </a:r>
              <a:endParaRPr lang="en-US" altLang="zh-CN" sz="2400" dirty="0"/>
            </a:p>
          </p:txBody>
        </p:sp>
        <p:grpSp>
          <p:nvGrpSpPr>
            <p:cNvPr id="56541" name="Group 282"/>
            <p:cNvGrpSpPr/>
            <p:nvPr/>
          </p:nvGrpSpPr>
          <p:grpSpPr>
            <a:xfrm>
              <a:off x="5328" y="1283"/>
              <a:ext cx="192" cy="1645"/>
              <a:chOff x="1680" y="1296"/>
              <a:chExt cx="192" cy="240"/>
            </a:xfrm>
          </p:grpSpPr>
          <p:sp>
            <p:nvSpPr>
              <p:cNvPr id="56573" name="Line 283"/>
              <p:cNvSpPr/>
              <p:nvPr/>
            </p:nvSpPr>
            <p:spPr>
              <a:xfrm>
                <a:off x="1680" y="1296"/>
                <a:ext cx="192" cy="48"/>
              </a:xfrm>
              <a:prstGeom prst="line">
                <a:avLst/>
              </a:prstGeom>
              <a:ln w="28575" cap="flat" cmpd="sng">
                <a:solidFill>
                  <a:srgbClr val="00CC00"/>
                </a:solidFill>
                <a:prstDash val="solid"/>
                <a:headEnd type="none" w="med" len="med"/>
                <a:tailEnd type="none" w="med" len="med"/>
              </a:ln>
            </p:spPr>
          </p:sp>
          <p:sp>
            <p:nvSpPr>
              <p:cNvPr id="56574" name="Line 284"/>
              <p:cNvSpPr/>
              <p:nvPr/>
            </p:nvSpPr>
            <p:spPr>
              <a:xfrm>
                <a:off x="1872" y="1344"/>
                <a:ext cx="0" cy="144"/>
              </a:xfrm>
              <a:prstGeom prst="line">
                <a:avLst/>
              </a:prstGeom>
              <a:ln w="28575" cap="flat" cmpd="sng">
                <a:solidFill>
                  <a:srgbClr val="00CC00"/>
                </a:solidFill>
                <a:prstDash val="solid"/>
                <a:headEnd type="none" w="med" len="med"/>
                <a:tailEnd type="none" w="med" len="med"/>
              </a:ln>
            </p:spPr>
          </p:sp>
          <p:sp>
            <p:nvSpPr>
              <p:cNvPr id="56575" name="Line 285"/>
              <p:cNvSpPr/>
              <p:nvPr/>
            </p:nvSpPr>
            <p:spPr>
              <a:xfrm flipH="1">
                <a:off x="1728" y="1488"/>
                <a:ext cx="144" cy="48"/>
              </a:xfrm>
              <a:prstGeom prst="line">
                <a:avLst/>
              </a:prstGeom>
              <a:ln w="28575" cap="flat" cmpd="sng">
                <a:solidFill>
                  <a:srgbClr val="00CC00"/>
                </a:solidFill>
                <a:prstDash val="solid"/>
                <a:headEnd type="none" w="med" len="med"/>
                <a:tailEnd type="triangle" w="med" len="med"/>
              </a:ln>
            </p:spPr>
          </p:sp>
        </p:grpSp>
        <p:grpSp>
          <p:nvGrpSpPr>
            <p:cNvPr id="56542" name="Group 294"/>
            <p:cNvGrpSpPr/>
            <p:nvPr/>
          </p:nvGrpSpPr>
          <p:grpSpPr>
            <a:xfrm>
              <a:off x="5328" y="2003"/>
              <a:ext cx="144" cy="240"/>
              <a:chOff x="1680" y="1296"/>
              <a:chExt cx="192" cy="240"/>
            </a:xfrm>
          </p:grpSpPr>
          <p:sp>
            <p:nvSpPr>
              <p:cNvPr id="56570" name="Line 295"/>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571" name="Line 296"/>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572" name="Line 297"/>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543" name="Group 298"/>
            <p:cNvGrpSpPr/>
            <p:nvPr/>
          </p:nvGrpSpPr>
          <p:grpSpPr>
            <a:xfrm>
              <a:off x="5328" y="2243"/>
              <a:ext cx="240" cy="1645"/>
              <a:chOff x="1680" y="1296"/>
              <a:chExt cx="192" cy="240"/>
            </a:xfrm>
          </p:grpSpPr>
          <p:sp>
            <p:nvSpPr>
              <p:cNvPr id="56567" name="Line 299"/>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568" name="Line 300"/>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569" name="Line 301"/>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sp>
          <p:nvSpPr>
            <p:cNvPr id="56544" name="Text Box 322"/>
            <p:cNvSpPr txBox="1"/>
            <p:nvPr/>
          </p:nvSpPr>
          <p:spPr>
            <a:xfrm>
              <a:off x="4512" y="2544"/>
              <a:ext cx="308" cy="144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4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2</a:t>
              </a:r>
              <a:endParaRPr lang="en-US" altLang="zh-CN" sz="2400" b="1" baseline="-25000" dirty="0">
                <a:solidFill>
                  <a:schemeClr val="tx2"/>
                </a:solidFill>
              </a:endParaRPr>
            </a:p>
            <a:p>
              <a:pPr marL="0" lvl="0" indent="0" eaLnBrk="1" hangingPunct="1">
                <a:spcBef>
                  <a:spcPct val="0"/>
                </a:spcBef>
                <a:buNone/>
              </a:pPr>
              <a:endParaRPr lang="en-US" altLang="zh-CN" sz="2400" b="1" baseline="-25000" dirty="0">
                <a:solidFill>
                  <a:schemeClr val="tx2"/>
                </a:solidFill>
              </a:endParaRPr>
            </a:p>
            <a:p>
              <a:pPr marL="0" lvl="0" indent="0" eaLnBrk="1" hangingPunct="1">
                <a:spcBef>
                  <a:spcPct val="0"/>
                </a:spcBef>
                <a:buNone/>
              </a:pPr>
              <a:endParaRPr lang="en-US" altLang="zh-CN" sz="2400" b="1" baseline="-25000" dirty="0">
                <a:solidFill>
                  <a:schemeClr val="tx2"/>
                </a:solidFill>
              </a:endParaRPr>
            </a:p>
            <a:p>
              <a:pPr marL="0" lvl="0" indent="0" eaLnBrk="1" hangingPunct="1">
                <a:spcBef>
                  <a:spcPct val="0"/>
                </a:spcBef>
                <a:buNone/>
              </a:pP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    </a:t>
              </a:r>
              <a:endParaRPr lang="en-US" altLang="zh-CN" sz="2400" b="1" i="1"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7</a:t>
              </a:r>
              <a:endParaRPr lang="en-US" altLang="zh-CN" b="1" baseline="-25000" dirty="0">
                <a:solidFill>
                  <a:schemeClr val="tx2"/>
                </a:solidFill>
              </a:endParaRPr>
            </a:p>
          </p:txBody>
        </p:sp>
        <p:grpSp>
          <p:nvGrpSpPr>
            <p:cNvPr id="56545" name="Group 323"/>
            <p:cNvGrpSpPr/>
            <p:nvPr/>
          </p:nvGrpSpPr>
          <p:grpSpPr>
            <a:xfrm>
              <a:off x="5328" y="1728"/>
              <a:ext cx="288" cy="1008"/>
              <a:chOff x="1680" y="1296"/>
              <a:chExt cx="192" cy="240"/>
            </a:xfrm>
          </p:grpSpPr>
          <p:sp>
            <p:nvSpPr>
              <p:cNvPr id="56564" name="Line 324"/>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565" name="Line 325"/>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566" name="Line 326"/>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sp>
          <p:nvSpPr>
            <p:cNvPr id="56546" name="Line 327"/>
            <p:cNvSpPr/>
            <p:nvPr/>
          </p:nvSpPr>
          <p:spPr>
            <a:xfrm flipV="1">
              <a:off x="5328" y="2688"/>
              <a:ext cx="336" cy="336"/>
            </a:xfrm>
            <a:prstGeom prst="line">
              <a:avLst/>
            </a:prstGeom>
            <a:ln w="28575" cap="flat" cmpd="sng">
              <a:solidFill>
                <a:srgbClr val="00CC00"/>
              </a:solidFill>
              <a:prstDash val="solid"/>
              <a:headEnd type="none" w="med" len="med"/>
              <a:tailEnd type="none" w="med" len="med"/>
            </a:ln>
          </p:spPr>
        </p:sp>
        <p:sp>
          <p:nvSpPr>
            <p:cNvPr id="56547" name="Line 328"/>
            <p:cNvSpPr/>
            <p:nvPr/>
          </p:nvSpPr>
          <p:spPr>
            <a:xfrm flipV="1">
              <a:off x="5664" y="1872"/>
              <a:ext cx="0" cy="816"/>
            </a:xfrm>
            <a:prstGeom prst="line">
              <a:avLst/>
            </a:prstGeom>
            <a:ln w="28575" cap="flat" cmpd="sng">
              <a:solidFill>
                <a:srgbClr val="00CC00"/>
              </a:solidFill>
              <a:prstDash val="solid"/>
              <a:headEnd type="none" w="med" len="med"/>
              <a:tailEnd type="none" w="med" len="med"/>
            </a:ln>
          </p:spPr>
        </p:sp>
        <p:sp>
          <p:nvSpPr>
            <p:cNvPr id="56548" name="Line 329"/>
            <p:cNvSpPr/>
            <p:nvPr/>
          </p:nvSpPr>
          <p:spPr>
            <a:xfrm flipH="1" flipV="1">
              <a:off x="5376" y="1680"/>
              <a:ext cx="288" cy="192"/>
            </a:xfrm>
            <a:prstGeom prst="line">
              <a:avLst/>
            </a:prstGeom>
            <a:ln w="28575" cap="flat" cmpd="sng">
              <a:solidFill>
                <a:srgbClr val="00CC00"/>
              </a:solidFill>
              <a:prstDash val="solid"/>
              <a:headEnd type="none" w="med" len="med"/>
              <a:tailEnd type="triangle" w="med" len="med"/>
            </a:ln>
          </p:spPr>
        </p:sp>
        <p:grpSp>
          <p:nvGrpSpPr>
            <p:cNvPr id="56549" name="Group 330"/>
            <p:cNvGrpSpPr/>
            <p:nvPr/>
          </p:nvGrpSpPr>
          <p:grpSpPr>
            <a:xfrm>
              <a:off x="5328" y="3168"/>
              <a:ext cx="144" cy="240"/>
              <a:chOff x="1680" y="1296"/>
              <a:chExt cx="192" cy="240"/>
            </a:xfrm>
          </p:grpSpPr>
          <p:sp>
            <p:nvSpPr>
              <p:cNvPr id="56561" name="Line 331"/>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62" name="Line 332"/>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63" name="Line 333"/>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50" name="Group 334"/>
            <p:cNvGrpSpPr/>
            <p:nvPr/>
          </p:nvGrpSpPr>
          <p:grpSpPr>
            <a:xfrm>
              <a:off x="5328" y="3408"/>
              <a:ext cx="144" cy="240"/>
              <a:chOff x="1680" y="1296"/>
              <a:chExt cx="192" cy="240"/>
            </a:xfrm>
          </p:grpSpPr>
          <p:sp>
            <p:nvSpPr>
              <p:cNvPr id="56558" name="Line 335"/>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59" name="Line 336"/>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60" name="Line 337"/>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51" name="Group 338"/>
            <p:cNvGrpSpPr/>
            <p:nvPr/>
          </p:nvGrpSpPr>
          <p:grpSpPr>
            <a:xfrm>
              <a:off x="5328" y="1488"/>
              <a:ext cx="240" cy="1008"/>
              <a:chOff x="1680" y="1296"/>
              <a:chExt cx="192" cy="240"/>
            </a:xfrm>
          </p:grpSpPr>
          <p:sp>
            <p:nvSpPr>
              <p:cNvPr id="56555" name="Line 339"/>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56" name="Line 340"/>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57" name="Line 341"/>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sp>
          <p:nvSpPr>
            <p:cNvPr id="56552" name="Line 342"/>
            <p:cNvSpPr/>
            <p:nvPr/>
          </p:nvSpPr>
          <p:spPr>
            <a:xfrm flipV="1">
              <a:off x="5328" y="3504"/>
              <a:ext cx="432" cy="240"/>
            </a:xfrm>
            <a:prstGeom prst="line">
              <a:avLst/>
            </a:prstGeom>
            <a:ln w="28575" cap="flat" cmpd="sng">
              <a:solidFill>
                <a:srgbClr val="800080"/>
              </a:solidFill>
              <a:prstDash val="solid"/>
              <a:headEnd type="none" w="med" len="med"/>
              <a:tailEnd type="none" w="med" len="med"/>
            </a:ln>
          </p:spPr>
        </p:sp>
        <p:sp>
          <p:nvSpPr>
            <p:cNvPr id="56553" name="Line 343"/>
            <p:cNvSpPr/>
            <p:nvPr/>
          </p:nvSpPr>
          <p:spPr>
            <a:xfrm flipV="1">
              <a:off x="5760" y="1632"/>
              <a:ext cx="0" cy="1872"/>
            </a:xfrm>
            <a:prstGeom prst="line">
              <a:avLst/>
            </a:prstGeom>
            <a:ln w="28575" cap="flat" cmpd="sng">
              <a:solidFill>
                <a:srgbClr val="800080"/>
              </a:solidFill>
              <a:prstDash val="solid"/>
              <a:headEnd type="none" w="med" len="med"/>
              <a:tailEnd type="none" w="med" len="med"/>
            </a:ln>
          </p:spPr>
        </p:sp>
        <p:sp>
          <p:nvSpPr>
            <p:cNvPr id="56554" name="Line 344"/>
            <p:cNvSpPr/>
            <p:nvPr/>
          </p:nvSpPr>
          <p:spPr>
            <a:xfrm flipH="1" flipV="1">
              <a:off x="5376" y="1488"/>
              <a:ext cx="384" cy="144"/>
            </a:xfrm>
            <a:prstGeom prst="line">
              <a:avLst/>
            </a:prstGeom>
            <a:ln w="28575" cap="flat" cmpd="sng">
              <a:solidFill>
                <a:srgbClr val="800080"/>
              </a:solidFill>
              <a:prstDash val="solid"/>
              <a:headEnd type="none" w="med" len="med"/>
              <a:tailEnd type="triangle" w="med" len="med"/>
            </a:ln>
          </p:spPr>
        </p:sp>
      </p:grpSp>
      <p:grpSp>
        <p:nvGrpSpPr>
          <p:cNvPr id="346516" name="Group 404"/>
          <p:cNvGrpSpPr/>
          <p:nvPr/>
        </p:nvGrpSpPr>
        <p:grpSpPr>
          <a:xfrm>
            <a:off x="2971800" y="654050"/>
            <a:ext cx="5207000" cy="5799138"/>
            <a:chOff x="1872" y="412"/>
            <a:chExt cx="3280" cy="3653"/>
          </a:xfrm>
        </p:grpSpPr>
        <p:grpSp>
          <p:nvGrpSpPr>
            <p:cNvPr id="56484" name="Group 168"/>
            <p:cNvGrpSpPr/>
            <p:nvPr/>
          </p:nvGrpSpPr>
          <p:grpSpPr>
            <a:xfrm>
              <a:off x="1872" y="1104"/>
              <a:ext cx="1920" cy="2961"/>
              <a:chOff x="1968" y="1056"/>
              <a:chExt cx="1920" cy="2961"/>
            </a:xfrm>
          </p:grpSpPr>
          <p:sp>
            <p:nvSpPr>
              <p:cNvPr id="56486" name="Text Box 116"/>
              <p:cNvSpPr txBox="1"/>
              <p:nvPr/>
            </p:nvSpPr>
            <p:spPr>
              <a:xfrm>
                <a:off x="2246" y="1056"/>
                <a:ext cx="11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zh-CN" sz="2400" dirty="0"/>
              </a:p>
            </p:txBody>
          </p:sp>
          <p:sp>
            <p:nvSpPr>
              <p:cNvPr id="56487" name="Text Box 117"/>
              <p:cNvSpPr txBox="1"/>
              <p:nvPr/>
            </p:nvSpPr>
            <p:spPr>
              <a:xfrm>
                <a:off x="2736" y="1091"/>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1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2</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4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5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6</a:t>
                </a:r>
                <a:endParaRPr lang="en-US" altLang="zh-CN" b="1" baseline="-25000" dirty="0">
                  <a:solidFill>
                    <a:schemeClr val="tx2"/>
                  </a:solidFill>
                </a:endParaRPr>
              </a:p>
            </p:txBody>
          </p:sp>
          <p:sp>
            <p:nvSpPr>
              <p:cNvPr id="56488" name="Text Box 118"/>
              <p:cNvSpPr txBox="1"/>
              <p:nvPr/>
            </p:nvSpPr>
            <p:spPr>
              <a:xfrm>
                <a:off x="3216" y="1139"/>
                <a:ext cx="244"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2</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accent1"/>
                    </a:solidFill>
                  </a:rPr>
                  <a:t>7</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5</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6</a:t>
                </a:r>
                <a:endParaRPr lang="en-US" altLang="zh-CN" sz="2400" b="1" i="1" dirty="0">
                  <a:solidFill>
                    <a:schemeClr val="tx2"/>
                  </a:solidFill>
                </a:endParaRPr>
              </a:p>
              <a:p>
                <a:pPr marL="0" lvl="0" indent="0" eaLnBrk="1" hangingPunct="1">
                  <a:spcBef>
                    <a:spcPct val="0"/>
                  </a:spcBef>
                  <a:buNone/>
                </a:pPr>
                <a:r>
                  <a:rPr lang="en-US" altLang="zh-CN" sz="2400" b="1" i="1" dirty="0">
                    <a:solidFill>
                      <a:schemeClr val="tx2"/>
                    </a:solidFill>
                  </a:rPr>
                  <a:t>0</a:t>
                </a:r>
                <a:endParaRPr lang="en-US" altLang="zh-CN" b="1" baseline="-25000" dirty="0">
                  <a:solidFill>
                    <a:schemeClr val="tx2"/>
                  </a:solidFill>
                </a:endParaRPr>
              </a:p>
            </p:txBody>
          </p:sp>
          <p:sp>
            <p:nvSpPr>
              <p:cNvPr id="56489" name="Text Box 119"/>
              <p:cNvSpPr txBox="1"/>
              <p:nvPr/>
            </p:nvSpPr>
            <p:spPr>
              <a:xfrm>
                <a:off x="1968" y="1091"/>
                <a:ext cx="3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list</a:t>
                </a:r>
                <a:endParaRPr lang="en-US" altLang="zh-CN" sz="2800" dirty="0"/>
              </a:p>
            </p:txBody>
          </p:sp>
          <p:sp>
            <p:nvSpPr>
              <p:cNvPr id="56490" name="Line 120"/>
              <p:cNvSpPr/>
              <p:nvPr/>
            </p:nvSpPr>
            <p:spPr>
              <a:xfrm>
                <a:off x="2352" y="1283"/>
                <a:ext cx="144" cy="0"/>
              </a:xfrm>
              <a:prstGeom prst="line">
                <a:avLst/>
              </a:prstGeom>
              <a:ln w="28575" cap="flat" cmpd="sng">
                <a:solidFill>
                  <a:schemeClr val="tx2"/>
                </a:solidFill>
                <a:prstDash val="solid"/>
                <a:headEnd type="none" w="med" len="med"/>
                <a:tailEnd type="triangle" w="med" len="med"/>
              </a:ln>
            </p:spPr>
          </p:sp>
          <p:sp>
            <p:nvSpPr>
              <p:cNvPr id="56491" name="Text Box 121"/>
              <p:cNvSpPr txBox="1"/>
              <p:nvPr/>
            </p:nvSpPr>
            <p:spPr>
              <a:xfrm>
                <a:off x="1968" y="2483"/>
                <a:ext cx="304"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as</a:t>
                </a:r>
                <a:endParaRPr lang="en-US" altLang="zh-CN" sz="2800" dirty="0"/>
              </a:p>
            </p:txBody>
          </p:sp>
          <p:sp>
            <p:nvSpPr>
              <p:cNvPr id="56492" name="Line 122"/>
              <p:cNvSpPr/>
              <p:nvPr/>
            </p:nvSpPr>
            <p:spPr>
              <a:xfrm>
                <a:off x="2256" y="2675"/>
                <a:ext cx="192" cy="205"/>
              </a:xfrm>
              <a:prstGeom prst="line">
                <a:avLst/>
              </a:prstGeom>
              <a:ln w="28575" cap="flat" cmpd="sng">
                <a:solidFill>
                  <a:schemeClr val="tx2"/>
                </a:solidFill>
                <a:prstDash val="solid"/>
                <a:headEnd type="none" w="med" len="med"/>
                <a:tailEnd type="triangle" w="med" len="med"/>
              </a:ln>
            </p:spPr>
          </p:sp>
          <p:sp>
            <p:nvSpPr>
              <p:cNvPr id="56493" name="Text Box 123"/>
              <p:cNvSpPr txBox="1"/>
              <p:nvPr/>
            </p:nvSpPr>
            <p:spPr>
              <a:xfrm>
                <a:off x="3168" y="2579"/>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dirty="0">
                    <a:solidFill>
                      <a:schemeClr val="accent1"/>
                    </a:solidFill>
                  </a:rPr>
                  <a:t>4</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9</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11</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12</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0</a:t>
                </a:r>
                <a:endParaRPr lang="en-US" altLang="zh-CN" sz="2400" dirty="0"/>
              </a:p>
            </p:txBody>
          </p:sp>
          <p:grpSp>
            <p:nvGrpSpPr>
              <p:cNvPr id="56494" name="Group 124"/>
              <p:cNvGrpSpPr/>
              <p:nvPr/>
            </p:nvGrpSpPr>
            <p:grpSpPr>
              <a:xfrm>
                <a:off x="3552" y="1283"/>
                <a:ext cx="144" cy="240"/>
                <a:chOff x="1680" y="1296"/>
                <a:chExt cx="192" cy="240"/>
              </a:xfrm>
            </p:grpSpPr>
            <p:sp>
              <p:nvSpPr>
                <p:cNvPr id="56531" name="Line 125"/>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532" name="Line 126"/>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533" name="Line 127"/>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95" name="Group 128"/>
              <p:cNvGrpSpPr/>
              <p:nvPr/>
            </p:nvGrpSpPr>
            <p:grpSpPr>
              <a:xfrm>
                <a:off x="3552" y="1523"/>
                <a:ext cx="144" cy="240"/>
                <a:chOff x="1680" y="1296"/>
                <a:chExt cx="192" cy="240"/>
              </a:xfrm>
            </p:grpSpPr>
            <p:sp>
              <p:nvSpPr>
                <p:cNvPr id="56528" name="Line 129"/>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529" name="Line 130"/>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530" name="Line 131"/>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96" name="Group 132"/>
              <p:cNvGrpSpPr/>
              <p:nvPr/>
            </p:nvGrpSpPr>
            <p:grpSpPr>
              <a:xfrm>
                <a:off x="3552" y="1763"/>
                <a:ext cx="240" cy="925"/>
                <a:chOff x="1680" y="1296"/>
                <a:chExt cx="192" cy="240"/>
              </a:xfrm>
            </p:grpSpPr>
            <p:sp>
              <p:nvSpPr>
                <p:cNvPr id="56525" name="Line 133"/>
                <p:cNvSpPr/>
                <p:nvPr/>
              </p:nvSpPr>
              <p:spPr>
                <a:xfrm>
                  <a:off x="1680" y="1296"/>
                  <a:ext cx="192" cy="48"/>
                </a:xfrm>
                <a:prstGeom prst="line">
                  <a:avLst/>
                </a:prstGeom>
                <a:ln w="19050" cap="flat" cmpd="sng">
                  <a:solidFill>
                    <a:schemeClr val="tx2"/>
                  </a:solidFill>
                  <a:prstDash val="solid"/>
                  <a:headEnd type="none" w="med" len="med"/>
                  <a:tailEnd type="none" w="med" len="med"/>
                </a:ln>
              </p:spPr>
            </p:sp>
            <p:sp>
              <p:nvSpPr>
                <p:cNvPr id="56526" name="Line 134"/>
                <p:cNvSpPr/>
                <p:nvPr/>
              </p:nvSpPr>
              <p:spPr>
                <a:xfrm>
                  <a:off x="1872" y="1344"/>
                  <a:ext cx="0" cy="144"/>
                </a:xfrm>
                <a:prstGeom prst="line">
                  <a:avLst/>
                </a:prstGeom>
                <a:ln w="19050" cap="flat" cmpd="sng">
                  <a:solidFill>
                    <a:schemeClr val="tx2"/>
                  </a:solidFill>
                  <a:prstDash val="solid"/>
                  <a:headEnd type="none" w="med" len="med"/>
                  <a:tailEnd type="none" w="med" len="med"/>
                </a:ln>
              </p:spPr>
            </p:sp>
            <p:sp>
              <p:nvSpPr>
                <p:cNvPr id="56527" name="Line 135"/>
                <p:cNvSpPr/>
                <p:nvPr/>
              </p:nvSpPr>
              <p:spPr>
                <a:xfrm flipH="1">
                  <a:off x="1728" y="1488"/>
                  <a:ext cx="144" cy="48"/>
                </a:xfrm>
                <a:prstGeom prst="line">
                  <a:avLst/>
                </a:prstGeom>
                <a:ln w="19050" cap="flat" cmpd="sng">
                  <a:solidFill>
                    <a:schemeClr val="tx2"/>
                  </a:solidFill>
                  <a:prstDash val="solid"/>
                  <a:headEnd type="none" w="med" len="med"/>
                  <a:tailEnd type="triangle" w="med" len="med"/>
                </a:ln>
              </p:spPr>
            </p:sp>
          </p:grpSp>
          <p:grpSp>
            <p:nvGrpSpPr>
              <p:cNvPr id="56497" name="Group 136"/>
              <p:cNvGrpSpPr/>
              <p:nvPr/>
            </p:nvGrpSpPr>
            <p:grpSpPr>
              <a:xfrm>
                <a:off x="3552" y="2003"/>
                <a:ext cx="144" cy="240"/>
                <a:chOff x="1680" y="1296"/>
                <a:chExt cx="192" cy="240"/>
              </a:xfrm>
            </p:grpSpPr>
            <p:sp>
              <p:nvSpPr>
                <p:cNvPr id="56522" name="Line 137"/>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523" name="Line 138"/>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524" name="Line 139"/>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98" name="Group 140"/>
              <p:cNvGrpSpPr/>
              <p:nvPr/>
            </p:nvGrpSpPr>
            <p:grpSpPr>
              <a:xfrm>
                <a:off x="3552" y="2243"/>
                <a:ext cx="144" cy="240"/>
                <a:chOff x="1680" y="1296"/>
                <a:chExt cx="192" cy="240"/>
              </a:xfrm>
            </p:grpSpPr>
            <p:sp>
              <p:nvSpPr>
                <p:cNvPr id="56519" name="Line 141"/>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520" name="Line 142"/>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521" name="Line 143"/>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99" name="Group 148"/>
              <p:cNvGrpSpPr/>
              <p:nvPr/>
            </p:nvGrpSpPr>
            <p:grpSpPr>
              <a:xfrm>
                <a:off x="3552" y="2915"/>
                <a:ext cx="144" cy="240"/>
                <a:chOff x="1680" y="1296"/>
                <a:chExt cx="192" cy="240"/>
              </a:xfrm>
            </p:grpSpPr>
            <p:sp>
              <p:nvSpPr>
                <p:cNvPr id="56516" name="Line 149"/>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17" name="Line 150"/>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18" name="Line 151"/>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00" name="Group 152"/>
              <p:cNvGrpSpPr/>
              <p:nvPr/>
            </p:nvGrpSpPr>
            <p:grpSpPr>
              <a:xfrm>
                <a:off x="3552" y="3155"/>
                <a:ext cx="144" cy="240"/>
                <a:chOff x="1680" y="1296"/>
                <a:chExt cx="192" cy="240"/>
              </a:xfrm>
            </p:grpSpPr>
            <p:sp>
              <p:nvSpPr>
                <p:cNvPr id="56513" name="Line 153"/>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14" name="Line 154"/>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15" name="Line 155"/>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01" name="Group 156"/>
              <p:cNvGrpSpPr/>
              <p:nvPr/>
            </p:nvGrpSpPr>
            <p:grpSpPr>
              <a:xfrm>
                <a:off x="3552" y="3395"/>
                <a:ext cx="144" cy="240"/>
                <a:chOff x="1680" y="1296"/>
                <a:chExt cx="192" cy="240"/>
              </a:xfrm>
            </p:grpSpPr>
            <p:sp>
              <p:nvSpPr>
                <p:cNvPr id="56510" name="Line 157"/>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11" name="Line 158"/>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12" name="Line 159"/>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502" name="Group 160"/>
              <p:cNvGrpSpPr/>
              <p:nvPr/>
            </p:nvGrpSpPr>
            <p:grpSpPr>
              <a:xfrm>
                <a:off x="3552" y="3635"/>
                <a:ext cx="144" cy="240"/>
                <a:chOff x="1680" y="1296"/>
                <a:chExt cx="192" cy="240"/>
              </a:xfrm>
            </p:grpSpPr>
            <p:sp>
              <p:nvSpPr>
                <p:cNvPr id="56507" name="Line 161"/>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508" name="Line 162"/>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509" name="Line 163"/>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sp>
            <p:nvSpPr>
              <p:cNvPr id="56503" name="Text Box 164"/>
              <p:cNvSpPr txBox="1"/>
              <p:nvPr/>
            </p:nvSpPr>
            <p:spPr>
              <a:xfrm>
                <a:off x="2736" y="2496"/>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00CC00"/>
                    </a:solidFill>
                  </a:rPr>
                  <a:t>x</a:t>
                </a:r>
                <a:endParaRPr lang="en-US" altLang="zh-CN" sz="2800" dirty="0"/>
              </a:p>
            </p:txBody>
          </p:sp>
          <p:sp>
            <p:nvSpPr>
              <p:cNvPr id="56504" name="Line 165"/>
              <p:cNvSpPr/>
              <p:nvPr/>
            </p:nvSpPr>
            <p:spPr>
              <a:xfrm>
                <a:off x="3552" y="2736"/>
                <a:ext cx="336" cy="0"/>
              </a:xfrm>
              <a:prstGeom prst="line">
                <a:avLst/>
              </a:prstGeom>
              <a:ln w="19050" cap="flat" cmpd="sng">
                <a:solidFill>
                  <a:schemeClr val="tx2"/>
                </a:solidFill>
                <a:prstDash val="solid"/>
                <a:headEnd type="none" w="med" len="med"/>
                <a:tailEnd type="none" w="med" len="med"/>
              </a:ln>
            </p:spPr>
          </p:sp>
          <p:sp>
            <p:nvSpPr>
              <p:cNvPr id="56505" name="Line 166"/>
              <p:cNvSpPr/>
              <p:nvPr/>
            </p:nvSpPr>
            <p:spPr>
              <a:xfrm flipV="1">
                <a:off x="3888" y="1968"/>
                <a:ext cx="0" cy="768"/>
              </a:xfrm>
              <a:prstGeom prst="line">
                <a:avLst/>
              </a:prstGeom>
              <a:ln w="19050" cap="flat" cmpd="sng">
                <a:solidFill>
                  <a:schemeClr val="tx2"/>
                </a:solidFill>
                <a:prstDash val="solid"/>
                <a:headEnd type="none" w="med" len="med"/>
                <a:tailEnd type="none" w="med" len="med"/>
              </a:ln>
            </p:spPr>
          </p:sp>
          <p:sp>
            <p:nvSpPr>
              <p:cNvPr id="56506" name="Line 167"/>
              <p:cNvSpPr/>
              <p:nvPr/>
            </p:nvSpPr>
            <p:spPr>
              <a:xfrm flipH="1">
                <a:off x="3600" y="1968"/>
                <a:ext cx="288" cy="0"/>
              </a:xfrm>
              <a:prstGeom prst="line">
                <a:avLst/>
              </a:prstGeom>
              <a:ln w="19050" cap="flat" cmpd="sng">
                <a:solidFill>
                  <a:schemeClr val="tx2"/>
                </a:solidFill>
                <a:prstDash val="solid"/>
                <a:headEnd type="none" w="med" len="med"/>
                <a:tailEnd type="triangle" w="med" len="med"/>
              </a:ln>
            </p:spPr>
          </p:sp>
        </p:grpSp>
        <p:sp>
          <p:nvSpPr>
            <p:cNvPr id="56485" name="Text Box 399"/>
            <p:cNvSpPr txBox="1"/>
            <p:nvPr/>
          </p:nvSpPr>
          <p:spPr>
            <a:xfrm>
              <a:off x="3542" y="412"/>
              <a:ext cx="1610" cy="327"/>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FFFF66"/>
                  </a:solidFill>
                  <a:latin typeface="楷体_GB2312" pitchFamily="49" charset="-122"/>
                  <a:ea typeface="楷体_GB2312" pitchFamily="49" charset="-122"/>
                </a:rPr>
                <a:t>X</a:t>
              </a:r>
              <a:r>
                <a:rPr lang="zh-CN" altLang="zh-CN" sz="2800" dirty="0">
                  <a:solidFill>
                    <a:srgbClr val="FFFF66"/>
                  </a:solidFill>
                  <a:latin typeface="楷体_GB2312" pitchFamily="49" charset="-122"/>
                  <a:ea typeface="楷体_GB2312" pitchFamily="49" charset="-122"/>
                </a:rPr>
                <a:t>插入</a:t>
              </a:r>
              <a:r>
                <a:rPr lang="en-US" altLang="zh-CN" sz="2400" b="1" i="1" dirty="0">
                  <a:solidFill>
                    <a:srgbClr val="FFFF66"/>
                  </a:solidFill>
                  <a:latin typeface="楷体_GB2312" pitchFamily="49" charset="-122"/>
                  <a:ea typeface="楷体_GB2312" pitchFamily="49" charset="-122"/>
                </a:rPr>
                <a:t>a</a:t>
              </a:r>
              <a:r>
                <a:rPr lang="en-US" altLang="zh-CN" sz="2400" b="1" baseline="-25000" dirty="0">
                  <a:solidFill>
                    <a:srgbClr val="FFFF66"/>
                  </a:solidFill>
                  <a:latin typeface="楷体_GB2312" pitchFamily="49" charset="-122"/>
                  <a:ea typeface="楷体_GB2312" pitchFamily="49" charset="-122"/>
                </a:rPr>
                <a:t>3</a:t>
              </a:r>
              <a:r>
                <a:rPr lang="zh-CN" altLang="en-US" sz="2400" b="1" dirty="0">
                  <a:solidFill>
                    <a:srgbClr val="FFFF66"/>
                  </a:solidFill>
                  <a:latin typeface="楷体_GB2312" pitchFamily="49" charset="-122"/>
                  <a:ea typeface="楷体_GB2312" pitchFamily="49" charset="-122"/>
                </a:rPr>
                <a:t>和</a:t>
              </a:r>
              <a:r>
                <a:rPr lang="en-US" altLang="zh-CN" sz="2400" b="1" i="1" dirty="0">
                  <a:solidFill>
                    <a:srgbClr val="FFFF66"/>
                  </a:solidFill>
                  <a:latin typeface="楷体_GB2312" pitchFamily="49" charset="-122"/>
                  <a:ea typeface="楷体_GB2312" pitchFamily="49" charset="-122"/>
                </a:rPr>
                <a:t>a</a:t>
              </a:r>
              <a:r>
                <a:rPr lang="en-US" altLang="zh-CN" sz="2400" b="1" baseline="-25000" dirty="0">
                  <a:solidFill>
                    <a:srgbClr val="FFFF66"/>
                  </a:solidFill>
                  <a:latin typeface="楷体_GB2312" pitchFamily="49" charset="-122"/>
                  <a:ea typeface="楷体_GB2312" pitchFamily="49" charset="-122"/>
                </a:rPr>
                <a:t>4</a:t>
              </a:r>
              <a:r>
                <a:rPr lang="zh-CN" altLang="en-US" sz="2400" b="1" dirty="0">
                  <a:solidFill>
                    <a:srgbClr val="FFFF66"/>
                  </a:solidFill>
                  <a:latin typeface="楷体_GB2312" pitchFamily="49" charset="-122"/>
                  <a:ea typeface="楷体_GB2312" pitchFamily="49" charset="-122"/>
                </a:rPr>
                <a:t>之间</a:t>
              </a:r>
              <a:r>
                <a:rPr lang="zh-CN" altLang="en-US" sz="2400" b="1" baseline="-25000" dirty="0">
                  <a:solidFill>
                    <a:schemeClr val="tx2"/>
                  </a:solidFill>
                </a:rPr>
                <a:t> </a:t>
              </a:r>
              <a:endParaRPr lang="zh-CN" altLang="en-US" sz="2400" b="1" baseline="-25000" dirty="0">
                <a:solidFill>
                  <a:schemeClr val="tx2"/>
                </a:solidFill>
              </a:endParaRPr>
            </a:p>
          </p:txBody>
        </p:sp>
      </p:grpSp>
      <p:grpSp>
        <p:nvGrpSpPr>
          <p:cNvPr id="346517" name="Group 405"/>
          <p:cNvGrpSpPr/>
          <p:nvPr/>
        </p:nvGrpSpPr>
        <p:grpSpPr>
          <a:xfrm>
            <a:off x="2971800" y="685800"/>
            <a:ext cx="5257800" cy="5767388"/>
            <a:chOff x="1872" y="432"/>
            <a:chExt cx="3312" cy="3633"/>
          </a:xfrm>
        </p:grpSpPr>
        <p:grpSp>
          <p:nvGrpSpPr>
            <p:cNvPr id="56433" name="Group 221"/>
            <p:cNvGrpSpPr/>
            <p:nvPr/>
          </p:nvGrpSpPr>
          <p:grpSpPr>
            <a:xfrm>
              <a:off x="1872" y="1104"/>
              <a:ext cx="1920" cy="2961"/>
              <a:chOff x="3840" y="1056"/>
              <a:chExt cx="1920" cy="2961"/>
            </a:xfrm>
          </p:grpSpPr>
          <p:sp>
            <p:nvSpPr>
              <p:cNvPr id="56435" name="Text Box 170"/>
              <p:cNvSpPr txBox="1"/>
              <p:nvPr/>
            </p:nvSpPr>
            <p:spPr>
              <a:xfrm>
                <a:off x="4118" y="1056"/>
                <a:ext cx="11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zh-CN" sz="2400" dirty="0"/>
              </a:p>
            </p:txBody>
          </p:sp>
          <p:sp>
            <p:nvSpPr>
              <p:cNvPr id="56436" name="Text Box 171"/>
              <p:cNvSpPr txBox="1"/>
              <p:nvPr/>
            </p:nvSpPr>
            <p:spPr>
              <a:xfrm>
                <a:off x="4608" y="1091"/>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1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2</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4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5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6</a:t>
                </a:r>
                <a:endParaRPr lang="en-US" altLang="zh-CN" b="1" baseline="-25000" dirty="0">
                  <a:solidFill>
                    <a:schemeClr val="tx2"/>
                  </a:solidFill>
                </a:endParaRPr>
              </a:p>
            </p:txBody>
          </p:sp>
          <p:sp>
            <p:nvSpPr>
              <p:cNvPr id="56437" name="Text Box 172"/>
              <p:cNvSpPr txBox="1"/>
              <p:nvPr/>
            </p:nvSpPr>
            <p:spPr>
              <a:xfrm>
                <a:off x="5088" y="1139"/>
                <a:ext cx="244"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2</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7</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5</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6</a:t>
                </a:r>
                <a:endParaRPr lang="en-US" altLang="zh-CN" sz="2400" b="1" i="1" dirty="0">
                  <a:solidFill>
                    <a:schemeClr val="tx2"/>
                  </a:solidFill>
                </a:endParaRPr>
              </a:p>
              <a:p>
                <a:pPr marL="0" lvl="0" indent="0" eaLnBrk="1" hangingPunct="1">
                  <a:spcBef>
                    <a:spcPct val="0"/>
                  </a:spcBef>
                  <a:buNone/>
                </a:pPr>
                <a:r>
                  <a:rPr lang="en-US" altLang="zh-CN" sz="2400" b="1" i="1" dirty="0">
                    <a:solidFill>
                      <a:schemeClr val="accent1"/>
                    </a:solidFill>
                  </a:rPr>
                  <a:t>8</a:t>
                </a:r>
                <a:endParaRPr lang="en-US" altLang="zh-CN" b="1" baseline="-25000" dirty="0">
                  <a:solidFill>
                    <a:schemeClr val="tx2"/>
                  </a:solidFill>
                </a:endParaRPr>
              </a:p>
            </p:txBody>
          </p:sp>
          <p:sp>
            <p:nvSpPr>
              <p:cNvPr id="56438" name="Text Box 173"/>
              <p:cNvSpPr txBox="1"/>
              <p:nvPr/>
            </p:nvSpPr>
            <p:spPr>
              <a:xfrm>
                <a:off x="3840" y="1091"/>
                <a:ext cx="3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list</a:t>
                </a:r>
                <a:endParaRPr lang="en-US" altLang="zh-CN" sz="2800" dirty="0"/>
              </a:p>
            </p:txBody>
          </p:sp>
          <p:sp>
            <p:nvSpPr>
              <p:cNvPr id="56439" name="Line 174"/>
              <p:cNvSpPr/>
              <p:nvPr/>
            </p:nvSpPr>
            <p:spPr>
              <a:xfrm>
                <a:off x="4224" y="1283"/>
                <a:ext cx="144" cy="0"/>
              </a:xfrm>
              <a:prstGeom prst="line">
                <a:avLst/>
              </a:prstGeom>
              <a:ln w="28575" cap="flat" cmpd="sng">
                <a:solidFill>
                  <a:schemeClr val="tx2"/>
                </a:solidFill>
                <a:prstDash val="solid"/>
                <a:headEnd type="none" w="med" len="med"/>
                <a:tailEnd type="triangle" w="med" len="med"/>
              </a:ln>
            </p:spPr>
          </p:sp>
          <p:sp>
            <p:nvSpPr>
              <p:cNvPr id="56440" name="Text Box 175"/>
              <p:cNvSpPr txBox="1"/>
              <p:nvPr/>
            </p:nvSpPr>
            <p:spPr>
              <a:xfrm>
                <a:off x="3888" y="2928"/>
                <a:ext cx="304"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as</a:t>
                </a:r>
                <a:endParaRPr lang="en-US" altLang="zh-CN" sz="2800" dirty="0"/>
              </a:p>
            </p:txBody>
          </p:sp>
          <p:sp>
            <p:nvSpPr>
              <p:cNvPr id="56441" name="Line 176"/>
              <p:cNvSpPr/>
              <p:nvPr/>
            </p:nvSpPr>
            <p:spPr>
              <a:xfrm>
                <a:off x="4176" y="3120"/>
                <a:ext cx="192" cy="0"/>
              </a:xfrm>
              <a:prstGeom prst="line">
                <a:avLst/>
              </a:prstGeom>
              <a:ln w="28575" cap="flat" cmpd="sng">
                <a:solidFill>
                  <a:schemeClr val="tx2"/>
                </a:solidFill>
                <a:prstDash val="solid"/>
                <a:headEnd type="none" w="med" len="med"/>
                <a:tailEnd type="triangle" w="med" len="med"/>
              </a:ln>
            </p:spPr>
          </p:sp>
          <p:sp>
            <p:nvSpPr>
              <p:cNvPr id="56442" name="Text Box 177"/>
              <p:cNvSpPr txBox="1"/>
              <p:nvPr/>
            </p:nvSpPr>
            <p:spPr>
              <a:xfrm>
                <a:off x="5040" y="2579"/>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dirty="0">
                    <a:solidFill>
                      <a:schemeClr val="tx2"/>
                    </a:solidFill>
                  </a:rPr>
                  <a:t>4</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1"/>
                    </a:solidFill>
                  </a:rPr>
                  <a:t>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11</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12</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0</a:t>
                </a:r>
                <a:endParaRPr lang="en-US" altLang="zh-CN" sz="2400" dirty="0"/>
              </a:p>
            </p:txBody>
          </p:sp>
          <p:grpSp>
            <p:nvGrpSpPr>
              <p:cNvPr id="56443" name="Group 178"/>
              <p:cNvGrpSpPr/>
              <p:nvPr/>
            </p:nvGrpSpPr>
            <p:grpSpPr>
              <a:xfrm>
                <a:off x="5424" y="1283"/>
                <a:ext cx="144" cy="240"/>
                <a:chOff x="1680" y="1296"/>
                <a:chExt cx="192" cy="240"/>
              </a:xfrm>
            </p:grpSpPr>
            <p:sp>
              <p:nvSpPr>
                <p:cNvPr id="56481" name="Line 179"/>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82" name="Line 180"/>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83" name="Line 181"/>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44" name="Group 182"/>
              <p:cNvGrpSpPr/>
              <p:nvPr/>
            </p:nvGrpSpPr>
            <p:grpSpPr>
              <a:xfrm>
                <a:off x="5424" y="1523"/>
                <a:ext cx="144" cy="240"/>
                <a:chOff x="1680" y="1296"/>
                <a:chExt cx="192" cy="240"/>
              </a:xfrm>
            </p:grpSpPr>
            <p:sp>
              <p:nvSpPr>
                <p:cNvPr id="56478" name="Line 183"/>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79" name="Line 184"/>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80" name="Line 185"/>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45" name="Group 186"/>
              <p:cNvGrpSpPr/>
              <p:nvPr/>
            </p:nvGrpSpPr>
            <p:grpSpPr>
              <a:xfrm>
                <a:off x="5424" y="1763"/>
                <a:ext cx="240" cy="925"/>
                <a:chOff x="1680" y="1296"/>
                <a:chExt cx="192" cy="240"/>
              </a:xfrm>
            </p:grpSpPr>
            <p:sp>
              <p:nvSpPr>
                <p:cNvPr id="56475" name="Line 187"/>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76" name="Line 188"/>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77" name="Line 189"/>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46" name="Group 190"/>
              <p:cNvGrpSpPr/>
              <p:nvPr/>
            </p:nvGrpSpPr>
            <p:grpSpPr>
              <a:xfrm>
                <a:off x="5424" y="2003"/>
                <a:ext cx="144" cy="240"/>
                <a:chOff x="1680" y="1296"/>
                <a:chExt cx="192" cy="240"/>
              </a:xfrm>
            </p:grpSpPr>
            <p:sp>
              <p:nvSpPr>
                <p:cNvPr id="56472" name="Line 191"/>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73" name="Line 192"/>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74" name="Line 193"/>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47" name="Group 194"/>
              <p:cNvGrpSpPr/>
              <p:nvPr/>
            </p:nvGrpSpPr>
            <p:grpSpPr>
              <a:xfrm>
                <a:off x="5424" y="2243"/>
                <a:ext cx="144" cy="240"/>
                <a:chOff x="1680" y="1296"/>
                <a:chExt cx="192" cy="240"/>
              </a:xfrm>
            </p:grpSpPr>
            <p:sp>
              <p:nvSpPr>
                <p:cNvPr id="56469" name="Line 195"/>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70" name="Line 196"/>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71" name="Line 197"/>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448" name="Group 198"/>
              <p:cNvGrpSpPr/>
              <p:nvPr/>
            </p:nvGrpSpPr>
            <p:grpSpPr>
              <a:xfrm>
                <a:off x="5424" y="2496"/>
                <a:ext cx="144" cy="432"/>
                <a:chOff x="1680" y="1296"/>
                <a:chExt cx="192" cy="240"/>
              </a:xfrm>
            </p:grpSpPr>
            <p:sp>
              <p:nvSpPr>
                <p:cNvPr id="56466" name="Line 199"/>
                <p:cNvSpPr/>
                <p:nvPr/>
              </p:nvSpPr>
              <p:spPr>
                <a:xfrm>
                  <a:off x="1680" y="1296"/>
                  <a:ext cx="192" cy="48"/>
                </a:xfrm>
                <a:prstGeom prst="line">
                  <a:avLst/>
                </a:prstGeom>
                <a:ln w="19050" cap="flat" cmpd="sng">
                  <a:solidFill>
                    <a:schemeClr val="tx2"/>
                  </a:solidFill>
                  <a:prstDash val="solid"/>
                  <a:headEnd type="none" w="med" len="med"/>
                  <a:tailEnd type="none" w="med" len="med"/>
                </a:ln>
              </p:spPr>
            </p:sp>
            <p:sp>
              <p:nvSpPr>
                <p:cNvPr id="56467" name="Line 200"/>
                <p:cNvSpPr/>
                <p:nvPr/>
              </p:nvSpPr>
              <p:spPr>
                <a:xfrm>
                  <a:off x="1872" y="1344"/>
                  <a:ext cx="0" cy="144"/>
                </a:xfrm>
                <a:prstGeom prst="line">
                  <a:avLst/>
                </a:prstGeom>
                <a:ln w="19050" cap="flat" cmpd="sng">
                  <a:solidFill>
                    <a:schemeClr val="tx2"/>
                  </a:solidFill>
                  <a:prstDash val="solid"/>
                  <a:headEnd type="none" w="med" len="med"/>
                  <a:tailEnd type="none" w="med" len="med"/>
                </a:ln>
              </p:spPr>
            </p:sp>
            <p:sp>
              <p:nvSpPr>
                <p:cNvPr id="56468" name="Line 201"/>
                <p:cNvSpPr/>
                <p:nvPr/>
              </p:nvSpPr>
              <p:spPr>
                <a:xfrm flipH="1">
                  <a:off x="1728" y="1488"/>
                  <a:ext cx="144" cy="48"/>
                </a:xfrm>
                <a:prstGeom prst="line">
                  <a:avLst/>
                </a:prstGeom>
                <a:ln w="19050" cap="flat" cmpd="sng">
                  <a:solidFill>
                    <a:schemeClr val="tx2"/>
                  </a:solidFill>
                  <a:prstDash val="solid"/>
                  <a:headEnd type="none" w="med" len="med"/>
                  <a:tailEnd type="triangle" w="med" len="med"/>
                </a:ln>
              </p:spPr>
            </p:sp>
          </p:grpSp>
          <p:grpSp>
            <p:nvGrpSpPr>
              <p:cNvPr id="56449" name="Group 202"/>
              <p:cNvGrpSpPr/>
              <p:nvPr/>
            </p:nvGrpSpPr>
            <p:grpSpPr>
              <a:xfrm>
                <a:off x="5424" y="3155"/>
                <a:ext cx="144" cy="240"/>
                <a:chOff x="1680" y="1296"/>
                <a:chExt cx="192" cy="240"/>
              </a:xfrm>
            </p:grpSpPr>
            <p:sp>
              <p:nvSpPr>
                <p:cNvPr id="56463" name="Line 203"/>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464" name="Line 204"/>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465" name="Line 205"/>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450" name="Group 206"/>
              <p:cNvGrpSpPr/>
              <p:nvPr/>
            </p:nvGrpSpPr>
            <p:grpSpPr>
              <a:xfrm>
                <a:off x="5424" y="3395"/>
                <a:ext cx="144" cy="240"/>
                <a:chOff x="1680" y="1296"/>
                <a:chExt cx="192" cy="240"/>
              </a:xfrm>
            </p:grpSpPr>
            <p:sp>
              <p:nvSpPr>
                <p:cNvPr id="56460" name="Line 207"/>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461" name="Line 208"/>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462" name="Line 209"/>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451" name="Group 210"/>
              <p:cNvGrpSpPr/>
              <p:nvPr/>
            </p:nvGrpSpPr>
            <p:grpSpPr>
              <a:xfrm>
                <a:off x="5424" y="3635"/>
                <a:ext cx="144" cy="240"/>
                <a:chOff x="1680" y="1296"/>
                <a:chExt cx="192" cy="240"/>
              </a:xfrm>
            </p:grpSpPr>
            <p:sp>
              <p:nvSpPr>
                <p:cNvPr id="56457" name="Line 211"/>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458" name="Line 212"/>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459" name="Line 213"/>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sp>
            <p:nvSpPr>
              <p:cNvPr id="56452" name="Text Box 214"/>
              <p:cNvSpPr txBox="1"/>
              <p:nvPr/>
            </p:nvSpPr>
            <p:spPr>
              <a:xfrm>
                <a:off x="4608" y="2496"/>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x</a:t>
                </a:r>
                <a:endParaRPr lang="en-US" altLang="zh-CN" sz="2800" dirty="0"/>
              </a:p>
            </p:txBody>
          </p:sp>
          <p:sp>
            <p:nvSpPr>
              <p:cNvPr id="56453" name="Line 215"/>
              <p:cNvSpPr/>
              <p:nvPr/>
            </p:nvSpPr>
            <p:spPr>
              <a:xfrm>
                <a:off x="5424" y="2736"/>
                <a:ext cx="336" cy="0"/>
              </a:xfrm>
              <a:prstGeom prst="line">
                <a:avLst/>
              </a:prstGeom>
              <a:ln w="19050" cap="flat" cmpd="sng">
                <a:solidFill>
                  <a:srgbClr val="00CC00"/>
                </a:solidFill>
                <a:prstDash val="solid"/>
                <a:headEnd type="none" w="med" len="med"/>
                <a:tailEnd type="none" w="med" len="med"/>
              </a:ln>
            </p:spPr>
          </p:sp>
          <p:sp>
            <p:nvSpPr>
              <p:cNvPr id="56454" name="Line 216"/>
              <p:cNvSpPr/>
              <p:nvPr/>
            </p:nvSpPr>
            <p:spPr>
              <a:xfrm flipV="1">
                <a:off x="5760" y="1968"/>
                <a:ext cx="0" cy="768"/>
              </a:xfrm>
              <a:prstGeom prst="line">
                <a:avLst/>
              </a:prstGeom>
              <a:ln w="19050" cap="flat" cmpd="sng">
                <a:solidFill>
                  <a:srgbClr val="00CC00"/>
                </a:solidFill>
                <a:prstDash val="solid"/>
                <a:headEnd type="none" w="med" len="med"/>
                <a:tailEnd type="none" w="med" len="med"/>
              </a:ln>
            </p:spPr>
          </p:sp>
          <p:sp>
            <p:nvSpPr>
              <p:cNvPr id="56455" name="Line 217"/>
              <p:cNvSpPr/>
              <p:nvPr/>
            </p:nvSpPr>
            <p:spPr>
              <a:xfrm flipH="1">
                <a:off x="5472" y="1968"/>
                <a:ext cx="288" cy="0"/>
              </a:xfrm>
              <a:prstGeom prst="line">
                <a:avLst/>
              </a:prstGeom>
              <a:ln w="19050" cap="flat" cmpd="sng">
                <a:solidFill>
                  <a:srgbClr val="00CC00"/>
                </a:solidFill>
                <a:prstDash val="solid"/>
                <a:headEnd type="none" w="med" len="med"/>
                <a:tailEnd type="triangle" w="med" len="med"/>
              </a:ln>
            </p:spPr>
          </p:sp>
          <p:sp>
            <p:nvSpPr>
              <p:cNvPr id="56456" name="Text Box 218"/>
              <p:cNvSpPr txBox="1"/>
              <p:nvPr/>
            </p:nvSpPr>
            <p:spPr>
              <a:xfrm>
                <a:off x="4646" y="2730"/>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00CC00"/>
                    </a:solidFill>
                  </a:rPr>
                  <a:t>y</a:t>
                </a:r>
                <a:endParaRPr lang="en-US" altLang="zh-CN" sz="2800" dirty="0"/>
              </a:p>
            </p:txBody>
          </p:sp>
        </p:grpSp>
        <p:sp>
          <p:nvSpPr>
            <p:cNvPr id="56434" name="Text Box 400"/>
            <p:cNvSpPr txBox="1"/>
            <p:nvPr/>
          </p:nvSpPr>
          <p:spPr>
            <a:xfrm>
              <a:off x="3552" y="432"/>
              <a:ext cx="1632" cy="327"/>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800" dirty="0">
                  <a:solidFill>
                    <a:srgbClr val="FFFF66"/>
                  </a:solidFill>
                  <a:latin typeface="楷体_GB2312" pitchFamily="49" charset="-122"/>
                  <a:ea typeface="楷体_GB2312" pitchFamily="49" charset="-122"/>
                </a:rPr>
                <a:t>X</a:t>
              </a:r>
              <a:r>
                <a:rPr lang="zh-CN" altLang="zh-CN" sz="2800" dirty="0">
                  <a:solidFill>
                    <a:srgbClr val="FFFF66"/>
                  </a:solidFill>
                  <a:latin typeface="楷体_GB2312" pitchFamily="49" charset="-122"/>
                  <a:ea typeface="楷体_GB2312" pitchFamily="49" charset="-122"/>
                </a:rPr>
                <a:t>插入</a:t>
              </a:r>
              <a:r>
                <a:rPr lang="en-US" altLang="zh-CN" sz="2400" b="1" i="1" dirty="0">
                  <a:solidFill>
                    <a:srgbClr val="FFFF66"/>
                  </a:solidFill>
                  <a:latin typeface="楷体_GB2312" pitchFamily="49" charset="-122"/>
                  <a:ea typeface="楷体_GB2312" pitchFamily="49" charset="-122"/>
                </a:rPr>
                <a:t>a</a:t>
              </a:r>
              <a:r>
                <a:rPr lang="en-US" altLang="zh-CN" sz="2400" b="1" baseline="-25000" dirty="0">
                  <a:solidFill>
                    <a:srgbClr val="FFFF66"/>
                  </a:solidFill>
                  <a:latin typeface="楷体_GB2312" pitchFamily="49" charset="-122"/>
                  <a:ea typeface="楷体_GB2312" pitchFamily="49" charset="-122"/>
                </a:rPr>
                <a:t>6</a:t>
              </a:r>
              <a:r>
                <a:rPr lang="zh-CN" altLang="en-US" sz="2400" b="1" dirty="0">
                  <a:solidFill>
                    <a:srgbClr val="FFFF66"/>
                  </a:solidFill>
                  <a:latin typeface="楷体_GB2312" pitchFamily="49" charset="-122"/>
                  <a:ea typeface="楷体_GB2312" pitchFamily="49" charset="-122"/>
                </a:rPr>
                <a:t>之后</a:t>
              </a:r>
              <a:endParaRPr lang="zh-CN" altLang="en-US" sz="2400" b="1" baseline="-25000" dirty="0">
                <a:solidFill>
                  <a:schemeClr val="tx2"/>
                </a:solidFill>
              </a:endParaRPr>
            </a:p>
          </p:txBody>
        </p:sp>
      </p:grpSp>
      <p:grpSp>
        <p:nvGrpSpPr>
          <p:cNvPr id="346518" name="Group 406"/>
          <p:cNvGrpSpPr/>
          <p:nvPr/>
        </p:nvGrpSpPr>
        <p:grpSpPr>
          <a:xfrm>
            <a:off x="2971800" y="685800"/>
            <a:ext cx="5257800" cy="5788025"/>
            <a:chOff x="1872" y="432"/>
            <a:chExt cx="3312" cy="3646"/>
          </a:xfrm>
        </p:grpSpPr>
        <p:grpSp>
          <p:nvGrpSpPr>
            <p:cNvPr id="56383" name="Group 272"/>
            <p:cNvGrpSpPr/>
            <p:nvPr/>
          </p:nvGrpSpPr>
          <p:grpSpPr>
            <a:xfrm>
              <a:off x="1872" y="1152"/>
              <a:ext cx="1920" cy="2926"/>
              <a:chOff x="3744" y="1091"/>
              <a:chExt cx="1920" cy="2926"/>
            </a:xfrm>
          </p:grpSpPr>
          <p:sp>
            <p:nvSpPr>
              <p:cNvPr id="56385" name="Text Box 224"/>
              <p:cNvSpPr txBox="1"/>
              <p:nvPr/>
            </p:nvSpPr>
            <p:spPr>
              <a:xfrm>
                <a:off x="4512" y="1091"/>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1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bg1"/>
                    </a:solidFill>
                  </a:rPr>
                  <a:t>a</a:t>
                </a:r>
                <a:r>
                  <a:rPr lang="en-US" altLang="zh-CN" sz="2400" b="1" baseline="-25000" dirty="0">
                    <a:solidFill>
                      <a:schemeClr val="bg1"/>
                    </a:solidFill>
                  </a:rPr>
                  <a:t>2</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4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5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6</a:t>
                </a:r>
                <a:endParaRPr lang="en-US" altLang="zh-CN" b="1" baseline="-25000" dirty="0">
                  <a:solidFill>
                    <a:schemeClr val="tx2"/>
                  </a:solidFill>
                </a:endParaRPr>
              </a:p>
            </p:txBody>
          </p:sp>
          <p:sp>
            <p:nvSpPr>
              <p:cNvPr id="56386" name="Text Box 225"/>
              <p:cNvSpPr txBox="1"/>
              <p:nvPr/>
            </p:nvSpPr>
            <p:spPr>
              <a:xfrm>
                <a:off x="4992" y="1139"/>
                <a:ext cx="244"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accent1"/>
                    </a:solidFill>
                  </a:rPr>
                  <a:t>3</a:t>
                </a:r>
                <a:r>
                  <a:rPr lang="en-US" altLang="zh-CN" sz="2400" b="1" baseline="-25000" dirty="0">
                    <a:solidFill>
                      <a:schemeClr val="accent1"/>
                    </a:solidFill>
                  </a:rPr>
                  <a:t> </a:t>
                </a:r>
                <a:endParaRPr lang="en-US" altLang="zh-CN" sz="2400" b="1" baseline="-25000" dirty="0">
                  <a:solidFill>
                    <a:schemeClr val="accent1"/>
                  </a:solidFill>
                </a:endParaRPr>
              </a:p>
              <a:p>
                <a:pPr marL="0" lvl="0" indent="0" eaLnBrk="1" hangingPunct="1">
                  <a:spcBef>
                    <a:spcPct val="0"/>
                  </a:spcBef>
                  <a:buNone/>
                </a:pPr>
                <a:r>
                  <a:rPr lang="en-US" altLang="zh-CN" sz="2400" b="1" i="1" dirty="0">
                    <a:solidFill>
                      <a:schemeClr val="accent1"/>
                    </a:solidFill>
                  </a:rPr>
                  <a:t>9</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7</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5</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6</a:t>
                </a:r>
                <a:endParaRPr lang="en-US" altLang="zh-CN" sz="2400" b="1" i="1" dirty="0">
                  <a:solidFill>
                    <a:schemeClr val="tx2"/>
                  </a:solidFill>
                </a:endParaRPr>
              </a:p>
              <a:p>
                <a:pPr marL="0" lvl="0" indent="0" eaLnBrk="1" hangingPunct="1">
                  <a:spcBef>
                    <a:spcPct val="0"/>
                  </a:spcBef>
                  <a:buNone/>
                </a:pPr>
                <a:r>
                  <a:rPr lang="en-US" altLang="zh-CN" sz="2400" b="1" i="1" dirty="0">
                    <a:solidFill>
                      <a:schemeClr val="tx2"/>
                    </a:solidFill>
                  </a:rPr>
                  <a:t>8</a:t>
                </a:r>
                <a:endParaRPr lang="en-US" altLang="zh-CN" b="1" baseline="-25000" dirty="0">
                  <a:solidFill>
                    <a:schemeClr val="tx2"/>
                  </a:solidFill>
                </a:endParaRPr>
              </a:p>
            </p:txBody>
          </p:sp>
          <p:sp>
            <p:nvSpPr>
              <p:cNvPr id="56387" name="Text Box 226"/>
              <p:cNvSpPr txBox="1"/>
              <p:nvPr/>
            </p:nvSpPr>
            <p:spPr>
              <a:xfrm>
                <a:off x="3744" y="1091"/>
                <a:ext cx="3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list</a:t>
                </a:r>
                <a:endParaRPr lang="en-US" altLang="zh-CN" sz="2800" dirty="0"/>
              </a:p>
            </p:txBody>
          </p:sp>
          <p:sp>
            <p:nvSpPr>
              <p:cNvPr id="56388" name="Line 227"/>
              <p:cNvSpPr/>
              <p:nvPr/>
            </p:nvSpPr>
            <p:spPr>
              <a:xfrm>
                <a:off x="4128" y="1283"/>
                <a:ext cx="144" cy="0"/>
              </a:xfrm>
              <a:prstGeom prst="line">
                <a:avLst/>
              </a:prstGeom>
              <a:ln w="28575" cap="flat" cmpd="sng">
                <a:solidFill>
                  <a:schemeClr val="tx2"/>
                </a:solidFill>
                <a:prstDash val="solid"/>
                <a:headEnd type="none" w="med" len="med"/>
                <a:tailEnd type="triangle" w="med" len="med"/>
              </a:ln>
            </p:spPr>
          </p:sp>
          <p:sp>
            <p:nvSpPr>
              <p:cNvPr id="56389" name="Text Box 228"/>
              <p:cNvSpPr txBox="1"/>
              <p:nvPr/>
            </p:nvSpPr>
            <p:spPr>
              <a:xfrm>
                <a:off x="3792" y="1344"/>
                <a:ext cx="304"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as</a:t>
                </a:r>
                <a:endParaRPr lang="en-US" altLang="zh-CN" sz="2800" dirty="0"/>
              </a:p>
            </p:txBody>
          </p:sp>
          <p:sp>
            <p:nvSpPr>
              <p:cNvPr id="56390" name="Line 229"/>
              <p:cNvSpPr/>
              <p:nvPr/>
            </p:nvSpPr>
            <p:spPr>
              <a:xfrm>
                <a:off x="4080" y="1536"/>
                <a:ext cx="192" cy="0"/>
              </a:xfrm>
              <a:prstGeom prst="line">
                <a:avLst/>
              </a:prstGeom>
              <a:ln w="28575" cap="flat" cmpd="sng">
                <a:solidFill>
                  <a:schemeClr val="tx2"/>
                </a:solidFill>
                <a:prstDash val="solid"/>
                <a:headEnd type="none" w="med" len="med"/>
                <a:tailEnd type="triangle" w="med" len="med"/>
              </a:ln>
            </p:spPr>
          </p:sp>
          <p:sp>
            <p:nvSpPr>
              <p:cNvPr id="56391" name="Text Box 230"/>
              <p:cNvSpPr txBox="1"/>
              <p:nvPr/>
            </p:nvSpPr>
            <p:spPr>
              <a:xfrm>
                <a:off x="4944" y="2579"/>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dirty="0">
                    <a:solidFill>
                      <a:schemeClr val="tx2"/>
                    </a:solidFill>
                  </a:rPr>
                  <a:t>4</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tx2"/>
                    </a:solidFill>
                  </a:rPr>
                  <a:t>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11</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12</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0</a:t>
                </a:r>
                <a:endParaRPr lang="en-US" altLang="zh-CN" sz="2400" dirty="0"/>
              </a:p>
            </p:txBody>
          </p:sp>
          <p:grpSp>
            <p:nvGrpSpPr>
              <p:cNvPr id="56392" name="Group 231"/>
              <p:cNvGrpSpPr/>
              <p:nvPr/>
            </p:nvGrpSpPr>
            <p:grpSpPr>
              <a:xfrm>
                <a:off x="5328" y="1283"/>
                <a:ext cx="144" cy="445"/>
                <a:chOff x="1680" y="1296"/>
                <a:chExt cx="192" cy="240"/>
              </a:xfrm>
            </p:grpSpPr>
            <p:sp>
              <p:nvSpPr>
                <p:cNvPr id="56430" name="Line 232"/>
                <p:cNvSpPr/>
                <p:nvPr/>
              </p:nvSpPr>
              <p:spPr>
                <a:xfrm>
                  <a:off x="1680" y="1296"/>
                  <a:ext cx="192" cy="48"/>
                </a:xfrm>
                <a:prstGeom prst="line">
                  <a:avLst/>
                </a:prstGeom>
                <a:ln w="19050" cap="flat" cmpd="sng">
                  <a:solidFill>
                    <a:schemeClr val="tx2"/>
                  </a:solidFill>
                  <a:prstDash val="solid"/>
                  <a:headEnd type="none" w="med" len="med"/>
                  <a:tailEnd type="none" w="med" len="med"/>
                </a:ln>
              </p:spPr>
            </p:sp>
            <p:sp>
              <p:nvSpPr>
                <p:cNvPr id="56431" name="Line 233"/>
                <p:cNvSpPr/>
                <p:nvPr/>
              </p:nvSpPr>
              <p:spPr>
                <a:xfrm>
                  <a:off x="1872" y="1344"/>
                  <a:ext cx="0" cy="144"/>
                </a:xfrm>
                <a:prstGeom prst="line">
                  <a:avLst/>
                </a:prstGeom>
                <a:ln w="19050" cap="flat" cmpd="sng">
                  <a:solidFill>
                    <a:schemeClr val="tx2"/>
                  </a:solidFill>
                  <a:prstDash val="solid"/>
                  <a:headEnd type="none" w="med" len="med"/>
                  <a:tailEnd type="none" w="med" len="med"/>
                </a:ln>
              </p:spPr>
            </p:sp>
            <p:sp>
              <p:nvSpPr>
                <p:cNvPr id="56432" name="Line 234"/>
                <p:cNvSpPr/>
                <p:nvPr/>
              </p:nvSpPr>
              <p:spPr>
                <a:xfrm flipH="1">
                  <a:off x="1728" y="1488"/>
                  <a:ext cx="144" cy="48"/>
                </a:xfrm>
                <a:prstGeom prst="line">
                  <a:avLst/>
                </a:prstGeom>
                <a:ln w="19050" cap="flat" cmpd="sng">
                  <a:solidFill>
                    <a:schemeClr val="tx2"/>
                  </a:solidFill>
                  <a:prstDash val="solid"/>
                  <a:headEnd type="none" w="med" len="med"/>
                  <a:tailEnd type="triangle" w="med" len="med"/>
                </a:ln>
              </p:spPr>
            </p:sp>
          </p:grpSp>
          <p:grpSp>
            <p:nvGrpSpPr>
              <p:cNvPr id="56393" name="Group 235"/>
              <p:cNvGrpSpPr/>
              <p:nvPr/>
            </p:nvGrpSpPr>
            <p:grpSpPr>
              <a:xfrm>
                <a:off x="5280" y="1523"/>
                <a:ext cx="336" cy="1645"/>
                <a:chOff x="1680" y="1296"/>
                <a:chExt cx="192" cy="240"/>
              </a:xfrm>
            </p:grpSpPr>
            <p:sp>
              <p:nvSpPr>
                <p:cNvPr id="56427" name="Line 236"/>
                <p:cNvSpPr/>
                <p:nvPr/>
              </p:nvSpPr>
              <p:spPr>
                <a:xfrm>
                  <a:off x="1680" y="1296"/>
                  <a:ext cx="192" cy="48"/>
                </a:xfrm>
                <a:prstGeom prst="line">
                  <a:avLst/>
                </a:prstGeom>
                <a:ln w="19050" cap="flat" cmpd="sng">
                  <a:solidFill>
                    <a:schemeClr val="tx2"/>
                  </a:solidFill>
                  <a:prstDash val="solid"/>
                  <a:headEnd type="none" w="med" len="med"/>
                  <a:tailEnd type="none" w="med" len="med"/>
                </a:ln>
              </p:spPr>
            </p:sp>
            <p:sp>
              <p:nvSpPr>
                <p:cNvPr id="56428" name="Line 237"/>
                <p:cNvSpPr/>
                <p:nvPr/>
              </p:nvSpPr>
              <p:spPr>
                <a:xfrm>
                  <a:off x="1872" y="1344"/>
                  <a:ext cx="0" cy="144"/>
                </a:xfrm>
                <a:prstGeom prst="line">
                  <a:avLst/>
                </a:prstGeom>
                <a:ln w="19050" cap="flat" cmpd="sng">
                  <a:solidFill>
                    <a:schemeClr val="tx2"/>
                  </a:solidFill>
                  <a:prstDash val="solid"/>
                  <a:headEnd type="none" w="med" len="med"/>
                  <a:tailEnd type="none" w="med" len="med"/>
                </a:ln>
              </p:spPr>
            </p:sp>
            <p:sp>
              <p:nvSpPr>
                <p:cNvPr id="56429" name="Line 238"/>
                <p:cNvSpPr/>
                <p:nvPr/>
              </p:nvSpPr>
              <p:spPr>
                <a:xfrm flipH="1">
                  <a:off x="1728" y="1488"/>
                  <a:ext cx="144" cy="48"/>
                </a:xfrm>
                <a:prstGeom prst="line">
                  <a:avLst/>
                </a:prstGeom>
                <a:ln w="19050" cap="flat" cmpd="sng">
                  <a:solidFill>
                    <a:schemeClr val="tx2"/>
                  </a:solidFill>
                  <a:prstDash val="solid"/>
                  <a:headEnd type="none" w="med" len="med"/>
                  <a:tailEnd type="triangle" w="med" len="med"/>
                </a:ln>
              </p:spPr>
            </p:sp>
          </p:grpSp>
          <p:grpSp>
            <p:nvGrpSpPr>
              <p:cNvPr id="56394" name="Group 239"/>
              <p:cNvGrpSpPr/>
              <p:nvPr/>
            </p:nvGrpSpPr>
            <p:grpSpPr>
              <a:xfrm>
                <a:off x="5328" y="1763"/>
                <a:ext cx="240" cy="925"/>
                <a:chOff x="1680" y="1296"/>
                <a:chExt cx="192" cy="240"/>
              </a:xfrm>
            </p:grpSpPr>
            <p:sp>
              <p:nvSpPr>
                <p:cNvPr id="56424" name="Line 240"/>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25" name="Line 241"/>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26" name="Line 242"/>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95" name="Group 243"/>
              <p:cNvGrpSpPr/>
              <p:nvPr/>
            </p:nvGrpSpPr>
            <p:grpSpPr>
              <a:xfrm>
                <a:off x="5328" y="2003"/>
                <a:ext cx="144" cy="240"/>
                <a:chOff x="1680" y="1296"/>
                <a:chExt cx="192" cy="240"/>
              </a:xfrm>
            </p:grpSpPr>
            <p:sp>
              <p:nvSpPr>
                <p:cNvPr id="56421" name="Line 244"/>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22" name="Line 245"/>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23" name="Line 246"/>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96" name="Group 247"/>
              <p:cNvGrpSpPr/>
              <p:nvPr/>
            </p:nvGrpSpPr>
            <p:grpSpPr>
              <a:xfrm>
                <a:off x="5328" y="2243"/>
                <a:ext cx="144" cy="240"/>
                <a:chOff x="1680" y="1296"/>
                <a:chExt cx="192" cy="240"/>
              </a:xfrm>
            </p:grpSpPr>
            <p:sp>
              <p:nvSpPr>
                <p:cNvPr id="56418" name="Line 248"/>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19" name="Line 249"/>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20" name="Line 250"/>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97" name="Group 251"/>
              <p:cNvGrpSpPr/>
              <p:nvPr/>
            </p:nvGrpSpPr>
            <p:grpSpPr>
              <a:xfrm>
                <a:off x="5328" y="2496"/>
                <a:ext cx="144" cy="432"/>
                <a:chOff x="1680" y="1296"/>
                <a:chExt cx="192" cy="240"/>
              </a:xfrm>
            </p:grpSpPr>
            <p:sp>
              <p:nvSpPr>
                <p:cNvPr id="56415" name="Line 252"/>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416" name="Line 253"/>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417" name="Line 254"/>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98" name="Group 255"/>
              <p:cNvGrpSpPr/>
              <p:nvPr/>
            </p:nvGrpSpPr>
            <p:grpSpPr>
              <a:xfrm>
                <a:off x="5328" y="3155"/>
                <a:ext cx="144" cy="240"/>
                <a:chOff x="1680" y="1296"/>
                <a:chExt cx="192" cy="240"/>
              </a:xfrm>
            </p:grpSpPr>
            <p:sp>
              <p:nvSpPr>
                <p:cNvPr id="56412" name="Line 256"/>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413" name="Line 257"/>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414" name="Line 258"/>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399" name="Group 259"/>
              <p:cNvGrpSpPr/>
              <p:nvPr/>
            </p:nvGrpSpPr>
            <p:grpSpPr>
              <a:xfrm>
                <a:off x="5328" y="3395"/>
                <a:ext cx="144" cy="240"/>
                <a:chOff x="1680" y="1296"/>
                <a:chExt cx="192" cy="240"/>
              </a:xfrm>
            </p:grpSpPr>
            <p:sp>
              <p:nvSpPr>
                <p:cNvPr id="56409" name="Line 260"/>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410" name="Line 261"/>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411" name="Line 262"/>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400" name="Group 263"/>
              <p:cNvGrpSpPr/>
              <p:nvPr/>
            </p:nvGrpSpPr>
            <p:grpSpPr>
              <a:xfrm>
                <a:off x="5328" y="3635"/>
                <a:ext cx="144" cy="240"/>
                <a:chOff x="1680" y="1296"/>
                <a:chExt cx="192" cy="240"/>
              </a:xfrm>
            </p:grpSpPr>
            <p:sp>
              <p:nvSpPr>
                <p:cNvPr id="56406" name="Line 264"/>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407" name="Line 265"/>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408" name="Line 266"/>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sp>
            <p:nvSpPr>
              <p:cNvPr id="56401" name="Text Box 267"/>
              <p:cNvSpPr txBox="1"/>
              <p:nvPr/>
            </p:nvSpPr>
            <p:spPr>
              <a:xfrm>
                <a:off x="4512" y="2496"/>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x</a:t>
                </a:r>
                <a:endParaRPr lang="en-US" altLang="zh-CN" sz="2800" dirty="0"/>
              </a:p>
            </p:txBody>
          </p:sp>
          <p:sp>
            <p:nvSpPr>
              <p:cNvPr id="56402" name="Line 268"/>
              <p:cNvSpPr/>
              <p:nvPr/>
            </p:nvSpPr>
            <p:spPr>
              <a:xfrm>
                <a:off x="5328" y="2736"/>
                <a:ext cx="336" cy="0"/>
              </a:xfrm>
              <a:prstGeom prst="line">
                <a:avLst/>
              </a:prstGeom>
              <a:ln w="19050" cap="flat" cmpd="sng">
                <a:solidFill>
                  <a:srgbClr val="00CC00"/>
                </a:solidFill>
                <a:prstDash val="solid"/>
                <a:headEnd type="none" w="med" len="med"/>
                <a:tailEnd type="none" w="med" len="med"/>
              </a:ln>
            </p:spPr>
          </p:sp>
          <p:sp>
            <p:nvSpPr>
              <p:cNvPr id="56403" name="Line 269"/>
              <p:cNvSpPr/>
              <p:nvPr/>
            </p:nvSpPr>
            <p:spPr>
              <a:xfrm flipV="1">
                <a:off x="5664" y="1968"/>
                <a:ext cx="0" cy="768"/>
              </a:xfrm>
              <a:prstGeom prst="line">
                <a:avLst/>
              </a:prstGeom>
              <a:ln w="19050" cap="flat" cmpd="sng">
                <a:solidFill>
                  <a:srgbClr val="00CC00"/>
                </a:solidFill>
                <a:prstDash val="solid"/>
                <a:headEnd type="none" w="med" len="med"/>
                <a:tailEnd type="none" w="med" len="med"/>
              </a:ln>
            </p:spPr>
          </p:sp>
          <p:sp>
            <p:nvSpPr>
              <p:cNvPr id="56404" name="Line 270"/>
              <p:cNvSpPr/>
              <p:nvPr/>
            </p:nvSpPr>
            <p:spPr>
              <a:xfrm flipH="1">
                <a:off x="5376" y="1968"/>
                <a:ext cx="288" cy="0"/>
              </a:xfrm>
              <a:prstGeom prst="line">
                <a:avLst/>
              </a:prstGeom>
              <a:ln w="19050" cap="flat" cmpd="sng">
                <a:solidFill>
                  <a:srgbClr val="00CC00"/>
                </a:solidFill>
                <a:prstDash val="solid"/>
                <a:headEnd type="none" w="med" len="med"/>
                <a:tailEnd type="triangle" w="med" len="med"/>
              </a:ln>
            </p:spPr>
          </p:sp>
          <p:sp>
            <p:nvSpPr>
              <p:cNvPr id="56405" name="Text Box 271"/>
              <p:cNvSpPr txBox="1"/>
              <p:nvPr/>
            </p:nvSpPr>
            <p:spPr>
              <a:xfrm>
                <a:off x="4550" y="2730"/>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y</a:t>
                </a:r>
                <a:endParaRPr lang="en-US" altLang="zh-CN" sz="2800" dirty="0"/>
              </a:p>
            </p:txBody>
          </p:sp>
        </p:grpSp>
        <p:sp>
          <p:nvSpPr>
            <p:cNvPr id="56384" name="Text Box 401"/>
            <p:cNvSpPr txBox="1"/>
            <p:nvPr/>
          </p:nvSpPr>
          <p:spPr>
            <a:xfrm>
              <a:off x="3552" y="432"/>
              <a:ext cx="1632" cy="327"/>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800" dirty="0">
                  <a:solidFill>
                    <a:srgbClr val="FFFF66"/>
                  </a:solidFill>
                  <a:latin typeface="楷体_GB2312" pitchFamily="49" charset="-122"/>
                  <a:ea typeface="楷体_GB2312" pitchFamily="49" charset="-122"/>
                </a:rPr>
                <a:t>删除</a:t>
              </a:r>
              <a:r>
                <a:rPr lang="en-US" altLang="zh-CN" sz="2400" b="1" i="1" dirty="0">
                  <a:solidFill>
                    <a:srgbClr val="FFFF66"/>
                  </a:solidFill>
                  <a:latin typeface="楷体_GB2312" pitchFamily="49" charset="-122"/>
                  <a:ea typeface="楷体_GB2312" pitchFamily="49" charset="-122"/>
                </a:rPr>
                <a:t>a</a:t>
              </a:r>
              <a:r>
                <a:rPr lang="en-US" altLang="zh-CN" sz="2400" b="1" baseline="-25000" dirty="0">
                  <a:solidFill>
                    <a:srgbClr val="FFFF66"/>
                  </a:solidFill>
                  <a:latin typeface="楷体_GB2312" pitchFamily="49" charset="-122"/>
                  <a:ea typeface="楷体_GB2312" pitchFamily="49" charset="-122"/>
                </a:rPr>
                <a:t>2</a:t>
              </a:r>
              <a:endParaRPr lang="en-US" altLang="zh-CN" sz="2400" b="1" baseline="-25000" dirty="0">
                <a:solidFill>
                  <a:schemeClr val="tx2"/>
                </a:solidFill>
              </a:endParaRPr>
            </a:p>
          </p:txBody>
        </p:sp>
      </p:grpSp>
      <p:grpSp>
        <p:nvGrpSpPr>
          <p:cNvPr id="346519" name="Group 407"/>
          <p:cNvGrpSpPr/>
          <p:nvPr/>
        </p:nvGrpSpPr>
        <p:grpSpPr>
          <a:xfrm>
            <a:off x="2971800" y="685800"/>
            <a:ext cx="5257800" cy="5788025"/>
            <a:chOff x="1872" y="432"/>
            <a:chExt cx="3312" cy="3646"/>
          </a:xfrm>
        </p:grpSpPr>
        <p:grpSp>
          <p:nvGrpSpPr>
            <p:cNvPr id="56334" name="Group 398"/>
            <p:cNvGrpSpPr/>
            <p:nvPr/>
          </p:nvGrpSpPr>
          <p:grpSpPr>
            <a:xfrm>
              <a:off x="1872" y="1152"/>
              <a:ext cx="1968" cy="2926"/>
              <a:chOff x="3648" y="1104"/>
              <a:chExt cx="1968" cy="2926"/>
            </a:xfrm>
          </p:grpSpPr>
          <p:sp>
            <p:nvSpPr>
              <p:cNvPr id="56336" name="Text Box 347"/>
              <p:cNvSpPr txBox="1"/>
              <p:nvPr/>
            </p:nvSpPr>
            <p:spPr>
              <a:xfrm>
                <a:off x="4416" y="1104"/>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1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bg1"/>
                    </a:solidFill>
                  </a:rPr>
                  <a:t>a</a:t>
                </a:r>
                <a:r>
                  <a:rPr lang="en-US" altLang="zh-CN" sz="2400" b="1" baseline="-25000" dirty="0">
                    <a:solidFill>
                      <a:schemeClr val="bg1"/>
                    </a:solidFill>
                  </a:rPr>
                  <a:t>2</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3</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4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a</a:t>
                </a:r>
                <a:r>
                  <a:rPr lang="en-US" altLang="zh-CN" sz="2400" b="1" baseline="-25000" dirty="0">
                    <a:solidFill>
                      <a:schemeClr val="tx2"/>
                    </a:solidFill>
                  </a:rPr>
                  <a:t>5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bg1"/>
                    </a:solidFill>
                  </a:rPr>
                  <a:t>a</a:t>
                </a:r>
                <a:r>
                  <a:rPr lang="en-US" altLang="zh-CN" sz="2400" b="1" baseline="-25000" dirty="0">
                    <a:solidFill>
                      <a:schemeClr val="bg1"/>
                    </a:solidFill>
                  </a:rPr>
                  <a:t>6</a:t>
                </a:r>
                <a:endParaRPr lang="en-US" altLang="zh-CN" b="1" baseline="-25000" dirty="0">
                  <a:solidFill>
                    <a:schemeClr val="tx2"/>
                  </a:solidFill>
                </a:endParaRPr>
              </a:p>
            </p:txBody>
          </p:sp>
          <p:sp>
            <p:nvSpPr>
              <p:cNvPr id="56337" name="Text Box 348"/>
              <p:cNvSpPr txBox="1"/>
              <p:nvPr/>
            </p:nvSpPr>
            <p:spPr>
              <a:xfrm>
                <a:off x="4896" y="1152"/>
                <a:ext cx="244"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i="1" dirty="0">
                    <a:solidFill>
                      <a:schemeClr val="tx2"/>
                    </a:solidFill>
                  </a:rPr>
                  <a:t>3</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9</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7</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tx2"/>
                    </a:solidFill>
                  </a:rPr>
                  <a:t>5</a:t>
                </a:r>
                <a:r>
                  <a:rPr lang="en-US" altLang="zh-CN" sz="2400" b="1" baseline="-25000" dirty="0">
                    <a:solidFill>
                      <a:schemeClr val="tx2"/>
                    </a:solidFill>
                  </a:rPr>
                  <a:t> </a:t>
                </a:r>
                <a:endParaRPr lang="en-US" altLang="zh-CN" sz="2400" b="1" baseline="-25000" dirty="0">
                  <a:solidFill>
                    <a:schemeClr val="tx2"/>
                  </a:solidFill>
                </a:endParaRPr>
              </a:p>
              <a:p>
                <a:pPr marL="0" lvl="0" indent="0" eaLnBrk="1" hangingPunct="1">
                  <a:spcBef>
                    <a:spcPct val="0"/>
                  </a:spcBef>
                  <a:buNone/>
                </a:pPr>
                <a:r>
                  <a:rPr lang="en-US" altLang="zh-CN" sz="2400" b="1" i="1" dirty="0">
                    <a:solidFill>
                      <a:schemeClr val="accent1"/>
                    </a:solidFill>
                  </a:rPr>
                  <a:t>8</a:t>
                </a:r>
                <a:endParaRPr lang="en-US" altLang="zh-CN" sz="2400" b="1" i="1" dirty="0">
                  <a:solidFill>
                    <a:schemeClr val="tx2"/>
                  </a:solidFill>
                </a:endParaRPr>
              </a:p>
              <a:p>
                <a:pPr marL="0" lvl="0" indent="0" eaLnBrk="1" hangingPunct="1">
                  <a:spcBef>
                    <a:spcPct val="0"/>
                  </a:spcBef>
                  <a:buNone/>
                </a:pPr>
                <a:r>
                  <a:rPr lang="en-US" altLang="zh-CN" sz="2400" b="1" i="1" dirty="0">
                    <a:solidFill>
                      <a:schemeClr val="accent1"/>
                    </a:solidFill>
                  </a:rPr>
                  <a:t>2</a:t>
                </a:r>
                <a:endParaRPr lang="en-US" altLang="zh-CN" b="1" baseline="-25000" dirty="0">
                  <a:solidFill>
                    <a:schemeClr val="tx2"/>
                  </a:solidFill>
                </a:endParaRPr>
              </a:p>
            </p:txBody>
          </p:sp>
          <p:sp>
            <p:nvSpPr>
              <p:cNvPr id="56338" name="Text Box 349"/>
              <p:cNvSpPr txBox="1"/>
              <p:nvPr/>
            </p:nvSpPr>
            <p:spPr>
              <a:xfrm>
                <a:off x="3648" y="1104"/>
                <a:ext cx="38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list</a:t>
                </a:r>
                <a:endParaRPr lang="en-US" altLang="zh-CN" sz="2800" dirty="0"/>
              </a:p>
            </p:txBody>
          </p:sp>
          <p:sp>
            <p:nvSpPr>
              <p:cNvPr id="56339" name="Line 350"/>
              <p:cNvSpPr/>
              <p:nvPr/>
            </p:nvSpPr>
            <p:spPr>
              <a:xfrm>
                <a:off x="4032" y="1296"/>
                <a:ext cx="144" cy="0"/>
              </a:xfrm>
              <a:prstGeom prst="line">
                <a:avLst/>
              </a:prstGeom>
              <a:ln w="28575" cap="flat" cmpd="sng">
                <a:solidFill>
                  <a:schemeClr val="tx2"/>
                </a:solidFill>
                <a:prstDash val="solid"/>
                <a:headEnd type="none" w="med" len="med"/>
                <a:tailEnd type="triangle" w="med" len="med"/>
              </a:ln>
            </p:spPr>
          </p:sp>
          <p:sp>
            <p:nvSpPr>
              <p:cNvPr id="56340" name="Text Box 351"/>
              <p:cNvSpPr txBox="1"/>
              <p:nvPr/>
            </p:nvSpPr>
            <p:spPr>
              <a:xfrm>
                <a:off x="3744" y="2256"/>
                <a:ext cx="304"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as</a:t>
                </a:r>
                <a:endParaRPr lang="en-US" altLang="zh-CN" sz="2800" dirty="0"/>
              </a:p>
            </p:txBody>
          </p:sp>
          <p:sp>
            <p:nvSpPr>
              <p:cNvPr id="56341" name="Line 352"/>
              <p:cNvSpPr/>
              <p:nvPr/>
            </p:nvSpPr>
            <p:spPr>
              <a:xfrm>
                <a:off x="3984" y="2448"/>
                <a:ext cx="192" cy="0"/>
              </a:xfrm>
              <a:prstGeom prst="line">
                <a:avLst/>
              </a:prstGeom>
              <a:ln w="28575" cap="flat" cmpd="sng">
                <a:solidFill>
                  <a:schemeClr val="tx2"/>
                </a:solidFill>
                <a:prstDash val="solid"/>
                <a:headEnd type="none" w="med" len="med"/>
                <a:tailEnd type="triangle" w="med" len="med"/>
              </a:ln>
            </p:spPr>
          </p:sp>
          <p:sp>
            <p:nvSpPr>
              <p:cNvPr id="56342" name="Text Box 353"/>
              <p:cNvSpPr txBox="1"/>
              <p:nvPr/>
            </p:nvSpPr>
            <p:spPr>
              <a:xfrm>
                <a:off x="4848" y="2592"/>
                <a:ext cx="308" cy="1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2400" dirty="0">
                    <a:solidFill>
                      <a:schemeClr val="tx2"/>
                    </a:solidFill>
                  </a:rPr>
                  <a:t>4</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tx2"/>
                    </a:solidFill>
                  </a:rPr>
                  <a:t>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10</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11</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12</a:t>
                </a:r>
                <a:endParaRPr lang="en-US" altLang="zh-CN" sz="2400" dirty="0">
                  <a:solidFill>
                    <a:schemeClr val="accent2"/>
                  </a:solidFill>
                </a:endParaRPr>
              </a:p>
              <a:p>
                <a:pPr marL="0" lvl="0" indent="0" algn="ctr" eaLnBrk="1" hangingPunct="1">
                  <a:spcBef>
                    <a:spcPct val="0"/>
                  </a:spcBef>
                  <a:buNone/>
                </a:pPr>
                <a:r>
                  <a:rPr lang="en-US" altLang="zh-CN" sz="2400" dirty="0">
                    <a:solidFill>
                      <a:schemeClr val="accent2"/>
                    </a:solidFill>
                  </a:rPr>
                  <a:t>0</a:t>
                </a:r>
                <a:endParaRPr lang="en-US" altLang="zh-CN" sz="2400" dirty="0"/>
              </a:p>
            </p:txBody>
          </p:sp>
          <p:grpSp>
            <p:nvGrpSpPr>
              <p:cNvPr id="56343" name="Group 354"/>
              <p:cNvGrpSpPr/>
              <p:nvPr/>
            </p:nvGrpSpPr>
            <p:grpSpPr>
              <a:xfrm>
                <a:off x="5232" y="1296"/>
                <a:ext cx="144" cy="445"/>
                <a:chOff x="1680" y="1296"/>
                <a:chExt cx="192" cy="240"/>
              </a:xfrm>
            </p:grpSpPr>
            <p:sp>
              <p:nvSpPr>
                <p:cNvPr id="56380" name="Line 355"/>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381" name="Line 356"/>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382" name="Line 357"/>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44" name="Group 358"/>
              <p:cNvGrpSpPr/>
              <p:nvPr/>
            </p:nvGrpSpPr>
            <p:grpSpPr>
              <a:xfrm>
                <a:off x="5184" y="1536"/>
                <a:ext cx="336" cy="1645"/>
                <a:chOff x="1680" y="1296"/>
                <a:chExt cx="192" cy="240"/>
              </a:xfrm>
            </p:grpSpPr>
            <p:sp>
              <p:nvSpPr>
                <p:cNvPr id="56377" name="Line 359"/>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378" name="Line 360"/>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379" name="Line 361"/>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45" name="Group 362"/>
              <p:cNvGrpSpPr/>
              <p:nvPr/>
            </p:nvGrpSpPr>
            <p:grpSpPr>
              <a:xfrm>
                <a:off x="5232" y="1776"/>
                <a:ext cx="240" cy="925"/>
                <a:chOff x="1680" y="1296"/>
                <a:chExt cx="192" cy="240"/>
              </a:xfrm>
            </p:grpSpPr>
            <p:sp>
              <p:nvSpPr>
                <p:cNvPr id="56374" name="Line 363"/>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375" name="Line 364"/>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376" name="Line 365"/>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46" name="Group 366"/>
              <p:cNvGrpSpPr/>
              <p:nvPr/>
            </p:nvGrpSpPr>
            <p:grpSpPr>
              <a:xfrm>
                <a:off x="5232" y="2016"/>
                <a:ext cx="144" cy="240"/>
                <a:chOff x="1680" y="1296"/>
                <a:chExt cx="192" cy="240"/>
              </a:xfrm>
            </p:grpSpPr>
            <p:sp>
              <p:nvSpPr>
                <p:cNvPr id="56371" name="Line 367"/>
                <p:cNvSpPr/>
                <p:nvPr/>
              </p:nvSpPr>
              <p:spPr>
                <a:xfrm>
                  <a:off x="1680" y="1296"/>
                  <a:ext cx="192" cy="48"/>
                </a:xfrm>
                <a:prstGeom prst="line">
                  <a:avLst/>
                </a:prstGeom>
                <a:ln w="19050" cap="flat" cmpd="sng">
                  <a:solidFill>
                    <a:srgbClr val="00CC00"/>
                  </a:solidFill>
                  <a:prstDash val="solid"/>
                  <a:headEnd type="none" w="med" len="med"/>
                  <a:tailEnd type="none" w="med" len="med"/>
                </a:ln>
              </p:spPr>
            </p:sp>
            <p:sp>
              <p:nvSpPr>
                <p:cNvPr id="56372" name="Line 368"/>
                <p:cNvSpPr/>
                <p:nvPr/>
              </p:nvSpPr>
              <p:spPr>
                <a:xfrm>
                  <a:off x="1872" y="1344"/>
                  <a:ext cx="0" cy="144"/>
                </a:xfrm>
                <a:prstGeom prst="line">
                  <a:avLst/>
                </a:prstGeom>
                <a:ln w="19050" cap="flat" cmpd="sng">
                  <a:solidFill>
                    <a:srgbClr val="00CC00"/>
                  </a:solidFill>
                  <a:prstDash val="solid"/>
                  <a:headEnd type="none" w="med" len="med"/>
                  <a:tailEnd type="none" w="med" len="med"/>
                </a:ln>
              </p:spPr>
            </p:sp>
            <p:sp>
              <p:nvSpPr>
                <p:cNvPr id="56373" name="Line 369"/>
                <p:cNvSpPr/>
                <p:nvPr/>
              </p:nvSpPr>
              <p:spPr>
                <a:xfrm flipH="1">
                  <a:off x="1728" y="1488"/>
                  <a:ext cx="144" cy="48"/>
                </a:xfrm>
                <a:prstGeom prst="line">
                  <a:avLst/>
                </a:prstGeom>
                <a:ln w="19050" cap="flat" cmpd="sng">
                  <a:solidFill>
                    <a:srgbClr val="00CC00"/>
                  </a:solidFill>
                  <a:prstDash val="solid"/>
                  <a:headEnd type="none" w="med" len="med"/>
                  <a:tailEnd type="triangle" w="med" len="med"/>
                </a:ln>
              </p:spPr>
            </p:sp>
          </p:grpSp>
          <p:grpSp>
            <p:nvGrpSpPr>
              <p:cNvPr id="56347" name="Group 370"/>
              <p:cNvGrpSpPr/>
              <p:nvPr/>
            </p:nvGrpSpPr>
            <p:grpSpPr>
              <a:xfrm>
                <a:off x="5232" y="2256"/>
                <a:ext cx="144" cy="672"/>
                <a:chOff x="1680" y="1296"/>
                <a:chExt cx="192" cy="240"/>
              </a:xfrm>
            </p:grpSpPr>
            <p:sp>
              <p:nvSpPr>
                <p:cNvPr id="56368" name="Line 371"/>
                <p:cNvSpPr/>
                <p:nvPr/>
              </p:nvSpPr>
              <p:spPr>
                <a:xfrm>
                  <a:off x="1680" y="1296"/>
                  <a:ext cx="192" cy="48"/>
                </a:xfrm>
                <a:prstGeom prst="line">
                  <a:avLst/>
                </a:prstGeom>
                <a:ln w="19050" cap="flat" cmpd="sng">
                  <a:solidFill>
                    <a:schemeClr val="tx2"/>
                  </a:solidFill>
                  <a:prstDash val="solid"/>
                  <a:headEnd type="none" w="med" len="med"/>
                  <a:tailEnd type="none" w="med" len="med"/>
                </a:ln>
              </p:spPr>
            </p:sp>
            <p:sp>
              <p:nvSpPr>
                <p:cNvPr id="56369" name="Line 372"/>
                <p:cNvSpPr/>
                <p:nvPr/>
              </p:nvSpPr>
              <p:spPr>
                <a:xfrm>
                  <a:off x="1872" y="1344"/>
                  <a:ext cx="0" cy="144"/>
                </a:xfrm>
                <a:prstGeom prst="line">
                  <a:avLst/>
                </a:prstGeom>
                <a:ln w="19050" cap="flat" cmpd="sng">
                  <a:solidFill>
                    <a:schemeClr val="tx2"/>
                  </a:solidFill>
                  <a:prstDash val="solid"/>
                  <a:headEnd type="none" w="med" len="med"/>
                  <a:tailEnd type="none" w="med" len="med"/>
                </a:ln>
              </p:spPr>
            </p:sp>
            <p:sp>
              <p:nvSpPr>
                <p:cNvPr id="56370" name="Line 373"/>
                <p:cNvSpPr/>
                <p:nvPr/>
              </p:nvSpPr>
              <p:spPr>
                <a:xfrm flipH="1">
                  <a:off x="1728" y="1488"/>
                  <a:ext cx="144" cy="48"/>
                </a:xfrm>
                <a:prstGeom prst="line">
                  <a:avLst/>
                </a:prstGeom>
                <a:ln w="19050" cap="flat" cmpd="sng">
                  <a:solidFill>
                    <a:schemeClr val="tx2"/>
                  </a:solidFill>
                  <a:prstDash val="solid"/>
                  <a:headEnd type="none" w="med" len="med"/>
                  <a:tailEnd type="triangle" w="med" len="med"/>
                </a:ln>
              </p:spPr>
            </p:sp>
          </p:grpSp>
          <p:grpSp>
            <p:nvGrpSpPr>
              <p:cNvPr id="56348" name="Group 378"/>
              <p:cNvGrpSpPr/>
              <p:nvPr/>
            </p:nvGrpSpPr>
            <p:grpSpPr>
              <a:xfrm>
                <a:off x="5232" y="3168"/>
                <a:ext cx="144" cy="240"/>
                <a:chOff x="1680" y="1296"/>
                <a:chExt cx="192" cy="240"/>
              </a:xfrm>
            </p:grpSpPr>
            <p:sp>
              <p:nvSpPr>
                <p:cNvPr id="56365" name="Line 379"/>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366" name="Line 380"/>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367" name="Line 381"/>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349" name="Group 382"/>
              <p:cNvGrpSpPr/>
              <p:nvPr/>
            </p:nvGrpSpPr>
            <p:grpSpPr>
              <a:xfrm>
                <a:off x="5232" y="3408"/>
                <a:ext cx="144" cy="240"/>
                <a:chOff x="1680" y="1296"/>
                <a:chExt cx="192" cy="240"/>
              </a:xfrm>
            </p:grpSpPr>
            <p:sp>
              <p:nvSpPr>
                <p:cNvPr id="56362" name="Line 383"/>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363" name="Line 384"/>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364" name="Line 385"/>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grpSp>
            <p:nvGrpSpPr>
              <p:cNvPr id="56350" name="Group 386"/>
              <p:cNvGrpSpPr/>
              <p:nvPr/>
            </p:nvGrpSpPr>
            <p:grpSpPr>
              <a:xfrm>
                <a:off x="5232" y="3648"/>
                <a:ext cx="144" cy="240"/>
                <a:chOff x="1680" y="1296"/>
                <a:chExt cx="192" cy="240"/>
              </a:xfrm>
            </p:grpSpPr>
            <p:sp>
              <p:nvSpPr>
                <p:cNvPr id="56359" name="Line 387"/>
                <p:cNvSpPr/>
                <p:nvPr/>
              </p:nvSpPr>
              <p:spPr>
                <a:xfrm>
                  <a:off x="1680" y="1296"/>
                  <a:ext cx="192" cy="48"/>
                </a:xfrm>
                <a:prstGeom prst="line">
                  <a:avLst/>
                </a:prstGeom>
                <a:ln w="19050" cap="flat" cmpd="sng">
                  <a:solidFill>
                    <a:srgbClr val="800080"/>
                  </a:solidFill>
                  <a:prstDash val="solid"/>
                  <a:headEnd type="none" w="med" len="med"/>
                  <a:tailEnd type="none" w="med" len="med"/>
                </a:ln>
              </p:spPr>
            </p:sp>
            <p:sp>
              <p:nvSpPr>
                <p:cNvPr id="56360" name="Line 388"/>
                <p:cNvSpPr/>
                <p:nvPr/>
              </p:nvSpPr>
              <p:spPr>
                <a:xfrm>
                  <a:off x="1872" y="1344"/>
                  <a:ext cx="0" cy="144"/>
                </a:xfrm>
                <a:prstGeom prst="line">
                  <a:avLst/>
                </a:prstGeom>
                <a:ln w="19050" cap="flat" cmpd="sng">
                  <a:solidFill>
                    <a:srgbClr val="800080"/>
                  </a:solidFill>
                  <a:prstDash val="solid"/>
                  <a:headEnd type="none" w="med" len="med"/>
                  <a:tailEnd type="none" w="med" len="med"/>
                </a:ln>
              </p:spPr>
            </p:sp>
            <p:sp>
              <p:nvSpPr>
                <p:cNvPr id="56361" name="Line 389"/>
                <p:cNvSpPr/>
                <p:nvPr/>
              </p:nvSpPr>
              <p:spPr>
                <a:xfrm flipH="1">
                  <a:off x="1728" y="1488"/>
                  <a:ext cx="144" cy="48"/>
                </a:xfrm>
                <a:prstGeom prst="line">
                  <a:avLst/>
                </a:prstGeom>
                <a:ln w="19050" cap="flat" cmpd="sng">
                  <a:solidFill>
                    <a:srgbClr val="800080"/>
                  </a:solidFill>
                  <a:prstDash val="solid"/>
                  <a:headEnd type="none" w="med" len="med"/>
                  <a:tailEnd type="triangle" w="med" len="med"/>
                </a:ln>
              </p:spPr>
            </p:sp>
          </p:grpSp>
          <p:sp>
            <p:nvSpPr>
              <p:cNvPr id="56351" name="Text Box 390"/>
              <p:cNvSpPr txBox="1"/>
              <p:nvPr/>
            </p:nvSpPr>
            <p:spPr>
              <a:xfrm>
                <a:off x="4416" y="2509"/>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x</a:t>
                </a:r>
                <a:endParaRPr lang="en-US" altLang="zh-CN" sz="2800" dirty="0"/>
              </a:p>
            </p:txBody>
          </p:sp>
          <p:sp>
            <p:nvSpPr>
              <p:cNvPr id="56352" name="Line 391"/>
              <p:cNvSpPr/>
              <p:nvPr/>
            </p:nvSpPr>
            <p:spPr>
              <a:xfrm>
                <a:off x="5232" y="2749"/>
                <a:ext cx="336" cy="0"/>
              </a:xfrm>
              <a:prstGeom prst="line">
                <a:avLst/>
              </a:prstGeom>
              <a:ln w="19050" cap="flat" cmpd="sng">
                <a:solidFill>
                  <a:srgbClr val="00CC00"/>
                </a:solidFill>
                <a:prstDash val="solid"/>
                <a:headEnd type="none" w="med" len="med"/>
                <a:tailEnd type="none" w="med" len="med"/>
              </a:ln>
            </p:spPr>
          </p:sp>
          <p:sp>
            <p:nvSpPr>
              <p:cNvPr id="56353" name="Line 392"/>
              <p:cNvSpPr/>
              <p:nvPr/>
            </p:nvSpPr>
            <p:spPr>
              <a:xfrm flipV="1">
                <a:off x="5568" y="1981"/>
                <a:ext cx="0" cy="768"/>
              </a:xfrm>
              <a:prstGeom prst="line">
                <a:avLst/>
              </a:prstGeom>
              <a:ln w="19050" cap="flat" cmpd="sng">
                <a:solidFill>
                  <a:srgbClr val="00CC00"/>
                </a:solidFill>
                <a:prstDash val="solid"/>
                <a:headEnd type="none" w="med" len="med"/>
                <a:tailEnd type="none" w="med" len="med"/>
              </a:ln>
            </p:spPr>
          </p:sp>
          <p:sp>
            <p:nvSpPr>
              <p:cNvPr id="56354" name="Line 393"/>
              <p:cNvSpPr/>
              <p:nvPr/>
            </p:nvSpPr>
            <p:spPr>
              <a:xfrm flipH="1">
                <a:off x="5280" y="1981"/>
                <a:ext cx="288" cy="0"/>
              </a:xfrm>
              <a:prstGeom prst="line">
                <a:avLst/>
              </a:prstGeom>
              <a:ln w="19050" cap="flat" cmpd="sng">
                <a:solidFill>
                  <a:srgbClr val="00CC00"/>
                </a:solidFill>
                <a:prstDash val="solid"/>
                <a:headEnd type="none" w="med" len="med"/>
                <a:tailEnd type="triangle" w="med" len="med"/>
              </a:ln>
            </p:spPr>
          </p:sp>
          <p:sp>
            <p:nvSpPr>
              <p:cNvPr id="56355" name="Text Box 394"/>
              <p:cNvSpPr txBox="1"/>
              <p:nvPr/>
            </p:nvSpPr>
            <p:spPr>
              <a:xfrm>
                <a:off x="4454" y="2743"/>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chemeClr val="tx2"/>
                    </a:solidFill>
                  </a:rPr>
                  <a:t>y</a:t>
                </a:r>
                <a:endParaRPr lang="en-US" altLang="zh-CN" sz="2800" dirty="0"/>
              </a:p>
            </p:txBody>
          </p:sp>
          <p:sp>
            <p:nvSpPr>
              <p:cNvPr id="56356" name="Line 395"/>
              <p:cNvSpPr/>
              <p:nvPr/>
            </p:nvSpPr>
            <p:spPr>
              <a:xfrm>
                <a:off x="5184" y="2448"/>
                <a:ext cx="432" cy="0"/>
              </a:xfrm>
              <a:prstGeom prst="line">
                <a:avLst/>
              </a:prstGeom>
              <a:ln w="28575" cap="flat" cmpd="sng">
                <a:solidFill>
                  <a:schemeClr val="tx2"/>
                </a:solidFill>
                <a:prstDash val="solid"/>
                <a:headEnd type="none" w="med" len="med"/>
                <a:tailEnd type="none" w="med" len="med"/>
              </a:ln>
            </p:spPr>
          </p:sp>
          <p:sp>
            <p:nvSpPr>
              <p:cNvPr id="56357" name="Line 396"/>
              <p:cNvSpPr/>
              <p:nvPr/>
            </p:nvSpPr>
            <p:spPr>
              <a:xfrm flipV="1">
                <a:off x="5616" y="1488"/>
                <a:ext cx="0" cy="960"/>
              </a:xfrm>
              <a:prstGeom prst="line">
                <a:avLst/>
              </a:prstGeom>
              <a:ln w="28575" cap="flat" cmpd="sng">
                <a:solidFill>
                  <a:schemeClr val="tx2"/>
                </a:solidFill>
                <a:prstDash val="solid"/>
                <a:headEnd type="none" w="med" len="med"/>
                <a:tailEnd type="none" w="med" len="med"/>
              </a:ln>
            </p:spPr>
          </p:sp>
          <p:sp>
            <p:nvSpPr>
              <p:cNvPr id="56358" name="Line 397"/>
              <p:cNvSpPr/>
              <p:nvPr/>
            </p:nvSpPr>
            <p:spPr>
              <a:xfrm flipH="1">
                <a:off x="5280" y="1488"/>
                <a:ext cx="336" cy="0"/>
              </a:xfrm>
              <a:prstGeom prst="line">
                <a:avLst/>
              </a:prstGeom>
              <a:ln w="28575" cap="flat" cmpd="sng">
                <a:solidFill>
                  <a:schemeClr val="tx2"/>
                </a:solidFill>
                <a:prstDash val="solid"/>
                <a:headEnd type="none" w="med" len="med"/>
                <a:tailEnd type="triangle" w="med" len="med"/>
              </a:ln>
            </p:spPr>
          </p:sp>
        </p:grpSp>
        <p:sp>
          <p:nvSpPr>
            <p:cNvPr id="56335" name="Text Box 402"/>
            <p:cNvSpPr txBox="1"/>
            <p:nvPr/>
          </p:nvSpPr>
          <p:spPr>
            <a:xfrm>
              <a:off x="3552" y="432"/>
              <a:ext cx="1632" cy="327"/>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800" dirty="0">
                  <a:solidFill>
                    <a:srgbClr val="FFFF66"/>
                  </a:solidFill>
                  <a:latin typeface="楷体_GB2312" pitchFamily="49" charset="-122"/>
                  <a:ea typeface="楷体_GB2312" pitchFamily="49" charset="-122"/>
                </a:rPr>
                <a:t>删除</a:t>
              </a:r>
              <a:r>
                <a:rPr lang="en-US" altLang="zh-CN" sz="2400" b="1" i="1" dirty="0">
                  <a:solidFill>
                    <a:srgbClr val="FFFF66"/>
                  </a:solidFill>
                  <a:latin typeface="楷体_GB2312" pitchFamily="49" charset="-122"/>
                  <a:ea typeface="楷体_GB2312" pitchFamily="49" charset="-122"/>
                </a:rPr>
                <a:t>a</a:t>
              </a:r>
              <a:r>
                <a:rPr lang="en-US" altLang="zh-CN" sz="2400" b="1" baseline="-25000" dirty="0">
                  <a:solidFill>
                    <a:srgbClr val="FFFF66"/>
                  </a:solidFill>
                  <a:latin typeface="楷体_GB2312" pitchFamily="49" charset="-122"/>
                  <a:ea typeface="楷体_GB2312" pitchFamily="49" charset="-122"/>
                </a:rPr>
                <a:t>6</a:t>
              </a:r>
              <a:endParaRPr lang="en-US" altLang="zh-CN" sz="2400" b="1" baseline="-25000" dirty="0">
                <a:solidFill>
                  <a:schemeClr val="tx2"/>
                </a:solidFill>
              </a:endParaRPr>
            </a:p>
          </p:txBody>
        </p:sp>
      </p:grpSp>
      <p:sp>
        <p:nvSpPr>
          <p:cNvPr id="346515" name="Text Box 403"/>
          <p:cNvSpPr txBox="1"/>
          <p:nvPr/>
        </p:nvSpPr>
        <p:spPr>
          <a:xfrm>
            <a:off x="5334000" y="609600"/>
            <a:ext cx="3276600" cy="519113"/>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2800" dirty="0">
                <a:solidFill>
                  <a:srgbClr val="FFFF66"/>
                </a:solidFill>
                <a:latin typeface="楷体_GB2312" pitchFamily="49" charset="-122"/>
                <a:ea typeface="楷体_GB2312" pitchFamily="49" charset="-122"/>
              </a:rPr>
              <a:t>多次插入删除之后</a:t>
            </a:r>
            <a:endParaRPr lang="zh-CN" altLang="en-US" sz="2400" b="1" baseline="-25000" dirty="0">
              <a:solidFill>
                <a:schemeClr val="tx2"/>
              </a:solidFill>
            </a:endParaRPr>
          </a:p>
        </p:txBody>
      </p:sp>
      <p:sp>
        <p:nvSpPr>
          <p:cNvPr id="56333" name="文本框 1"/>
          <p:cNvSpPr txBox="1"/>
          <p:nvPr/>
        </p:nvSpPr>
        <p:spPr>
          <a:xfrm>
            <a:off x="533400" y="981075"/>
            <a:ext cx="436880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spcBef>
                <a:spcPct val="0"/>
              </a:spcBef>
              <a:buNone/>
            </a:pPr>
            <a:r>
              <a:rPr lang="en-US" altLang="zh-CN" sz="2800" b="1" dirty="0"/>
              <a:t>as</a:t>
            </a:r>
            <a:r>
              <a:rPr lang="zh-CN" altLang="en-US" sz="2800" b="1" dirty="0"/>
              <a:t>为可分配空间首地址</a:t>
            </a:r>
            <a:endParaRPr lang="zh-CN" altLang="en-US" sz="2800" b="1"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461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462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461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346516"/>
                                        </p:tgtEl>
                                        <p:attrNameLst>
                                          <p:attrName>style.visibility</p:attrName>
                                        </p:attrNameLst>
                                      </p:cBhvr>
                                      <p:to>
                                        <p:strVal val="visible"/>
                                      </p:to>
                                    </p:set>
                                    <p:animEffect transition="in" filter="box(out)">
                                      <p:cBhvr>
                                        <p:cTn id="19" dur="500"/>
                                        <p:tgtEl>
                                          <p:spTgt spid="346516"/>
                                        </p:tgtEl>
                                      </p:cBhvr>
                                    </p:animEffect>
                                  </p:childTnLst>
                                  <p:subTnLst>
                                    <p:set>
                                      <p:cBhvr override="childStyle">
                                        <p:cTn dur="1" fill="hold" display="0" masterRel="nextClick" afterEffect="1"/>
                                        <p:tgtEl>
                                          <p:spTgt spid="346516"/>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346517"/>
                                        </p:tgtEl>
                                        <p:attrNameLst>
                                          <p:attrName>style.visibility</p:attrName>
                                        </p:attrNameLst>
                                      </p:cBhvr>
                                      <p:to>
                                        <p:strVal val="visible"/>
                                      </p:to>
                                    </p:set>
                                    <p:animEffect transition="in" filter="box(out)">
                                      <p:cBhvr>
                                        <p:cTn id="24" dur="500"/>
                                        <p:tgtEl>
                                          <p:spTgt spid="346517"/>
                                        </p:tgtEl>
                                      </p:cBhvr>
                                    </p:animEffect>
                                  </p:childTnLst>
                                  <p:subTnLst>
                                    <p:set>
                                      <p:cBhvr override="childStyle">
                                        <p:cTn dur="1" fill="hold" display="0" masterRel="nextClick" afterEffect="1"/>
                                        <p:tgtEl>
                                          <p:spTgt spid="346517"/>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346518"/>
                                        </p:tgtEl>
                                        <p:attrNameLst>
                                          <p:attrName>style.visibility</p:attrName>
                                        </p:attrNameLst>
                                      </p:cBhvr>
                                      <p:to>
                                        <p:strVal val="visible"/>
                                      </p:to>
                                    </p:set>
                                    <p:animEffect transition="in" filter="box(out)">
                                      <p:cBhvr>
                                        <p:cTn id="29" dur="500"/>
                                        <p:tgtEl>
                                          <p:spTgt spid="346518"/>
                                        </p:tgtEl>
                                      </p:cBhvr>
                                    </p:animEffect>
                                  </p:childTnLst>
                                  <p:subTnLst>
                                    <p:set>
                                      <p:cBhvr override="childStyle">
                                        <p:cTn dur="1" fill="hold" display="0" masterRel="nextClick" afterEffect="1"/>
                                        <p:tgtEl>
                                          <p:spTgt spid="346518"/>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346519"/>
                                        </p:tgtEl>
                                        <p:attrNameLst>
                                          <p:attrName>style.visibility</p:attrName>
                                        </p:attrNameLst>
                                      </p:cBhvr>
                                      <p:to>
                                        <p:strVal val="visible"/>
                                      </p:to>
                                    </p:set>
                                    <p:animEffect transition="in" filter="box(out)">
                                      <p:cBhvr>
                                        <p:cTn id="34" dur="500"/>
                                        <p:tgtEl>
                                          <p:spTgt spid="346519"/>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346515"/>
                                        </p:tgtEl>
                                        <p:attrNameLst>
                                          <p:attrName>style.visibility</p:attrName>
                                        </p:attrNameLst>
                                      </p:cBhvr>
                                      <p:to>
                                        <p:strVal val="visible"/>
                                      </p:to>
                                    </p:set>
                                    <p:animEffect transition="in" filter="box(out)">
                                      <p:cBhvr>
                                        <p:cTn id="39" dur="500"/>
                                        <p:tgtEl>
                                          <p:spTgt spid="34651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34615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3464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51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7138" name="Rectangle 2"/>
          <p:cNvSpPr>
            <a:spLocks noGrp="1" noChangeArrowheads="1"/>
          </p:cNvSpPr>
          <p:nvPr>
            <p:ph type="title"/>
          </p:nvPr>
        </p:nvSpPr>
        <p:spPr>
          <a:xfrm>
            <a:off x="685800" y="228600"/>
            <a:ext cx="7772400" cy="6096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chemeClr val="tx1"/>
                </a:solidFill>
                <a:effectLst>
                  <a:outerShdw blurRad="38100" dist="38100" dir="2700000" algn="tl">
                    <a:srgbClr val="C0C0C0"/>
                  </a:outerShdw>
                </a:effectLst>
                <a:uLnTx/>
                <a:uFillTx/>
                <a:latin typeface="+mj-lt"/>
                <a:ea typeface="仿宋_GB2312" pitchFamily="49" charset="-122"/>
                <a:cs typeface="+mj-cs"/>
              </a:rPr>
              <a:t>静态链表定义</a:t>
            </a:r>
            <a:endParaRPr kumimoji="1" lang="zh-CN" altLang="en-US" sz="4400" b="0" i="0" u="none" strike="noStrike" kern="1200" cap="none" spc="0" normalizeH="0" baseline="0" noProof="0">
              <a:ln>
                <a:noFill/>
              </a:ln>
              <a:solidFill>
                <a:schemeClr val="tx2"/>
              </a:solidFill>
              <a:effectLst/>
              <a:uLnTx/>
              <a:uFillTx/>
              <a:latin typeface="+mj-lt"/>
              <a:ea typeface="+mj-ea"/>
              <a:cs typeface="+mj-cs"/>
            </a:endParaRPr>
          </a:p>
        </p:txBody>
      </p:sp>
      <p:sp>
        <p:nvSpPr>
          <p:cNvPr id="57347" name="Text Box 3"/>
          <p:cNvSpPr txBox="1"/>
          <p:nvPr/>
        </p:nvSpPr>
        <p:spPr>
          <a:xfrm>
            <a:off x="822325" y="977900"/>
            <a:ext cx="7631113" cy="49863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hlink"/>
                </a:solidFill>
              </a:rPr>
              <a:t>const int</a:t>
            </a:r>
            <a:r>
              <a:rPr lang="en-US" altLang="zh-CN" dirty="0">
                <a:solidFill>
                  <a:schemeClr val="hlink"/>
                </a:solidFill>
              </a:rPr>
              <a:t> MaxSize = 100</a:t>
            </a:r>
            <a:r>
              <a:rPr lang="en-US" altLang="zh-CN" b="1" dirty="0">
                <a:solidFill>
                  <a:schemeClr val="hlink"/>
                </a:solidFill>
              </a:rPr>
              <a:t>;     </a:t>
            </a:r>
            <a:r>
              <a:rPr lang="en-US" altLang="zh-CN" dirty="0">
                <a:solidFill>
                  <a:schemeClr val="accent2"/>
                </a:solidFill>
              </a:rPr>
              <a:t>//</a:t>
            </a:r>
            <a:r>
              <a:rPr lang="zh-CN" altLang="en-US" dirty="0">
                <a:solidFill>
                  <a:schemeClr val="accent2"/>
                </a:solidFill>
                <a:ea typeface="隶书" panose="02010509060101010101" pitchFamily="49" charset="-122"/>
              </a:rPr>
              <a:t>静态链表大小</a:t>
            </a:r>
            <a:endParaRPr lang="en-US" altLang="en-US" dirty="0">
              <a:solidFill>
                <a:schemeClr val="hlink"/>
              </a:solidFill>
            </a:endParaRPr>
          </a:p>
          <a:p>
            <a:pPr marL="0" lvl="0" indent="0" eaLnBrk="1" hangingPunct="1">
              <a:spcBef>
                <a:spcPct val="0"/>
              </a:spcBef>
              <a:buNone/>
            </a:pPr>
            <a:endParaRPr lang="en-US" altLang="en-US" sz="1000" dirty="0">
              <a:solidFill>
                <a:schemeClr val="hlink"/>
              </a:solidFill>
            </a:endParaRPr>
          </a:p>
          <a:p>
            <a:pPr marL="0" lvl="0" indent="0" eaLnBrk="1" hangingPunct="1">
              <a:spcBef>
                <a:spcPct val="0"/>
              </a:spcBef>
              <a:buNone/>
            </a:pPr>
            <a:endParaRPr lang="zh-CN" altLang="en-US" sz="1000" dirty="0">
              <a:solidFill>
                <a:schemeClr val="hlink"/>
              </a:solidFill>
            </a:endParaRPr>
          </a:p>
          <a:p>
            <a:pPr marL="0" lvl="0" indent="0" eaLnBrk="1" hangingPunct="1">
              <a:spcBef>
                <a:spcPct val="0"/>
              </a:spcBef>
              <a:buNone/>
            </a:pPr>
            <a:r>
              <a:rPr lang="en-US" altLang="zh-CN" b="1" dirty="0">
                <a:solidFill>
                  <a:schemeClr val="hlink"/>
                </a:solidFill>
              </a:rPr>
              <a:t>typedef struct</a:t>
            </a:r>
            <a:r>
              <a:rPr lang="en-US" altLang="zh-CN" dirty="0">
                <a:solidFill>
                  <a:schemeClr val="hlink"/>
                </a:solidFill>
              </a:rPr>
              <a:t> node </a:t>
            </a:r>
            <a:r>
              <a:rPr lang="en-US" altLang="zh-CN" dirty="0">
                <a:solidFill>
                  <a:schemeClr val="accent2"/>
                </a:solidFill>
                <a:ea typeface="隶书" panose="02010509060101010101" pitchFamily="49" charset="-122"/>
              </a:rPr>
              <a:t>//</a:t>
            </a:r>
            <a:r>
              <a:rPr lang="zh-CN" altLang="en-US" dirty="0">
                <a:solidFill>
                  <a:schemeClr val="accent2"/>
                </a:solidFill>
                <a:ea typeface="隶书" panose="02010509060101010101" pitchFamily="49" charset="-122"/>
              </a:rPr>
              <a:t>静态链表结点</a:t>
            </a:r>
            <a:endParaRPr lang="zh-CN" altLang="en-US" dirty="0">
              <a:solidFill>
                <a:schemeClr val="hlink"/>
              </a:solidFill>
            </a:endParaRPr>
          </a:p>
          <a:p>
            <a:pPr marL="0" lvl="0" indent="0" eaLnBrk="1" hangingPunct="1">
              <a:spcBef>
                <a:spcPct val="0"/>
              </a:spcBef>
              <a:buNone/>
            </a:pPr>
            <a:r>
              <a:rPr lang="en-US" altLang="zh-CN" b="1" dirty="0">
                <a:solidFill>
                  <a:schemeClr val="hlink"/>
                </a:solidFill>
              </a:rPr>
              <a:t>{ </a:t>
            </a:r>
            <a:r>
              <a:rPr lang="en-US" altLang="en-US" dirty="0">
                <a:solidFill>
                  <a:schemeClr val="hlink"/>
                </a:solidFill>
              </a:rPr>
              <a:t> </a:t>
            </a:r>
            <a:r>
              <a:rPr lang="en-US" altLang="zh-CN" dirty="0">
                <a:solidFill>
                  <a:schemeClr val="hlink"/>
                </a:solidFill>
              </a:rPr>
              <a:t>ElemType data</a:t>
            </a:r>
            <a:r>
              <a:rPr lang="en-US" altLang="zh-CN" b="1" dirty="0">
                <a:solidFill>
                  <a:schemeClr val="hlink"/>
                </a:solidFill>
              </a:rPr>
              <a:t>;</a:t>
            </a:r>
            <a:endParaRPr lang="en-US" altLang="zh-CN" dirty="0">
              <a:solidFill>
                <a:schemeClr val="hlink"/>
              </a:solidFill>
            </a:endParaRPr>
          </a:p>
          <a:p>
            <a:pPr marL="0" lvl="0" indent="0" eaLnBrk="1" hangingPunct="1">
              <a:spcBef>
                <a:spcPct val="0"/>
              </a:spcBef>
              <a:buNone/>
            </a:pPr>
            <a:r>
              <a:rPr lang="en-US" altLang="zh-CN" dirty="0">
                <a:solidFill>
                  <a:schemeClr val="hlink"/>
                </a:solidFill>
              </a:rPr>
              <a:t>    </a:t>
            </a:r>
            <a:r>
              <a:rPr lang="en-US" altLang="zh-CN" b="1" dirty="0">
                <a:solidFill>
                  <a:schemeClr val="hlink"/>
                </a:solidFill>
              </a:rPr>
              <a:t>int</a:t>
            </a:r>
            <a:r>
              <a:rPr lang="en-US" altLang="zh-CN" dirty="0">
                <a:solidFill>
                  <a:schemeClr val="hlink"/>
                </a:solidFill>
              </a:rPr>
              <a:t> next</a:t>
            </a:r>
            <a:r>
              <a:rPr lang="en-US" altLang="zh-CN" b="1" dirty="0">
                <a:solidFill>
                  <a:schemeClr val="hlink"/>
                </a:solidFill>
              </a:rPr>
              <a:t>;</a:t>
            </a:r>
            <a:endParaRPr lang="en-US" altLang="zh-CN" b="1" dirty="0">
              <a:solidFill>
                <a:schemeClr val="hlink"/>
              </a:solidFill>
            </a:endParaRPr>
          </a:p>
          <a:p>
            <a:pPr marL="0" lvl="0" indent="0" eaLnBrk="1" hangingPunct="1">
              <a:spcBef>
                <a:spcPct val="0"/>
              </a:spcBef>
              <a:buNone/>
            </a:pPr>
            <a:r>
              <a:rPr lang="en-US" altLang="zh-CN" b="1" dirty="0">
                <a:solidFill>
                  <a:schemeClr val="hlink"/>
                </a:solidFill>
              </a:rPr>
              <a:t>}</a:t>
            </a:r>
            <a:r>
              <a:rPr lang="en-US" altLang="zh-CN" dirty="0">
                <a:solidFill>
                  <a:schemeClr val="hlink"/>
                </a:solidFill>
              </a:rPr>
              <a:t> SNode</a:t>
            </a:r>
            <a:r>
              <a:rPr lang="en-US" altLang="zh-CN" b="1" dirty="0">
                <a:solidFill>
                  <a:schemeClr val="hlink"/>
                </a:solidFill>
              </a:rPr>
              <a:t>;</a:t>
            </a:r>
            <a:endParaRPr lang="en-US" altLang="zh-CN" dirty="0">
              <a:solidFill>
                <a:schemeClr val="hlink"/>
              </a:solidFill>
            </a:endParaRPr>
          </a:p>
          <a:p>
            <a:pPr marL="0" lvl="0" indent="0" eaLnBrk="1" hangingPunct="1">
              <a:spcBef>
                <a:spcPct val="0"/>
              </a:spcBef>
              <a:buNone/>
            </a:pPr>
            <a:endParaRPr lang="en-US" altLang="zh-CN" sz="1000" dirty="0">
              <a:solidFill>
                <a:schemeClr val="hlink"/>
              </a:solidFill>
            </a:endParaRPr>
          </a:p>
          <a:p>
            <a:pPr marL="0" lvl="0" indent="0" eaLnBrk="1" hangingPunct="1">
              <a:spcBef>
                <a:spcPct val="0"/>
              </a:spcBef>
              <a:buNone/>
            </a:pPr>
            <a:r>
              <a:rPr lang="en-US" altLang="zh-CN" b="1" dirty="0">
                <a:solidFill>
                  <a:schemeClr val="hlink"/>
                </a:solidFill>
              </a:rPr>
              <a:t>typedef</a:t>
            </a:r>
            <a:r>
              <a:rPr lang="en-US" altLang="zh-CN" dirty="0">
                <a:solidFill>
                  <a:schemeClr val="hlink"/>
                </a:solidFill>
              </a:rPr>
              <a:t> struct </a:t>
            </a:r>
            <a:r>
              <a:rPr lang="en-US" altLang="zh-CN" dirty="0">
                <a:solidFill>
                  <a:schemeClr val="accent2"/>
                </a:solidFill>
              </a:rPr>
              <a:t>//</a:t>
            </a:r>
            <a:r>
              <a:rPr lang="zh-CN" altLang="en-US" dirty="0">
                <a:solidFill>
                  <a:schemeClr val="accent2"/>
                </a:solidFill>
                <a:ea typeface="隶书" panose="02010509060101010101" pitchFamily="49" charset="-122"/>
              </a:rPr>
              <a:t>静态链表</a:t>
            </a:r>
            <a:endParaRPr lang="zh-CN" altLang="en-US" dirty="0">
              <a:solidFill>
                <a:schemeClr val="hlink"/>
              </a:solidFill>
            </a:endParaRPr>
          </a:p>
          <a:p>
            <a:pPr marL="0" lvl="0" indent="0" eaLnBrk="1" hangingPunct="1">
              <a:spcBef>
                <a:spcPct val="0"/>
              </a:spcBef>
              <a:buNone/>
            </a:pPr>
            <a:r>
              <a:rPr lang="en-US" altLang="zh-CN" dirty="0">
                <a:solidFill>
                  <a:schemeClr val="hlink"/>
                </a:solidFill>
              </a:rPr>
              <a:t>{   SNode nodes[MaxSize]</a:t>
            </a:r>
            <a:r>
              <a:rPr lang="en-US" altLang="zh-CN" b="1" dirty="0">
                <a:solidFill>
                  <a:schemeClr val="hlink"/>
                </a:solidFill>
              </a:rPr>
              <a:t>;</a:t>
            </a:r>
            <a:endParaRPr lang="en-US" altLang="zh-CN" b="1" dirty="0">
              <a:solidFill>
                <a:schemeClr val="hlink"/>
              </a:solidFill>
            </a:endParaRPr>
          </a:p>
          <a:p>
            <a:pPr marL="0" lvl="0" indent="0" eaLnBrk="1" hangingPunct="1">
              <a:spcBef>
                <a:spcPct val="0"/>
              </a:spcBef>
              <a:buNone/>
            </a:pPr>
            <a:r>
              <a:rPr lang="en-US" altLang="zh-CN" b="1" dirty="0">
                <a:solidFill>
                  <a:schemeClr val="hlink"/>
                </a:solidFill>
              </a:rPr>
              <a:t>    int</a:t>
            </a:r>
            <a:r>
              <a:rPr lang="en-US" altLang="zh-CN" dirty="0">
                <a:solidFill>
                  <a:schemeClr val="hlink"/>
                </a:solidFill>
              </a:rPr>
              <a:t> list,as</a:t>
            </a:r>
            <a:r>
              <a:rPr lang="en-US" altLang="zh-CN" b="1" dirty="0">
                <a:solidFill>
                  <a:schemeClr val="hlink"/>
                </a:solidFill>
              </a:rPr>
              <a:t>;	   </a:t>
            </a:r>
            <a:r>
              <a:rPr lang="en-US" altLang="zh-CN" dirty="0">
                <a:solidFill>
                  <a:schemeClr val="accent2"/>
                </a:solidFill>
              </a:rPr>
              <a:t>//</a:t>
            </a:r>
            <a:r>
              <a:rPr lang="zh-CN" altLang="zh-CN" dirty="0">
                <a:solidFill>
                  <a:schemeClr val="accent2"/>
                </a:solidFill>
                <a:ea typeface="隶书" panose="02010509060101010101" pitchFamily="49" charset="-122"/>
              </a:rPr>
              <a:t>当前可分配空间首地址</a:t>
            </a:r>
            <a:endParaRPr lang="zh-CN" altLang="en-US" b="1" dirty="0">
              <a:solidFill>
                <a:schemeClr val="hlink"/>
              </a:solidFill>
            </a:endParaRPr>
          </a:p>
          <a:p>
            <a:pPr marL="0" lvl="0" indent="0" eaLnBrk="1" hangingPunct="1">
              <a:spcBef>
                <a:spcPct val="0"/>
              </a:spcBef>
              <a:buNone/>
            </a:pPr>
            <a:r>
              <a:rPr lang="en-US" altLang="zh-CN" b="1" dirty="0">
                <a:solidFill>
                  <a:schemeClr val="hlink"/>
                </a:solidFill>
              </a:rPr>
              <a:t>} </a:t>
            </a:r>
            <a:r>
              <a:rPr lang="en-US" altLang="zh-CN" dirty="0">
                <a:solidFill>
                  <a:schemeClr val="hlink"/>
                </a:solidFill>
              </a:rPr>
              <a:t>StaticList</a:t>
            </a:r>
            <a:r>
              <a:rPr lang="en-US" altLang="zh-CN" b="1" dirty="0">
                <a:solidFill>
                  <a:schemeClr val="hlink"/>
                </a:solidFill>
              </a:rPr>
              <a:t>;</a:t>
            </a:r>
            <a:endParaRPr lang="en-US" altLang="zh-CN" b="1" dirty="0">
              <a:solidFill>
                <a:schemeClr val="hlink"/>
              </a:solidFill>
            </a:endParaRPr>
          </a:p>
        </p:txBody>
      </p:sp>
    </p:spTree>
  </p:cSld>
  <p:clrMapOvr>
    <a:masterClrMapping/>
  </p:clrMapOvr>
  <p:transition>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1" name="Rectangle 3"/>
          <p:cNvSpPr>
            <a:spLocks noGrp="1" noChangeArrowheads="1"/>
          </p:cNvSpPr>
          <p:nvPr>
            <p:ph idx="1" hasCustomPrompt="1"/>
          </p:nvPr>
        </p:nvSpPr>
        <p:spPr>
          <a:xfrm>
            <a:off x="685800" y="1219200"/>
            <a:ext cx="7772400" cy="4876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3200" b="1" i="0" u="none" strike="noStrike" kern="1200" cap="none" spc="0" normalizeH="0" baseline="0" noProof="0">
                <a:ln>
                  <a:noFill/>
                </a:ln>
                <a:solidFill>
                  <a:srgbClr val="333399"/>
                </a:solidFill>
                <a:effectLst>
                  <a:outerShdw blurRad="38100" dist="38100" dir="2700000" algn="tl">
                    <a:srgbClr val="C0C0C0"/>
                  </a:outerShdw>
                </a:effectLst>
                <a:uLnTx/>
                <a:uFillTx/>
                <a:latin typeface="仿宋_GB2312" pitchFamily="49" charset="-122"/>
                <a:ea typeface="仿宋_GB2312" pitchFamily="49" charset="-122"/>
                <a:cs typeface="+mn-cs"/>
              </a:rPr>
              <a:t>基于空间的比较，</a:t>
            </a:r>
            <a:endParaRPr kumimoji="1" lang="zh-CN" altLang="en-US" sz="3200" b="1" i="0" u="none" strike="noStrike" kern="1200" cap="none" spc="0" normalizeH="0" baseline="0" noProof="0">
              <a:ln>
                <a:noFill/>
              </a:ln>
              <a:solidFill>
                <a:srgbClr val="333399"/>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FF6600"/>
              </a:buClr>
              <a:buSzPct val="50000"/>
              <a:buFont typeface="Wingdings" panose="05000000000000000000" pitchFamily="2" charset="2"/>
              <a:buChar char="n"/>
              <a:defRPr/>
            </a:pP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存储分配的方式</a:t>
            </a:r>
            <a:endPar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顺序表的存储空间是</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静态分配</a:t>
            </a: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的</a:t>
            </a:r>
            <a:endPar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链表的存储空间是</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动态分配</a:t>
            </a: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的</a:t>
            </a:r>
            <a:endPar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FF6600"/>
              </a:buClr>
              <a:buSzPct val="50000"/>
              <a:buFont typeface="Wingdings" panose="05000000000000000000" pitchFamily="2" charset="2"/>
              <a:buChar char="n"/>
              <a:defRPr/>
            </a:pP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存储密度 </a:t>
            </a:r>
            <a:r>
              <a:rPr kumimoji="1" lang="en-US" altLang="zh-CN"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 </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结点数据本身所占的存储量</a:t>
            </a:r>
            <a:r>
              <a:rPr kumimoji="1" lang="en-US" altLang="zh-CN"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结点结构所占的存储总量</a:t>
            </a:r>
            <a:endPar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顺序表的存储密度 </a:t>
            </a:r>
            <a:r>
              <a:rPr kumimoji="1" lang="en-US" altLang="zh-CN"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 1</a:t>
            </a:r>
            <a:endParaRPr kumimoji="1" lang="en-US" altLang="zh-CN"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链表的存储密度 </a:t>
            </a:r>
            <a:r>
              <a:rPr kumimoji="1" lang="en-US" altLang="zh-CN"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&lt; 1</a:t>
            </a:r>
            <a:endParaRPr kumimoji="1" lang="en-US" altLang="zh-CN"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
        <p:nvSpPr>
          <p:cNvPr id="288775" name="Rectangle 7"/>
          <p:cNvSpPr>
            <a:spLocks noGrp="1" noChangeArrowheads="1"/>
          </p:cNvSpPr>
          <p:nvPr>
            <p:ph type="title"/>
          </p:nvPr>
        </p:nvSpPr>
        <p:spPr>
          <a:xfrm>
            <a:off x="533400" y="228600"/>
            <a:ext cx="77724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1200" cap="none" spc="0" normalizeH="0" baseline="0" noProof="0">
                <a:ln>
                  <a:noFill/>
                </a:ln>
                <a:solidFill>
                  <a:schemeClr val="hlink"/>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§2.3 </a:t>
            </a:r>
            <a:r>
              <a:rPr kumimoji="1"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mj-lt"/>
                <a:ea typeface="仿宋_GB2312" pitchFamily="49" charset="-122"/>
                <a:cs typeface="+mj-cs"/>
              </a:rPr>
              <a:t>顺序表与链表的比较</a:t>
            </a:r>
            <a:endParaRPr kumimoji="1" lang="zh-CN" altLang="en-US" sz="4000" b="1" i="0" u="none" strike="noStrike" kern="1200" cap="none" spc="0" normalizeH="0" baseline="0" noProof="0">
              <a:ln>
                <a:noFill/>
              </a:ln>
              <a:solidFill>
                <a:schemeClr val="tx1"/>
              </a:solidFill>
              <a:effectLst>
                <a:outerShdw blurRad="38100" dist="38100" dir="2700000" algn="tl">
                  <a:srgbClr val="C0C0C0"/>
                </a:outerShdw>
              </a:effectLst>
              <a:uLnTx/>
              <a:uFillTx/>
              <a:latin typeface="+mj-lt"/>
              <a:ea typeface="仿宋_GB2312" pitchFamily="49" charset="-122"/>
              <a:cs typeface="+mj-cs"/>
            </a:endParaRPr>
          </a:p>
        </p:txBody>
      </p:sp>
    </p:spTree>
  </p:cSld>
  <p:clrMapOvr>
    <a:masterClrMapping/>
  </p:clrMapOvr>
  <p:transition>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9795" name="Rectangle 3"/>
          <p:cNvSpPr>
            <a:spLocks noGrp="1" noChangeArrowheads="1"/>
          </p:cNvSpPr>
          <p:nvPr>
            <p:ph idx="1" hasCustomPrompt="1"/>
          </p:nvPr>
        </p:nvSpPr>
        <p:spPr>
          <a:xfrm>
            <a:off x="685800" y="1219200"/>
            <a:ext cx="8001000" cy="4876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10000"/>
              </a:spcBef>
              <a:spcAft>
                <a:spcPct val="0"/>
              </a:spcAft>
              <a:buClrTx/>
              <a:buSzTx/>
              <a:buFontTx/>
              <a:buNone/>
              <a:defRPr/>
            </a:pPr>
            <a:r>
              <a:rPr kumimoji="1" lang="zh-CN" altLang="en-US" sz="3200" b="1" i="0" u="none" strike="noStrike" kern="1200" cap="none" spc="0" normalizeH="0" baseline="0" noProof="0">
                <a:ln>
                  <a:noFill/>
                </a:ln>
                <a:solidFill>
                  <a:srgbClr val="333399"/>
                </a:solidFill>
                <a:effectLst>
                  <a:outerShdw blurRad="38100" dist="38100" dir="2700000" algn="tl">
                    <a:srgbClr val="C0C0C0"/>
                  </a:outerShdw>
                </a:effectLst>
                <a:uLnTx/>
                <a:uFillTx/>
                <a:latin typeface="仿宋_GB2312" pitchFamily="49" charset="-122"/>
                <a:ea typeface="仿宋_GB2312" pitchFamily="49" charset="-122"/>
                <a:cs typeface="+mn-cs"/>
              </a:rPr>
              <a:t>基于时间的比较</a:t>
            </a:r>
            <a:endParaRPr kumimoji="1" lang="zh-CN" altLang="en-US" sz="3200" b="1" i="0" u="none" strike="noStrike" kern="1200" cap="none" spc="0" normalizeH="0" baseline="0" noProof="0">
              <a:ln>
                <a:noFill/>
              </a:ln>
              <a:solidFill>
                <a:srgbClr val="333399"/>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10000"/>
              </a:spcBef>
              <a:spcAft>
                <a:spcPct val="0"/>
              </a:spcAft>
              <a:buClr>
                <a:srgbClr val="FF6600"/>
              </a:buClr>
              <a:buSzPct val="50000"/>
              <a:buFont typeface="Wingdings" panose="05000000000000000000" pitchFamily="2" charset="2"/>
              <a:buChar char="n"/>
              <a:defRPr/>
            </a:pP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存取方式</a:t>
            </a:r>
            <a:endPar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1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顺序表可以</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随机存取</a:t>
            </a: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，也可以</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顺序存取</a:t>
            </a:r>
            <a:endPar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1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链表是</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顺序存取</a:t>
            </a: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的</a:t>
            </a:r>
            <a:endPar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10000"/>
              </a:spcBef>
              <a:spcAft>
                <a:spcPct val="0"/>
              </a:spcAft>
              <a:buClr>
                <a:srgbClr val="FF6600"/>
              </a:buClr>
              <a:buSzPct val="50000"/>
              <a:buFont typeface="Wingdings" panose="05000000000000000000" pitchFamily="2" charset="2"/>
              <a:buChar char="n"/>
              <a:defRPr/>
            </a:pP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插入</a:t>
            </a:r>
            <a:r>
              <a:rPr kumimoji="1" lang="en-US" altLang="zh-CN"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rPr>
              <a:t>删除时移动元素个数</a:t>
            </a:r>
            <a:endParaRPr kumimoji="1" lang="zh-CN" altLang="en-US" sz="3200" b="1" i="0" u="none" strike="noStrike" kern="1200" cap="none" spc="0" normalizeH="0" baseline="0" noProof="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1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顺序表需要移动元素</a:t>
            </a:r>
            <a:endPar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10000"/>
              </a:spcBef>
              <a:spcAft>
                <a:spcPct val="0"/>
              </a:spcAft>
              <a:buClr>
                <a:srgbClr val="009900"/>
              </a:buClr>
              <a:buSzPct val="50000"/>
              <a:buFont typeface="Wingdings" panose="05000000000000000000" pitchFamily="2" charset="2"/>
              <a:buChar char="u"/>
              <a:defRPr/>
            </a:pPr>
            <a:r>
              <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rPr>
              <a:t>链表不需要移动元素，只需要修改指针</a:t>
            </a:r>
            <a:endParaRPr kumimoji="1" lang="zh-CN" altLang="en-US" sz="3200" b="1" i="0" u="none" strike="noStrike" kern="1200" cap="none" spc="0" normalizeH="0" baseline="0" noProof="0">
              <a:ln>
                <a:noFill/>
              </a:ln>
              <a:solidFill>
                <a:srgbClr val="008080"/>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9795">
                                            <p:txEl>
                                              <p:charRg st="0" end="8"/>
                                            </p:txEl>
                                          </p:spTgt>
                                        </p:tgtEl>
                                        <p:attrNameLst>
                                          <p:attrName>style.visibility</p:attrName>
                                        </p:attrNameLst>
                                      </p:cBhvr>
                                      <p:to>
                                        <p:strVal val="visible"/>
                                      </p:to>
                                    </p:set>
                                    <p:animEffect transition="in" filter="box(out)">
                                      <p:cBhvr>
                                        <p:cTn id="7" dur="500"/>
                                        <p:tgtEl>
                                          <p:spTgt spid="289795">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89795">
                                            <p:txEl>
                                              <p:charRg st="8" end="13"/>
                                            </p:txEl>
                                          </p:spTgt>
                                        </p:tgtEl>
                                        <p:attrNameLst>
                                          <p:attrName>style.visibility</p:attrName>
                                        </p:attrNameLst>
                                      </p:cBhvr>
                                      <p:to>
                                        <p:strVal val="visible"/>
                                      </p:to>
                                    </p:set>
                                    <p:animEffect transition="in" filter="box(out)">
                                      <p:cBhvr>
                                        <p:cTn id="12" dur="500"/>
                                        <p:tgtEl>
                                          <p:spTgt spid="289795">
                                            <p:txEl>
                                              <p:charRg st="8"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89795">
                                            <p:txEl>
                                              <p:charRg st="13" end="31"/>
                                            </p:txEl>
                                          </p:spTgt>
                                        </p:tgtEl>
                                        <p:attrNameLst>
                                          <p:attrName>style.visibility</p:attrName>
                                        </p:attrNameLst>
                                      </p:cBhvr>
                                      <p:to>
                                        <p:strVal val="visible"/>
                                      </p:to>
                                    </p:set>
                                    <p:animEffect transition="in" filter="box(out)">
                                      <p:cBhvr>
                                        <p:cTn id="17" dur="500"/>
                                        <p:tgtEl>
                                          <p:spTgt spid="289795">
                                            <p:txEl>
                                              <p:charRg st="13" end="3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89795">
                                            <p:txEl>
                                              <p:charRg st="31" end="40"/>
                                            </p:txEl>
                                          </p:spTgt>
                                        </p:tgtEl>
                                        <p:attrNameLst>
                                          <p:attrName>style.visibility</p:attrName>
                                        </p:attrNameLst>
                                      </p:cBhvr>
                                      <p:to>
                                        <p:strVal val="visible"/>
                                      </p:to>
                                    </p:set>
                                    <p:animEffect transition="in" filter="box(out)">
                                      <p:cBhvr>
                                        <p:cTn id="22" dur="500"/>
                                        <p:tgtEl>
                                          <p:spTgt spid="289795">
                                            <p:txEl>
                                              <p:charRg st="31" end="4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89795">
                                            <p:txEl>
                                              <p:charRg st="40" end="53"/>
                                            </p:txEl>
                                          </p:spTgt>
                                        </p:tgtEl>
                                        <p:attrNameLst>
                                          <p:attrName>style.visibility</p:attrName>
                                        </p:attrNameLst>
                                      </p:cBhvr>
                                      <p:to>
                                        <p:strVal val="visible"/>
                                      </p:to>
                                    </p:set>
                                    <p:animEffect transition="in" filter="box(out)">
                                      <p:cBhvr>
                                        <p:cTn id="27" dur="500"/>
                                        <p:tgtEl>
                                          <p:spTgt spid="289795">
                                            <p:txEl>
                                              <p:charRg st="40" end="5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89795">
                                            <p:txEl>
                                              <p:charRg st="53" end="63"/>
                                            </p:txEl>
                                          </p:spTgt>
                                        </p:tgtEl>
                                        <p:attrNameLst>
                                          <p:attrName>style.visibility</p:attrName>
                                        </p:attrNameLst>
                                      </p:cBhvr>
                                      <p:to>
                                        <p:strVal val="visible"/>
                                      </p:to>
                                    </p:set>
                                    <p:animEffect transition="in" filter="box(out)">
                                      <p:cBhvr>
                                        <p:cTn id="32" dur="500"/>
                                        <p:tgtEl>
                                          <p:spTgt spid="289795">
                                            <p:txEl>
                                              <p:charRg st="53" end="6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289795">
                                            <p:txEl>
                                              <p:charRg st="63" end="81"/>
                                            </p:txEl>
                                          </p:spTgt>
                                        </p:tgtEl>
                                        <p:attrNameLst>
                                          <p:attrName>style.visibility</p:attrName>
                                        </p:attrNameLst>
                                      </p:cBhvr>
                                      <p:to>
                                        <p:strVal val="visible"/>
                                      </p:to>
                                    </p:set>
                                    <p:animEffect transition="in" filter="box(out)">
                                      <p:cBhvr>
                                        <p:cTn id="37" dur="500"/>
                                        <p:tgtEl>
                                          <p:spTgt spid="289795">
                                            <p:txEl>
                                              <p:charRg st="63" end="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ldLvl="5"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ext Box 2"/>
          <p:cNvSpPr txBox="1"/>
          <p:nvPr/>
        </p:nvSpPr>
        <p:spPr>
          <a:xfrm>
            <a:off x="2590800" y="152400"/>
            <a:ext cx="40957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4400" dirty="0">
                <a:solidFill>
                  <a:schemeClr val="tx2"/>
                </a:solidFill>
                <a:latin typeface="隶书" panose="02010509060101010101" pitchFamily="49" charset="-122"/>
                <a:ea typeface="隶书" panose="02010509060101010101" pitchFamily="49" charset="-122"/>
              </a:rPr>
              <a:t>本  章  小  结</a:t>
            </a:r>
            <a:endParaRPr lang="zh-CN" altLang="en-US" sz="2800" dirty="0"/>
          </a:p>
        </p:txBody>
      </p:sp>
      <p:sp>
        <p:nvSpPr>
          <p:cNvPr id="349187" name="Text Box 3"/>
          <p:cNvSpPr txBox="1"/>
          <p:nvPr/>
        </p:nvSpPr>
        <p:spPr>
          <a:xfrm>
            <a:off x="2057400" y="5334000"/>
            <a:ext cx="58737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chemeClr val="accent2"/>
                </a:solidFill>
                <a:ea typeface="隶书" panose="02010509060101010101" pitchFamily="49" charset="-122"/>
              </a:rPr>
              <a:t>通过指针表示元素之间的逻辑关系。</a:t>
            </a:r>
            <a:endParaRPr lang="zh-CN" altLang="en-US" sz="2800" dirty="0">
              <a:solidFill>
                <a:schemeClr val="accent2"/>
              </a:solidFill>
              <a:ea typeface="隶书" panose="02010509060101010101" pitchFamily="49" charset="-122"/>
            </a:endParaRPr>
          </a:p>
        </p:txBody>
      </p:sp>
      <p:sp>
        <p:nvSpPr>
          <p:cNvPr id="349189" name="Text Box 5"/>
          <p:cNvSpPr txBox="1"/>
          <p:nvPr/>
        </p:nvSpPr>
        <p:spPr>
          <a:xfrm>
            <a:off x="152400" y="914400"/>
            <a:ext cx="5386388" cy="14335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FF0066"/>
                </a:solidFill>
                <a:ea typeface="隶书" panose="02010509060101010101" pitchFamily="49" charset="-122"/>
              </a:rPr>
              <a:t>线性表    </a:t>
            </a:r>
            <a:r>
              <a:rPr lang="en-US" altLang="zh-CN" sz="2400" dirty="0">
                <a:solidFill>
                  <a:srgbClr val="FF0066"/>
                </a:solidFill>
                <a:ea typeface="隶书" panose="02010509060101010101" pitchFamily="49" charset="-122"/>
              </a:rPr>
              <a:t>L= </a:t>
            </a:r>
            <a:r>
              <a:rPr lang="zh-CN" altLang="en-US" sz="2400" dirty="0">
                <a:solidFill>
                  <a:srgbClr val="FF0066"/>
                </a:solidFill>
                <a:ea typeface="隶书" panose="02010509060101010101" pitchFamily="49" charset="-122"/>
              </a:rPr>
              <a:t>（</a:t>
            </a:r>
            <a:r>
              <a:rPr lang="en-US" altLang="zh-CN" sz="2400" b="1" i="1" dirty="0">
                <a:solidFill>
                  <a:schemeClr val="tx2"/>
                </a:solidFill>
              </a:rPr>
              <a:t>a</a:t>
            </a:r>
            <a:r>
              <a:rPr lang="en-US" altLang="zh-CN" sz="2400" b="1" dirty="0">
                <a:solidFill>
                  <a:srgbClr val="FF3300"/>
                </a:solidFill>
                <a:latin typeface="Arial Narrow" panose="020B0606020202030204" pitchFamily="34" charset="0"/>
                <a:ea typeface="仿宋_GB2312" pitchFamily="49" charset="-122"/>
              </a:rPr>
              <a:t> </a:t>
            </a:r>
            <a:r>
              <a:rPr lang="en-US" altLang="zh-CN" sz="2400" b="1" baseline="-25000" dirty="0">
                <a:solidFill>
                  <a:srgbClr val="FF3300"/>
                </a:solidFill>
                <a:latin typeface="Arial Narrow" panose="020B0606020202030204" pitchFamily="34" charset="0"/>
                <a:ea typeface="仿宋_GB2312" pitchFamily="49" charset="-122"/>
              </a:rPr>
              <a:t>1  </a:t>
            </a:r>
            <a:r>
              <a:rPr lang="en-US" altLang="zh-CN" sz="2400" b="1" dirty="0">
                <a:solidFill>
                  <a:srgbClr val="FF3300"/>
                </a:solidFill>
                <a:latin typeface="Arial Narrow" panose="020B0606020202030204" pitchFamily="34" charset="0"/>
                <a:ea typeface="仿宋_GB2312" pitchFamily="49" charset="-122"/>
              </a:rPr>
              <a:t> </a:t>
            </a:r>
            <a:r>
              <a:rPr lang="en-US" altLang="zh-CN" sz="2400" b="1" i="1" dirty="0">
                <a:solidFill>
                  <a:schemeClr val="tx2"/>
                </a:solidFill>
              </a:rPr>
              <a:t>a</a:t>
            </a:r>
            <a:r>
              <a:rPr lang="en-US" altLang="zh-CN" sz="2400" b="1" dirty="0">
                <a:solidFill>
                  <a:srgbClr val="FF3300"/>
                </a:solidFill>
                <a:latin typeface="Arial Narrow" panose="020B0606020202030204" pitchFamily="34" charset="0"/>
                <a:ea typeface="仿宋_GB2312" pitchFamily="49" charset="-122"/>
              </a:rPr>
              <a:t> </a:t>
            </a:r>
            <a:r>
              <a:rPr lang="en-US" altLang="zh-CN" sz="2400" b="1" baseline="-25000" dirty="0">
                <a:solidFill>
                  <a:srgbClr val="FF3300"/>
                </a:solidFill>
                <a:latin typeface="Arial Narrow" panose="020B0606020202030204" pitchFamily="34" charset="0"/>
                <a:ea typeface="仿宋_GB2312" pitchFamily="49" charset="-122"/>
              </a:rPr>
              <a:t>2</a:t>
            </a:r>
            <a:r>
              <a:rPr lang="en-US" altLang="zh-CN" sz="2400" b="1" dirty="0">
                <a:solidFill>
                  <a:srgbClr val="FF3300"/>
                </a:solidFill>
                <a:latin typeface="Arial Narrow" panose="020B0606020202030204" pitchFamily="34" charset="0"/>
                <a:ea typeface="仿宋_GB2312" pitchFamily="49" charset="-122"/>
              </a:rPr>
              <a:t>   </a:t>
            </a:r>
            <a:r>
              <a:rPr lang="en-US" altLang="zh-CN" sz="2400" b="1" i="1" dirty="0">
                <a:solidFill>
                  <a:schemeClr val="tx2"/>
                </a:solidFill>
              </a:rPr>
              <a:t>a</a:t>
            </a:r>
            <a:r>
              <a:rPr lang="en-US" altLang="zh-CN" sz="2400" b="1" baseline="-25000" dirty="0">
                <a:solidFill>
                  <a:srgbClr val="FF3300"/>
                </a:solidFill>
                <a:latin typeface="Arial Narrow" panose="020B0606020202030204" pitchFamily="34" charset="0"/>
                <a:ea typeface="仿宋_GB2312" pitchFamily="49" charset="-122"/>
              </a:rPr>
              <a:t> 3</a:t>
            </a:r>
            <a:r>
              <a:rPr lang="en-US" altLang="zh-CN" sz="2400" b="1" dirty="0">
                <a:solidFill>
                  <a:srgbClr val="FF3300"/>
                </a:solidFill>
                <a:latin typeface="Arial Narrow" panose="020B0606020202030204" pitchFamily="34" charset="0"/>
                <a:ea typeface="仿宋_GB2312" pitchFamily="49" charset="-122"/>
              </a:rPr>
              <a:t> </a:t>
            </a:r>
            <a:r>
              <a:rPr lang="en-US" altLang="zh-CN" sz="2400" b="1" dirty="0">
                <a:solidFill>
                  <a:srgbClr val="FF3300"/>
                </a:solidFill>
                <a:latin typeface="Arial Narrow" panose="020B0606020202030204" pitchFamily="34" charset="0"/>
                <a:ea typeface="仿宋_GB2312" pitchFamily="49" charset="-122"/>
                <a:sym typeface="Wingdings 2" panose="05020102010507070707" pitchFamily="18" charset="2"/>
              </a:rPr>
              <a:t>     </a:t>
            </a:r>
            <a:r>
              <a:rPr lang="en-US" altLang="zh-CN" sz="2400" b="1" baseline="-25000" dirty="0">
                <a:solidFill>
                  <a:srgbClr val="FF3300"/>
                </a:solidFill>
                <a:latin typeface="Arial Narrow" panose="020B0606020202030204" pitchFamily="34" charset="0"/>
                <a:ea typeface="仿宋_GB2312" pitchFamily="49" charset="-122"/>
              </a:rPr>
              <a:t> </a:t>
            </a:r>
            <a:r>
              <a:rPr lang="en-US" altLang="zh-CN" sz="2400" b="1" i="1" dirty="0">
                <a:solidFill>
                  <a:schemeClr val="tx2"/>
                </a:solidFill>
              </a:rPr>
              <a:t>a</a:t>
            </a:r>
            <a:r>
              <a:rPr lang="en-US" altLang="zh-CN" sz="2400" b="1" dirty="0">
                <a:solidFill>
                  <a:srgbClr val="FF3300"/>
                </a:solidFill>
                <a:latin typeface="Arial Narrow" panose="020B0606020202030204" pitchFamily="34" charset="0"/>
                <a:ea typeface="仿宋_GB2312" pitchFamily="49" charset="-122"/>
              </a:rPr>
              <a:t> </a:t>
            </a:r>
            <a:r>
              <a:rPr lang="en-US" altLang="zh-CN" sz="2400" b="1" baseline="-25000" dirty="0">
                <a:solidFill>
                  <a:srgbClr val="FF3300"/>
                </a:solidFill>
                <a:latin typeface="Arial Narrow" panose="020B0606020202030204" pitchFamily="34" charset="0"/>
                <a:ea typeface="仿宋_GB2312" pitchFamily="49" charset="-122"/>
              </a:rPr>
              <a:t>n</a:t>
            </a:r>
            <a:r>
              <a:rPr lang="zh-CN" altLang="en-US" sz="2400" b="1" dirty="0">
                <a:solidFill>
                  <a:srgbClr val="FF3300"/>
                </a:solidFill>
                <a:latin typeface="Arial Narrow" panose="020B0606020202030204" pitchFamily="34" charset="0"/>
                <a:ea typeface="仿宋_GB2312" pitchFamily="49" charset="-122"/>
              </a:rPr>
              <a:t>）</a:t>
            </a:r>
            <a:r>
              <a:rPr lang="zh-CN" altLang="en-US" b="1" dirty="0">
                <a:solidFill>
                  <a:srgbClr val="FF3300"/>
                </a:solidFill>
                <a:latin typeface="Arial Narrow" panose="020B0606020202030204" pitchFamily="34" charset="0"/>
                <a:ea typeface="仿宋_GB2312" pitchFamily="49" charset="-122"/>
              </a:rPr>
              <a:t> </a:t>
            </a:r>
            <a:endParaRPr lang="zh-CN" altLang="en-US" sz="2800" dirty="0">
              <a:solidFill>
                <a:srgbClr val="FF0066"/>
              </a:solidFill>
              <a:ea typeface="隶书" panose="02010509060101010101" pitchFamily="49" charset="-122"/>
            </a:endParaRPr>
          </a:p>
          <a:p>
            <a:pPr marL="0" lvl="0" indent="0" eaLnBrk="1" hangingPunct="1">
              <a:spcBef>
                <a:spcPct val="0"/>
              </a:spcBef>
              <a:buNone/>
            </a:pPr>
            <a:r>
              <a:rPr lang="zh-CN" altLang="en-US" sz="2800" dirty="0">
                <a:solidFill>
                  <a:srgbClr val="FF0066"/>
                </a:solidFill>
                <a:ea typeface="隶书" panose="02010509060101010101" pitchFamily="49" charset="-122"/>
              </a:rPr>
              <a:t>逻辑特点：</a:t>
            </a:r>
            <a:r>
              <a:rPr lang="zh-CN" altLang="en-US" sz="2800" dirty="0">
                <a:solidFill>
                  <a:schemeClr val="accent2"/>
                </a:solidFill>
                <a:ea typeface="隶书" panose="02010509060101010101" pitchFamily="49" charset="-122"/>
              </a:rPr>
              <a:t>线性结构</a:t>
            </a:r>
            <a:endParaRPr lang="zh-CN" altLang="en-US" sz="2800" dirty="0">
              <a:solidFill>
                <a:schemeClr val="accent2"/>
              </a:solidFill>
              <a:ea typeface="隶书" panose="02010509060101010101" pitchFamily="49" charset="-122"/>
            </a:endParaRPr>
          </a:p>
          <a:p>
            <a:pPr marL="0" lvl="0" indent="0" eaLnBrk="1" hangingPunct="1">
              <a:spcBef>
                <a:spcPct val="0"/>
              </a:spcBef>
              <a:buNone/>
            </a:pPr>
            <a:r>
              <a:rPr lang="zh-CN" altLang="en-US" sz="2800" dirty="0">
                <a:solidFill>
                  <a:srgbClr val="FF0066"/>
                </a:solidFill>
                <a:ea typeface="隶书" panose="02010509060101010101" pitchFamily="49" charset="-122"/>
              </a:rPr>
              <a:t>顺序表：</a:t>
            </a:r>
            <a:endParaRPr lang="zh-CN" altLang="en-US" sz="2800" dirty="0">
              <a:solidFill>
                <a:srgbClr val="FF0066"/>
              </a:solidFill>
              <a:ea typeface="隶书" panose="02010509060101010101" pitchFamily="49" charset="-122"/>
            </a:endParaRPr>
          </a:p>
        </p:txBody>
      </p:sp>
      <p:grpSp>
        <p:nvGrpSpPr>
          <p:cNvPr id="349214" name="Group 30"/>
          <p:cNvGrpSpPr/>
          <p:nvPr/>
        </p:nvGrpSpPr>
        <p:grpSpPr>
          <a:xfrm>
            <a:off x="1600200" y="1905000"/>
            <a:ext cx="6324600" cy="538163"/>
            <a:chOff x="864" y="1680"/>
            <a:chExt cx="4256" cy="387"/>
          </a:xfrm>
        </p:grpSpPr>
        <p:sp>
          <p:nvSpPr>
            <p:cNvPr id="60512" name="Text Box 18" descr="粉色砂纸"/>
            <p:cNvSpPr txBox="1"/>
            <p:nvPr/>
          </p:nvSpPr>
          <p:spPr>
            <a:xfrm>
              <a:off x="864" y="1680"/>
              <a:ext cx="4256" cy="387"/>
            </a:xfrm>
            <a:prstGeom prst="rect">
              <a:avLst/>
            </a:prstGeom>
            <a:blipFill rotWithShape="0">
              <a:blip r:embed="rId1"/>
            </a:blipFill>
            <a:ln w="19050" cap="flat" cmpd="sng">
              <a:solidFill>
                <a:schemeClr val="accent1"/>
              </a:solidFill>
              <a:prstDash val="solid"/>
              <a:miter/>
              <a:headEnd type="none" w="med" len="med"/>
              <a:tailEnd type="none" w="med" len="med"/>
            </a:ln>
            <a:effectLst>
              <a:outerShdw dist="107763" dir="2699999" algn="ctr" rotWithShape="0">
                <a:srgbClr val="808080"/>
              </a:outerShdw>
            </a:effectLst>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tx2"/>
                  </a:solidFill>
                </a:rPr>
                <a:t>a</a:t>
              </a:r>
              <a:r>
                <a:rPr lang="en-US" altLang="zh-CN" sz="2800" b="1" dirty="0">
                  <a:solidFill>
                    <a:srgbClr val="FF3300"/>
                  </a:solidFill>
                  <a:latin typeface="Arial Narrow" panose="020B0606020202030204" pitchFamily="34" charset="0"/>
                  <a:ea typeface="仿宋_GB2312" pitchFamily="49" charset="-122"/>
                </a:rPr>
                <a:t> </a:t>
              </a:r>
              <a:r>
                <a:rPr lang="en-US" altLang="zh-CN" sz="2800" b="1" baseline="-25000" dirty="0">
                  <a:solidFill>
                    <a:srgbClr val="FF3300"/>
                  </a:solidFill>
                  <a:latin typeface="Arial Narrow" panose="020B0606020202030204" pitchFamily="34" charset="0"/>
                  <a:ea typeface="仿宋_GB2312" pitchFamily="49" charset="-122"/>
                </a:rPr>
                <a:t>1  </a:t>
              </a:r>
              <a:r>
                <a:rPr lang="en-US" altLang="zh-CN" sz="2800" b="1" dirty="0">
                  <a:solidFill>
                    <a:srgbClr val="FF3300"/>
                  </a:solidFill>
                  <a:latin typeface="Arial Narrow" panose="020B0606020202030204" pitchFamily="34" charset="0"/>
                  <a:ea typeface="仿宋_GB2312" pitchFamily="49" charset="-122"/>
                </a:rPr>
                <a:t> </a:t>
              </a:r>
              <a:r>
                <a:rPr lang="en-US" altLang="zh-CN" sz="2800" b="1" i="1" dirty="0">
                  <a:solidFill>
                    <a:schemeClr val="tx2"/>
                  </a:solidFill>
                </a:rPr>
                <a:t>a</a:t>
              </a:r>
              <a:r>
                <a:rPr lang="en-US" altLang="zh-CN" sz="2800" b="1" dirty="0">
                  <a:solidFill>
                    <a:srgbClr val="FF3300"/>
                  </a:solidFill>
                  <a:latin typeface="Arial Narrow" panose="020B0606020202030204" pitchFamily="34" charset="0"/>
                  <a:ea typeface="仿宋_GB2312" pitchFamily="49" charset="-122"/>
                </a:rPr>
                <a:t> </a:t>
              </a:r>
              <a:r>
                <a:rPr lang="en-US" altLang="zh-CN" sz="2800" b="1" baseline="-25000" dirty="0">
                  <a:solidFill>
                    <a:srgbClr val="FF3300"/>
                  </a:solidFill>
                  <a:latin typeface="Arial Narrow" panose="020B0606020202030204" pitchFamily="34" charset="0"/>
                  <a:ea typeface="仿宋_GB2312" pitchFamily="49" charset="-122"/>
                </a:rPr>
                <a:t>2</a:t>
              </a:r>
              <a:r>
                <a:rPr lang="en-US" altLang="zh-CN" sz="2800" b="1" dirty="0">
                  <a:solidFill>
                    <a:srgbClr val="FF3300"/>
                  </a:solidFill>
                  <a:latin typeface="Arial Narrow" panose="020B0606020202030204" pitchFamily="34" charset="0"/>
                  <a:ea typeface="仿宋_GB2312" pitchFamily="49" charset="-122"/>
                </a:rPr>
                <a:t>   </a:t>
              </a:r>
              <a:r>
                <a:rPr lang="en-US" altLang="zh-CN" sz="2800" b="1" i="1" dirty="0">
                  <a:solidFill>
                    <a:schemeClr val="tx2"/>
                  </a:solidFill>
                </a:rPr>
                <a:t>a</a:t>
              </a:r>
              <a:r>
                <a:rPr lang="en-US" altLang="zh-CN" sz="2800" b="1" baseline="-25000" dirty="0">
                  <a:solidFill>
                    <a:srgbClr val="FF3300"/>
                  </a:solidFill>
                  <a:latin typeface="Arial Narrow" panose="020B0606020202030204" pitchFamily="34" charset="0"/>
                  <a:ea typeface="仿宋_GB2312" pitchFamily="49" charset="-122"/>
                </a:rPr>
                <a:t> 3</a:t>
              </a:r>
              <a:r>
                <a:rPr lang="en-US" altLang="zh-CN" sz="2800" b="1" dirty="0">
                  <a:solidFill>
                    <a:srgbClr val="FF3300"/>
                  </a:solidFill>
                  <a:latin typeface="Arial Narrow" panose="020B0606020202030204" pitchFamily="34" charset="0"/>
                  <a:ea typeface="仿宋_GB2312" pitchFamily="49" charset="-122"/>
                </a:rPr>
                <a:t>           </a:t>
              </a:r>
              <a:r>
                <a:rPr lang="en-US" altLang="zh-CN" sz="2800" b="1" dirty="0">
                  <a:solidFill>
                    <a:srgbClr val="FF3300"/>
                  </a:solidFill>
                  <a:latin typeface="Arial Narrow" panose="020B0606020202030204" pitchFamily="34" charset="0"/>
                  <a:ea typeface="仿宋_GB2312" pitchFamily="49" charset="-122"/>
                  <a:sym typeface="Wingdings 2" panose="05020102010507070707" pitchFamily="18" charset="2"/>
                </a:rPr>
                <a:t></a:t>
              </a:r>
              <a:r>
                <a:rPr lang="en-US" altLang="zh-CN" sz="2800" b="1" baseline="-25000" dirty="0">
                  <a:solidFill>
                    <a:srgbClr val="FF3300"/>
                  </a:solidFill>
                  <a:latin typeface="Arial Narrow" panose="020B0606020202030204" pitchFamily="34" charset="0"/>
                  <a:ea typeface="仿宋_GB2312" pitchFamily="49" charset="-122"/>
                </a:rPr>
                <a:t> </a:t>
              </a:r>
              <a:r>
                <a:rPr lang="en-US" altLang="zh-CN" sz="2800" b="1" dirty="0">
                  <a:solidFill>
                    <a:srgbClr val="FF3300"/>
                  </a:solidFill>
                  <a:latin typeface="Arial Narrow" panose="020B0606020202030204" pitchFamily="34" charset="0"/>
                  <a:ea typeface="仿宋_GB2312" pitchFamily="49" charset="-122"/>
                  <a:sym typeface="Wingdings 2" panose="05020102010507070707" pitchFamily="18" charset="2"/>
                </a:rPr>
                <a:t>  </a:t>
              </a:r>
              <a:r>
                <a:rPr lang="en-US" altLang="zh-CN" sz="2800" b="1" baseline="-25000" dirty="0">
                  <a:solidFill>
                    <a:srgbClr val="FF3300"/>
                  </a:solidFill>
                  <a:latin typeface="Arial Narrow" panose="020B0606020202030204" pitchFamily="34" charset="0"/>
                  <a:ea typeface="仿宋_GB2312" pitchFamily="49" charset="-122"/>
                </a:rPr>
                <a:t> </a:t>
              </a:r>
              <a:r>
                <a:rPr lang="en-US" altLang="zh-CN" sz="2800" b="1" dirty="0">
                  <a:solidFill>
                    <a:srgbClr val="FF3300"/>
                  </a:solidFill>
                  <a:latin typeface="Arial Narrow" panose="020B0606020202030204" pitchFamily="34" charset="0"/>
                  <a:ea typeface="仿宋_GB2312" pitchFamily="49" charset="-122"/>
                  <a:sym typeface="Wingdings 2" panose="05020102010507070707" pitchFamily="18" charset="2"/>
                </a:rPr>
                <a:t> </a:t>
              </a:r>
              <a:r>
                <a:rPr lang="en-US" altLang="zh-CN" sz="2800" b="1" baseline="-25000" dirty="0">
                  <a:solidFill>
                    <a:srgbClr val="FF3300"/>
                  </a:solidFill>
                  <a:latin typeface="Arial Narrow" panose="020B0606020202030204" pitchFamily="34" charset="0"/>
                  <a:ea typeface="仿宋_GB2312" pitchFamily="49" charset="-122"/>
                </a:rPr>
                <a:t>       </a:t>
              </a:r>
              <a:r>
                <a:rPr lang="en-US" altLang="zh-CN" sz="2800" b="1" i="1" dirty="0">
                  <a:solidFill>
                    <a:schemeClr val="tx2"/>
                  </a:solidFill>
                </a:rPr>
                <a:t>a</a:t>
              </a:r>
              <a:r>
                <a:rPr lang="en-US" altLang="zh-CN" sz="2800" b="1" dirty="0">
                  <a:solidFill>
                    <a:srgbClr val="FF3300"/>
                  </a:solidFill>
                  <a:latin typeface="Arial Narrow" panose="020B0606020202030204" pitchFamily="34" charset="0"/>
                  <a:ea typeface="仿宋_GB2312" pitchFamily="49" charset="-122"/>
                </a:rPr>
                <a:t> </a:t>
              </a:r>
              <a:r>
                <a:rPr lang="en-US" altLang="zh-CN" sz="2800" b="1" baseline="-25000" dirty="0">
                  <a:solidFill>
                    <a:srgbClr val="FF3300"/>
                  </a:solidFill>
                  <a:latin typeface="Arial Narrow" panose="020B0606020202030204" pitchFamily="34" charset="0"/>
                  <a:ea typeface="仿宋_GB2312" pitchFamily="49" charset="-122"/>
                </a:rPr>
                <a:t>n</a:t>
              </a:r>
              <a:r>
                <a:rPr lang="en-US" altLang="zh-CN" sz="2800" b="1" dirty="0">
                  <a:solidFill>
                    <a:srgbClr val="FF3300"/>
                  </a:solidFill>
                  <a:latin typeface="Arial Narrow" panose="020B0606020202030204" pitchFamily="34" charset="0"/>
                  <a:ea typeface="仿宋_GB2312" pitchFamily="49" charset="-122"/>
                </a:rPr>
                <a:t> </a:t>
              </a:r>
              <a:endParaRPr lang="en-US" altLang="zh-CN" sz="2800" b="1" dirty="0">
                <a:solidFill>
                  <a:srgbClr val="FF3300"/>
                </a:solidFill>
                <a:latin typeface="Arial Narrow" panose="020B0606020202030204" pitchFamily="34" charset="0"/>
                <a:ea typeface="仿宋_GB2312" pitchFamily="49" charset="-122"/>
              </a:endParaRPr>
            </a:p>
          </p:txBody>
        </p:sp>
        <p:sp>
          <p:nvSpPr>
            <p:cNvPr id="60513" name="Line 19"/>
            <p:cNvSpPr/>
            <p:nvPr/>
          </p:nvSpPr>
          <p:spPr>
            <a:xfrm>
              <a:off x="1248" y="1680"/>
              <a:ext cx="0" cy="384"/>
            </a:xfrm>
            <a:prstGeom prst="line">
              <a:avLst/>
            </a:prstGeom>
            <a:ln w="19050" cap="flat" cmpd="sng">
              <a:solidFill>
                <a:schemeClr val="accent1"/>
              </a:solidFill>
              <a:prstDash val="solid"/>
              <a:headEnd type="none" w="med" len="med"/>
              <a:tailEnd type="none" w="med" len="med"/>
            </a:ln>
          </p:spPr>
        </p:sp>
        <p:sp>
          <p:nvSpPr>
            <p:cNvPr id="60514" name="Line 20"/>
            <p:cNvSpPr/>
            <p:nvPr/>
          </p:nvSpPr>
          <p:spPr>
            <a:xfrm>
              <a:off x="1680" y="1680"/>
              <a:ext cx="0" cy="384"/>
            </a:xfrm>
            <a:prstGeom prst="line">
              <a:avLst/>
            </a:prstGeom>
            <a:ln w="19050" cap="flat" cmpd="sng">
              <a:solidFill>
                <a:schemeClr val="accent1"/>
              </a:solidFill>
              <a:prstDash val="solid"/>
              <a:headEnd type="none" w="med" len="med"/>
              <a:tailEnd type="none" w="med" len="med"/>
            </a:ln>
          </p:spPr>
        </p:sp>
        <p:sp>
          <p:nvSpPr>
            <p:cNvPr id="60515" name="Line 21"/>
            <p:cNvSpPr/>
            <p:nvPr/>
          </p:nvSpPr>
          <p:spPr>
            <a:xfrm>
              <a:off x="2112" y="1680"/>
              <a:ext cx="0" cy="384"/>
            </a:xfrm>
            <a:prstGeom prst="line">
              <a:avLst/>
            </a:prstGeom>
            <a:ln w="19050" cap="flat" cmpd="sng">
              <a:solidFill>
                <a:schemeClr val="accent1"/>
              </a:solidFill>
              <a:prstDash val="solid"/>
              <a:headEnd type="none" w="med" len="med"/>
              <a:tailEnd type="none" w="med" len="med"/>
            </a:ln>
          </p:spPr>
        </p:sp>
        <p:sp>
          <p:nvSpPr>
            <p:cNvPr id="60516" name="Line 22"/>
            <p:cNvSpPr/>
            <p:nvPr/>
          </p:nvSpPr>
          <p:spPr>
            <a:xfrm>
              <a:off x="2544" y="1680"/>
              <a:ext cx="0" cy="384"/>
            </a:xfrm>
            <a:prstGeom prst="line">
              <a:avLst/>
            </a:prstGeom>
            <a:ln w="19050" cap="flat" cmpd="sng">
              <a:solidFill>
                <a:schemeClr val="accent1"/>
              </a:solidFill>
              <a:prstDash val="solid"/>
              <a:headEnd type="none" w="med" len="med"/>
              <a:tailEnd type="none" w="med" len="med"/>
            </a:ln>
          </p:spPr>
        </p:sp>
        <p:sp>
          <p:nvSpPr>
            <p:cNvPr id="60517" name="Line 23"/>
            <p:cNvSpPr/>
            <p:nvPr/>
          </p:nvSpPr>
          <p:spPr>
            <a:xfrm>
              <a:off x="2976" y="1680"/>
              <a:ext cx="0" cy="384"/>
            </a:xfrm>
            <a:prstGeom prst="line">
              <a:avLst/>
            </a:prstGeom>
            <a:ln w="19050" cap="flat" cmpd="sng">
              <a:solidFill>
                <a:schemeClr val="accent1"/>
              </a:solidFill>
              <a:prstDash val="solid"/>
              <a:headEnd type="none" w="med" len="med"/>
              <a:tailEnd type="none" w="med" len="med"/>
            </a:ln>
          </p:spPr>
        </p:sp>
        <p:sp>
          <p:nvSpPr>
            <p:cNvPr id="60518" name="Line 24"/>
            <p:cNvSpPr/>
            <p:nvPr/>
          </p:nvSpPr>
          <p:spPr>
            <a:xfrm>
              <a:off x="3408" y="1680"/>
              <a:ext cx="0" cy="384"/>
            </a:xfrm>
            <a:prstGeom prst="line">
              <a:avLst/>
            </a:prstGeom>
            <a:ln w="19050" cap="flat" cmpd="sng">
              <a:solidFill>
                <a:schemeClr val="accent1"/>
              </a:solidFill>
              <a:prstDash val="solid"/>
              <a:headEnd type="none" w="med" len="med"/>
              <a:tailEnd type="none" w="med" len="med"/>
            </a:ln>
          </p:spPr>
        </p:sp>
        <p:sp>
          <p:nvSpPr>
            <p:cNvPr id="60519" name="Line 25"/>
            <p:cNvSpPr/>
            <p:nvPr/>
          </p:nvSpPr>
          <p:spPr>
            <a:xfrm>
              <a:off x="3840" y="1680"/>
              <a:ext cx="0" cy="384"/>
            </a:xfrm>
            <a:prstGeom prst="line">
              <a:avLst/>
            </a:prstGeom>
            <a:ln w="19050" cap="flat" cmpd="sng">
              <a:solidFill>
                <a:schemeClr val="accent1"/>
              </a:solidFill>
              <a:prstDash val="solid"/>
              <a:headEnd type="none" w="med" len="med"/>
              <a:tailEnd type="none" w="med" len="med"/>
            </a:ln>
          </p:spPr>
        </p:sp>
        <p:sp>
          <p:nvSpPr>
            <p:cNvPr id="60520" name="Line 26"/>
            <p:cNvSpPr/>
            <p:nvPr/>
          </p:nvSpPr>
          <p:spPr>
            <a:xfrm>
              <a:off x="4272" y="1680"/>
              <a:ext cx="0" cy="384"/>
            </a:xfrm>
            <a:prstGeom prst="line">
              <a:avLst/>
            </a:prstGeom>
            <a:ln w="19050" cap="flat" cmpd="sng">
              <a:solidFill>
                <a:schemeClr val="accent1"/>
              </a:solidFill>
              <a:prstDash val="solid"/>
              <a:headEnd type="none" w="med" len="med"/>
              <a:tailEnd type="none" w="med" len="med"/>
            </a:ln>
          </p:spPr>
        </p:sp>
        <p:sp>
          <p:nvSpPr>
            <p:cNvPr id="60521" name="Line 27"/>
            <p:cNvSpPr/>
            <p:nvPr/>
          </p:nvSpPr>
          <p:spPr>
            <a:xfrm>
              <a:off x="4704" y="1680"/>
              <a:ext cx="0" cy="384"/>
            </a:xfrm>
            <a:prstGeom prst="line">
              <a:avLst/>
            </a:prstGeom>
            <a:ln w="19050" cap="flat" cmpd="sng">
              <a:solidFill>
                <a:schemeClr val="accent1"/>
              </a:solidFill>
              <a:prstDash val="solid"/>
              <a:headEnd type="none" w="med" len="med"/>
              <a:tailEnd type="none" w="med" len="med"/>
            </a:ln>
          </p:spPr>
        </p:sp>
      </p:grpSp>
      <p:sp>
        <p:nvSpPr>
          <p:cNvPr id="349216" name="Rectangle 32"/>
          <p:cNvSpPr/>
          <p:nvPr/>
        </p:nvSpPr>
        <p:spPr>
          <a:xfrm>
            <a:off x="1219200" y="2667000"/>
            <a:ext cx="76517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chemeClr val="accent2"/>
                </a:solidFill>
                <a:ea typeface="隶书" panose="02010509060101010101" pitchFamily="49" charset="-122"/>
              </a:rPr>
              <a:t>通过每个元素存储的相对位置来表示逻辑关系。</a:t>
            </a:r>
            <a:endParaRPr lang="zh-CN" altLang="en-US" sz="2800" dirty="0">
              <a:solidFill>
                <a:schemeClr val="accent2"/>
              </a:solidFill>
              <a:ea typeface="隶书" panose="02010509060101010101" pitchFamily="49" charset="-122"/>
            </a:endParaRPr>
          </a:p>
        </p:txBody>
      </p:sp>
      <p:sp>
        <p:nvSpPr>
          <p:cNvPr id="349217" name="Text Box 33"/>
          <p:cNvSpPr txBox="1"/>
          <p:nvPr/>
        </p:nvSpPr>
        <p:spPr>
          <a:xfrm>
            <a:off x="533400" y="2743200"/>
            <a:ext cx="8007350" cy="13731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chemeClr val="accent2"/>
                </a:solidFill>
                <a:ea typeface="隶书" panose="02010509060101010101" pitchFamily="49" charset="-122"/>
              </a:rPr>
              <a:t>时间效率：</a:t>
            </a:r>
            <a:r>
              <a:rPr lang="en-US" altLang="zh-CN" sz="2800" dirty="0">
                <a:solidFill>
                  <a:schemeClr val="tx2"/>
                </a:solidFill>
                <a:ea typeface="隶书" panose="02010509060101010101" pitchFamily="49" charset="-122"/>
              </a:rPr>
              <a:t>Loc(a</a:t>
            </a:r>
            <a:r>
              <a:rPr lang="en-US" altLang="zh-CN" sz="2800" baseline="-25000" dirty="0">
                <a:solidFill>
                  <a:schemeClr val="tx2"/>
                </a:solidFill>
                <a:ea typeface="隶书" panose="02010509060101010101" pitchFamily="49" charset="-122"/>
              </a:rPr>
              <a:t>i</a:t>
            </a:r>
            <a:r>
              <a:rPr lang="en-US" altLang="zh-CN" sz="2800" dirty="0">
                <a:solidFill>
                  <a:schemeClr val="tx2"/>
                </a:solidFill>
                <a:ea typeface="隶书" panose="02010509060101010101" pitchFamily="49" charset="-122"/>
              </a:rPr>
              <a:t>)=Loc(a</a:t>
            </a:r>
            <a:r>
              <a:rPr lang="en-US" altLang="zh-CN" sz="2800" baseline="-25000" dirty="0">
                <a:solidFill>
                  <a:schemeClr val="tx2"/>
                </a:solidFill>
                <a:ea typeface="隶书" panose="02010509060101010101" pitchFamily="49" charset="-122"/>
              </a:rPr>
              <a:t>1</a:t>
            </a:r>
            <a:r>
              <a:rPr lang="en-US" altLang="zh-CN" sz="2800" dirty="0">
                <a:solidFill>
                  <a:schemeClr val="tx2"/>
                </a:solidFill>
                <a:ea typeface="隶书" panose="02010509060101010101" pitchFamily="49" charset="-122"/>
              </a:rPr>
              <a:t>)+(i-1)*c</a:t>
            </a:r>
            <a:endParaRPr lang="en-US" altLang="zh-CN" sz="2800" dirty="0">
              <a:solidFill>
                <a:schemeClr val="tx2"/>
              </a:solidFill>
              <a:ea typeface="隶书" panose="02010509060101010101" pitchFamily="49" charset="-122"/>
            </a:endParaRPr>
          </a:p>
          <a:p>
            <a:pPr marL="0" lvl="0" indent="0" eaLnBrk="1" hangingPunct="1">
              <a:spcBef>
                <a:spcPct val="0"/>
              </a:spcBef>
              <a:buNone/>
            </a:pPr>
            <a:r>
              <a:rPr lang="en-US" altLang="zh-CN" sz="2800" dirty="0">
                <a:solidFill>
                  <a:schemeClr val="accent2"/>
                </a:solidFill>
                <a:ea typeface="隶书" panose="02010509060101010101" pitchFamily="49" charset="-122"/>
              </a:rPr>
              <a:t>                    </a:t>
            </a:r>
            <a:r>
              <a:rPr lang="zh-CN" altLang="en-US" sz="2800" dirty="0">
                <a:solidFill>
                  <a:srgbClr val="00CC00"/>
                </a:solidFill>
                <a:ea typeface="隶书" panose="02010509060101010101" pitchFamily="49" charset="-122"/>
              </a:rPr>
              <a:t>插入操作后面元素依次（逆序）后移；</a:t>
            </a:r>
            <a:endParaRPr lang="zh-CN" altLang="en-US" sz="2800" dirty="0">
              <a:solidFill>
                <a:srgbClr val="00CC00"/>
              </a:solidFill>
              <a:ea typeface="隶书" panose="02010509060101010101" pitchFamily="49" charset="-122"/>
            </a:endParaRPr>
          </a:p>
          <a:p>
            <a:pPr marL="0" lvl="0" indent="0" eaLnBrk="1" hangingPunct="1">
              <a:spcBef>
                <a:spcPct val="0"/>
              </a:spcBef>
              <a:buNone/>
            </a:pPr>
            <a:r>
              <a:rPr lang="zh-CN" altLang="en-US" sz="2800" dirty="0">
                <a:solidFill>
                  <a:srgbClr val="00CC00"/>
                </a:solidFill>
                <a:ea typeface="隶书" panose="02010509060101010101" pitchFamily="49" charset="-122"/>
              </a:rPr>
              <a:t>                    删除操作后面元素依次（正序）前移。</a:t>
            </a:r>
            <a:endParaRPr lang="zh-CN" altLang="en-US" sz="2800" dirty="0">
              <a:solidFill>
                <a:schemeClr val="accent2"/>
              </a:solidFill>
              <a:ea typeface="隶书" panose="02010509060101010101" pitchFamily="49" charset="-122"/>
            </a:endParaRPr>
          </a:p>
        </p:txBody>
      </p:sp>
      <p:sp>
        <p:nvSpPr>
          <p:cNvPr id="349218" name="Text Box 34"/>
          <p:cNvSpPr txBox="1"/>
          <p:nvPr/>
        </p:nvSpPr>
        <p:spPr>
          <a:xfrm>
            <a:off x="533400" y="3124200"/>
            <a:ext cx="8007350" cy="946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chemeClr val="accent2"/>
                </a:solidFill>
                <a:ea typeface="隶书" panose="02010509060101010101" pitchFamily="49" charset="-122"/>
              </a:rPr>
              <a:t>空间效率：</a:t>
            </a:r>
            <a:r>
              <a:rPr lang="zh-CN" altLang="en-US" sz="2800" dirty="0">
                <a:solidFill>
                  <a:schemeClr val="tx2"/>
                </a:solidFill>
                <a:ea typeface="隶书" panose="02010509060101010101" pitchFamily="49" charset="-122"/>
              </a:rPr>
              <a:t>无需另外附加空间表示元素之间的关系</a:t>
            </a:r>
            <a:endParaRPr lang="zh-CN" altLang="en-US" sz="2800" dirty="0">
              <a:solidFill>
                <a:schemeClr val="tx2"/>
              </a:solidFill>
              <a:ea typeface="隶书" panose="02010509060101010101" pitchFamily="49" charset="-122"/>
            </a:endParaRPr>
          </a:p>
          <a:p>
            <a:pPr marL="0" lvl="0" indent="0" eaLnBrk="1" hangingPunct="1">
              <a:spcBef>
                <a:spcPct val="0"/>
              </a:spcBef>
              <a:buNone/>
            </a:pPr>
            <a:r>
              <a:rPr lang="zh-CN" altLang="en-US" sz="2800" dirty="0">
                <a:solidFill>
                  <a:schemeClr val="accent2"/>
                </a:solidFill>
                <a:ea typeface="隶书" panose="02010509060101010101" pitchFamily="49" charset="-122"/>
              </a:rPr>
              <a:t>                    </a:t>
            </a:r>
            <a:r>
              <a:rPr lang="zh-CN" altLang="en-US" sz="2800" dirty="0">
                <a:solidFill>
                  <a:srgbClr val="00CC00"/>
                </a:solidFill>
                <a:ea typeface="隶书" panose="02010509060101010101" pitchFamily="49" charset="-122"/>
              </a:rPr>
              <a:t>预先分配存储空间（溢出</a:t>
            </a:r>
            <a:r>
              <a:rPr lang="en-US" altLang="zh-CN" sz="2800" dirty="0">
                <a:solidFill>
                  <a:srgbClr val="00CC00"/>
                </a:solidFill>
                <a:ea typeface="隶书" panose="02010509060101010101" pitchFamily="49" charset="-122"/>
              </a:rPr>
              <a:t>/</a:t>
            </a:r>
            <a:r>
              <a:rPr lang="zh-CN" altLang="en-US" sz="2800" dirty="0">
                <a:solidFill>
                  <a:srgbClr val="00CC00"/>
                </a:solidFill>
                <a:ea typeface="隶书" panose="02010509060101010101" pitchFamily="49" charset="-122"/>
              </a:rPr>
              <a:t>浪费）</a:t>
            </a:r>
            <a:endParaRPr lang="zh-CN" altLang="en-US" sz="2800" dirty="0">
              <a:solidFill>
                <a:schemeClr val="accent2"/>
              </a:solidFill>
              <a:ea typeface="隶书" panose="02010509060101010101" pitchFamily="49" charset="-122"/>
            </a:endParaRPr>
          </a:p>
        </p:txBody>
      </p:sp>
      <p:sp>
        <p:nvSpPr>
          <p:cNvPr id="349220" name="Text Box 36"/>
          <p:cNvSpPr txBox="1"/>
          <p:nvPr/>
        </p:nvSpPr>
        <p:spPr>
          <a:xfrm>
            <a:off x="152400" y="2743200"/>
            <a:ext cx="12509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FF0066"/>
                </a:solidFill>
                <a:ea typeface="隶书" panose="02010509060101010101" pitchFamily="49" charset="-122"/>
              </a:rPr>
              <a:t>链表：</a:t>
            </a:r>
            <a:endParaRPr lang="zh-CN" altLang="en-US" sz="2800" dirty="0">
              <a:solidFill>
                <a:srgbClr val="FF6600"/>
              </a:solidFill>
              <a:ea typeface="隶书" panose="02010509060101010101" pitchFamily="49" charset="-122"/>
            </a:endParaRPr>
          </a:p>
        </p:txBody>
      </p:sp>
      <p:sp>
        <p:nvSpPr>
          <p:cNvPr id="349244" name="Text Box 60"/>
          <p:cNvSpPr txBox="1"/>
          <p:nvPr/>
        </p:nvSpPr>
        <p:spPr>
          <a:xfrm>
            <a:off x="2819400" y="3505200"/>
            <a:ext cx="51625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FF0066"/>
                </a:solidFill>
                <a:ea typeface="隶书" panose="02010509060101010101" pitchFamily="49" charset="-122"/>
              </a:rPr>
              <a:t>特点：</a:t>
            </a:r>
            <a:r>
              <a:rPr lang="zh-CN" altLang="en-US" sz="2800" dirty="0">
                <a:solidFill>
                  <a:schemeClr val="accent2"/>
                </a:solidFill>
                <a:ea typeface="隶书" panose="02010509060101010101" pitchFamily="49" charset="-122"/>
              </a:rPr>
              <a:t>头指针唯一确定单链表。</a:t>
            </a:r>
            <a:endParaRPr lang="zh-CN" altLang="en-US" sz="2800" dirty="0"/>
          </a:p>
        </p:txBody>
      </p:sp>
      <p:sp>
        <p:nvSpPr>
          <p:cNvPr id="349245" name="Text Box 61"/>
          <p:cNvSpPr txBox="1"/>
          <p:nvPr/>
        </p:nvSpPr>
        <p:spPr>
          <a:xfrm>
            <a:off x="914400" y="4572000"/>
            <a:ext cx="16065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FF6600"/>
                </a:solidFill>
                <a:ea typeface="隶书" panose="02010509060101010101" pitchFamily="49" charset="-122"/>
              </a:rPr>
              <a:t>双向链表</a:t>
            </a:r>
            <a:endParaRPr lang="zh-CN" altLang="en-US" sz="2800" dirty="0">
              <a:solidFill>
                <a:srgbClr val="FF0066"/>
              </a:solidFill>
              <a:ea typeface="隶书" panose="02010509060101010101" pitchFamily="49" charset="-122"/>
            </a:endParaRPr>
          </a:p>
        </p:txBody>
      </p:sp>
      <p:grpSp>
        <p:nvGrpSpPr>
          <p:cNvPr id="349246" name="Group 62"/>
          <p:cNvGrpSpPr/>
          <p:nvPr/>
        </p:nvGrpSpPr>
        <p:grpSpPr>
          <a:xfrm>
            <a:off x="2514600" y="4419600"/>
            <a:ext cx="5334000" cy="838200"/>
            <a:chOff x="288" y="384"/>
            <a:chExt cx="3360" cy="624"/>
          </a:xfrm>
        </p:grpSpPr>
        <p:sp>
          <p:nvSpPr>
            <p:cNvPr id="60477" name="Rectangle 63" descr="羊皮纸"/>
            <p:cNvSpPr/>
            <p:nvPr/>
          </p:nvSpPr>
          <p:spPr>
            <a:xfrm>
              <a:off x="960" y="576"/>
              <a:ext cx="576" cy="336"/>
            </a:xfrm>
            <a:prstGeom prst="rect">
              <a:avLst/>
            </a:prstGeom>
            <a:blipFill rotWithShape="0">
              <a:blip r:embed="rId2"/>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78" name="Line 64"/>
            <p:cNvSpPr/>
            <p:nvPr/>
          </p:nvSpPr>
          <p:spPr>
            <a:xfrm>
              <a:off x="1104" y="576"/>
              <a:ext cx="0" cy="336"/>
            </a:xfrm>
            <a:prstGeom prst="line">
              <a:avLst/>
            </a:prstGeom>
            <a:ln w="9525" cap="flat" cmpd="sng">
              <a:solidFill>
                <a:schemeClr val="tx1"/>
              </a:solidFill>
              <a:prstDash val="solid"/>
              <a:headEnd type="none" w="med" len="med"/>
              <a:tailEnd type="none" w="med" len="med"/>
            </a:ln>
          </p:spPr>
        </p:sp>
        <p:sp>
          <p:nvSpPr>
            <p:cNvPr id="60479" name="Line 65"/>
            <p:cNvSpPr/>
            <p:nvPr/>
          </p:nvSpPr>
          <p:spPr>
            <a:xfrm>
              <a:off x="1392" y="576"/>
              <a:ext cx="0" cy="336"/>
            </a:xfrm>
            <a:prstGeom prst="line">
              <a:avLst/>
            </a:prstGeom>
            <a:ln w="9525" cap="flat" cmpd="sng">
              <a:solidFill>
                <a:schemeClr val="tx1"/>
              </a:solidFill>
              <a:prstDash val="solid"/>
              <a:headEnd type="none" w="med" len="med"/>
              <a:tailEnd type="none" w="med" len="med"/>
            </a:ln>
          </p:spPr>
        </p:sp>
        <p:sp>
          <p:nvSpPr>
            <p:cNvPr id="60480" name="Line 66"/>
            <p:cNvSpPr/>
            <p:nvPr/>
          </p:nvSpPr>
          <p:spPr>
            <a:xfrm flipV="1">
              <a:off x="1104" y="480"/>
              <a:ext cx="96" cy="96"/>
            </a:xfrm>
            <a:prstGeom prst="line">
              <a:avLst/>
            </a:prstGeom>
            <a:ln w="9525" cap="flat" cmpd="sng">
              <a:solidFill>
                <a:schemeClr val="tx1"/>
              </a:solidFill>
              <a:prstDash val="solid"/>
              <a:headEnd type="none" w="med" len="med"/>
              <a:tailEnd type="none" w="med" len="med"/>
            </a:ln>
          </p:spPr>
        </p:sp>
        <p:sp>
          <p:nvSpPr>
            <p:cNvPr id="60481" name="Line 67"/>
            <p:cNvSpPr/>
            <p:nvPr/>
          </p:nvSpPr>
          <p:spPr>
            <a:xfrm flipV="1">
              <a:off x="1392" y="480"/>
              <a:ext cx="96" cy="96"/>
            </a:xfrm>
            <a:prstGeom prst="line">
              <a:avLst/>
            </a:prstGeom>
            <a:ln w="9525" cap="flat" cmpd="sng">
              <a:solidFill>
                <a:schemeClr val="tx1"/>
              </a:solidFill>
              <a:prstDash val="solid"/>
              <a:headEnd type="none" w="med" len="med"/>
              <a:tailEnd type="none" w="med" len="med"/>
            </a:ln>
          </p:spPr>
        </p:sp>
        <p:sp>
          <p:nvSpPr>
            <p:cNvPr id="60482" name="Rectangle 68" descr="羊皮纸"/>
            <p:cNvSpPr/>
            <p:nvPr/>
          </p:nvSpPr>
          <p:spPr>
            <a:xfrm>
              <a:off x="1776" y="576"/>
              <a:ext cx="576" cy="336"/>
            </a:xfrm>
            <a:prstGeom prst="rect">
              <a:avLst/>
            </a:prstGeom>
            <a:blipFill rotWithShape="0">
              <a:blip r:embed="rId2"/>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endParaRPr lang="zh-CN" altLang="zh-CN" sz="2800" dirty="0"/>
            </a:p>
          </p:txBody>
        </p:sp>
        <p:sp>
          <p:nvSpPr>
            <p:cNvPr id="60483" name="Line 69"/>
            <p:cNvSpPr/>
            <p:nvPr/>
          </p:nvSpPr>
          <p:spPr>
            <a:xfrm>
              <a:off x="1920" y="576"/>
              <a:ext cx="0" cy="336"/>
            </a:xfrm>
            <a:prstGeom prst="line">
              <a:avLst/>
            </a:prstGeom>
            <a:ln w="9525" cap="flat" cmpd="sng">
              <a:solidFill>
                <a:schemeClr val="tx1"/>
              </a:solidFill>
              <a:prstDash val="solid"/>
              <a:headEnd type="none" w="med" len="med"/>
              <a:tailEnd type="none" w="med" len="med"/>
            </a:ln>
          </p:spPr>
        </p:sp>
        <p:sp>
          <p:nvSpPr>
            <p:cNvPr id="60484" name="Line 70"/>
            <p:cNvSpPr/>
            <p:nvPr/>
          </p:nvSpPr>
          <p:spPr>
            <a:xfrm>
              <a:off x="2208" y="576"/>
              <a:ext cx="0" cy="336"/>
            </a:xfrm>
            <a:prstGeom prst="line">
              <a:avLst/>
            </a:prstGeom>
            <a:ln w="9525" cap="flat" cmpd="sng">
              <a:solidFill>
                <a:schemeClr val="tx1"/>
              </a:solidFill>
              <a:prstDash val="solid"/>
              <a:headEnd type="none" w="med" len="med"/>
              <a:tailEnd type="none" w="med" len="med"/>
            </a:ln>
          </p:spPr>
        </p:sp>
        <p:sp>
          <p:nvSpPr>
            <p:cNvPr id="60485" name="Line 71"/>
            <p:cNvSpPr/>
            <p:nvPr/>
          </p:nvSpPr>
          <p:spPr>
            <a:xfrm flipV="1">
              <a:off x="1920" y="480"/>
              <a:ext cx="96" cy="96"/>
            </a:xfrm>
            <a:prstGeom prst="line">
              <a:avLst/>
            </a:prstGeom>
            <a:ln w="9525" cap="flat" cmpd="sng">
              <a:solidFill>
                <a:schemeClr val="tx1"/>
              </a:solidFill>
              <a:prstDash val="solid"/>
              <a:headEnd type="none" w="med" len="med"/>
              <a:tailEnd type="none" w="med" len="med"/>
            </a:ln>
          </p:spPr>
        </p:sp>
        <p:sp>
          <p:nvSpPr>
            <p:cNvPr id="60486" name="Line 72"/>
            <p:cNvSpPr/>
            <p:nvPr/>
          </p:nvSpPr>
          <p:spPr>
            <a:xfrm flipV="1">
              <a:off x="2208" y="480"/>
              <a:ext cx="96" cy="96"/>
            </a:xfrm>
            <a:prstGeom prst="line">
              <a:avLst/>
            </a:prstGeom>
            <a:ln w="9525" cap="flat" cmpd="sng">
              <a:solidFill>
                <a:schemeClr val="tx1"/>
              </a:solidFill>
              <a:prstDash val="solid"/>
              <a:headEnd type="none" w="med" len="med"/>
              <a:tailEnd type="none" w="med" len="med"/>
            </a:ln>
          </p:spPr>
        </p:sp>
        <p:sp>
          <p:nvSpPr>
            <p:cNvPr id="60487" name="Rectangle 73" descr="羊皮纸"/>
            <p:cNvSpPr/>
            <p:nvPr/>
          </p:nvSpPr>
          <p:spPr>
            <a:xfrm>
              <a:off x="2832" y="576"/>
              <a:ext cx="576" cy="336"/>
            </a:xfrm>
            <a:prstGeom prst="rect">
              <a:avLst/>
            </a:prstGeom>
            <a:blipFill rotWithShape="0">
              <a:blip r:embed="rId2"/>
            </a:blip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88" name="Line 74"/>
            <p:cNvSpPr/>
            <p:nvPr/>
          </p:nvSpPr>
          <p:spPr>
            <a:xfrm>
              <a:off x="2976" y="576"/>
              <a:ext cx="0" cy="336"/>
            </a:xfrm>
            <a:prstGeom prst="line">
              <a:avLst/>
            </a:prstGeom>
            <a:ln w="9525" cap="flat" cmpd="sng">
              <a:solidFill>
                <a:schemeClr val="tx1"/>
              </a:solidFill>
              <a:prstDash val="solid"/>
              <a:headEnd type="none" w="med" len="med"/>
              <a:tailEnd type="none" w="med" len="med"/>
            </a:ln>
          </p:spPr>
        </p:sp>
        <p:sp>
          <p:nvSpPr>
            <p:cNvPr id="60489" name="Line 75"/>
            <p:cNvSpPr/>
            <p:nvPr/>
          </p:nvSpPr>
          <p:spPr>
            <a:xfrm>
              <a:off x="3264" y="576"/>
              <a:ext cx="0" cy="336"/>
            </a:xfrm>
            <a:prstGeom prst="line">
              <a:avLst/>
            </a:prstGeom>
            <a:ln w="9525" cap="flat" cmpd="sng">
              <a:solidFill>
                <a:schemeClr val="tx1"/>
              </a:solidFill>
              <a:prstDash val="solid"/>
              <a:headEnd type="none" w="med" len="med"/>
              <a:tailEnd type="none" w="med" len="med"/>
            </a:ln>
          </p:spPr>
        </p:sp>
        <p:sp>
          <p:nvSpPr>
            <p:cNvPr id="60490" name="Line 76"/>
            <p:cNvSpPr/>
            <p:nvPr/>
          </p:nvSpPr>
          <p:spPr>
            <a:xfrm flipV="1">
              <a:off x="2976" y="480"/>
              <a:ext cx="96" cy="96"/>
            </a:xfrm>
            <a:prstGeom prst="line">
              <a:avLst/>
            </a:prstGeom>
            <a:ln w="9525" cap="flat" cmpd="sng">
              <a:solidFill>
                <a:schemeClr val="tx1"/>
              </a:solidFill>
              <a:prstDash val="solid"/>
              <a:headEnd type="none" w="med" len="med"/>
              <a:tailEnd type="none" w="med" len="med"/>
            </a:ln>
          </p:spPr>
        </p:sp>
        <p:sp>
          <p:nvSpPr>
            <p:cNvPr id="60491" name="Line 77"/>
            <p:cNvSpPr/>
            <p:nvPr/>
          </p:nvSpPr>
          <p:spPr>
            <a:xfrm flipV="1">
              <a:off x="3264" y="480"/>
              <a:ext cx="96" cy="96"/>
            </a:xfrm>
            <a:prstGeom prst="line">
              <a:avLst/>
            </a:prstGeom>
            <a:ln w="9525" cap="flat" cmpd="sng">
              <a:solidFill>
                <a:schemeClr val="tx1"/>
              </a:solidFill>
              <a:prstDash val="solid"/>
              <a:headEnd type="none" w="med" len="med"/>
              <a:tailEnd type="none" w="med" len="med"/>
            </a:ln>
          </p:spPr>
        </p:sp>
        <p:sp>
          <p:nvSpPr>
            <p:cNvPr id="60492" name="Line 78"/>
            <p:cNvSpPr/>
            <p:nvPr/>
          </p:nvSpPr>
          <p:spPr>
            <a:xfrm>
              <a:off x="768" y="720"/>
              <a:ext cx="192" cy="0"/>
            </a:xfrm>
            <a:prstGeom prst="line">
              <a:avLst/>
            </a:prstGeom>
            <a:ln w="38100" cap="flat" cmpd="sng">
              <a:solidFill>
                <a:schemeClr val="tx2"/>
              </a:solidFill>
              <a:prstDash val="solid"/>
              <a:headEnd type="none" w="med" len="med"/>
              <a:tailEnd type="triangle" w="sm" len="sm"/>
            </a:ln>
          </p:spPr>
        </p:sp>
        <p:sp>
          <p:nvSpPr>
            <p:cNvPr id="60493" name="Line 79"/>
            <p:cNvSpPr/>
            <p:nvPr/>
          </p:nvSpPr>
          <p:spPr>
            <a:xfrm>
              <a:off x="1584" y="672"/>
              <a:ext cx="192" cy="0"/>
            </a:xfrm>
            <a:prstGeom prst="line">
              <a:avLst/>
            </a:prstGeom>
            <a:ln w="38100" cap="flat" cmpd="sng">
              <a:solidFill>
                <a:schemeClr val="tx2"/>
              </a:solidFill>
              <a:prstDash val="solid"/>
              <a:headEnd type="none" w="med" len="med"/>
              <a:tailEnd type="triangle" w="sm" len="sm"/>
            </a:ln>
          </p:spPr>
        </p:sp>
        <p:sp>
          <p:nvSpPr>
            <p:cNvPr id="60494" name="Line 80"/>
            <p:cNvSpPr/>
            <p:nvPr/>
          </p:nvSpPr>
          <p:spPr>
            <a:xfrm>
              <a:off x="2400" y="672"/>
              <a:ext cx="192" cy="0"/>
            </a:xfrm>
            <a:prstGeom prst="line">
              <a:avLst/>
            </a:prstGeom>
            <a:ln w="38100" cap="flat" cmpd="sng">
              <a:solidFill>
                <a:schemeClr val="tx2"/>
              </a:solidFill>
              <a:prstDash val="solid"/>
              <a:headEnd type="none" w="med" len="med"/>
              <a:tailEnd type="triangle" w="sm" len="sm"/>
            </a:ln>
          </p:spPr>
        </p:sp>
        <p:sp>
          <p:nvSpPr>
            <p:cNvPr id="60495" name="Line 81"/>
            <p:cNvSpPr/>
            <p:nvPr/>
          </p:nvSpPr>
          <p:spPr>
            <a:xfrm>
              <a:off x="2640" y="672"/>
              <a:ext cx="192" cy="0"/>
            </a:xfrm>
            <a:prstGeom prst="line">
              <a:avLst/>
            </a:prstGeom>
            <a:ln w="38100" cap="flat" cmpd="sng">
              <a:solidFill>
                <a:schemeClr val="tx2"/>
              </a:solidFill>
              <a:prstDash val="solid"/>
              <a:headEnd type="none" w="med" len="med"/>
              <a:tailEnd type="triangle" w="sm" len="sm"/>
            </a:ln>
          </p:spPr>
        </p:sp>
        <p:sp>
          <p:nvSpPr>
            <p:cNvPr id="60496" name="Line 82"/>
            <p:cNvSpPr/>
            <p:nvPr/>
          </p:nvSpPr>
          <p:spPr>
            <a:xfrm>
              <a:off x="3456" y="768"/>
              <a:ext cx="192" cy="0"/>
            </a:xfrm>
            <a:prstGeom prst="line">
              <a:avLst/>
            </a:prstGeom>
            <a:ln w="38100" cap="flat" cmpd="sng">
              <a:solidFill>
                <a:schemeClr val="tx2"/>
              </a:solidFill>
              <a:prstDash val="solid"/>
              <a:headEnd type="triangle" w="sm" len="sm"/>
              <a:tailEnd type="none" w="sm" len="sm"/>
            </a:ln>
          </p:spPr>
        </p:sp>
        <p:sp>
          <p:nvSpPr>
            <p:cNvPr id="60497" name="Line 83"/>
            <p:cNvSpPr/>
            <p:nvPr/>
          </p:nvSpPr>
          <p:spPr>
            <a:xfrm>
              <a:off x="816" y="624"/>
              <a:ext cx="144" cy="0"/>
            </a:xfrm>
            <a:prstGeom prst="line">
              <a:avLst/>
            </a:prstGeom>
            <a:ln w="38100" cap="flat" cmpd="sng">
              <a:solidFill>
                <a:schemeClr val="tx2"/>
              </a:solidFill>
              <a:prstDash val="solid"/>
              <a:headEnd type="none" w="med" len="med"/>
              <a:tailEnd type="triangle" w="sm" len="sm"/>
            </a:ln>
          </p:spPr>
        </p:sp>
        <p:sp>
          <p:nvSpPr>
            <p:cNvPr id="60498" name="Line 84"/>
            <p:cNvSpPr/>
            <p:nvPr/>
          </p:nvSpPr>
          <p:spPr>
            <a:xfrm>
              <a:off x="2640" y="768"/>
              <a:ext cx="192" cy="0"/>
            </a:xfrm>
            <a:prstGeom prst="line">
              <a:avLst/>
            </a:prstGeom>
            <a:ln w="38100" cap="flat" cmpd="sng">
              <a:solidFill>
                <a:schemeClr val="tx2"/>
              </a:solidFill>
              <a:prstDash val="solid"/>
              <a:headEnd type="triangle" w="sm" len="sm"/>
              <a:tailEnd type="none" w="sm" len="sm"/>
            </a:ln>
          </p:spPr>
        </p:sp>
        <p:sp>
          <p:nvSpPr>
            <p:cNvPr id="60499" name="Line 85"/>
            <p:cNvSpPr/>
            <p:nvPr/>
          </p:nvSpPr>
          <p:spPr>
            <a:xfrm>
              <a:off x="2400" y="768"/>
              <a:ext cx="192" cy="0"/>
            </a:xfrm>
            <a:prstGeom prst="line">
              <a:avLst/>
            </a:prstGeom>
            <a:ln w="38100" cap="flat" cmpd="sng">
              <a:solidFill>
                <a:schemeClr val="tx2"/>
              </a:solidFill>
              <a:prstDash val="solid"/>
              <a:headEnd type="triangle" w="sm" len="sm"/>
              <a:tailEnd type="none" w="sm" len="sm"/>
            </a:ln>
          </p:spPr>
        </p:sp>
        <p:sp>
          <p:nvSpPr>
            <p:cNvPr id="60500" name="Line 86"/>
            <p:cNvSpPr/>
            <p:nvPr/>
          </p:nvSpPr>
          <p:spPr>
            <a:xfrm>
              <a:off x="1584" y="768"/>
              <a:ext cx="192" cy="0"/>
            </a:xfrm>
            <a:prstGeom prst="line">
              <a:avLst/>
            </a:prstGeom>
            <a:ln w="38100" cap="flat" cmpd="sng">
              <a:solidFill>
                <a:schemeClr val="tx2"/>
              </a:solidFill>
              <a:prstDash val="solid"/>
              <a:headEnd type="triangle" w="sm" len="sm"/>
              <a:tailEnd type="none" w="sm" len="sm"/>
            </a:ln>
          </p:spPr>
        </p:sp>
        <p:sp>
          <p:nvSpPr>
            <p:cNvPr id="60501" name="Line 87"/>
            <p:cNvSpPr/>
            <p:nvPr/>
          </p:nvSpPr>
          <p:spPr>
            <a:xfrm flipH="1">
              <a:off x="816" y="816"/>
              <a:ext cx="144" cy="0"/>
            </a:xfrm>
            <a:prstGeom prst="line">
              <a:avLst/>
            </a:prstGeom>
            <a:ln w="38100" cap="flat" cmpd="sng">
              <a:solidFill>
                <a:schemeClr val="tx2"/>
              </a:solidFill>
              <a:prstDash val="solid"/>
              <a:headEnd type="none" w="med" len="med"/>
              <a:tailEnd type="none" w="med" len="med"/>
            </a:ln>
          </p:spPr>
        </p:sp>
        <p:sp>
          <p:nvSpPr>
            <p:cNvPr id="60502" name="Line 88"/>
            <p:cNvSpPr/>
            <p:nvPr/>
          </p:nvSpPr>
          <p:spPr>
            <a:xfrm>
              <a:off x="816" y="816"/>
              <a:ext cx="0" cy="192"/>
            </a:xfrm>
            <a:prstGeom prst="line">
              <a:avLst/>
            </a:prstGeom>
            <a:ln w="38100" cap="flat" cmpd="sng">
              <a:solidFill>
                <a:schemeClr val="tx2"/>
              </a:solidFill>
              <a:prstDash val="solid"/>
              <a:headEnd type="none" w="med" len="med"/>
              <a:tailEnd type="none" w="med" len="med"/>
            </a:ln>
          </p:spPr>
        </p:sp>
        <p:sp>
          <p:nvSpPr>
            <p:cNvPr id="60503" name="Line 89"/>
            <p:cNvSpPr/>
            <p:nvPr/>
          </p:nvSpPr>
          <p:spPr>
            <a:xfrm>
              <a:off x="816" y="1008"/>
              <a:ext cx="2832" cy="0"/>
            </a:xfrm>
            <a:prstGeom prst="line">
              <a:avLst/>
            </a:prstGeom>
            <a:ln w="38100" cap="flat" cmpd="sng">
              <a:solidFill>
                <a:schemeClr val="tx2"/>
              </a:solidFill>
              <a:prstDash val="solid"/>
              <a:headEnd type="none" w="med" len="med"/>
              <a:tailEnd type="none" w="med" len="med"/>
            </a:ln>
          </p:spPr>
        </p:sp>
        <p:sp>
          <p:nvSpPr>
            <p:cNvPr id="60504" name="Line 90"/>
            <p:cNvSpPr/>
            <p:nvPr/>
          </p:nvSpPr>
          <p:spPr>
            <a:xfrm>
              <a:off x="3648" y="768"/>
              <a:ext cx="0" cy="240"/>
            </a:xfrm>
            <a:prstGeom prst="line">
              <a:avLst/>
            </a:prstGeom>
            <a:ln w="38100" cap="flat" cmpd="sng">
              <a:solidFill>
                <a:schemeClr val="tx2"/>
              </a:solidFill>
              <a:prstDash val="solid"/>
              <a:headEnd type="none" w="med" len="med"/>
              <a:tailEnd type="none" w="med" len="med"/>
            </a:ln>
          </p:spPr>
        </p:sp>
        <p:sp>
          <p:nvSpPr>
            <p:cNvPr id="60505" name="Line 91"/>
            <p:cNvSpPr/>
            <p:nvPr/>
          </p:nvSpPr>
          <p:spPr>
            <a:xfrm>
              <a:off x="816" y="384"/>
              <a:ext cx="0" cy="240"/>
            </a:xfrm>
            <a:prstGeom prst="line">
              <a:avLst/>
            </a:prstGeom>
            <a:ln w="38100" cap="flat" cmpd="sng">
              <a:solidFill>
                <a:schemeClr val="tx2"/>
              </a:solidFill>
              <a:prstDash val="solid"/>
              <a:headEnd type="none" w="med" len="med"/>
              <a:tailEnd type="none" w="med" len="med"/>
            </a:ln>
          </p:spPr>
        </p:sp>
        <p:sp>
          <p:nvSpPr>
            <p:cNvPr id="60506" name="Line 92"/>
            <p:cNvSpPr/>
            <p:nvPr/>
          </p:nvSpPr>
          <p:spPr>
            <a:xfrm>
              <a:off x="816" y="384"/>
              <a:ext cx="2832" cy="0"/>
            </a:xfrm>
            <a:prstGeom prst="line">
              <a:avLst/>
            </a:prstGeom>
            <a:ln w="38100" cap="flat" cmpd="sng">
              <a:solidFill>
                <a:schemeClr val="tx2"/>
              </a:solidFill>
              <a:prstDash val="solid"/>
              <a:headEnd type="none" w="med" len="med"/>
              <a:tailEnd type="none" w="med" len="med"/>
            </a:ln>
          </p:spPr>
        </p:sp>
        <p:sp>
          <p:nvSpPr>
            <p:cNvPr id="60507" name="Line 93"/>
            <p:cNvSpPr/>
            <p:nvPr/>
          </p:nvSpPr>
          <p:spPr>
            <a:xfrm>
              <a:off x="3648" y="384"/>
              <a:ext cx="0" cy="240"/>
            </a:xfrm>
            <a:prstGeom prst="line">
              <a:avLst/>
            </a:prstGeom>
            <a:ln w="38100" cap="flat" cmpd="sng">
              <a:solidFill>
                <a:schemeClr val="tx2"/>
              </a:solidFill>
              <a:prstDash val="solid"/>
              <a:headEnd type="none" w="med" len="med"/>
              <a:tailEnd type="none" w="med" len="med"/>
            </a:ln>
          </p:spPr>
        </p:sp>
        <p:sp>
          <p:nvSpPr>
            <p:cNvPr id="60508" name="Line 94"/>
            <p:cNvSpPr/>
            <p:nvPr/>
          </p:nvSpPr>
          <p:spPr>
            <a:xfrm flipH="1">
              <a:off x="3456" y="624"/>
              <a:ext cx="192" cy="0"/>
            </a:xfrm>
            <a:prstGeom prst="line">
              <a:avLst/>
            </a:prstGeom>
            <a:ln w="38100" cap="flat" cmpd="sng">
              <a:solidFill>
                <a:schemeClr val="tx2"/>
              </a:solidFill>
              <a:prstDash val="solid"/>
              <a:headEnd type="none" w="med" len="med"/>
              <a:tailEnd type="none" w="med" len="med"/>
            </a:ln>
          </p:spPr>
        </p:sp>
        <p:sp>
          <p:nvSpPr>
            <p:cNvPr id="60509" name="Text Box 95"/>
            <p:cNvSpPr txBox="1"/>
            <p:nvPr/>
          </p:nvSpPr>
          <p:spPr>
            <a:xfrm>
              <a:off x="288" y="528"/>
              <a:ext cx="489" cy="3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chemeClr val="tx2"/>
                  </a:solidFill>
                </a:rPr>
                <a:t>    L</a:t>
              </a:r>
              <a:endParaRPr lang="en-US" altLang="zh-CN" sz="2400" dirty="0"/>
            </a:p>
          </p:txBody>
        </p:sp>
        <p:sp>
          <p:nvSpPr>
            <p:cNvPr id="60510" name="Text Box 96"/>
            <p:cNvSpPr txBox="1"/>
            <p:nvPr/>
          </p:nvSpPr>
          <p:spPr>
            <a:xfrm>
              <a:off x="1920" y="606"/>
              <a:ext cx="304" cy="3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baseline="-25000" dirty="0">
                  <a:solidFill>
                    <a:schemeClr val="accent2"/>
                  </a:solidFill>
                </a:rPr>
                <a:t>1</a:t>
              </a:r>
              <a:endParaRPr lang="en-US" altLang="zh-CN" b="1" baseline="-25000" dirty="0">
                <a:solidFill>
                  <a:schemeClr val="accent2"/>
                </a:solidFill>
              </a:endParaRPr>
            </a:p>
          </p:txBody>
        </p:sp>
        <p:sp>
          <p:nvSpPr>
            <p:cNvPr id="60511" name="Rectangle 97"/>
            <p:cNvSpPr/>
            <p:nvPr/>
          </p:nvSpPr>
          <p:spPr>
            <a:xfrm>
              <a:off x="2976" y="558"/>
              <a:ext cx="313" cy="3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baseline="-25000" dirty="0">
                  <a:solidFill>
                    <a:schemeClr val="accent2"/>
                  </a:solidFill>
                </a:rPr>
                <a:t>n</a:t>
              </a:r>
              <a:endParaRPr lang="en-US" altLang="zh-CN" b="1" baseline="-25000" dirty="0">
                <a:solidFill>
                  <a:schemeClr val="accent2"/>
                </a:solidFill>
              </a:endParaRPr>
            </a:p>
          </p:txBody>
        </p:sp>
      </p:grpSp>
      <p:sp>
        <p:nvSpPr>
          <p:cNvPr id="349300" name="Text Box 116"/>
          <p:cNvSpPr txBox="1"/>
          <p:nvPr/>
        </p:nvSpPr>
        <p:spPr>
          <a:xfrm>
            <a:off x="1752600" y="5257800"/>
            <a:ext cx="646747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FF0066"/>
                </a:solidFill>
                <a:ea typeface="隶书" panose="02010509060101010101" pitchFamily="49" charset="-122"/>
              </a:rPr>
              <a:t>特点：</a:t>
            </a:r>
            <a:r>
              <a:rPr lang="en-US" altLang="zh-CN" sz="2800" dirty="0">
                <a:solidFill>
                  <a:schemeClr val="accent2"/>
                </a:solidFill>
                <a:ea typeface="隶书" panose="02010509060101010101" pitchFamily="49" charset="-122"/>
              </a:rPr>
              <a:t>p-&gt;prior-&gt;next==p==p-&gt;next-&gt;prior</a:t>
            </a:r>
            <a:endParaRPr lang="en-US" altLang="zh-CN" sz="2800" dirty="0"/>
          </a:p>
        </p:txBody>
      </p:sp>
      <p:sp>
        <p:nvSpPr>
          <p:cNvPr id="349301" name="Text Box 117"/>
          <p:cNvSpPr txBox="1"/>
          <p:nvPr/>
        </p:nvSpPr>
        <p:spPr>
          <a:xfrm>
            <a:off x="1143000" y="2819400"/>
            <a:ext cx="13398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solidFill>
                  <a:srgbClr val="FF6600"/>
                </a:solidFill>
                <a:ea typeface="隶书" panose="02010509060101010101" pitchFamily="49" charset="-122"/>
              </a:rPr>
              <a:t> </a:t>
            </a:r>
            <a:r>
              <a:rPr lang="zh-CN" altLang="en-US" sz="2800" dirty="0">
                <a:solidFill>
                  <a:srgbClr val="FF6600"/>
                </a:solidFill>
                <a:ea typeface="隶书" panose="02010509060101010101" pitchFamily="49" charset="-122"/>
              </a:rPr>
              <a:t>单链表</a:t>
            </a:r>
            <a:endParaRPr lang="zh-CN" altLang="en-US" sz="2800" dirty="0">
              <a:solidFill>
                <a:srgbClr val="FF6600"/>
              </a:solidFill>
              <a:ea typeface="隶书" panose="02010509060101010101" pitchFamily="49" charset="-122"/>
            </a:endParaRPr>
          </a:p>
        </p:txBody>
      </p:sp>
      <p:sp>
        <p:nvSpPr>
          <p:cNvPr id="349302" name="Text Box 118"/>
          <p:cNvSpPr txBox="1"/>
          <p:nvPr/>
        </p:nvSpPr>
        <p:spPr>
          <a:xfrm>
            <a:off x="609600" y="3505200"/>
            <a:ext cx="19621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FF6600"/>
                </a:solidFill>
                <a:ea typeface="隶书" panose="02010509060101010101" pitchFamily="49" charset="-122"/>
              </a:rPr>
              <a:t>循环单链表</a:t>
            </a:r>
            <a:endParaRPr lang="zh-CN" altLang="en-US" sz="2800" dirty="0"/>
          </a:p>
        </p:txBody>
      </p:sp>
      <p:grpSp>
        <p:nvGrpSpPr>
          <p:cNvPr id="349303" name="Group 119"/>
          <p:cNvGrpSpPr/>
          <p:nvPr/>
        </p:nvGrpSpPr>
        <p:grpSpPr>
          <a:xfrm>
            <a:off x="2438400" y="3505200"/>
            <a:ext cx="6324600" cy="790575"/>
            <a:chOff x="480" y="2142"/>
            <a:chExt cx="3984" cy="594"/>
          </a:xfrm>
        </p:grpSpPr>
        <p:sp>
          <p:nvSpPr>
            <p:cNvPr id="60455" name="Rectangle 120"/>
            <p:cNvSpPr/>
            <p:nvPr/>
          </p:nvSpPr>
          <p:spPr>
            <a:xfrm>
              <a:off x="1248" y="2237"/>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56" name="Line 121"/>
            <p:cNvSpPr/>
            <p:nvPr/>
          </p:nvSpPr>
          <p:spPr>
            <a:xfrm>
              <a:off x="1584" y="2237"/>
              <a:ext cx="0" cy="336"/>
            </a:xfrm>
            <a:prstGeom prst="line">
              <a:avLst/>
            </a:prstGeom>
            <a:ln w="9525" cap="flat" cmpd="sng">
              <a:solidFill>
                <a:schemeClr val="tx1"/>
              </a:solidFill>
              <a:prstDash val="solid"/>
              <a:headEnd type="none" w="med" len="med"/>
              <a:tailEnd type="none" w="med" len="med"/>
            </a:ln>
          </p:spPr>
        </p:sp>
        <p:sp>
          <p:nvSpPr>
            <p:cNvPr id="60457" name="Line 122"/>
            <p:cNvSpPr/>
            <p:nvPr/>
          </p:nvSpPr>
          <p:spPr>
            <a:xfrm flipV="1">
              <a:off x="1584" y="2189"/>
              <a:ext cx="48" cy="48"/>
            </a:xfrm>
            <a:prstGeom prst="line">
              <a:avLst/>
            </a:prstGeom>
            <a:ln w="9525" cap="flat" cmpd="sng">
              <a:solidFill>
                <a:schemeClr val="tx1"/>
              </a:solidFill>
              <a:prstDash val="solid"/>
              <a:headEnd type="none" w="med" len="med"/>
              <a:tailEnd type="none" w="med" len="med"/>
            </a:ln>
          </p:spPr>
        </p:sp>
        <p:sp>
          <p:nvSpPr>
            <p:cNvPr id="60458" name="Line 123"/>
            <p:cNvSpPr/>
            <p:nvPr/>
          </p:nvSpPr>
          <p:spPr>
            <a:xfrm>
              <a:off x="1008" y="2333"/>
              <a:ext cx="240" cy="0"/>
            </a:xfrm>
            <a:prstGeom prst="line">
              <a:avLst/>
            </a:prstGeom>
            <a:ln w="38100" cap="flat" cmpd="sng">
              <a:solidFill>
                <a:schemeClr val="tx2"/>
              </a:solidFill>
              <a:prstDash val="solid"/>
              <a:headEnd type="none" w="med" len="med"/>
              <a:tailEnd type="triangle" w="med" len="med"/>
            </a:ln>
          </p:spPr>
        </p:sp>
        <p:sp>
          <p:nvSpPr>
            <p:cNvPr id="60459" name="Rectangle 124"/>
            <p:cNvSpPr/>
            <p:nvPr/>
          </p:nvSpPr>
          <p:spPr>
            <a:xfrm>
              <a:off x="2064" y="2237"/>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60" name="Line 125"/>
            <p:cNvSpPr/>
            <p:nvPr/>
          </p:nvSpPr>
          <p:spPr>
            <a:xfrm>
              <a:off x="2400" y="2237"/>
              <a:ext cx="0" cy="336"/>
            </a:xfrm>
            <a:prstGeom prst="line">
              <a:avLst/>
            </a:prstGeom>
            <a:ln w="9525" cap="flat" cmpd="sng">
              <a:solidFill>
                <a:schemeClr val="tx1"/>
              </a:solidFill>
              <a:prstDash val="solid"/>
              <a:headEnd type="none" w="med" len="med"/>
              <a:tailEnd type="none" w="med" len="med"/>
            </a:ln>
          </p:spPr>
        </p:sp>
        <p:sp>
          <p:nvSpPr>
            <p:cNvPr id="60461" name="Line 126"/>
            <p:cNvSpPr/>
            <p:nvPr/>
          </p:nvSpPr>
          <p:spPr>
            <a:xfrm flipV="1">
              <a:off x="2400" y="2170"/>
              <a:ext cx="48" cy="48"/>
            </a:xfrm>
            <a:prstGeom prst="line">
              <a:avLst/>
            </a:prstGeom>
            <a:ln w="9525" cap="flat" cmpd="sng">
              <a:solidFill>
                <a:schemeClr val="tx1"/>
              </a:solidFill>
              <a:prstDash val="solid"/>
              <a:headEnd type="none" w="med" len="med"/>
              <a:tailEnd type="none" w="med" len="med"/>
            </a:ln>
          </p:spPr>
        </p:sp>
        <p:sp>
          <p:nvSpPr>
            <p:cNvPr id="60462" name="Line 127"/>
            <p:cNvSpPr/>
            <p:nvPr/>
          </p:nvSpPr>
          <p:spPr>
            <a:xfrm>
              <a:off x="1872" y="2381"/>
              <a:ext cx="192" cy="0"/>
            </a:xfrm>
            <a:prstGeom prst="line">
              <a:avLst/>
            </a:prstGeom>
            <a:ln w="38100" cap="flat" cmpd="sng">
              <a:solidFill>
                <a:schemeClr val="tx2"/>
              </a:solidFill>
              <a:prstDash val="solid"/>
              <a:headEnd type="none" w="med" len="med"/>
              <a:tailEnd type="triangle" w="med" len="med"/>
            </a:ln>
          </p:spPr>
        </p:sp>
        <p:sp>
          <p:nvSpPr>
            <p:cNvPr id="60463" name="Line 128"/>
            <p:cNvSpPr/>
            <p:nvPr/>
          </p:nvSpPr>
          <p:spPr>
            <a:xfrm>
              <a:off x="2688" y="2381"/>
              <a:ext cx="192" cy="0"/>
            </a:xfrm>
            <a:prstGeom prst="line">
              <a:avLst/>
            </a:prstGeom>
            <a:ln w="38100" cap="flat" cmpd="sng">
              <a:solidFill>
                <a:schemeClr val="tx2"/>
              </a:solidFill>
              <a:prstDash val="solid"/>
              <a:headEnd type="none" w="med" len="med"/>
              <a:tailEnd type="triangle" w="med" len="med"/>
            </a:ln>
          </p:spPr>
        </p:sp>
        <p:sp>
          <p:nvSpPr>
            <p:cNvPr id="60464" name="Line 129"/>
            <p:cNvSpPr/>
            <p:nvPr/>
          </p:nvSpPr>
          <p:spPr>
            <a:xfrm>
              <a:off x="3216" y="2400"/>
              <a:ext cx="288" cy="0"/>
            </a:xfrm>
            <a:prstGeom prst="line">
              <a:avLst/>
            </a:prstGeom>
            <a:ln w="38100" cap="rnd" cmpd="sng">
              <a:solidFill>
                <a:schemeClr val="tx2"/>
              </a:solidFill>
              <a:prstDash val="sysDot"/>
              <a:headEnd type="none" w="med" len="med"/>
              <a:tailEnd type="none" w="med" len="med"/>
            </a:ln>
          </p:spPr>
        </p:sp>
        <p:sp>
          <p:nvSpPr>
            <p:cNvPr id="60465" name="Line 130"/>
            <p:cNvSpPr/>
            <p:nvPr/>
          </p:nvSpPr>
          <p:spPr>
            <a:xfrm>
              <a:off x="3456" y="2400"/>
              <a:ext cx="192" cy="0"/>
            </a:xfrm>
            <a:prstGeom prst="line">
              <a:avLst/>
            </a:prstGeom>
            <a:ln w="38100" cap="flat" cmpd="sng">
              <a:solidFill>
                <a:schemeClr val="tx2"/>
              </a:solidFill>
              <a:prstDash val="solid"/>
              <a:headEnd type="none" w="med" len="med"/>
              <a:tailEnd type="triangle" w="med" len="med"/>
            </a:ln>
          </p:spPr>
        </p:sp>
        <p:sp>
          <p:nvSpPr>
            <p:cNvPr id="60466" name="Rectangle 131"/>
            <p:cNvSpPr/>
            <p:nvPr/>
          </p:nvSpPr>
          <p:spPr>
            <a:xfrm>
              <a:off x="3648" y="2256"/>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67" name="Line 132"/>
            <p:cNvSpPr/>
            <p:nvPr/>
          </p:nvSpPr>
          <p:spPr>
            <a:xfrm>
              <a:off x="4032" y="2256"/>
              <a:ext cx="0" cy="336"/>
            </a:xfrm>
            <a:prstGeom prst="line">
              <a:avLst/>
            </a:prstGeom>
            <a:ln w="9525" cap="flat" cmpd="sng">
              <a:solidFill>
                <a:schemeClr val="tx1"/>
              </a:solidFill>
              <a:prstDash val="solid"/>
              <a:headEnd type="none" w="med" len="med"/>
              <a:tailEnd type="none" w="med" len="med"/>
            </a:ln>
          </p:spPr>
        </p:sp>
        <p:sp>
          <p:nvSpPr>
            <p:cNvPr id="60468" name="Line 133"/>
            <p:cNvSpPr/>
            <p:nvPr/>
          </p:nvSpPr>
          <p:spPr>
            <a:xfrm flipV="1">
              <a:off x="4032" y="2208"/>
              <a:ext cx="48" cy="48"/>
            </a:xfrm>
            <a:prstGeom prst="line">
              <a:avLst/>
            </a:prstGeom>
            <a:ln w="9525" cap="flat" cmpd="sng">
              <a:solidFill>
                <a:schemeClr val="tx1"/>
              </a:solidFill>
              <a:prstDash val="solid"/>
              <a:headEnd type="none" w="med" len="med"/>
              <a:tailEnd type="none" w="med" len="med"/>
            </a:ln>
          </p:spPr>
        </p:sp>
        <p:sp>
          <p:nvSpPr>
            <p:cNvPr id="60469" name="Text Box 134"/>
            <p:cNvSpPr txBox="1"/>
            <p:nvPr/>
          </p:nvSpPr>
          <p:spPr>
            <a:xfrm>
              <a:off x="3603" y="2209"/>
              <a:ext cx="313" cy="3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i="1" baseline="-25000" dirty="0">
                  <a:solidFill>
                    <a:schemeClr val="accent2"/>
                  </a:solidFill>
                </a:rPr>
                <a:t>n</a:t>
              </a:r>
              <a:endParaRPr lang="en-US" altLang="zh-CN" sz="2400" dirty="0"/>
            </a:p>
          </p:txBody>
        </p:sp>
        <p:sp>
          <p:nvSpPr>
            <p:cNvPr id="60470" name="Line 135"/>
            <p:cNvSpPr/>
            <p:nvPr/>
          </p:nvSpPr>
          <p:spPr>
            <a:xfrm>
              <a:off x="1056" y="2477"/>
              <a:ext cx="192" cy="0"/>
            </a:xfrm>
            <a:prstGeom prst="line">
              <a:avLst/>
            </a:prstGeom>
            <a:ln w="38100" cap="flat" cmpd="sng">
              <a:solidFill>
                <a:schemeClr val="tx2"/>
              </a:solidFill>
              <a:prstDash val="solid"/>
              <a:headEnd type="none" w="med" len="med"/>
              <a:tailEnd type="triangle" w="med" len="med"/>
            </a:ln>
          </p:spPr>
        </p:sp>
        <p:sp>
          <p:nvSpPr>
            <p:cNvPr id="60471" name="Line 136"/>
            <p:cNvSpPr/>
            <p:nvPr/>
          </p:nvSpPr>
          <p:spPr>
            <a:xfrm>
              <a:off x="1056" y="2477"/>
              <a:ext cx="0" cy="240"/>
            </a:xfrm>
            <a:prstGeom prst="line">
              <a:avLst/>
            </a:prstGeom>
            <a:ln w="38100" cap="flat" cmpd="sng">
              <a:solidFill>
                <a:schemeClr val="tx2"/>
              </a:solidFill>
              <a:prstDash val="solid"/>
              <a:headEnd type="none" w="med" len="med"/>
              <a:tailEnd type="none" w="med" len="med"/>
            </a:ln>
          </p:spPr>
        </p:sp>
        <p:sp>
          <p:nvSpPr>
            <p:cNvPr id="60472" name="Line 137"/>
            <p:cNvSpPr/>
            <p:nvPr/>
          </p:nvSpPr>
          <p:spPr>
            <a:xfrm>
              <a:off x="1056" y="2717"/>
              <a:ext cx="3408" cy="19"/>
            </a:xfrm>
            <a:prstGeom prst="line">
              <a:avLst/>
            </a:prstGeom>
            <a:ln w="38100" cap="flat" cmpd="sng">
              <a:solidFill>
                <a:schemeClr val="tx2"/>
              </a:solidFill>
              <a:prstDash val="solid"/>
              <a:headEnd type="none" w="med" len="med"/>
              <a:tailEnd type="none" w="med" len="med"/>
            </a:ln>
          </p:spPr>
        </p:sp>
        <p:sp>
          <p:nvSpPr>
            <p:cNvPr id="60473" name="Line 138"/>
            <p:cNvSpPr/>
            <p:nvPr/>
          </p:nvSpPr>
          <p:spPr>
            <a:xfrm>
              <a:off x="4272" y="2400"/>
              <a:ext cx="192" cy="0"/>
            </a:xfrm>
            <a:prstGeom prst="line">
              <a:avLst/>
            </a:prstGeom>
            <a:ln w="38100" cap="flat" cmpd="sng">
              <a:solidFill>
                <a:schemeClr val="tx2"/>
              </a:solidFill>
              <a:prstDash val="solid"/>
              <a:headEnd type="none" w="med" len="med"/>
              <a:tailEnd type="none" w="med" len="med"/>
            </a:ln>
          </p:spPr>
        </p:sp>
        <p:sp>
          <p:nvSpPr>
            <p:cNvPr id="60474" name="Line 139"/>
            <p:cNvSpPr/>
            <p:nvPr/>
          </p:nvSpPr>
          <p:spPr>
            <a:xfrm>
              <a:off x="4464" y="2400"/>
              <a:ext cx="0" cy="336"/>
            </a:xfrm>
            <a:prstGeom prst="line">
              <a:avLst/>
            </a:prstGeom>
            <a:ln w="38100" cap="flat" cmpd="sng">
              <a:solidFill>
                <a:schemeClr val="tx2"/>
              </a:solidFill>
              <a:prstDash val="solid"/>
              <a:headEnd type="none" w="med" len="med"/>
              <a:tailEnd type="none" w="med" len="med"/>
            </a:ln>
          </p:spPr>
        </p:sp>
        <p:sp>
          <p:nvSpPr>
            <p:cNvPr id="60475" name="Text Box 140"/>
            <p:cNvSpPr txBox="1"/>
            <p:nvPr/>
          </p:nvSpPr>
          <p:spPr>
            <a:xfrm>
              <a:off x="480" y="2142"/>
              <a:ext cx="489" cy="3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chemeClr val="tx2"/>
                  </a:solidFill>
                </a:rPr>
                <a:t>    L</a:t>
              </a:r>
              <a:endParaRPr lang="en-US" altLang="zh-CN" sz="2400" dirty="0"/>
            </a:p>
          </p:txBody>
        </p:sp>
        <p:sp>
          <p:nvSpPr>
            <p:cNvPr id="60476" name="Text Box 141"/>
            <p:cNvSpPr txBox="1"/>
            <p:nvPr/>
          </p:nvSpPr>
          <p:spPr>
            <a:xfrm>
              <a:off x="2072" y="2160"/>
              <a:ext cx="328" cy="39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baseline="-25000" dirty="0">
                  <a:solidFill>
                    <a:schemeClr val="accent2"/>
                  </a:solidFill>
                </a:rPr>
                <a:t>1</a:t>
              </a:r>
              <a:endParaRPr lang="en-US" altLang="zh-CN" sz="2400" dirty="0"/>
            </a:p>
          </p:txBody>
        </p:sp>
      </p:grpSp>
      <p:sp>
        <p:nvSpPr>
          <p:cNvPr id="349326" name="Text Box 142"/>
          <p:cNvSpPr txBox="1"/>
          <p:nvPr/>
        </p:nvSpPr>
        <p:spPr>
          <a:xfrm>
            <a:off x="1752600" y="4191000"/>
            <a:ext cx="69405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rgbClr val="FF0066"/>
                </a:solidFill>
                <a:ea typeface="隶书" panose="02010509060101010101" pitchFamily="49" charset="-122"/>
              </a:rPr>
              <a:t>特点：</a:t>
            </a:r>
            <a:r>
              <a:rPr lang="zh-CN" altLang="en-US" sz="2800" dirty="0">
                <a:solidFill>
                  <a:schemeClr val="accent2"/>
                </a:solidFill>
                <a:ea typeface="隶书" panose="02010509060101010101" pitchFamily="49" charset="-122"/>
              </a:rPr>
              <a:t>从任一结点出发，可以访问所有结点</a:t>
            </a:r>
            <a:endParaRPr lang="zh-CN" altLang="en-US" sz="2800" dirty="0"/>
          </a:p>
        </p:txBody>
      </p:sp>
      <p:grpSp>
        <p:nvGrpSpPr>
          <p:cNvPr id="349350" name="Group 166"/>
          <p:cNvGrpSpPr/>
          <p:nvPr/>
        </p:nvGrpSpPr>
        <p:grpSpPr>
          <a:xfrm>
            <a:off x="2438400" y="2819400"/>
            <a:ext cx="6007100" cy="600075"/>
            <a:chOff x="1536" y="2481"/>
            <a:chExt cx="3784" cy="478"/>
          </a:xfrm>
        </p:grpSpPr>
        <p:sp>
          <p:nvSpPr>
            <p:cNvPr id="60437" name="Rectangle 167"/>
            <p:cNvSpPr/>
            <p:nvPr/>
          </p:nvSpPr>
          <p:spPr>
            <a:xfrm>
              <a:off x="2304" y="2573"/>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38" name="Line 168"/>
            <p:cNvSpPr/>
            <p:nvPr/>
          </p:nvSpPr>
          <p:spPr>
            <a:xfrm>
              <a:off x="2640" y="2573"/>
              <a:ext cx="0" cy="336"/>
            </a:xfrm>
            <a:prstGeom prst="line">
              <a:avLst/>
            </a:prstGeom>
            <a:ln w="9525" cap="flat" cmpd="sng">
              <a:solidFill>
                <a:schemeClr val="tx1"/>
              </a:solidFill>
              <a:prstDash val="solid"/>
              <a:headEnd type="none" w="med" len="med"/>
              <a:tailEnd type="none" w="med" len="med"/>
            </a:ln>
          </p:spPr>
        </p:sp>
        <p:sp>
          <p:nvSpPr>
            <p:cNvPr id="60439" name="Line 169"/>
            <p:cNvSpPr/>
            <p:nvPr/>
          </p:nvSpPr>
          <p:spPr>
            <a:xfrm flipV="1">
              <a:off x="2640" y="2525"/>
              <a:ext cx="48" cy="48"/>
            </a:xfrm>
            <a:prstGeom prst="line">
              <a:avLst/>
            </a:prstGeom>
            <a:ln w="9525" cap="flat" cmpd="sng">
              <a:solidFill>
                <a:schemeClr val="tx1"/>
              </a:solidFill>
              <a:prstDash val="solid"/>
              <a:headEnd type="none" w="med" len="med"/>
              <a:tailEnd type="none" w="med" len="med"/>
            </a:ln>
          </p:spPr>
        </p:sp>
        <p:sp>
          <p:nvSpPr>
            <p:cNvPr id="60440" name="Line 170"/>
            <p:cNvSpPr/>
            <p:nvPr/>
          </p:nvSpPr>
          <p:spPr>
            <a:xfrm>
              <a:off x="2064" y="2669"/>
              <a:ext cx="240" cy="0"/>
            </a:xfrm>
            <a:prstGeom prst="line">
              <a:avLst/>
            </a:prstGeom>
            <a:ln w="38100" cap="flat" cmpd="sng">
              <a:solidFill>
                <a:schemeClr val="tx2"/>
              </a:solidFill>
              <a:prstDash val="solid"/>
              <a:headEnd type="none" w="med" len="med"/>
              <a:tailEnd type="triangle" w="med" len="med"/>
            </a:ln>
          </p:spPr>
        </p:sp>
        <p:sp>
          <p:nvSpPr>
            <p:cNvPr id="60441" name="Rectangle 171"/>
            <p:cNvSpPr/>
            <p:nvPr/>
          </p:nvSpPr>
          <p:spPr>
            <a:xfrm>
              <a:off x="3120" y="2573"/>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42" name="Line 172"/>
            <p:cNvSpPr/>
            <p:nvPr/>
          </p:nvSpPr>
          <p:spPr>
            <a:xfrm>
              <a:off x="3456" y="2573"/>
              <a:ext cx="0" cy="336"/>
            </a:xfrm>
            <a:prstGeom prst="line">
              <a:avLst/>
            </a:prstGeom>
            <a:ln w="9525" cap="flat" cmpd="sng">
              <a:solidFill>
                <a:schemeClr val="tx1"/>
              </a:solidFill>
              <a:prstDash val="solid"/>
              <a:headEnd type="none" w="med" len="med"/>
              <a:tailEnd type="none" w="med" len="med"/>
            </a:ln>
          </p:spPr>
        </p:sp>
        <p:sp>
          <p:nvSpPr>
            <p:cNvPr id="60443" name="Line 173"/>
            <p:cNvSpPr/>
            <p:nvPr/>
          </p:nvSpPr>
          <p:spPr>
            <a:xfrm flipV="1">
              <a:off x="3456" y="2506"/>
              <a:ext cx="48" cy="48"/>
            </a:xfrm>
            <a:prstGeom prst="line">
              <a:avLst/>
            </a:prstGeom>
            <a:ln w="9525" cap="flat" cmpd="sng">
              <a:solidFill>
                <a:schemeClr val="tx1"/>
              </a:solidFill>
              <a:prstDash val="solid"/>
              <a:headEnd type="none" w="med" len="med"/>
              <a:tailEnd type="none" w="med" len="med"/>
            </a:ln>
          </p:spPr>
        </p:sp>
        <p:sp>
          <p:nvSpPr>
            <p:cNvPr id="60444" name="Line 174"/>
            <p:cNvSpPr/>
            <p:nvPr/>
          </p:nvSpPr>
          <p:spPr>
            <a:xfrm>
              <a:off x="2928" y="2717"/>
              <a:ext cx="192" cy="0"/>
            </a:xfrm>
            <a:prstGeom prst="line">
              <a:avLst/>
            </a:prstGeom>
            <a:ln w="38100" cap="flat" cmpd="sng">
              <a:solidFill>
                <a:schemeClr val="tx2"/>
              </a:solidFill>
              <a:prstDash val="solid"/>
              <a:headEnd type="none" w="med" len="med"/>
              <a:tailEnd type="triangle" w="med" len="med"/>
            </a:ln>
          </p:spPr>
        </p:sp>
        <p:sp>
          <p:nvSpPr>
            <p:cNvPr id="60445" name="Line 175"/>
            <p:cNvSpPr/>
            <p:nvPr/>
          </p:nvSpPr>
          <p:spPr>
            <a:xfrm>
              <a:off x="3744" y="2717"/>
              <a:ext cx="192" cy="0"/>
            </a:xfrm>
            <a:prstGeom prst="line">
              <a:avLst/>
            </a:prstGeom>
            <a:ln w="38100" cap="flat" cmpd="sng">
              <a:solidFill>
                <a:schemeClr val="tx2"/>
              </a:solidFill>
              <a:prstDash val="solid"/>
              <a:headEnd type="none" w="med" len="med"/>
              <a:tailEnd type="triangle" w="med" len="med"/>
            </a:ln>
          </p:spPr>
        </p:sp>
        <p:sp>
          <p:nvSpPr>
            <p:cNvPr id="60446" name="Line 176"/>
            <p:cNvSpPr/>
            <p:nvPr/>
          </p:nvSpPr>
          <p:spPr>
            <a:xfrm>
              <a:off x="4272" y="2736"/>
              <a:ext cx="288" cy="0"/>
            </a:xfrm>
            <a:prstGeom prst="line">
              <a:avLst/>
            </a:prstGeom>
            <a:ln w="38100" cap="rnd" cmpd="sng">
              <a:solidFill>
                <a:schemeClr val="tx2"/>
              </a:solidFill>
              <a:prstDash val="sysDot"/>
              <a:headEnd type="none" w="med" len="med"/>
              <a:tailEnd type="none" w="med" len="med"/>
            </a:ln>
          </p:spPr>
        </p:sp>
        <p:sp>
          <p:nvSpPr>
            <p:cNvPr id="60447" name="Line 177"/>
            <p:cNvSpPr/>
            <p:nvPr/>
          </p:nvSpPr>
          <p:spPr>
            <a:xfrm>
              <a:off x="4512" y="2736"/>
              <a:ext cx="192" cy="0"/>
            </a:xfrm>
            <a:prstGeom prst="line">
              <a:avLst/>
            </a:prstGeom>
            <a:ln w="38100" cap="flat" cmpd="sng">
              <a:solidFill>
                <a:schemeClr val="tx2"/>
              </a:solidFill>
              <a:prstDash val="solid"/>
              <a:headEnd type="none" w="med" len="med"/>
              <a:tailEnd type="triangle" w="med" len="med"/>
            </a:ln>
          </p:spPr>
        </p:sp>
        <p:sp>
          <p:nvSpPr>
            <p:cNvPr id="60448" name="Rectangle 178"/>
            <p:cNvSpPr/>
            <p:nvPr/>
          </p:nvSpPr>
          <p:spPr>
            <a:xfrm>
              <a:off x="4704" y="2592"/>
              <a:ext cx="576" cy="336"/>
            </a:xfrm>
            <a:prstGeom prst="rect">
              <a:avLst/>
            </a:prstGeom>
            <a:solidFill>
              <a:srgbClr val="FF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FFCC"/>
              </a:extrusionClr>
            </a:sp3d>
          </p:spPr>
          <p:txBody>
            <a:bodyPr wrap="none" anchor="ctr" anchorCtr="0">
              <a:flatTx/>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800" b="1" dirty="0"/>
            </a:p>
          </p:txBody>
        </p:sp>
        <p:sp>
          <p:nvSpPr>
            <p:cNvPr id="60449" name="Line 179"/>
            <p:cNvSpPr/>
            <p:nvPr/>
          </p:nvSpPr>
          <p:spPr>
            <a:xfrm>
              <a:off x="5088" y="2592"/>
              <a:ext cx="0" cy="336"/>
            </a:xfrm>
            <a:prstGeom prst="line">
              <a:avLst/>
            </a:prstGeom>
            <a:ln w="9525" cap="flat" cmpd="sng">
              <a:solidFill>
                <a:schemeClr val="tx1"/>
              </a:solidFill>
              <a:prstDash val="solid"/>
              <a:headEnd type="none" w="med" len="med"/>
              <a:tailEnd type="none" w="med" len="med"/>
            </a:ln>
          </p:spPr>
        </p:sp>
        <p:sp>
          <p:nvSpPr>
            <p:cNvPr id="60450" name="Line 180"/>
            <p:cNvSpPr/>
            <p:nvPr/>
          </p:nvSpPr>
          <p:spPr>
            <a:xfrm flipV="1">
              <a:off x="5088" y="2544"/>
              <a:ext cx="48" cy="48"/>
            </a:xfrm>
            <a:prstGeom prst="line">
              <a:avLst/>
            </a:prstGeom>
            <a:ln w="9525" cap="flat" cmpd="sng">
              <a:solidFill>
                <a:schemeClr val="tx1"/>
              </a:solidFill>
              <a:prstDash val="solid"/>
              <a:headEnd type="none" w="med" len="med"/>
              <a:tailEnd type="none" w="med" len="med"/>
            </a:ln>
          </p:spPr>
        </p:sp>
        <p:sp>
          <p:nvSpPr>
            <p:cNvPr id="60451" name="Text Box 181"/>
            <p:cNvSpPr txBox="1"/>
            <p:nvPr/>
          </p:nvSpPr>
          <p:spPr>
            <a:xfrm>
              <a:off x="4659" y="2545"/>
              <a:ext cx="313" cy="41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i="1" baseline="-25000" dirty="0">
                  <a:solidFill>
                    <a:schemeClr val="accent2"/>
                  </a:solidFill>
                </a:rPr>
                <a:t>n</a:t>
              </a:r>
              <a:endParaRPr lang="en-US" altLang="zh-CN" sz="2400" dirty="0"/>
            </a:p>
          </p:txBody>
        </p:sp>
        <p:sp>
          <p:nvSpPr>
            <p:cNvPr id="60452" name="Text Box 182"/>
            <p:cNvSpPr txBox="1"/>
            <p:nvPr/>
          </p:nvSpPr>
          <p:spPr>
            <a:xfrm>
              <a:off x="1536" y="2481"/>
              <a:ext cx="489" cy="41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chemeClr val="tx2"/>
                  </a:solidFill>
                </a:rPr>
                <a:t>    L</a:t>
              </a:r>
              <a:endParaRPr lang="en-US" altLang="zh-CN" sz="2400" dirty="0"/>
            </a:p>
          </p:txBody>
        </p:sp>
        <p:sp>
          <p:nvSpPr>
            <p:cNvPr id="60453" name="Text Box 183"/>
            <p:cNvSpPr txBox="1"/>
            <p:nvPr/>
          </p:nvSpPr>
          <p:spPr>
            <a:xfrm>
              <a:off x="3128" y="2496"/>
              <a:ext cx="328" cy="41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b="1" i="1" dirty="0">
                  <a:solidFill>
                    <a:schemeClr val="accent2"/>
                  </a:solidFill>
                </a:rPr>
                <a:t>a</a:t>
              </a:r>
              <a:r>
                <a:rPr lang="en-US" altLang="zh-CN" sz="2800" b="1" baseline="-25000" dirty="0">
                  <a:solidFill>
                    <a:schemeClr val="accent2"/>
                  </a:solidFill>
                </a:rPr>
                <a:t>1</a:t>
              </a:r>
              <a:endParaRPr lang="en-US" altLang="zh-CN" sz="2400" dirty="0"/>
            </a:p>
          </p:txBody>
        </p:sp>
        <p:sp>
          <p:nvSpPr>
            <p:cNvPr id="60454" name="Text Box 184"/>
            <p:cNvSpPr txBox="1"/>
            <p:nvPr/>
          </p:nvSpPr>
          <p:spPr>
            <a:xfrm>
              <a:off x="5088" y="2592"/>
              <a:ext cx="232" cy="36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b="1" dirty="0">
                  <a:solidFill>
                    <a:schemeClr val="accent2"/>
                  </a:solidFill>
                  <a:sym typeface="Symbol" panose="05050102010706020507" pitchFamily="18" charset="2"/>
                </a:rPr>
                <a:t></a:t>
              </a:r>
              <a:endParaRPr lang="en-US" altLang="zh-CN" sz="2400" b="1" dirty="0">
                <a:solidFill>
                  <a:schemeClr val="accent2"/>
                </a:solidFill>
                <a:sym typeface="Symbol" panose="05050102010706020507" pitchFamily="18" charset="2"/>
              </a:endParaRPr>
            </a:p>
          </p:txBody>
        </p:sp>
      </p:grpSp>
      <p:sp>
        <p:nvSpPr>
          <p:cNvPr id="349369" name="Text Box 185"/>
          <p:cNvSpPr txBox="1"/>
          <p:nvPr/>
        </p:nvSpPr>
        <p:spPr>
          <a:xfrm>
            <a:off x="1279525" y="5302250"/>
            <a:ext cx="6584950" cy="946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chemeClr val="accent2"/>
                </a:solidFill>
                <a:ea typeface="隶书" panose="02010509060101010101" pitchFamily="49" charset="-122"/>
              </a:rPr>
              <a:t>时间效率：</a:t>
            </a:r>
            <a:r>
              <a:rPr lang="zh-CN" altLang="en-US" sz="2800" dirty="0">
                <a:solidFill>
                  <a:schemeClr val="tx2"/>
                </a:solidFill>
                <a:ea typeface="隶书" panose="02010509060101010101" pitchFamily="49" charset="-122"/>
              </a:rPr>
              <a:t>插入、删除操作只需修改指针</a:t>
            </a:r>
            <a:endParaRPr lang="zh-CN" altLang="en-US" sz="2800" dirty="0">
              <a:solidFill>
                <a:schemeClr val="tx2"/>
              </a:solidFill>
              <a:ea typeface="隶书" panose="02010509060101010101" pitchFamily="49" charset="-122"/>
            </a:endParaRPr>
          </a:p>
          <a:p>
            <a:pPr marL="0" lvl="0" indent="0" eaLnBrk="1" hangingPunct="1">
              <a:spcBef>
                <a:spcPct val="0"/>
              </a:spcBef>
              <a:buNone/>
            </a:pPr>
            <a:r>
              <a:rPr lang="zh-CN" altLang="en-US" sz="2800" dirty="0">
                <a:solidFill>
                  <a:schemeClr val="tx2"/>
                </a:solidFill>
                <a:ea typeface="隶书" panose="02010509060101010101" pitchFamily="49" charset="-122"/>
              </a:rPr>
              <a:t>                    </a:t>
            </a:r>
            <a:r>
              <a:rPr lang="zh-CN" altLang="en-US" sz="2800" dirty="0">
                <a:solidFill>
                  <a:srgbClr val="00CC00"/>
                </a:solidFill>
                <a:ea typeface="隶书" panose="02010509060101010101" pitchFamily="49" charset="-122"/>
              </a:rPr>
              <a:t>随机访问通过扫描链表实现</a:t>
            </a:r>
            <a:endParaRPr lang="zh-CN" altLang="en-US" sz="2800" dirty="0">
              <a:solidFill>
                <a:srgbClr val="00CC00"/>
              </a:solidFill>
            </a:endParaRPr>
          </a:p>
        </p:txBody>
      </p:sp>
      <p:sp>
        <p:nvSpPr>
          <p:cNvPr id="349371" name="Text Box 187"/>
          <p:cNvSpPr txBox="1"/>
          <p:nvPr/>
        </p:nvSpPr>
        <p:spPr>
          <a:xfrm>
            <a:off x="1431925" y="5454650"/>
            <a:ext cx="7296150" cy="946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solidFill>
                  <a:schemeClr val="accent2"/>
                </a:solidFill>
                <a:ea typeface="隶书" panose="02010509060101010101" pitchFamily="49" charset="-122"/>
              </a:rPr>
              <a:t>空间效率：</a:t>
            </a:r>
            <a:r>
              <a:rPr lang="zh-CN" altLang="en-US" sz="2800" dirty="0">
                <a:solidFill>
                  <a:schemeClr val="tx2"/>
                </a:solidFill>
                <a:ea typeface="隶书" panose="02010509060101010101" pitchFamily="49" charset="-122"/>
              </a:rPr>
              <a:t>动态分配空间需要多少分配多少</a:t>
            </a:r>
            <a:endParaRPr lang="zh-CN" altLang="en-US" sz="2800" dirty="0">
              <a:solidFill>
                <a:schemeClr val="tx2"/>
              </a:solidFill>
              <a:ea typeface="隶书" panose="02010509060101010101" pitchFamily="49" charset="-122"/>
            </a:endParaRPr>
          </a:p>
          <a:p>
            <a:pPr marL="0" lvl="0" indent="0" eaLnBrk="1" hangingPunct="1">
              <a:spcBef>
                <a:spcPct val="0"/>
              </a:spcBef>
              <a:buNone/>
            </a:pPr>
            <a:r>
              <a:rPr lang="zh-CN" altLang="en-US" sz="2800" dirty="0">
                <a:solidFill>
                  <a:schemeClr val="tx2"/>
                </a:solidFill>
                <a:ea typeface="隶书" panose="02010509060101010101" pitchFamily="49" charset="-122"/>
              </a:rPr>
              <a:t>                    </a:t>
            </a:r>
            <a:r>
              <a:rPr lang="zh-CN" altLang="en-US" sz="2800" dirty="0">
                <a:solidFill>
                  <a:srgbClr val="00CC00"/>
                </a:solidFill>
                <a:ea typeface="隶书" panose="02010509060101010101" pitchFamily="49" charset="-122"/>
              </a:rPr>
              <a:t>需要附加指针表示元素之间的关系</a:t>
            </a:r>
            <a:endParaRPr lang="zh-CN" altLang="en-US" sz="2800" dirty="0">
              <a:solidFill>
                <a:srgbClr val="00CC00"/>
              </a:solidFill>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49189">
                                            <p:txEl>
                                              <p:charRg st="0" end="45"/>
                                            </p:txEl>
                                          </p:spTgt>
                                        </p:tgtEl>
                                        <p:attrNameLst>
                                          <p:attrName>style.visibility</p:attrName>
                                        </p:attrNameLst>
                                      </p:cBhvr>
                                      <p:to>
                                        <p:strVal val="visible"/>
                                      </p:to>
                                    </p:set>
                                    <p:animEffect transition="in" filter="box(out)">
                                      <p:cBhvr>
                                        <p:cTn id="7" dur="500"/>
                                        <p:tgtEl>
                                          <p:spTgt spid="349189">
                                            <p:txEl>
                                              <p:charRg st="0"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49189">
                                            <p:txEl>
                                              <p:charRg st="45" end="55"/>
                                            </p:txEl>
                                          </p:spTgt>
                                        </p:tgtEl>
                                        <p:attrNameLst>
                                          <p:attrName>style.visibility</p:attrName>
                                        </p:attrNameLst>
                                      </p:cBhvr>
                                      <p:to>
                                        <p:strVal val="visible"/>
                                      </p:to>
                                    </p:set>
                                    <p:animEffect transition="in" filter="box(out)">
                                      <p:cBhvr>
                                        <p:cTn id="12" dur="500"/>
                                        <p:tgtEl>
                                          <p:spTgt spid="349189">
                                            <p:txEl>
                                              <p:charRg st="45" end="5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49189">
                                            <p:txEl>
                                              <p:charRg st="55" end="60"/>
                                            </p:txEl>
                                          </p:spTgt>
                                        </p:tgtEl>
                                        <p:attrNameLst>
                                          <p:attrName>style.visibility</p:attrName>
                                        </p:attrNameLst>
                                      </p:cBhvr>
                                      <p:to>
                                        <p:strVal val="visible"/>
                                      </p:to>
                                    </p:set>
                                    <p:animEffect transition="in" filter="box(out)">
                                      <p:cBhvr>
                                        <p:cTn id="17" dur="500"/>
                                        <p:tgtEl>
                                          <p:spTgt spid="349189">
                                            <p:txEl>
                                              <p:charRg st="55" end="6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nodeType="clickEffect">
                                  <p:stCondLst>
                                    <p:cond delay="0"/>
                                  </p:stCondLst>
                                  <p:childTnLst>
                                    <p:set>
                                      <p:cBhvr>
                                        <p:cTn id="21" dur="1" fill="hold">
                                          <p:stCondLst>
                                            <p:cond delay="0"/>
                                          </p:stCondLst>
                                        </p:cTn>
                                        <p:tgtEl>
                                          <p:spTgt spid="349214"/>
                                        </p:tgtEl>
                                        <p:attrNameLst>
                                          <p:attrName>style.visibility</p:attrName>
                                        </p:attrNameLst>
                                      </p:cBhvr>
                                      <p:to>
                                        <p:strVal val="visible"/>
                                      </p:to>
                                    </p:set>
                                    <p:anim calcmode="lin" valueType="num">
                                      <p:cBhvr>
                                        <p:cTn id="22" dur="500" fill="hold"/>
                                        <p:tgtEl>
                                          <p:spTgt spid="349214"/>
                                        </p:tgtEl>
                                        <p:attrNameLst>
                                          <p:attrName>ppt_x</p:attrName>
                                        </p:attrNameLst>
                                      </p:cBhvr>
                                      <p:tavLst>
                                        <p:tav tm="0">
                                          <p:val>
                                            <p:strVal val="#ppt_x-#ppt_w/2"/>
                                          </p:val>
                                        </p:tav>
                                        <p:tav tm="100000">
                                          <p:val>
                                            <p:strVal val="#ppt_x"/>
                                          </p:val>
                                        </p:tav>
                                      </p:tavLst>
                                    </p:anim>
                                    <p:anim calcmode="lin" valueType="num">
                                      <p:cBhvr>
                                        <p:cTn id="23" dur="500" fill="hold"/>
                                        <p:tgtEl>
                                          <p:spTgt spid="349214"/>
                                        </p:tgtEl>
                                        <p:attrNameLst>
                                          <p:attrName>ppt_y</p:attrName>
                                        </p:attrNameLst>
                                      </p:cBhvr>
                                      <p:tavLst>
                                        <p:tav tm="0">
                                          <p:val>
                                            <p:strVal val="#ppt_y"/>
                                          </p:val>
                                        </p:tav>
                                        <p:tav tm="100000">
                                          <p:val>
                                            <p:strVal val="#ppt_y"/>
                                          </p:val>
                                        </p:tav>
                                      </p:tavLst>
                                    </p:anim>
                                    <p:anim calcmode="lin" valueType="num">
                                      <p:cBhvr>
                                        <p:cTn id="24" dur="500" fill="hold"/>
                                        <p:tgtEl>
                                          <p:spTgt spid="349214"/>
                                        </p:tgtEl>
                                        <p:attrNameLst>
                                          <p:attrName>ppt_w</p:attrName>
                                        </p:attrNameLst>
                                      </p:cBhvr>
                                      <p:tavLst>
                                        <p:tav tm="0">
                                          <p:val>
                                            <p:fltVal val="0.000000"/>
                                          </p:val>
                                        </p:tav>
                                        <p:tav tm="100000">
                                          <p:val>
                                            <p:strVal val="#ppt_w"/>
                                          </p:val>
                                        </p:tav>
                                      </p:tavLst>
                                    </p:anim>
                                    <p:anim calcmode="lin" valueType="num">
                                      <p:cBhvr>
                                        <p:cTn id="25" dur="500" fill="hold"/>
                                        <p:tgtEl>
                                          <p:spTgt spid="349214"/>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349216"/>
                                        </p:tgtEl>
                                        <p:attrNameLst>
                                          <p:attrName>style.visibility</p:attrName>
                                        </p:attrNameLst>
                                      </p:cBhvr>
                                      <p:to>
                                        <p:strVal val="visible"/>
                                      </p:to>
                                    </p:set>
                                    <p:animEffect transition="in" filter="box(out)">
                                      <p:cBhvr>
                                        <p:cTn id="30" dur="500"/>
                                        <p:tgtEl>
                                          <p:spTgt spid="349216"/>
                                        </p:tgtEl>
                                      </p:cBhvr>
                                    </p:animEffect>
                                  </p:childTnLst>
                                  <p:subTnLst>
                                    <p:set>
                                      <p:cBhvr override="childStyle">
                                        <p:cTn dur="1" fill="hold" display="0" masterRel="nextClick" afterEffect="1"/>
                                        <p:tgtEl>
                                          <p:spTgt spid="34921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349217"/>
                                        </p:tgtEl>
                                        <p:attrNameLst>
                                          <p:attrName>style.visibility</p:attrName>
                                        </p:attrNameLst>
                                      </p:cBhvr>
                                      <p:to>
                                        <p:strVal val="visible"/>
                                      </p:to>
                                    </p:set>
                                    <p:animEffect transition="in" filter="box(out)">
                                      <p:cBhvr>
                                        <p:cTn id="35" dur="500"/>
                                        <p:tgtEl>
                                          <p:spTgt spid="349217"/>
                                        </p:tgtEl>
                                      </p:cBhvr>
                                    </p:animEffect>
                                  </p:childTnLst>
                                  <p:subTnLst>
                                    <p:set>
                                      <p:cBhvr override="childStyle">
                                        <p:cTn dur="1" fill="hold" display="0" masterRel="nextClick" afterEffect="1"/>
                                        <p:tgtEl>
                                          <p:spTgt spid="349217"/>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349218"/>
                                        </p:tgtEl>
                                        <p:attrNameLst>
                                          <p:attrName>style.visibility</p:attrName>
                                        </p:attrNameLst>
                                      </p:cBhvr>
                                      <p:to>
                                        <p:strVal val="visible"/>
                                      </p:to>
                                    </p:set>
                                    <p:animEffect transition="in" filter="box(out)">
                                      <p:cBhvr>
                                        <p:cTn id="40" dur="500"/>
                                        <p:tgtEl>
                                          <p:spTgt spid="349218"/>
                                        </p:tgtEl>
                                      </p:cBhvr>
                                    </p:animEffect>
                                  </p:childTnLst>
                                  <p:subTnLst>
                                    <p:set>
                                      <p:cBhvr override="childStyle">
                                        <p:cTn dur="1" fill="hold" display="0" masterRel="nextClick" afterEffect="1"/>
                                        <p:tgtEl>
                                          <p:spTgt spid="349218"/>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349220"/>
                                        </p:tgtEl>
                                        <p:attrNameLst>
                                          <p:attrName>style.visibility</p:attrName>
                                        </p:attrNameLst>
                                      </p:cBhvr>
                                      <p:to>
                                        <p:strVal val="visible"/>
                                      </p:to>
                                    </p:set>
                                    <p:animEffect transition="in" filter="box(out)">
                                      <p:cBhvr>
                                        <p:cTn id="45" dur="500"/>
                                        <p:tgtEl>
                                          <p:spTgt spid="349220"/>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349301"/>
                                        </p:tgtEl>
                                        <p:attrNameLst>
                                          <p:attrName>style.visibility</p:attrName>
                                        </p:attrNameLst>
                                      </p:cBhvr>
                                      <p:to>
                                        <p:strVal val="visible"/>
                                      </p:to>
                                    </p:set>
                                    <p:animEffect transition="in" filter="box(out)">
                                      <p:cBhvr>
                                        <p:cTn id="50" dur="500"/>
                                        <p:tgtEl>
                                          <p:spTgt spid="349301"/>
                                        </p:tgtEl>
                                      </p:cBhvr>
                                    </p:animEffect>
                                  </p:childTnLst>
                                </p:cTn>
                              </p:par>
                            </p:childTnLst>
                          </p:cTn>
                        </p:par>
                        <p:par>
                          <p:cTn id="51" fill="hold">
                            <p:stCondLst>
                              <p:cond delay="500"/>
                            </p:stCondLst>
                            <p:childTnLst>
                              <p:par>
                                <p:cTn id="52" presetID="17" presetClass="entr" presetSubtype="8" fill="hold" nodeType="afterEffect">
                                  <p:stCondLst>
                                    <p:cond delay="0"/>
                                  </p:stCondLst>
                                  <p:childTnLst>
                                    <p:set>
                                      <p:cBhvr>
                                        <p:cTn id="53" dur="1" fill="hold">
                                          <p:stCondLst>
                                            <p:cond delay="0"/>
                                          </p:stCondLst>
                                        </p:cTn>
                                        <p:tgtEl>
                                          <p:spTgt spid="349350"/>
                                        </p:tgtEl>
                                        <p:attrNameLst>
                                          <p:attrName>style.visibility</p:attrName>
                                        </p:attrNameLst>
                                      </p:cBhvr>
                                      <p:to>
                                        <p:strVal val="visible"/>
                                      </p:to>
                                    </p:set>
                                    <p:anim calcmode="lin" valueType="num">
                                      <p:cBhvr>
                                        <p:cTn id="54" dur="500" fill="hold"/>
                                        <p:tgtEl>
                                          <p:spTgt spid="349350"/>
                                        </p:tgtEl>
                                        <p:attrNameLst>
                                          <p:attrName>ppt_x</p:attrName>
                                        </p:attrNameLst>
                                      </p:cBhvr>
                                      <p:tavLst>
                                        <p:tav tm="0">
                                          <p:val>
                                            <p:strVal val="#ppt_x-#ppt_w/2"/>
                                          </p:val>
                                        </p:tav>
                                        <p:tav tm="100000">
                                          <p:val>
                                            <p:strVal val="#ppt_x"/>
                                          </p:val>
                                        </p:tav>
                                      </p:tavLst>
                                    </p:anim>
                                    <p:anim calcmode="lin" valueType="num">
                                      <p:cBhvr>
                                        <p:cTn id="55" dur="500" fill="hold"/>
                                        <p:tgtEl>
                                          <p:spTgt spid="349350"/>
                                        </p:tgtEl>
                                        <p:attrNameLst>
                                          <p:attrName>ppt_y</p:attrName>
                                        </p:attrNameLst>
                                      </p:cBhvr>
                                      <p:tavLst>
                                        <p:tav tm="0">
                                          <p:val>
                                            <p:strVal val="#ppt_y"/>
                                          </p:val>
                                        </p:tav>
                                        <p:tav tm="100000">
                                          <p:val>
                                            <p:strVal val="#ppt_y"/>
                                          </p:val>
                                        </p:tav>
                                      </p:tavLst>
                                    </p:anim>
                                    <p:anim calcmode="lin" valueType="num">
                                      <p:cBhvr>
                                        <p:cTn id="56" dur="500" fill="hold"/>
                                        <p:tgtEl>
                                          <p:spTgt spid="349350"/>
                                        </p:tgtEl>
                                        <p:attrNameLst>
                                          <p:attrName>ppt_w</p:attrName>
                                        </p:attrNameLst>
                                      </p:cBhvr>
                                      <p:tavLst>
                                        <p:tav tm="0">
                                          <p:val>
                                            <p:fltVal val="0.000000"/>
                                          </p:val>
                                        </p:tav>
                                        <p:tav tm="100000">
                                          <p:val>
                                            <p:strVal val="#ppt_w"/>
                                          </p:val>
                                        </p:tav>
                                      </p:tavLst>
                                    </p:anim>
                                    <p:anim calcmode="lin" valueType="num">
                                      <p:cBhvr>
                                        <p:cTn id="57" dur="500" fill="hold"/>
                                        <p:tgtEl>
                                          <p:spTgt spid="349350"/>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349244"/>
                                        </p:tgtEl>
                                        <p:attrNameLst>
                                          <p:attrName>style.visibility</p:attrName>
                                        </p:attrNameLst>
                                      </p:cBhvr>
                                      <p:to>
                                        <p:strVal val="visible"/>
                                      </p:to>
                                    </p:set>
                                    <p:animEffect transition="in" filter="box(out)">
                                      <p:cBhvr>
                                        <p:cTn id="62" dur="500"/>
                                        <p:tgtEl>
                                          <p:spTgt spid="349244"/>
                                        </p:tgtEl>
                                      </p:cBhvr>
                                    </p:animEffect>
                                  </p:childTnLst>
                                  <p:subTnLst>
                                    <p:set>
                                      <p:cBhvr override="childStyle">
                                        <p:cTn dur="1" fill="hold" display="0" masterRel="nextClick" afterEffect="1"/>
                                        <p:tgtEl>
                                          <p:spTgt spid="349244"/>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349302"/>
                                        </p:tgtEl>
                                        <p:attrNameLst>
                                          <p:attrName>style.visibility</p:attrName>
                                        </p:attrNameLst>
                                      </p:cBhvr>
                                      <p:to>
                                        <p:strVal val="visible"/>
                                      </p:to>
                                    </p:set>
                                    <p:animEffect transition="in" filter="box(out)">
                                      <p:cBhvr>
                                        <p:cTn id="67" dur="500"/>
                                        <p:tgtEl>
                                          <p:spTgt spid="349302"/>
                                        </p:tgtEl>
                                      </p:cBhvr>
                                    </p:animEffect>
                                  </p:childTnLst>
                                </p:cTn>
                              </p:par>
                            </p:childTnLst>
                          </p:cTn>
                        </p:par>
                        <p:par>
                          <p:cTn id="68" fill="hold">
                            <p:stCondLst>
                              <p:cond delay="500"/>
                            </p:stCondLst>
                            <p:childTnLst>
                              <p:par>
                                <p:cTn id="69" presetID="17" presetClass="entr" presetSubtype="8" fill="hold" nodeType="afterEffect">
                                  <p:stCondLst>
                                    <p:cond delay="0"/>
                                  </p:stCondLst>
                                  <p:childTnLst>
                                    <p:set>
                                      <p:cBhvr>
                                        <p:cTn id="70" dur="1" fill="hold">
                                          <p:stCondLst>
                                            <p:cond delay="0"/>
                                          </p:stCondLst>
                                        </p:cTn>
                                        <p:tgtEl>
                                          <p:spTgt spid="349303"/>
                                        </p:tgtEl>
                                        <p:attrNameLst>
                                          <p:attrName>style.visibility</p:attrName>
                                        </p:attrNameLst>
                                      </p:cBhvr>
                                      <p:to>
                                        <p:strVal val="visible"/>
                                      </p:to>
                                    </p:set>
                                    <p:anim calcmode="lin" valueType="num">
                                      <p:cBhvr>
                                        <p:cTn id="71" dur="500" fill="hold"/>
                                        <p:tgtEl>
                                          <p:spTgt spid="349303"/>
                                        </p:tgtEl>
                                        <p:attrNameLst>
                                          <p:attrName>ppt_x</p:attrName>
                                        </p:attrNameLst>
                                      </p:cBhvr>
                                      <p:tavLst>
                                        <p:tav tm="0">
                                          <p:val>
                                            <p:strVal val="#ppt_x-#ppt_w/2"/>
                                          </p:val>
                                        </p:tav>
                                        <p:tav tm="100000">
                                          <p:val>
                                            <p:strVal val="#ppt_x"/>
                                          </p:val>
                                        </p:tav>
                                      </p:tavLst>
                                    </p:anim>
                                    <p:anim calcmode="lin" valueType="num">
                                      <p:cBhvr>
                                        <p:cTn id="72" dur="500" fill="hold"/>
                                        <p:tgtEl>
                                          <p:spTgt spid="349303"/>
                                        </p:tgtEl>
                                        <p:attrNameLst>
                                          <p:attrName>ppt_y</p:attrName>
                                        </p:attrNameLst>
                                      </p:cBhvr>
                                      <p:tavLst>
                                        <p:tav tm="0">
                                          <p:val>
                                            <p:strVal val="#ppt_y"/>
                                          </p:val>
                                        </p:tav>
                                        <p:tav tm="100000">
                                          <p:val>
                                            <p:strVal val="#ppt_y"/>
                                          </p:val>
                                        </p:tav>
                                      </p:tavLst>
                                    </p:anim>
                                    <p:anim calcmode="lin" valueType="num">
                                      <p:cBhvr>
                                        <p:cTn id="73" dur="500" fill="hold"/>
                                        <p:tgtEl>
                                          <p:spTgt spid="349303"/>
                                        </p:tgtEl>
                                        <p:attrNameLst>
                                          <p:attrName>ppt_w</p:attrName>
                                        </p:attrNameLst>
                                      </p:cBhvr>
                                      <p:tavLst>
                                        <p:tav tm="0">
                                          <p:val>
                                            <p:fltVal val="0.000000"/>
                                          </p:val>
                                        </p:tav>
                                        <p:tav tm="100000">
                                          <p:val>
                                            <p:strVal val="#ppt_w"/>
                                          </p:val>
                                        </p:tav>
                                      </p:tavLst>
                                    </p:anim>
                                    <p:anim calcmode="lin" valueType="num">
                                      <p:cBhvr>
                                        <p:cTn id="74" dur="500" fill="hold"/>
                                        <p:tgtEl>
                                          <p:spTgt spid="349303"/>
                                        </p:tgtEl>
                                        <p:attrNameLst>
                                          <p:attrName>ppt_h</p:attrName>
                                        </p:attrNameLst>
                                      </p:cBhvr>
                                      <p:tavLst>
                                        <p:tav tm="0">
                                          <p:val>
                                            <p:strVal val="#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 fill="hold">
                                          <p:stCondLst>
                                            <p:cond delay="0"/>
                                          </p:stCondLst>
                                        </p:cTn>
                                        <p:tgtEl>
                                          <p:spTgt spid="349326"/>
                                        </p:tgtEl>
                                        <p:attrNameLst>
                                          <p:attrName>style.visibility</p:attrName>
                                        </p:attrNameLst>
                                      </p:cBhvr>
                                      <p:to>
                                        <p:strVal val="visible"/>
                                      </p:to>
                                    </p:set>
                                    <p:animEffect transition="in" filter="box(out)">
                                      <p:cBhvr>
                                        <p:cTn id="79" dur="500"/>
                                        <p:tgtEl>
                                          <p:spTgt spid="349326"/>
                                        </p:tgtEl>
                                      </p:cBhvr>
                                    </p:animEffect>
                                  </p:childTnLst>
                                  <p:subTnLst>
                                    <p:set>
                                      <p:cBhvr override="childStyle">
                                        <p:cTn dur="1" fill="hold" display="0" masterRel="nextClick" afterEffect="1"/>
                                        <p:tgtEl>
                                          <p:spTgt spid="349326"/>
                                        </p:tgtEl>
                                        <p:attrNameLst>
                                          <p:attrName>style.visibility</p:attrName>
                                        </p:attrNameLst>
                                      </p:cBhvr>
                                      <p:to>
                                        <p:strVal val="hidden"/>
                                      </p:to>
                                    </p:set>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349245"/>
                                        </p:tgtEl>
                                        <p:attrNameLst>
                                          <p:attrName>style.visibility</p:attrName>
                                        </p:attrNameLst>
                                      </p:cBhvr>
                                      <p:to>
                                        <p:strVal val="visible"/>
                                      </p:to>
                                    </p:set>
                                    <p:animEffect transition="in" filter="box(out)">
                                      <p:cBhvr>
                                        <p:cTn id="84" dur="500"/>
                                        <p:tgtEl>
                                          <p:spTgt spid="349245"/>
                                        </p:tgtEl>
                                      </p:cBhvr>
                                    </p:animEffect>
                                  </p:childTnLst>
                                </p:cTn>
                              </p:par>
                            </p:childTnLst>
                          </p:cTn>
                        </p:par>
                        <p:par>
                          <p:cTn id="85" fill="hold">
                            <p:stCondLst>
                              <p:cond delay="500"/>
                            </p:stCondLst>
                            <p:childTnLst>
                              <p:par>
                                <p:cTn id="86" presetID="4" presetClass="entr" presetSubtype="32" fill="hold" nodeType="afterEffect">
                                  <p:stCondLst>
                                    <p:cond delay="0"/>
                                  </p:stCondLst>
                                  <p:childTnLst>
                                    <p:set>
                                      <p:cBhvr>
                                        <p:cTn id="87" dur="1" fill="hold">
                                          <p:stCondLst>
                                            <p:cond delay="0"/>
                                          </p:stCondLst>
                                        </p:cTn>
                                        <p:tgtEl>
                                          <p:spTgt spid="349246"/>
                                        </p:tgtEl>
                                        <p:attrNameLst>
                                          <p:attrName>style.visibility</p:attrName>
                                        </p:attrNameLst>
                                      </p:cBhvr>
                                      <p:to>
                                        <p:strVal val="visible"/>
                                      </p:to>
                                    </p:set>
                                    <p:animEffect transition="in" filter="box(out)">
                                      <p:cBhvr>
                                        <p:cTn id="88" dur="500"/>
                                        <p:tgtEl>
                                          <p:spTgt spid="349246"/>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32" fill="hold" grpId="0" nodeType="clickEffect">
                                  <p:stCondLst>
                                    <p:cond delay="0"/>
                                  </p:stCondLst>
                                  <p:childTnLst>
                                    <p:set>
                                      <p:cBhvr>
                                        <p:cTn id="92" dur="1" fill="hold">
                                          <p:stCondLst>
                                            <p:cond delay="0"/>
                                          </p:stCondLst>
                                        </p:cTn>
                                        <p:tgtEl>
                                          <p:spTgt spid="349300"/>
                                        </p:tgtEl>
                                        <p:attrNameLst>
                                          <p:attrName>style.visibility</p:attrName>
                                        </p:attrNameLst>
                                      </p:cBhvr>
                                      <p:to>
                                        <p:strVal val="visible"/>
                                      </p:to>
                                    </p:set>
                                    <p:animEffect transition="in" filter="box(out)">
                                      <p:cBhvr>
                                        <p:cTn id="93" dur="500"/>
                                        <p:tgtEl>
                                          <p:spTgt spid="349300"/>
                                        </p:tgtEl>
                                      </p:cBhvr>
                                    </p:animEffect>
                                  </p:childTnLst>
                                  <p:subTnLst>
                                    <p:set>
                                      <p:cBhvr override="childStyle">
                                        <p:cTn dur="1" fill="hold" display="0" masterRel="nextClick" afterEffect="1"/>
                                        <p:tgtEl>
                                          <p:spTgt spid="349300"/>
                                        </p:tgtEl>
                                        <p:attrNameLst>
                                          <p:attrName>style.visibility</p:attrName>
                                        </p:attrNameLst>
                                      </p:cBhvr>
                                      <p:to>
                                        <p:strVal val="hidden"/>
                                      </p:to>
                                    </p:set>
                                  </p:subTnLst>
                                </p:cTn>
                              </p:par>
                            </p:childTnLst>
                          </p:cTn>
                        </p:par>
                      </p:childTnLst>
                    </p:cTn>
                  </p:par>
                  <p:par>
                    <p:cTn id="94" fill="hold">
                      <p:stCondLst>
                        <p:cond delay="indefinite"/>
                      </p:stCondLst>
                      <p:childTnLst>
                        <p:par>
                          <p:cTn id="95" fill="hold">
                            <p:stCondLst>
                              <p:cond delay="0"/>
                            </p:stCondLst>
                            <p:childTnLst>
                              <p:par>
                                <p:cTn id="96" presetID="4" presetClass="entr" presetSubtype="32" fill="hold" grpId="0" nodeType="clickEffect">
                                  <p:stCondLst>
                                    <p:cond delay="0"/>
                                  </p:stCondLst>
                                  <p:childTnLst>
                                    <p:set>
                                      <p:cBhvr>
                                        <p:cTn id="97" dur="1" fill="hold">
                                          <p:stCondLst>
                                            <p:cond delay="0"/>
                                          </p:stCondLst>
                                        </p:cTn>
                                        <p:tgtEl>
                                          <p:spTgt spid="349187"/>
                                        </p:tgtEl>
                                        <p:attrNameLst>
                                          <p:attrName>style.visibility</p:attrName>
                                        </p:attrNameLst>
                                      </p:cBhvr>
                                      <p:to>
                                        <p:strVal val="visible"/>
                                      </p:to>
                                    </p:set>
                                    <p:animEffect transition="in" filter="box(out)">
                                      <p:cBhvr>
                                        <p:cTn id="98" dur="500"/>
                                        <p:tgtEl>
                                          <p:spTgt spid="349187"/>
                                        </p:tgtEl>
                                      </p:cBhvr>
                                    </p:animEffect>
                                  </p:childTnLst>
                                  <p:subTnLst>
                                    <p:set>
                                      <p:cBhvr override="childStyle">
                                        <p:cTn dur="1" fill="hold" display="0" masterRel="nextClick" afterEffect="1"/>
                                        <p:tgtEl>
                                          <p:spTgt spid="349187"/>
                                        </p:tgtEl>
                                        <p:attrNameLst>
                                          <p:attrName>style.visibility</p:attrName>
                                        </p:attrNameLst>
                                      </p:cBhvr>
                                      <p:to>
                                        <p:strVal val="hidden"/>
                                      </p:to>
                                    </p:set>
                                  </p:subTnLst>
                                </p:cTn>
                              </p:par>
                            </p:childTnLst>
                          </p:cTn>
                        </p:par>
                      </p:childTnLst>
                    </p:cTn>
                  </p:par>
                  <p:par>
                    <p:cTn id="99" fill="hold">
                      <p:stCondLst>
                        <p:cond delay="indefinite"/>
                      </p:stCondLst>
                      <p:childTnLst>
                        <p:par>
                          <p:cTn id="100" fill="hold">
                            <p:stCondLst>
                              <p:cond delay="0"/>
                            </p:stCondLst>
                            <p:childTnLst>
                              <p:par>
                                <p:cTn id="101" presetID="4" presetClass="entr" presetSubtype="32" fill="hold" grpId="0" nodeType="clickEffect">
                                  <p:stCondLst>
                                    <p:cond delay="0"/>
                                  </p:stCondLst>
                                  <p:childTnLst>
                                    <p:set>
                                      <p:cBhvr>
                                        <p:cTn id="102" dur="1" fill="hold">
                                          <p:stCondLst>
                                            <p:cond delay="0"/>
                                          </p:stCondLst>
                                        </p:cTn>
                                        <p:tgtEl>
                                          <p:spTgt spid="349369"/>
                                        </p:tgtEl>
                                        <p:attrNameLst>
                                          <p:attrName>style.visibility</p:attrName>
                                        </p:attrNameLst>
                                      </p:cBhvr>
                                      <p:to>
                                        <p:strVal val="visible"/>
                                      </p:to>
                                    </p:set>
                                    <p:animEffect transition="in" filter="box(out)">
                                      <p:cBhvr>
                                        <p:cTn id="103" dur="500"/>
                                        <p:tgtEl>
                                          <p:spTgt spid="349369"/>
                                        </p:tgtEl>
                                      </p:cBhvr>
                                    </p:animEffect>
                                  </p:childTnLst>
                                  <p:subTnLst>
                                    <p:set>
                                      <p:cBhvr override="childStyle">
                                        <p:cTn dur="1" fill="hold" display="0" masterRel="nextClick" afterEffect="1"/>
                                        <p:tgtEl>
                                          <p:spTgt spid="349369"/>
                                        </p:tgtEl>
                                        <p:attrNameLst>
                                          <p:attrName>style.visibility</p:attrName>
                                        </p:attrNameLst>
                                      </p:cBhvr>
                                      <p:to>
                                        <p:strVal val="hidden"/>
                                      </p:to>
                                    </p:set>
                                  </p:subTnLst>
                                </p:cTn>
                              </p:par>
                            </p:childTnLst>
                          </p:cTn>
                        </p:par>
                      </p:childTnLst>
                    </p:cTn>
                  </p:par>
                  <p:par>
                    <p:cTn id="104" fill="hold">
                      <p:stCondLst>
                        <p:cond delay="indefinite"/>
                      </p:stCondLst>
                      <p:childTnLst>
                        <p:par>
                          <p:cTn id="105" fill="hold">
                            <p:stCondLst>
                              <p:cond delay="0"/>
                            </p:stCondLst>
                            <p:childTnLst>
                              <p:par>
                                <p:cTn id="106" presetID="4" presetClass="entr" presetSubtype="32" fill="hold" grpId="0" nodeType="clickEffect">
                                  <p:stCondLst>
                                    <p:cond delay="0"/>
                                  </p:stCondLst>
                                  <p:childTnLst>
                                    <p:set>
                                      <p:cBhvr>
                                        <p:cTn id="107" dur="1" fill="hold">
                                          <p:stCondLst>
                                            <p:cond delay="0"/>
                                          </p:stCondLst>
                                        </p:cTn>
                                        <p:tgtEl>
                                          <p:spTgt spid="349371"/>
                                        </p:tgtEl>
                                        <p:attrNameLst>
                                          <p:attrName>style.visibility</p:attrName>
                                        </p:attrNameLst>
                                      </p:cBhvr>
                                      <p:to>
                                        <p:strVal val="visible"/>
                                      </p:to>
                                    </p:set>
                                    <p:animEffect transition="in" filter="box(out)">
                                      <p:cBhvr>
                                        <p:cTn id="108" dur="500"/>
                                        <p:tgtEl>
                                          <p:spTgt spid="349371"/>
                                        </p:tgtEl>
                                      </p:cBhvr>
                                    </p:animEffect>
                                  </p:childTnLst>
                                  <p:subTnLst>
                                    <p:set>
                                      <p:cBhvr override="childStyle">
                                        <p:cTn dur="1" fill="hold" display="0" masterRel="nextClick" afterEffect="1"/>
                                        <p:tgtEl>
                                          <p:spTgt spid="34937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p:bldP spid="349189" grpId="0" build="p"/>
      <p:bldP spid="349216" grpId="0"/>
      <p:bldP spid="349217" grpId="0"/>
      <p:bldP spid="349218" grpId="0"/>
      <p:bldP spid="349220" grpId="0"/>
      <p:bldP spid="349244" grpId="0"/>
      <p:bldP spid="349245" grpId="0"/>
      <p:bldP spid="349300" grpId="0"/>
      <p:bldP spid="349301" grpId="0"/>
      <p:bldP spid="349302" grpId="0"/>
      <p:bldP spid="349326" grpId="0"/>
      <p:bldP spid="349369" grpId="0"/>
      <p:bldP spid="349371" grpId="0"/>
    </p:bldLst>
  </p:timing>
</p:sld>
</file>

<file path=ppt/theme/theme1.xml><?xml version="1.0" encoding="utf-8"?>
<a:theme xmlns:a="http://schemas.openxmlformats.org/drawingml/2006/main" name="默认设计模板">
  <a:themeElements>
    <a:clrScheme name="">
      <a:dk1>
        <a:srgbClr val="000000"/>
      </a:dk1>
      <a:lt1>
        <a:srgbClr val="FFFFFF"/>
      </a:lt1>
      <a:dk2>
        <a:srgbClr val="FF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3300"/>
      </a:hlink>
      <a:folHlink>
        <a:srgbClr val="66FF33"/>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自定义 1">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8654</Words>
  <Application>WPS 演示</Application>
  <PresentationFormat>全屏显示(4:3)</PresentationFormat>
  <Paragraphs>1184</Paragraphs>
  <Slides>49</Slides>
  <Notes>4</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4</vt:i4>
      </vt:variant>
      <vt:variant>
        <vt:lpstr>幻灯片标题</vt:lpstr>
      </vt:variant>
      <vt:variant>
        <vt:i4>49</vt:i4>
      </vt:variant>
    </vt:vector>
  </HeadingPairs>
  <TitlesOfParts>
    <vt:vector size="75" baseType="lpstr">
      <vt:lpstr>Arial</vt:lpstr>
      <vt:lpstr>宋体</vt:lpstr>
      <vt:lpstr>Wingdings</vt:lpstr>
      <vt:lpstr>Times New Roman</vt:lpstr>
      <vt:lpstr>等线</vt:lpstr>
      <vt:lpstr>华文新魏</vt:lpstr>
      <vt:lpstr>黑体</vt:lpstr>
      <vt:lpstr>楷体_GB2312</vt:lpstr>
      <vt:lpstr>新宋体</vt:lpstr>
      <vt:lpstr>Arial Black</vt:lpstr>
      <vt:lpstr>仿宋_GB2312</vt:lpstr>
      <vt:lpstr>仿宋</vt:lpstr>
      <vt:lpstr>Symbol</vt:lpstr>
      <vt:lpstr>隶书</vt:lpstr>
      <vt:lpstr>华文楷体</vt:lpstr>
      <vt:lpstr>Arial Narrow</vt:lpstr>
      <vt:lpstr>Wingdings 2</vt:lpstr>
      <vt:lpstr>楷体_GB2312</vt:lpstr>
      <vt:lpstr>微软雅黑</vt:lpstr>
      <vt:lpstr>Arial Unicode MS</vt:lpstr>
      <vt:lpstr>默认设计模板</vt:lpstr>
      <vt:lpstr>Pixel</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djzx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欧蜜（2和11）</cp:lastModifiedBy>
  <cp:revision>274</cp:revision>
  <dcterms:created xsi:type="dcterms:W3CDTF">2000-01-30T08:24:06Z</dcterms:created>
  <dcterms:modified xsi:type="dcterms:W3CDTF">2024-10-07T12:53:27Z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38F00BBFC81D45FE8C4A24727BD43E26_13</vt:lpwstr>
  </property>
  <property fmtid="{D5CDD505-2E9C-101B-9397-08002B2CF9AE}" pid="3" name="KSOProductBuildVer">
    <vt:lpwstr>2052-12.1.0.18276</vt:lpwstr>
  </property>
</Properties>
</file>
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80" r:id="rId4"/>
    <p:sldId id="268" r:id="rId5"/>
    <p:sldId id="269" r:id="rId6"/>
    <p:sldId id="258" r:id="rId7"/>
    <p:sldId id="309" r:id="rId8"/>
    <p:sldId id="306" r:id="rId9"/>
    <p:sldId id="307" r:id="rId10"/>
    <p:sldId id="308" r:id="rId11"/>
    <p:sldId id="260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287" r:id="rId2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93" userDrawn="1">
          <p15:clr>
            <a:srgbClr val="A4A3A4"/>
          </p15:clr>
        </p15:guide>
        <p15:guide id="2" pos="51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DA0A23"/>
    <a:srgbClr val="291EB2"/>
    <a:srgbClr val="7E76E8"/>
    <a:srgbClr val="EEE870"/>
    <a:srgbClr val="FF33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08"/>
  </p:normalViewPr>
  <p:slideViewPr>
    <p:cSldViewPr showGuides="1">
      <p:cViewPr varScale="1">
        <p:scale>
          <a:sx n="68" d="100"/>
          <a:sy n="68" d="100"/>
        </p:scale>
        <p:origin x="1362" y="60"/>
      </p:cViewPr>
      <p:guideLst>
        <p:guide orient="horz" pos="3793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21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7" Type="http://schemas.openxmlformats.org/officeDocument/2006/relationships/image" Target="../media/image9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7" Type="http://schemas.openxmlformats.org/officeDocument/2006/relationships/image" Target="../media/image17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.wmf"/><Relationship Id="rId8" Type="http://schemas.openxmlformats.org/officeDocument/2006/relationships/image" Target="../media/image26.wmf"/><Relationship Id="rId7" Type="http://schemas.openxmlformats.org/officeDocument/2006/relationships/image" Target="../media/image25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1" Type="http://schemas.openxmlformats.org/officeDocument/2006/relationships/image" Target="../media/image29.wmf"/><Relationship Id="rId10" Type="http://schemas.openxmlformats.org/officeDocument/2006/relationships/image" Target="../media/image28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emf"/><Relationship Id="rId5" Type="http://schemas.openxmlformats.org/officeDocument/2006/relationships/image" Target="../media/image38.e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0" Type="http://schemas.openxmlformats.org/officeDocument/2006/relationships/image" Target="../media/image45.wmf"/><Relationship Id="rId1" Type="http://schemas.openxmlformats.org/officeDocument/2006/relationships/image" Target="../media/image34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4" Type="http://schemas.openxmlformats.org/officeDocument/2006/relationships/image" Target="../media/image45.wmf"/><Relationship Id="rId13" Type="http://schemas.openxmlformats.org/officeDocument/2006/relationships/image" Target="../media/image58.wmf"/><Relationship Id="rId12" Type="http://schemas.openxmlformats.org/officeDocument/2006/relationships/image" Target="../media/image57.wmf"/><Relationship Id="rId11" Type="http://schemas.openxmlformats.org/officeDocument/2006/relationships/image" Target="../media/image56.wmf"/><Relationship Id="rId10" Type="http://schemas.openxmlformats.org/officeDocument/2006/relationships/image" Target="../media/image55.wmf"/><Relationship Id="rId1" Type="http://schemas.openxmlformats.org/officeDocument/2006/relationships/image" Target="../media/image46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67.wmf"/><Relationship Id="rId8" Type="http://schemas.openxmlformats.org/officeDocument/2006/relationships/image" Target="../media/image66.wmf"/><Relationship Id="rId7" Type="http://schemas.openxmlformats.org/officeDocument/2006/relationships/image" Target="../media/image65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8.vml.rels><?xml version="1.0" encoding="UTF-8" standalone="yes"?>
<Relationships xmlns="http://schemas.openxmlformats.org/package/2006/relationships"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emf"/><Relationship Id="rId1" Type="http://schemas.openxmlformats.org/officeDocument/2006/relationships/image" Target="../media/image68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82.wmf"/><Relationship Id="rId8" Type="http://schemas.openxmlformats.org/officeDocument/2006/relationships/image" Target="../media/image81.wmf"/><Relationship Id="rId7" Type="http://schemas.openxmlformats.org/officeDocument/2006/relationships/image" Target="../media/image80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6" Type="http://schemas.openxmlformats.org/officeDocument/2006/relationships/image" Target="../media/image89.wmf"/><Relationship Id="rId15" Type="http://schemas.openxmlformats.org/officeDocument/2006/relationships/image" Target="../media/image88.wmf"/><Relationship Id="rId14" Type="http://schemas.openxmlformats.org/officeDocument/2006/relationships/image" Target="../media/image87.wmf"/><Relationship Id="rId13" Type="http://schemas.openxmlformats.org/officeDocument/2006/relationships/image" Target="../media/image86.wmf"/><Relationship Id="rId12" Type="http://schemas.openxmlformats.org/officeDocument/2006/relationships/image" Target="../media/image85.wmf"/><Relationship Id="rId11" Type="http://schemas.openxmlformats.org/officeDocument/2006/relationships/image" Target="../media/image84.wmf"/><Relationship Id="rId10" Type="http://schemas.openxmlformats.org/officeDocument/2006/relationships/image" Target="../media/image83.wmf"/><Relationship Id="rId1" Type="http://schemas.openxmlformats.org/officeDocument/2006/relationships/image" Target="../media/image74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98.wmf"/><Relationship Id="rId8" Type="http://schemas.openxmlformats.org/officeDocument/2006/relationships/image" Target="../media/image97.wmf"/><Relationship Id="rId7" Type="http://schemas.openxmlformats.org/officeDocument/2006/relationships/image" Target="../media/image96.wmf"/><Relationship Id="rId6" Type="http://schemas.openxmlformats.org/officeDocument/2006/relationships/image" Target="../media/image95.wmf"/><Relationship Id="rId5" Type="http://schemas.openxmlformats.org/officeDocument/2006/relationships/image" Target="../media/image94.wmf"/><Relationship Id="rId4" Type="http://schemas.openxmlformats.org/officeDocument/2006/relationships/image" Target="../media/image93.wmf"/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2" Type="http://schemas.openxmlformats.org/officeDocument/2006/relationships/image" Target="../media/image101.wmf"/><Relationship Id="rId11" Type="http://schemas.openxmlformats.org/officeDocument/2006/relationships/image" Target="../media/image100.wmf"/><Relationship Id="rId10" Type="http://schemas.openxmlformats.org/officeDocument/2006/relationships/image" Target="../media/image99.wmf"/><Relationship Id="rId1" Type="http://schemas.openxmlformats.org/officeDocument/2006/relationships/image" Target="../media/image90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0.wmf"/><Relationship Id="rId8" Type="http://schemas.openxmlformats.org/officeDocument/2006/relationships/image" Target="../media/image104.wmf"/><Relationship Id="rId7" Type="http://schemas.openxmlformats.org/officeDocument/2006/relationships/image" Target="../media/image99.wmf"/><Relationship Id="rId6" Type="http://schemas.openxmlformats.org/officeDocument/2006/relationships/image" Target="../media/image103.wmf"/><Relationship Id="rId5" Type="http://schemas.openxmlformats.org/officeDocument/2006/relationships/image" Target="../media/image98.wmf"/><Relationship Id="rId4" Type="http://schemas.openxmlformats.org/officeDocument/2006/relationships/image" Target="../media/image102.wmf"/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4" Type="http://schemas.openxmlformats.org/officeDocument/2006/relationships/image" Target="../media/image107.wmf"/><Relationship Id="rId13" Type="http://schemas.openxmlformats.org/officeDocument/2006/relationships/image" Target="../media/image106.wmf"/><Relationship Id="rId12" Type="http://schemas.openxmlformats.org/officeDocument/2006/relationships/image" Target="../media/image105.wmf"/><Relationship Id="rId11" Type="http://schemas.openxmlformats.org/officeDocument/2006/relationships/image" Target="../media/image101.wmf"/><Relationship Id="rId10" Type="http://schemas.openxmlformats.org/officeDocument/2006/relationships/image" Target="../media/image97.wmf"/><Relationship Id="rId1" Type="http://schemas.openxmlformats.org/officeDocument/2006/relationships/image" Target="../media/image91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5" Type="http://schemas.openxmlformats.org/officeDocument/2006/relationships/image" Target="../media/image122.wmf"/><Relationship Id="rId14" Type="http://schemas.openxmlformats.org/officeDocument/2006/relationships/image" Target="../media/image121.wmf"/><Relationship Id="rId13" Type="http://schemas.openxmlformats.org/officeDocument/2006/relationships/image" Target="../media/image120.wmf"/><Relationship Id="rId12" Type="http://schemas.openxmlformats.org/officeDocument/2006/relationships/image" Target="../media/image119.wmf"/><Relationship Id="rId11" Type="http://schemas.openxmlformats.org/officeDocument/2006/relationships/image" Target="../media/image118.wmf"/><Relationship Id="rId10" Type="http://schemas.openxmlformats.org/officeDocument/2006/relationships/image" Target="../media/image117.wmf"/><Relationship Id="rId1" Type="http://schemas.openxmlformats.org/officeDocument/2006/relationships/image" Target="../media/image108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9.wmf"/><Relationship Id="rId8" Type="http://schemas.openxmlformats.org/officeDocument/2006/relationships/image" Target="../media/image92.wmf"/><Relationship Id="rId7" Type="http://schemas.openxmlformats.org/officeDocument/2006/relationships/image" Target="../media/image91.wmf"/><Relationship Id="rId6" Type="http://schemas.openxmlformats.org/officeDocument/2006/relationships/image" Target="../media/image128.wmf"/><Relationship Id="rId5" Type="http://schemas.openxmlformats.org/officeDocument/2006/relationships/image" Target="../media/image127.wmf"/><Relationship Id="rId4" Type="http://schemas.openxmlformats.org/officeDocument/2006/relationships/image" Target="../media/image126.wmf"/><Relationship Id="rId3" Type="http://schemas.openxmlformats.org/officeDocument/2006/relationships/image" Target="../media/image125.wmf"/><Relationship Id="rId2" Type="http://schemas.openxmlformats.org/officeDocument/2006/relationships/image" Target="../media/image124.wmf"/><Relationship Id="rId14" Type="http://schemas.openxmlformats.org/officeDocument/2006/relationships/image" Target="../media/image134.wmf"/><Relationship Id="rId13" Type="http://schemas.openxmlformats.org/officeDocument/2006/relationships/image" Target="../media/image133.wmf"/><Relationship Id="rId12" Type="http://schemas.openxmlformats.org/officeDocument/2006/relationships/image" Target="../media/image132.wmf"/><Relationship Id="rId11" Type="http://schemas.openxmlformats.org/officeDocument/2006/relationships/image" Target="../media/image131.wmf"/><Relationship Id="rId10" Type="http://schemas.openxmlformats.org/officeDocument/2006/relationships/image" Target="../media/image130.wmf"/><Relationship Id="rId1" Type="http://schemas.openxmlformats.org/officeDocument/2006/relationships/image" Target="../media/image123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139.wmf"/><Relationship Id="rId3" Type="http://schemas.openxmlformats.org/officeDocument/2006/relationships/image" Target="../media/image138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8.wmf"/><Relationship Id="rId8" Type="http://schemas.openxmlformats.org/officeDocument/2006/relationships/image" Target="../media/image147.wmf"/><Relationship Id="rId7" Type="http://schemas.openxmlformats.org/officeDocument/2006/relationships/image" Target="../media/image146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Relationship Id="rId3" Type="http://schemas.openxmlformats.org/officeDocument/2006/relationships/image" Target="../media/image142.wmf"/><Relationship Id="rId24" Type="http://schemas.openxmlformats.org/officeDocument/2006/relationships/image" Target="../media/image163.wmf"/><Relationship Id="rId23" Type="http://schemas.openxmlformats.org/officeDocument/2006/relationships/image" Target="../media/image162.wmf"/><Relationship Id="rId22" Type="http://schemas.openxmlformats.org/officeDocument/2006/relationships/image" Target="../media/image161.wmf"/><Relationship Id="rId21" Type="http://schemas.openxmlformats.org/officeDocument/2006/relationships/image" Target="../media/image160.wmf"/><Relationship Id="rId20" Type="http://schemas.openxmlformats.org/officeDocument/2006/relationships/image" Target="../media/image159.wmf"/><Relationship Id="rId2" Type="http://schemas.openxmlformats.org/officeDocument/2006/relationships/image" Target="../media/image141.wmf"/><Relationship Id="rId19" Type="http://schemas.openxmlformats.org/officeDocument/2006/relationships/image" Target="../media/image158.wmf"/><Relationship Id="rId18" Type="http://schemas.openxmlformats.org/officeDocument/2006/relationships/image" Target="../media/image157.wmf"/><Relationship Id="rId17" Type="http://schemas.openxmlformats.org/officeDocument/2006/relationships/image" Target="../media/image156.wmf"/><Relationship Id="rId16" Type="http://schemas.openxmlformats.org/officeDocument/2006/relationships/image" Target="../media/image155.wmf"/><Relationship Id="rId15" Type="http://schemas.openxmlformats.org/officeDocument/2006/relationships/image" Target="../media/image154.wmf"/><Relationship Id="rId14" Type="http://schemas.openxmlformats.org/officeDocument/2006/relationships/image" Target="../media/image153.wmf"/><Relationship Id="rId13" Type="http://schemas.openxmlformats.org/officeDocument/2006/relationships/image" Target="../media/image152.wmf"/><Relationship Id="rId12" Type="http://schemas.openxmlformats.org/officeDocument/2006/relationships/image" Target="../media/image151.wmf"/><Relationship Id="rId11" Type="http://schemas.openxmlformats.org/officeDocument/2006/relationships/image" Target="../media/image150.wmf"/><Relationship Id="rId10" Type="http://schemas.openxmlformats.org/officeDocument/2006/relationships/image" Target="../media/image149.wmf"/><Relationship Id="rId1" Type="http://schemas.openxmlformats.org/officeDocument/2006/relationships/image" Target="../media/image140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wmf"/><Relationship Id="rId8" Type="http://schemas.openxmlformats.org/officeDocument/2006/relationships/image" Target="../media/image168.wmf"/><Relationship Id="rId7" Type="http://schemas.openxmlformats.org/officeDocument/2006/relationships/image" Target="../media/image167.wmf"/><Relationship Id="rId6" Type="http://schemas.openxmlformats.org/officeDocument/2006/relationships/image" Target="../media/image166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Relationship Id="rId3" Type="http://schemas.openxmlformats.org/officeDocument/2006/relationships/image" Target="../media/image158.wmf"/><Relationship Id="rId2" Type="http://schemas.openxmlformats.org/officeDocument/2006/relationships/image" Target="../media/image165.wmf"/><Relationship Id="rId14" Type="http://schemas.openxmlformats.org/officeDocument/2006/relationships/image" Target="../media/image174.wmf"/><Relationship Id="rId13" Type="http://schemas.openxmlformats.org/officeDocument/2006/relationships/image" Target="../media/image173.wmf"/><Relationship Id="rId12" Type="http://schemas.openxmlformats.org/officeDocument/2006/relationships/image" Target="../media/image172.wmf"/><Relationship Id="rId11" Type="http://schemas.openxmlformats.org/officeDocument/2006/relationships/image" Target="../media/image171.wmf"/><Relationship Id="rId10" Type="http://schemas.openxmlformats.org/officeDocument/2006/relationships/image" Target="../media/image170.wmf"/><Relationship Id="rId1" Type="http://schemas.openxmlformats.org/officeDocument/2006/relationships/image" Target="../media/image164.wmf"/></Relationships>
</file>

<file path=ppt/drawings/_rels/vmlDrawing17.vml.rels><?xml version="1.0" encoding="UTF-8" standalone="yes"?>
<Relationships xmlns="http://schemas.openxmlformats.org/package/2006/relationships"><Relationship Id="rId4" Type="http://schemas.openxmlformats.org/officeDocument/2006/relationships/image" Target="../media/image179.wmf"/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0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AutoShape 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5999163" y="6381750"/>
            <a:ext cx="660400" cy="215900"/>
          </a:xfrm>
          <a:prstGeom prst="actionButtonBackPrevious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AutoShape 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007225" y="6381750"/>
            <a:ext cx="660400" cy="215900"/>
          </a:xfrm>
          <a:prstGeom prst="actionButtonForwardNext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AutoShape 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5003800" y="6381750"/>
            <a:ext cx="661988" cy="215900"/>
          </a:xfrm>
          <a:prstGeom prst="actionButtonBeginning">
            <a:avLst/>
          </a:prstGeom>
          <a:gradFill rotWithShape="0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AutoShape 5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7977188" y="6381750"/>
            <a:ext cx="661988" cy="215900"/>
          </a:xfrm>
          <a:prstGeom prst="actionButtonEnd">
            <a:avLst/>
          </a:prstGeom>
          <a:gradFill rotWithShape="1">
            <a:gsLst>
              <a:gs pos="0">
                <a:schemeClr val="bg1"/>
              </a:gs>
              <a:gs pos="100000">
                <a:srgbClr val="3333FF"/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slide" Target="slide19.xml"/><Relationship Id="rId2" Type="http://schemas.openxmlformats.org/officeDocument/2006/relationships/slide" Target="slide4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6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8" Type="http://schemas.openxmlformats.org/officeDocument/2006/relationships/vmlDrawing" Target="../drawings/vmlDrawing1.vml"/><Relationship Id="rId17" Type="http://schemas.openxmlformats.org/officeDocument/2006/relationships/slideLayout" Target="../slideLayouts/slideLayout17.xml"/><Relationship Id="rId16" Type="http://schemas.openxmlformats.org/officeDocument/2006/relationships/image" Target="../media/image10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9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8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3.bin"/><Relationship Id="rId8" Type="http://schemas.openxmlformats.org/officeDocument/2006/relationships/image" Target="../media/image14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1.wmf"/><Relationship Id="rId18" Type="http://schemas.openxmlformats.org/officeDocument/2006/relationships/vmlDrawing" Target="../drawings/vmlDrawing2.vml"/><Relationship Id="rId17" Type="http://schemas.openxmlformats.org/officeDocument/2006/relationships/slideLayout" Target="../slideLayouts/slideLayout18.xml"/><Relationship Id="rId16" Type="http://schemas.openxmlformats.org/officeDocument/2006/relationships/image" Target="../media/image18.wmf"/><Relationship Id="rId15" Type="http://schemas.openxmlformats.org/officeDocument/2006/relationships/oleObject" Target="../embeddings/oleObject16.bin"/><Relationship Id="rId14" Type="http://schemas.openxmlformats.org/officeDocument/2006/relationships/image" Target="../media/image17.wmf"/><Relationship Id="rId13" Type="http://schemas.openxmlformats.org/officeDocument/2006/relationships/oleObject" Target="../embeddings/oleObject15.bin"/><Relationship Id="rId12" Type="http://schemas.openxmlformats.org/officeDocument/2006/relationships/image" Target="../media/image16.wmf"/><Relationship Id="rId11" Type="http://schemas.openxmlformats.org/officeDocument/2006/relationships/oleObject" Target="../embeddings/oleObject14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8.bin"/><Relationship Id="rId27" Type="http://schemas.openxmlformats.org/officeDocument/2006/relationships/vmlDrawing" Target="../drawings/vmlDrawing3.vml"/><Relationship Id="rId26" Type="http://schemas.openxmlformats.org/officeDocument/2006/relationships/slideLayout" Target="../slideLayouts/slideLayout17.xml"/><Relationship Id="rId25" Type="http://schemas.openxmlformats.org/officeDocument/2006/relationships/image" Target="../media/image29.wmf"/><Relationship Id="rId24" Type="http://schemas.openxmlformats.org/officeDocument/2006/relationships/oleObject" Target="../embeddings/oleObject30.bin"/><Relationship Id="rId23" Type="http://schemas.openxmlformats.org/officeDocument/2006/relationships/image" Target="../media/image28.wmf"/><Relationship Id="rId22" Type="http://schemas.openxmlformats.org/officeDocument/2006/relationships/oleObject" Target="../embeddings/oleObject29.bin"/><Relationship Id="rId21" Type="http://schemas.openxmlformats.org/officeDocument/2006/relationships/image" Target="../media/image27.wmf"/><Relationship Id="rId20" Type="http://schemas.openxmlformats.org/officeDocument/2006/relationships/oleObject" Target="../embeddings/oleObject28.bin"/><Relationship Id="rId2" Type="http://schemas.openxmlformats.org/officeDocument/2006/relationships/image" Target="../media/image19.wmf"/><Relationship Id="rId19" Type="http://schemas.openxmlformats.org/officeDocument/2006/relationships/oleObject" Target="../embeddings/oleObject27.bin"/><Relationship Id="rId18" Type="http://schemas.openxmlformats.org/officeDocument/2006/relationships/image" Target="../media/image26.wmf"/><Relationship Id="rId17" Type="http://schemas.openxmlformats.org/officeDocument/2006/relationships/oleObject" Target="../embeddings/oleObject26.bin"/><Relationship Id="rId16" Type="http://schemas.openxmlformats.org/officeDocument/2006/relationships/oleObject" Target="../embeddings/oleObject25.bin"/><Relationship Id="rId15" Type="http://schemas.openxmlformats.org/officeDocument/2006/relationships/image" Target="../media/image25.wmf"/><Relationship Id="rId14" Type="http://schemas.openxmlformats.org/officeDocument/2006/relationships/oleObject" Target="../embeddings/oleObject24.bin"/><Relationship Id="rId13" Type="http://schemas.openxmlformats.org/officeDocument/2006/relationships/image" Target="../media/image24.wmf"/><Relationship Id="rId12" Type="http://schemas.openxmlformats.org/officeDocument/2006/relationships/oleObject" Target="../embeddings/oleObject23.bin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image" Target="../media/image33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1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0.wmf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3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9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8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6.bin"/><Relationship Id="rId24" Type="http://schemas.openxmlformats.org/officeDocument/2006/relationships/vmlDrawing" Target="../drawings/vmlDrawing5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45.w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44.png"/><Relationship Id="rId2" Type="http://schemas.openxmlformats.org/officeDocument/2006/relationships/image" Target="../media/image34.wmf"/><Relationship Id="rId19" Type="http://schemas.openxmlformats.org/officeDocument/2006/relationships/image" Target="../media/image43.png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43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42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41.bin"/><Relationship Id="rId12" Type="http://schemas.openxmlformats.org/officeDocument/2006/relationships/image" Target="../media/image39.emf"/><Relationship Id="rId11" Type="http://schemas.openxmlformats.org/officeDocument/2006/relationships/oleObject" Target="../embeddings/oleObject40.bin"/><Relationship Id="rId10" Type="http://schemas.openxmlformats.org/officeDocument/2006/relationships/image" Target="../media/image38.emf"/><Relationship Id="rId1" Type="http://schemas.openxmlformats.org/officeDocument/2006/relationships/oleObject" Target="../embeddings/oleObject35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7.wmf"/><Relationship Id="rId30" Type="http://schemas.openxmlformats.org/officeDocument/2006/relationships/vmlDrawing" Target="../drawings/vmlDrawing6.vml"/><Relationship Id="rId3" Type="http://schemas.openxmlformats.org/officeDocument/2006/relationships/oleObject" Target="../embeddings/oleObject46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45.wmf"/><Relationship Id="rId27" Type="http://schemas.openxmlformats.org/officeDocument/2006/relationships/oleObject" Target="../embeddings/oleObject58.bin"/><Relationship Id="rId26" Type="http://schemas.openxmlformats.org/officeDocument/2006/relationships/image" Target="../media/image58.wmf"/><Relationship Id="rId25" Type="http://schemas.openxmlformats.org/officeDocument/2006/relationships/oleObject" Target="../embeddings/oleObject57.bin"/><Relationship Id="rId24" Type="http://schemas.openxmlformats.org/officeDocument/2006/relationships/image" Target="../media/image57.wmf"/><Relationship Id="rId23" Type="http://schemas.openxmlformats.org/officeDocument/2006/relationships/oleObject" Target="../embeddings/oleObject56.bin"/><Relationship Id="rId22" Type="http://schemas.openxmlformats.org/officeDocument/2006/relationships/image" Target="../media/image56.wmf"/><Relationship Id="rId21" Type="http://schemas.openxmlformats.org/officeDocument/2006/relationships/oleObject" Target="../embeddings/oleObject55.bin"/><Relationship Id="rId20" Type="http://schemas.openxmlformats.org/officeDocument/2006/relationships/image" Target="../media/image55.wmf"/><Relationship Id="rId2" Type="http://schemas.openxmlformats.org/officeDocument/2006/relationships/image" Target="../media/image46.wmf"/><Relationship Id="rId19" Type="http://schemas.openxmlformats.org/officeDocument/2006/relationships/oleObject" Target="../embeddings/oleObject54.bin"/><Relationship Id="rId18" Type="http://schemas.openxmlformats.org/officeDocument/2006/relationships/image" Target="../media/image54.wmf"/><Relationship Id="rId17" Type="http://schemas.openxmlformats.org/officeDocument/2006/relationships/oleObject" Target="../embeddings/oleObject53.bin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52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51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0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62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61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0.wmf"/><Relationship Id="rId3" Type="http://schemas.openxmlformats.org/officeDocument/2006/relationships/oleObject" Target="../embeddings/oleObject60.bin"/><Relationship Id="rId20" Type="http://schemas.openxmlformats.org/officeDocument/2006/relationships/vmlDrawing" Target="../drawings/vmlDrawing7.vml"/><Relationship Id="rId2" Type="http://schemas.openxmlformats.org/officeDocument/2006/relationships/image" Target="../media/image59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67.wmf"/><Relationship Id="rId17" Type="http://schemas.openxmlformats.org/officeDocument/2006/relationships/oleObject" Target="../embeddings/oleObject67.bin"/><Relationship Id="rId16" Type="http://schemas.openxmlformats.org/officeDocument/2006/relationships/image" Target="../media/image66.wmf"/><Relationship Id="rId15" Type="http://schemas.openxmlformats.org/officeDocument/2006/relationships/oleObject" Target="../embeddings/oleObject66.bin"/><Relationship Id="rId14" Type="http://schemas.openxmlformats.org/officeDocument/2006/relationships/image" Target="../media/image65.wmf"/><Relationship Id="rId13" Type="http://schemas.openxmlformats.org/officeDocument/2006/relationships/oleObject" Target="../embeddings/oleObject65.bin"/><Relationship Id="rId12" Type="http://schemas.openxmlformats.org/officeDocument/2006/relationships/image" Target="../media/image64.wmf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63.wmf"/><Relationship Id="rId1" Type="http://schemas.openxmlformats.org/officeDocument/2006/relationships/oleObject" Target="../embeddings/oleObject59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9.e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68.emf"/><Relationship Id="rId14" Type="http://schemas.openxmlformats.org/officeDocument/2006/relationships/vmlDrawing" Target="../drawings/vmlDrawing8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73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68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5.wmf"/><Relationship Id="rId34" Type="http://schemas.openxmlformats.org/officeDocument/2006/relationships/vmlDrawing" Target="../drawings/vmlDrawing9.vml"/><Relationship Id="rId33" Type="http://schemas.openxmlformats.org/officeDocument/2006/relationships/slideLayout" Target="../slideLayouts/slideLayout18.xml"/><Relationship Id="rId32" Type="http://schemas.openxmlformats.org/officeDocument/2006/relationships/image" Target="../media/image89.wmf"/><Relationship Id="rId31" Type="http://schemas.openxmlformats.org/officeDocument/2006/relationships/oleObject" Target="../embeddings/oleObject89.bin"/><Relationship Id="rId30" Type="http://schemas.openxmlformats.org/officeDocument/2006/relationships/image" Target="../media/image88.wmf"/><Relationship Id="rId3" Type="http://schemas.openxmlformats.org/officeDocument/2006/relationships/oleObject" Target="../embeddings/oleObject75.bin"/><Relationship Id="rId29" Type="http://schemas.openxmlformats.org/officeDocument/2006/relationships/oleObject" Target="../embeddings/oleObject88.bin"/><Relationship Id="rId28" Type="http://schemas.openxmlformats.org/officeDocument/2006/relationships/image" Target="../media/image87.wmf"/><Relationship Id="rId27" Type="http://schemas.openxmlformats.org/officeDocument/2006/relationships/oleObject" Target="../embeddings/oleObject87.bin"/><Relationship Id="rId26" Type="http://schemas.openxmlformats.org/officeDocument/2006/relationships/image" Target="../media/image86.wmf"/><Relationship Id="rId25" Type="http://schemas.openxmlformats.org/officeDocument/2006/relationships/oleObject" Target="../embeddings/oleObject86.bin"/><Relationship Id="rId24" Type="http://schemas.openxmlformats.org/officeDocument/2006/relationships/image" Target="../media/image85.wmf"/><Relationship Id="rId23" Type="http://schemas.openxmlformats.org/officeDocument/2006/relationships/oleObject" Target="../embeddings/oleObject85.bin"/><Relationship Id="rId22" Type="http://schemas.openxmlformats.org/officeDocument/2006/relationships/image" Target="../media/image84.wmf"/><Relationship Id="rId21" Type="http://schemas.openxmlformats.org/officeDocument/2006/relationships/oleObject" Target="../embeddings/oleObject84.bin"/><Relationship Id="rId20" Type="http://schemas.openxmlformats.org/officeDocument/2006/relationships/image" Target="../media/image83.wmf"/><Relationship Id="rId2" Type="http://schemas.openxmlformats.org/officeDocument/2006/relationships/image" Target="../media/image74.wmf"/><Relationship Id="rId19" Type="http://schemas.openxmlformats.org/officeDocument/2006/relationships/oleObject" Target="../embeddings/oleObject83.bin"/><Relationship Id="rId18" Type="http://schemas.openxmlformats.org/officeDocument/2006/relationships/image" Target="../media/image82.wmf"/><Relationship Id="rId17" Type="http://schemas.openxmlformats.org/officeDocument/2006/relationships/oleObject" Target="../embeddings/oleObject82.bin"/><Relationship Id="rId16" Type="http://schemas.openxmlformats.org/officeDocument/2006/relationships/image" Target="../media/image81.wmf"/><Relationship Id="rId15" Type="http://schemas.openxmlformats.org/officeDocument/2006/relationships/oleObject" Target="../embeddings/oleObject81.bin"/><Relationship Id="rId14" Type="http://schemas.openxmlformats.org/officeDocument/2006/relationships/image" Target="../media/image80.wmf"/><Relationship Id="rId13" Type="http://schemas.openxmlformats.org/officeDocument/2006/relationships/oleObject" Target="../embeddings/oleObject80.bin"/><Relationship Id="rId12" Type="http://schemas.openxmlformats.org/officeDocument/2006/relationships/image" Target="../media/image79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74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4.bin"/><Relationship Id="rId8" Type="http://schemas.openxmlformats.org/officeDocument/2006/relationships/image" Target="../media/image93.wmf"/><Relationship Id="rId7" Type="http://schemas.openxmlformats.org/officeDocument/2006/relationships/oleObject" Target="../embeddings/oleObject93.bin"/><Relationship Id="rId6" Type="http://schemas.openxmlformats.org/officeDocument/2006/relationships/image" Target="../media/image92.wmf"/><Relationship Id="rId5" Type="http://schemas.openxmlformats.org/officeDocument/2006/relationships/oleObject" Target="../embeddings/oleObject92.bin"/><Relationship Id="rId4" Type="http://schemas.openxmlformats.org/officeDocument/2006/relationships/image" Target="../media/image91.wmf"/><Relationship Id="rId3" Type="http://schemas.openxmlformats.org/officeDocument/2006/relationships/oleObject" Target="../embeddings/oleObject91.bin"/><Relationship Id="rId26" Type="http://schemas.openxmlformats.org/officeDocument/2006/relationships/vmlDrawing" Target="../drawings/vmlDrawing10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01.wmf"/><Relationship Id="rId23" Type="http://schemas.openxmlformats.org/officeDocument/2006/relationships/oleObject" Target="../embeddings/oleObject101.bin"/><Relationship Id="rId22" Type="http://schemas.openxmlformats.org/officeDocument/2006/relationships/image" Target="../media/image100.wmf"/><Relationship Id="rId21" Type="http://schemas.openxmlformats.org/officeDocument/2006/relationships/oleObject" Target="../embeddings/oleObject100.bin"/><Relationship Id="rId20" Type="http://schemas.openxmlformats.org/officeDocument/2006/relationships/image" Target="../media/image99.wmf"/><Relationship Id="rId2" Type="http://schemas.openxmlformats.org/officeDocument/2006/relationships/image" Target="../media/image90.wmf"/><Relationship Id="rId19" Type="http://schemas.openxmlformats.org/officeDocument/2006/relationships/oleObject" Target="../embeddings/oleObject99.bin"/><Relationship Id="rId18" Type="http://schemas.openxmlformats.org/officeDocument/2006/relationships/image" Target="../media/image98.wmf"/><Relationship Id="rId17" Type="http://schemas.openxmlformats.org/officeDocument/2006/relationships/oleObject" Target="../embeddings/oleObject98.bin"/><Relationship Id="rId16" Type="http://schemas.openxmlformats.org/officeDocument/2006/relationships/image" Target="../media/image97.wmf"/><Relationship Id="rId15" Type="http://schemas.openxmlformats.org/officeDocument/2006/relationships/oleObject" Target="../embeddings/oleObject97.bin"/><Relationship Id="rId14" Type="http://schemas.openxmlformats.org/officeDocument/2006/relationships/image" Target="../media/image96.wmf"/><Relationship Id="rId13" Type="http://schemas.openxmlformats.org/officeDocument/2006/relationships/oleObject" Target="../embeddings/oleObject96.bin"/><Relationship Id="rId12" Type="http://schemas.openxmlformats.org/officeDocument/2006/relationships/image" Target="../media/image95.wmf"/><Relationship Id="rId11" Type="http://schemas.openxmlformats.org/officeDocument/2006/relationships/oleObject" Target="../embeddings/oleObject95.bin"/><Relationship Id="rId10" Type="http://schemas.openxmlformats.org/officeDocument/2006/relationships/image" Target="../media/image94.wmf"/><Relationship Id="rId1" Type="http://schemas.openxmlformats.org/officeDocument/2006/relationships/oleObject" Target="../embeddings/oleObject90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6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05.bin"/><Relationship Id="rId6" Type="http://schemas.openxmlformats.org/officeDocument/2006/relationships/image" Target="../media/image93.wmf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92.wmf"/><Relationship Id="rId30" Type="http://schemas.openxmlformats.org/officeDocument/2006/relationships/vmlDrawing" Target="../drawings/vmlDrawing11.vml"/><Relationship Id="rId3" Type="http://schemas.openxmlformats.org/officeDocument/2006/relationships/oleObject" Target="../embeddings/oleObject103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07.wmf"/><Relationship Id="rId27" Type="http://schemas.openxmlformats.org/officeDocument/2006/relationships/oleObject" Target="../embeddings/oleObject115.bin"/><Relationship Id="rId26" Type="http://schemas.openxmlformats.org/officeDocument/2006/relationships/image" Target="../media/image106.wmf"/><Relationship Id="rId25" Type="http://schemas.openxmlformats.org/officeDocument/2006/relationships/oleObject" Target="../embeddings/oleObject114.bin"/><Relationship Id="rId24" Type="http://schemas.openxmlformats.org/officeDocument/2006/relationships/image" Target="../media/image105.wmf"/><Relationship Id="rId23" Type="http://schemas.openxmlformats.org/officeDocument/2006/relationships/oleObject" Target="../embeddings/oleObject113.bin"/><Relationship Id="rId22" Type="http://schemas.openxmlformats.org/officeDocument/2006/relationships/image" Target="../media/image101.wmf"/><Relationship Id="rId21" Type="http://schemas.openxmlformats.org/officeDocument/2006/relationships/oleObject" Target="../embeddings/oleObject112.bin"/><Relationship Id="rId20" Type="http://schemas.openxmlformats.org/officeDocument/2006/relationships/image" Target="../media/image97.wmf"/><Relationship Id="rId2" Type="http://schemas.openxmlformats.org/officeDocument/2006/relationships/image" Target="../media/image91.wmf"/><Relationship Id="rId19" Type="http://schemas.openxmlformats.org/officeDocument/2006/relationships/oleObject" Target="../embeddings/oleObject111.bin"/><Relationship Id="rId18" Type="http://schemas.openxmlformats.org/officeDocument/2006/relationships/image" Target="../media/image100.wmf"/><Relationship Id="rId17" Type="http://schemas.openxmlformats.org/officeDocument/2006/relationships/oleObject" Target="../embeddings/oleObject110.bin"/><Relationship Id="rId16" Type="http://schemas.openxmlformats.org/officeDocument/2006/relationships/image" Target="../media/image104.wmf"/><Relationship Id="rId15" Type="http://schemas.openxmlformats.org/officeDocument/2006/relationships/oleObject" Target="../embeddings/oleObject109.bin"/><Relationship Id="rId14" Type="http://schemas.openxmlformats.org/officeDocument/2006/relationships/image" Target="../media/image99.wmf"/><Relationship Id="rId13" Type="http://schemas.openxmlformats.org/officeDocument/2006/relationships/oleObject" Target="../embeddings/oleObject108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07.bin"/><Relationship Id="rId10" Type="http://schemas.openxmlformats.org/officeDocument/2006/relationships/image" Target="../media/image98.wmf"/><Relationship Id="rId1" Type="http://schemas.openxmlformats.org/officeDocument/2006/relationships/oleObject" Target="../embeddings/oleObject102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wmf"/><Relationship Id="rId8" Type="http://schemas.openxmlformats.org/officeDocument/2006/relationships/oleObject" Target="../embeddings/oleObject120.bin"/><Relationship Id="rId7" Type="http://schemas.openxmlformats.org/officeDocument/2006/relationships/oleObject" Target="../embeddings/oleObject119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8.bin"/><Relationship Id="rId4" Type="http://schemas.openxmlformats.org/officeDocument/2006/relationships/image" Target="../media/image109.wmf"/><Relationship Id="rId37" Type="http://schemas.openxmlformats.org/officeDocument/2006/relationships/vmlDrawing" Target="../drawings/vmlDrawing12.vml"/><Relationship Id="rId36" Type="http://schemas.openxmlformats.org/officeDocument/2006/relationships/slideLayout" Target="../slideLayouts/slideLayout18.xml"/><Relationship Id="rId35" Type="http://schemas.openxmlformats.org/officeDocument/2006/relationships/oleObject" Target="../embeddings/oleObject135.bin"/><Relationship Id="rId34" Type="http://schemas.openxmlformats.org/officeDocument/2006/relationships/oleObject" Target="../embeddings/oleObject134.bin"/><Relationship Id="rId33" Type="http://schemas.openxmlformats.org/officeDocument/2006/relationships/image" Target="../media/image122.wmf"/><Relationship Id="rId32" Type="http://schemas.openxmlformats.org/officeDocument/2006/relationships/oleObject" Target="../embeddings/oleObject133.bin"/><Relationship Id="rId31" Type="http://schemas.openxmlformats.org/officeDocument/2006/relationships/image" Target="../media/image121.wmf"/><Relationship Id="rId30" Type="http://schemas.openxmlformats.org/officeDocument/2006/relationships/oleObject" Target="../embeddings/oleObject132.bin"/><Relationship Id="rId3" Type="http://schemas.openxmlformats.org/officeDocument/2006/relationships/oleObject" Target="../embeddings/oleObject117.bin"/><Relationship Id="rId29" Type="http://schemas.openxmlformats.org/officeDocument/2006/relationships/image" Target="../media/image120.wmf"/><Relationship Id="rId28" Type="http://schemas.openxmlformats.org/officeDocument/2006/relationships/oleObject" Target="../embeddings/oleObject131.bin"/><Relationship Id="rId27" Type="http://schemas.openxmlformats.org/officeDocument/2006/relationships/oleObject" Target="../embeddings/oleObject130.bin"/><Relationship Id="rId26" Type="http://schemas.openxmlformats.org/officeDocument/2006/relationships/image" Target="../media/image119.wmf"/><Relationship Id="rId25" Type="http://schemas.openxmlformats.org/officeDocument/2006/relationships/oleObject" Target="../embeddings/oleObject129.bin"/><Relationship Id="rId24" Type="http://schemas.openxmlformats.org/officeDocument/2006/relationships/image" Target="../media/image118.wmf"/><Relationship Id="rId23" Type="http://schemas.openxmlformats.org/officeDocument/2006/relationships/oleObject" Target="../embeddings/oleObject128.bin"/><Relationship Id="rId22" Type="http://schemas.openxmlformats.org/officeDocument/2006/relationships/image" Target="../media/image117.wmf"/><Relationship Id="rId21" Type="http://schemas.openxmlformats.org/officeDocument/2006/relationships/oleObject" Target="../embeddings/oleObject127.bin"/><Relationship Id="rId20" Type="http://schemas.openxmlformats.org/officeDocument/2006/relationships/image" Target="../media/image116.wmf"/><Relationship Id="rId2" Type="http://schemas.openxmlformats.org/officeDocument/2006/relationships/image" Target="../media/image108.wmf"/><Relationship Id="rId19" Type="http://schemas.openxmlformats.org/officeDocument/2006/relationships/oleObject" Target="../embeddings/oleObject126.bin"/><Relationship Id="rId18" Type="http://schemas.openxmlformats.org/officeDocument/2006/relationships/image" Target="../media/image115.wmf"/><Relationship Id="rId17" Type="http://schemas.openxmlformats.org/officeDocument/2006/relationships/oleObject" Target="../embeddings/oleObject125.bin"/><Relationship Id="rId16" Type="http://schemas.openxmlformats.org/officeDocument/2006/relationships/image" Target="../media/image114.wmf"/><Relationship Id="rId15" Type="http://schemas.openxmlformats.org/officeDocument/2006/relationships/oleObject" Target="../embeddings/oleObject124.bin"/><Relationship Id="rId14" Type="http://schemas.openxmlformats.org/officeDocument/2006/relationships/image" Target="../media/image113.wmf"/><Relationship Id="rId13" Type="http://schemas.openxmlformats.org/officeDocument/2006/relationships/oleObject" Target="../embeddings/oleObject123.bin"/><Relationship Id="rId12" Type="http://schemas.openxmlformats.org/officeDocument/2006/relationships/oleObject" Target="../embeddings/oleObject122.bin"/><Relationship Id="rId11" Type="http://schemas.openxmlformats.org/officeDocument/2006/relationships/image" Target="../media/image112.wmf"/><Relationship Id="rId10" Type="http://schemas.openxmlformats.org/officeDocument/2006/relationships/oleObject" Target="../embeddings/oleObject121.bin"/><Relationship Id="rId1" Type="http://schemas.openxmlformats.org/officeDocument/2006/relationships/oleObject" Target="../embeddings/oleObject11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0.bin"/><Relationship Id="rId8" Type="http://schemas.openxmlformats.org/officeDocument/2006/relationships/image" Target="../media/image126.wmf"/><Relationship Id="rId7" Type="http://schemas.openxmlformats.org/officeDocument/2006/relationships/oleObject" Target="../embeddings/oleObject139.bin"/><Relationship Id="rId6" Type="http://schemas.openxmlformats.org/officeDocument/2006/relationships/image" Target="../media/image125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24.wmf"/><Relationship Id="rId33" Type="http://schemas.openxmlformats.org/officeDocument/2006/relationships/vmlDrawing" Target="../drawings/vmlDrawing13.vml"/><Relationship Id="rId32" Type="http://schemas.openxmlformats.org/officeDocument/2006/relationships/slideLayout" Target="../slideLayouts/slideLayout18.xml"/><Relationship Id="rId31" Type="http://schemas.openxmlformats.org/officeDocument/2006/relationships/image" Target="../media/image134.wmf"/><Relationship Id="rId30" Type="http://schemas.openxmlformats.org/officeDocument/2006/relationships/oleObject" Target="../embeddings/oleObject152.bin"/><Relationship Id="rId3" Type="http://schemas.openxmlformats.org/officeDocument/2006/relationships/oleObject" Target="../embeddings/oleObject137.bin"/><Relationship Id="rId29" Type="http://schemas.openxmlformats.org/officeDocument/2006/relationships/image" Target="../media/image133.wmf"/><Relationship Id="rId28" Type="http://schemas.openxmlformats.org/officeDocument/2006/relationships/oleObject" Target="../embeddings/oleObject151.bin"/><Relationship Id="rId27" Type="http://schemas.openxmlformats.org/officeDocument/2006/relationships/image" Target="../media/image132.wmf"/><Relationship Id="rId26" Type="http://schemas.openxmlformats.org/officeDocument/2006/relationships/oleObject" Target="../embeddings/oleObject150.bin"/><Relationship Id="rId25" Type="http://schemas.openxmlformats.org/officeDocument/2006/relationships/image" Target="../media/image131.wmf"/><Relationship Id="rId24" Type="http://schemas.openxmlformats.org/officeDocument/2006/relationships/oleObject" Target="../embeddings/oleObject149.bin"/><Relationship Id="rId23" Type="http://schemas.openxmlformats.org/officeDocument/2006/relationships/oleObject" Target="../embeddings/oleObject148.bin"/><Relationship Id="rId22" Type="http://schemas.openxmlformats.org/officeDocument/2006/relationships/oleObject" Target="../embeddings/oleObject147.bin"/><Relationship Id="rId21" Type="http://schemas.openxmlformats.org/officeDocument/2006/relationships/image" Target="../media/image130.wmf"/><Relationship Id="rId20" Type="http://schemas.openxmlformats.org/officeDocument/2006/relationships/oleObject" Target="../embeddings/oleObject146.bin"/><Relationship Id="rId2" Type="http://schemas.openxmlformats.org/officeDocument/2006/relationships/image" Target="../media/image123.wmf"/><Relationship Id="rId19" Type="http://schemas.openxmlformats.org/officeDocument/2006/relationships/oleObject" Target="../embeddings/oleObject145.bin"/><Relationship Id="rId18" Type="http://schemas.openxmlformats.org/officeDocument/2006/relationships/image" Target="../media/image129.wmf"/><Relationship Id="rId17" Type="http://schemas.openxmlformats.org/officeDocument/2006/relationships/oleObject" Target="../embeddings/oleObject144.bin"/><Relationship Id="rId16" Type="http://schemas.openxmlformats.org/officeDocument/2006/relationships/image" Target="../media/image92.wmf"/><Relationship Id="rId15" Type="http://schemas.openxmlformats.org/officeDocument/2006/relationships/oleObject" Target="../embeddings/oleObject143.bin"/><Relationship Id="rId14" Type="http://schemas.openxmlformats.org/officeDocument/2006/relationships/image" Target="../media/image91.wmf"/><Relationship Id="rId13" Type="http://schemas.openxmlformats.org/officeDocument/2006/relationships/oleObject" Target="../embeddings/oleObject142.bin"/><Relationship Id="rId12" Type="http://schemas.openxmlformats.org/officeDocument/2006/relationships/image" Target="../media/image128.wmf"/><Relationship Id="rId11" Type="http://schemas.openxmlformats.org/officeDocument/2006/relationships/oleObject" Target="../embeddings/oleObject141.bin"/><Relationship Id="rId10" Type="http://schemas.openxmlformats.org/officeDocument/2006/relationships/image" Target="../media/image127.wmf"/><Relationship Id="rId1" Type="http://schemas.openxmlformats.org/officeDocument/2006/relationships/oleObject" Target="../embeddings/oleObject136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wmf"/><Relationship Id="rId8" Type="http://schemas.openxmlformats.org/officeDocument/2006/relationships/oleObject" Target="../embeddings/oleObject156.bin"/><Relationship Id="rId7" Type="http://schemas.openxmlformats.org/officeDocument/2006/relationships/image" Target="../media/image138.wmf"/><Relationship Id="rId6" Type="http://schemas.openxmlformats.org/officeDocument/2006/relationships/oleObject" Target="../embeddings/oleObject155.bin"/><Relationship Id="rId5" Type="http://schemas.openxmlformats.org/officeDocument/2006/relationships/image" Target="../media/image137.jpeg"/><Relationship Id="rId4" Type="http://schemas.openxmlformats.org/officeDocument/2006/relationships/image" Target="../media/image136.wmf"/><Relationship Id="rId3" Type="http://schemas.openxmlformats.org/officeDocument/2006/relationships/oleObject" Target="../embeddings/oleObject154.bin"/><Relationship Id="rId2" Type="http://schemas.openxmlformats.org/officeDocument/2006/relationships/image" Target="../media/image135.wmf"/><Relationship Id="rId11" Type="http://schemas.openxmlformats.org/officeDocument/2006/relationships/vmlDrawing" Target="../drawings/vmlDrawing14.vml"/><Relationship Id="rId10" Type="http://schemas.openxmlformats.org/officeDocument/2006/relationships/slideLayout" Target="../slideLayouts/slideLayout18.xml"/><Relationship Id="rId1" Type="http://schemas.openxmlformats.org/officeDocument/2006/relationships/oleObject" Target="../embeddings/oleObject153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1.bin"/><Relationship Id="rId8" Type="http://schemas.openxmlformats.org/officeDocument/2006/relationships/image" Target="../media/image143.wmf"/><Relationship Id="rId7" Type="http://schemas.openxmlformats.org/officeDocument/2006/relationships/oleObject" Target="../embeddings/oleObject160.bin"/><Relationship Id="rId6" Type="http://schemas.openxmlformats.org/officeDocument/2006/relationships/image" Target="../media/image142.wmf"/><Relationship Id="rId54" Type="http://schemas.openxmlformats.org/officeDocument/2006/relationships/vmlDrawing" Target="../drawings/vmlDrawing15.vml"/><Relationship Id="rId53" Type="http://schemas.openxmlformats.org/officeDocument/2006/relationships/slideLayout" Target="../slideLayouts/slideLayout18.xml"/><Relationship Id="rId52" Type="http://schemas.openxmlformats.org/officeDocument/2006/relationships/image" Target="../media/image163.wmf"/><Relationship Id="rId51" Type="http://schemas.openxmlformats.org/officeDocument/2006/relationships/oleObject" Target="../embeddings/oleObject184.bin"/><Relationship Id="rId50" Type="http://schemas.openxmlformats.org/officeDocument/2006/relationships/oleObject" Target="../embeddings/oleObject183.bin"/><Relationship Id="rId5" Type="http://schemas.openxmlformats.org/officeDocument/2006/relationships/oleObject" Target="../embeddings/oleObject159.bin"/><Relationship Id="rId49" Type="http://schemas.openxmlformats.org/officeDocument/2006/relationships/image" Target="../media/image162.wmf"/><Relationship Id="rId48" Type="http://schemas.openxmlformats.org/officeDocument/2006/relationships/oleObject" Target="../embeddings/oleObject182.bin"/><Relationship Id="rId47" Type="http://schemas.openxmlformats.org/officeDocument/2006/relationships/image" Target="../media/image161.wmf"/><Relationship Id="rId46" Type="http://schemas.openxmlformats.org/officeDocument/2006/relationships/oleObject" Target="../embeddings/oleObject181.bin"/><Relationship Id="rId45" Type="http://schemas.openxmlformats.org/officeDocument/2006/relationships/oleObject" Target="../embeddings/oleObject180.bin"/><Relationship Id="rId44" Type="http://schemas.openxmlformats.org/officeDocument/2006/relationships/image" Target="../media/image160.wmf"/><Relationship Id="rId43" Type="http://schemas.openxmlformats.org/officeDocument/2006/relationships/oleObject" Target="../embeddings/oleObject179.bin"/><Relationship Id="rId42" Type="http://schemas.openxmlformats.org/officeDocument/2006/relationships/image" Target="../media/image159.wmf"/><Relationship Id="rId41" Type="http://schemas.openxmlformats.org/officeDocument/2006/relationships/oleObject" Target="../embeddings/oleObject178.bin"/><Relationship Id="rId40" Type="http://schemas.openxmlformats.org/officeDocument/2006/relationships/image" Target="../media/image158.wmf"/><Relationship Id="rId4" Type="http://schemas.openxmlformats.org/officeDocument/2006/relationships/image" Target="../media/image141.wmf"/><Relationship Id="rId39" Type="http://schemas.openxmlformats.org/officeDocument/2006/relationships/oleObject" Target="../embeddings/oleObject177.bin"/><Relationship Id="rId38" Type="http://schemas.openxmlformats.org/officeDocument/2006/relationships/image" Target="../media/image157.wmf"/><Relationship Id="rId37" Type="http://schemas.openxmlformats.org/officeDocument/2006/relationships/oleObject" Target="../embeddings/oleObject176.bin"/><Relationship Id="rId36" Type="http://schemas.openxmlformats.org/officeDocument/2006/relationships/image" Target="../media/image156.wmf"/><Relationship Id="rId35" Type="http://schemas.openxmlformats.org/officeDocument/2006/relationships/oleObject" Target="../embeddings/oleObject175.bin"/><Relationship Id="rId34" Type="http://schemas.openxmlformats.org/officeDocument/2006/relationships/image" Target="../media/image155.wmf"/><Relationship Id="rId33" Type="http://schemas.openxmlformats.org/officeDocument/2006/relationships/oleObject" Target="../embeddings/oleObject174.bin"/><Relationship Id="rId32" Type="http://schemas.openxmlformats.org/officeDocument/2006/relationships/image" Target="../media/image154.wmf"/><Relationship Id="rId31" Type="http://schemas.openxmlformats.org/officeDocument/2006/relationships/oleObject" Target="../embeddings/oleObject173.bin"/><Relationship Id="rId30" Type="http://schemas.openxmlformats.org/officeDocument/2006/relationships/image" Target="../media/image153.wmf"/><Relationship Id="rId3" Type="http://schemas.openxmlformats.org/officeDocument/2006/relationships/oleObject" Target="../embeddings/oleObject158.bin"/><Relationship Id="rId29" Type="http://schemas.openxmlformats.org/officeDocument/2006/relationships/oleObject" Target="../embeddings/oleObject172.bin"/><Relationship Id="rId28" Type="http://schemas.openxmlformats.org/officeDocument/2006/relationships/image" Target="../media/image152.wmf"/><Relationship Id="rId27" Type="http://schemas.openxmlformats.org/officeDocument/2006/relationships/oleObject" Target="../embeddings/oleObject171.bin"/><Relationship Id="rId26" Type="http://schemas.openxmlformats.org/officeDocument/2006/relationships/oleObject" Target="../embeddings/oleObject170.bin"/><Relationship Id="rId25" Type="http://schemas.openxmlformats.org/officeDocument/2006/relationships/image" Target="../media/image151.wmf"/><Relationship Id="rId24" Type="http://schemas.openxmlformats.org/officeDocument/2006/relationships/oleObject" Target="../embeddings/oleObject169.bin"/><Relationship Id="rId23" Type="http://schemas.openxmlformats.org/officeDocument/2006/relationships/image" Target="../media/image150.wmf"/><Relationship Id="rId22" Type="http://schemas.openxmlformats.org/officeDocument/2006/relationships/oleObject" Target="../embeddings/oleObject168.bin"/><Relationship Id="rId21" Type="http://schemas.openxmlformats.org/officeDocument/2006/relationships/image" Target="../media/image149.wmf"/><Relationship Id="rId20" Type="http://schemas.openxmlformats.org/officeDocument/2006/relationships/oleObject" Target="../embeddings/oleObject167.bin"/><Relationship Id="rId2" Type="http://schemas.openxmlformats.org/officeDocument/2006/relationships/image" Target="../media/image140.wmf"/><Relationship Id="rId19" Type="http://schemas.openxmlformats.org/officeDocument/2006/relationships/image" Target="../media/image148.wmf"/><Relationship Id="rId18" Type="http://schemas.openxmlformats.org/officeDocument/2006/relationships/oleObject" Target="../embeddings/oleObject166.bin"/><Relationship Id="rId17" Type="http://schemas.openxmlformats.org/officeDocument/2006/relationships/image" Target="../media/image147.wmf"/><Relationship Id="rId16" Type="http://schemas.openxmlformats.org/officeDocument/2006/relationships/oleObject" Target="../embeddings/oleObject165.bin"/><Relationship Id="rId15" Type="http://schemas.openxmlformats.org/officeDocument/2006/relationships/image" Target="../media/image146.wmf"/><Relationship Id="rId14" Type="http://schemas.openxmlformats.org/officeDocument/2006/relationships/oleObject" Target="../embeddings/oleObject164.bin"/><Relationship Id="rId13" Type="http://schemas.openxmlformats.org/officeDocument/2006/relationships/image" Target="../media/image145.wmf"/><Relationship Id="rId12" Type="http://schemas.openxmlformats.org/officeDocument/2006/relationships/oleObject" Target="../embeddings/oleObject163.bin"/><Relationship Id="rId11" Type="http://schemas.openxmlformats.org/officeDocument/2006/relationships/image" Target="../media/image144.wmf"/><Relationship Id="rId10" Type="http://schemas.openxmlformats.org/officeDocument/2006/relationships/oleObject" Target="../embeddings/oleObject162.bin"/><Relationship Id="rId1" Type="http://schemas.openxmlformats.org/officeDocument/2006/relationships/oleObject" Target="../embeddings/oleObject157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9.bin"/><Relationship Id="rId8" Type="http://schemas.openxmlformats.org/officeDocument/2006/relationships/image" Target="../media/image159.wmf"/><Relationship Id="rId7" Type="http://schemas.openxmlformats.org/officeDocument/2006/relationships/oleObject" Target="../embeddings/oleObject188.bin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187.bin"/><Relationship Id="rId4" Type="http://schemas.openxmlformats.org/officeDocument/2006/relationships/image" Target="../media/image165.wmf"/><Relationship Id="rId33" Type="http://schemas.openxmlformats.org/officeDocument/2006/relationships/vmlDrawing" Target="../drawings/vmlDrawing16.vml"/><Relationship Id="rId32" Type="http://schemas.openxmlformats.org/officeDocument/2006/relationships/slideLayout" Target="../slideLayouts/slideLayout18.xml"/><Relationship Id="rId31" Type="http://schemas.openxmlformats.org/officeDocument/2006/relationships/image" Target="../media/image174.wmf"/><Relationship Id="rId30" Type="http://schemas.openxmlformats.org/officeDocument/2006/relationships/oleObject" Target="../embeddings/oleObject201.bin"/><Relationship Id="rId3" Type="http://schemas.openxmlformats.org/officeDocument/2006/relationships/oleObject" Target="../embeddings/oleObject186.bin"/><Relationship Id="rId29" Type="http://schemas.openxmlformats.org/officeDocument/2006/relationships/image" Target="../media/image173.wmf"/><Relationship Id="rId28" Type="http://schemas.openxmlformats.org/officeDocument/2006/relationships/oleObject" Target="../embeddings/oleObject200.bin"/><Relationship Id="rId27" Type="http://schemas.openxmlformats.org/officeDocument/2006/relationships/image" Target="../media/image172.wmf"/><Relationship Id="rId26" Type="http://schemas.openxmlformats.org/officeDocument/2006/relationships/oleObject" Target="../embeddings/oleObject199.bin"/><Relationship Id="rId25" Type="http://schemas.openxmlformats.org/officeDocument/2006/relationships/image" Target="../media/image171.wmf"/><Relationship Id="rId24" Type="http://schemas.openxmlformats.org/officeDocument/2006/relationships/oleObject" Target="../embeddings/oleObject198.bin"/><Relationship Id="rId23" Type="http://schemas.openxmlformats.org/officeDocument/2006/relationships/image" Target="../media/image170.wmf"/><Relationship Id="rId22" Type="http://schemas.openxmlformats.org/officeDocument/2006/relationships/oleObject" Target="../embeddings/oleObject197.bin"/><Relationship Id="rId21" Type="http://schemas.openxmlformats.org/officeDocument/2006/relationships/image" Target="../media/image169.wmf"/><Relationship Id="rId20" Type="http://schemas.openxmlformats.org/officeDocument/2006/relationships/oleObject" Target="../embeddings/oleObject196.bin"/><Relationship Id="rId2" Type="http://schemas.openxmlformats.org/officeDocument/2006/relationships/image" Target="../media/image164.wmf"/><Relationship Id="rId19" Type="http://schemas.openxmlformats.org/officeDocument/2006/relationships/image" Target="../media/image168.wmf"/><Relationship Id="rId18" Type="http://schemas.openxmlformats.org/officeDocument/2006/relationships/oleObject" Target="../embeddings/oleObject195.bin"/><Relationship Id="rId17" Type="http://schemas.openxmlformats.org/officeDocument/2006/relationships/oleObject" Target="../embeddings/oleObject194.bin"/><Relationship Id="rId16" Type="http://schemas.openxmlformats.org/officeDocument/2006/relationships/oleObject" Target="../embeddings/oleObject193.bin"/><Relationship Id="rId15" Type="http://schemas.openxmlformats.org/officeDocument/2006/relationships/image" Target="../media/image167.wmf"/><Relationship Id="rId14" Type="http://schemas.openxmlformats.org/officeDocument/2006/relationships/oleObject" Target="../embeddings/oleObject192.bin"/><Relationship Id="rId13" Type="http://schemas.openxmlformats.org/officeDocument/2006/relationships/image" Target="../media/image166.wmf"/><Relationship Id="rId12" Type="http://schemas.openxmlformats.org/officeDocument/2006/relationships/oleObject" Target="../embeddings/oleObject191.bin"/><Relationship Id="rId11" Type="http://schemas.openxmlformats.org/officeDocument/2006/relationships/oleObject" Target="../embeddings/oleObject190.bin"/><Relationship Id="rId10" Type="http://schemas.openxmlformats.org/officeDocument/2006/relationships/image" Target="../media/image160.wmf"/><Relationship Id="rId1" Type="http://schemas.openxmlformats.org/officeDocument/2006/relationships/oleObject" Target="../embeddings/oleObject185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9.wmf"/><Relationship Id="rId8" Type="http://schemas.openxmlformats.org/officeDocument/2006/relationships/oleObject" Target="../embeddings/oleObject205.bin"/><Relationship Id="rId7" Type="http://schemas.openxmlformats.org/officeDocument/2006/relationships/image" Target="../media/image178.wmf"/><Relationship Id="rId6" Type="http://schemas.openxmlformats.org/officeDocument/2006/relationships/oleObject" Target="../embeddings/oleObject204.bin"/><Relationship Id="rId5" Type="http://schemas.openxmlformats.org/officeDocument/2006/relationships/image" Target="../media/image177.wmf"/><Relationship Id="rId4" Type="http://schemas.openxmlformats.org/officeDocument/2006/relationships/oleObject" Target="../embeddings/oleObject203.bin"/><Relationship Id="rId3" Type="http://schemas.openxmlformats.org/officeDocument/2006/relationships/image" Target="../media/image176.wmf"/><Relationship Id="rId2" Type="http://schemas.openxmlformats.org/officeDocument/2006/relationships/oleObject" Target="../embeddings/oleObject202.bin"/><Relationship Id="rId11" Type="http://schemas.openxmlformats.org/officeDocument/2006/relationships/vmlDrawing" Target="../drawings/vmlDrawing17.vml"/><Relationship Id="rId10" Type="http://schemas.openxmlformats.org/officeDocument/2006/relationships/slideLayout" Target="../slideLayouts/slideLayout18.xml"/><Relationship Id="rId1" Type="http://schemas.openxmlformats.org/officeDocument/2006/relationships/image" Target="../media/image17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80.emf"/><Relationship Id="rId1" Type="http://schemas.openxmlformats.org/officeDocument/2006/relationships/oleObject" Target="../embeddings/oleObject20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Rectangle 1027"/>
          <p:cNvSpPr/>
          <p:nvPr/>
        </p:nvSpPr>
        <p:spPr>
          <a:xfrm>
            <a:off x="2627313" y="2344738"/>
            <a:ext cx="5257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一、分布函数的概念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1" name="Rectangle 1028"/>
          <p:cNvSpPr/>
          <p:nvPr/>
        </p:nvSpPr>
        <p:spPr>
          <a:xfrm>
            <a:off x="2627313" y="3101975"/>
            <a:ext cx="5029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二、分布函数的性质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2" name="Rectangle 1029"/>
          <p:cNvSpPr/>
          <p:nvPr/>
        </p:nvSpPr>
        <p:spPr>
          <a:xfrm>
            <a:off x="2627313" y="3789363"/>
            <a:ext cx="4038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三、例题讲解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3" name="Rectangle 1030"/>
          <p:cNvSpPr/>
          <p:nvPr/>
        </p:nvSpPr>
        <p:spPr>
          <a:xfrm>
            <a:off x="2627313" y="4551363"/>
            <a:ext cx="4114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四、小结</a:t>
            </a:r>
            <a:endParaRPr lang="zh-CN" altLang="en-US" sz="32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054" name="Rectangle 1031"/>
          <p:cNvSpPr>
            <a:spLocks noGrp="1"/>
          </p:cNvSpPr>
          <p:nvPr>
            <p:ph type="title"/>
          </p:nvPr>
        </p:nvSpPr>
        <p:spPr>
          <a:xfrm>
            <a:off x="533400" y="1082675"/>
            <a:ext cx="8229600" cy="701675"/>
          </a:xfrm>
          <a:noFill/>
          <a:ln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sz="4000" b="1" dirty="0">
                <a:solidFill>
                  <a:srgbClr val="00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第三节   随机变量的分布函数</a:t>
            </a:r>
            <a:endParaRPr lang="zh-CN" altLang="en-US" sz="4000" b="1" dirty="0">
              <a:solidFill>
                <a:srgbClr val="00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055" name="AutoShape 1032">
            <a:hlinkClick r:id="" action="ppaction://hlinkshowjump?jump=endshow"/>
          </p:cNvPr>
          <p:cNvSpPr/>
          <p:nvPr/>
        </p:nvSpPr>
        <p:spPr>
          <a:xfrm>
            <a:off x="8229600" y="6096000"/>
            <a:ext cx="533400" cy="533400"/>
          </a:xfrm>
          <a:prstGeom prst="actionButtonBlank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6" name="Rectangle 1033">
            <a:hlinkClick r:id="rId1" action="ppaction://hlinksldjump"/>
          </p:cNvPr>
          <p:cNvSpPr/>
          <p:nvPr/>
        </p:nvSpPr>
        <p:spPr>
          <a:xfrm>
            <a:off x="2779713" y="2489200"/>
            <a:ext cx="365760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7" name="Rectangle 1034">
            <a:hlinkClick r:id="rId2" action="ppaction://hlinksldjump"/>
          </p:cNvPr>
          <p:cNvSpPr/>
          <p:nvPr/>
        </p:nvSpPr>
        <p:spPr>
          <a:xfrm>
            <a:off x="2779713" y="3246438"/>
            <a:ext cx="365760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8" name="Rectangle 1035">
            <a:hlinkClick r:id="" action="ppaction://noaction"/>
          </p:cNvPr>
          <p:cNvSpPr/>
          <p:nvPr/>
        </p:nvSpPr>
        <p:spPr>
          <a:xfrm>
            <a:off x="2779713" y="3957638"/>
            <a:ext cx="2514600" cy="3206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59" name="Rectangle 1036">
            <a:hlinkClick r:id="rId3" action="ppaction://hlinksldjump"/>
          </p:cNvPr>
          <p:cNvSpPr/>
          <p:nvPr/>
        </p:nvSpPr>
        <p:spPr>
          <a:xfrm>
            <a:off x="2779713" y="4719638"/>
            <a:ext cx="175260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Text Box 3"/>
          <p:cNvSpPr txBox="1"/>
          <p:nvPr/>
        </p:nvSpPr>
        <p:spPr>
          <a:xfrm>
            <a:off x="827088" y="1728788"/>
            <a:ext cx="7964487" cy="164306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　　对于随机变量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我们不仅要知道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取哪些值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取这些值的概率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;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而且更重要的是想知道 </a:t>
            </a:r>
            <a:r>
              <a:rPr lang="en-US" altLang="zh-CN" sz="2800" b="1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X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任意有限区间内取值的概率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1041400" y="4184650"/>
          <a:ext cx="231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2311400" imgH="419100" progId="Equation.3">
                  <p:embed/>
                </p:oleObj>
              </mc:Choice>
              <mc:Fallback>
                <p:oleObj name="" r:id="rId1" imgW="2311400" imgH="4191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1400" y="4184650"/>
                        <a:ext cx="2311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3276600" y="4184650"/>
          <a:ext cx="3771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3" imgW="3771900" imgH="419100" progId="Equation.3">
                  <p:embed/>
                </p:oleObj>
              </mc:Choice>
              <mc:Fallback>
                <p:oleObj name="" r:id="rId3" imgW="3771900" imgH="4191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4184650"/>
                        <a:ext cx="37719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1" name="Line 13"/>
          <p:cNvSpPr/>
          <p:nvPr/>
        </p:nvSpPr>
        <p:spPr>
          <a:xfrm>
            <a:off x="4343400" y="4552950"/>
            <a:ext cx="0" cy="5334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triangle" w="lg" len="med"/>
          </a:ln>
        </p:spPr>
      </p:sp>
      <p:graphicFrame>
        <p:nvGraphicFramePr>
          <p:cNvPr id="17422" name="Object 14"/>
          <p:cNvGraphicFramePr>
            <a:graphicFrameLocks noChangeAspect="1"/>
          </p:cNvGraphicFramePr>
          <p:nvPr/>
        </p:nvGraphicFramePr>
        <p:xfrm>
          <a:off x="3962400" y="5099050"/>
          <a:ext cx="914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5" imgW="914400" imgH="419100" progId="Equation.3">
                  <p:embed/>
                </p:oleObj>
              </mc:Choice>
              <mc:Fallback>
                <p:oleObj name="" r:id="rId5" imgW="914400" imgH="4191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2400" y="5099050"/>
                        <a:ext cx="914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3" name="Line 15"/>
          <p:cNvSpPr/>
          <p:nvPr/>
        </p:nvSpPr>
        <p:spPr>
          <a:xfrm>
            <a:off x="6321425" y="4552950"/>
            <a:ext cx="0" cy="5334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triangle" w="lg" len="med"/>
          </a:ln>
        </p:spPr>
      </p:sp>
      <p:graphicFrame>
        <p:nvGraphicFramePr>
          <p:cNvPr id="17424" name="Object 16"/>
          <p:cNvGraphicFramePr>
            <a:graphicFrameLocks noChangeAspect="1"/>
          </p:cNvGraphicFramePr>
          <p:nvPr/>
        </p:nvGraphicFramePr>
        <p:xfrm>
          <a:off x="5940425" y="5099050"/>
          <a:ext cx="901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7" imgW="901065" imgH="419100" progId="Equation.3">
                  <p:embed/>
                </p:oleObj>
              </mc:Choice>
              <mc:Fallback>
                <p:oleObj name="" r:id="rId7" imgW="901065" imgH="4191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40425" y="5099050"/>
                        <a:ext cx="9017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1041400" y="5862638"/>
          <a:ext cx="2311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9" imgW="2311400" imgH="419100" progId="Equation.3">
                  <p:embed/>
                </p:oleObj>
              </mc:Choice>
              <mc:Fallback>
                <p:oleObj name="" r:id="rId9" imgW="2311400" imgH="4191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41400" y="5862638"/>
                        <a:ext cx="23114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6" name="Line 18"/>
          <p:cNvSpPr/>
          <p:nvPr/>
        </p:nvSpPr>
        <p:spPr>
          <a:xfrm>
            <a:off x="3967163" y="5573713"/>
            <a:ext cx="2895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triangle" w="lg" len="med"/>
          </a:ln>
        </p:spPr>
      </p:sp>
      <p:sp>
        <p:nvSpPr>
          <p:cNvPr id="17427" name="Rectangle 19"/>
          <p:cNvSpPr/>
          <p:nvPr/>
        </p:nvSpPr>
        <p:spPr>
          <a:xfrm>
            <a:off x="6804025" y="5099050"/>
            <a:ext cx="990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分布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函数  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7429" name="Object 21"/>
          <p:cNvGraphicFramePr>
            <a:graphicFrameLocks noChangeAspect="1"/>
          </p:cNvGraphicFramePr>
          <p:nvPr/>
        </p:nvGraphicFramePr>
        <p:xfrm>
          <a:off x="3419475" y="5886450"/>
          <a:ext cx="2514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1" imgW="2514600" imgH="419100" progId="Equation.3">
                  <p:embed/>
                </p:oleObj>
              </mc:Choice>
              <mc:Fallback>
                <p:oleObj name="" r:id="rId11" imgW="2514600" imgH="4191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19475" y="5886450"/>
                        <a:ext cx="2514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35" name="Group 27"/>
          <p:cNvGrpSpPr/>
          <p:nvPr/>
        </p:nvGrpSpPr>
        <p:grpSpPr>
          <a:xfrm>
            <a:off x="3505200" y="4108450"/>
            <a:ext cx="3581400" cy="914400"/>
            <a:chOff x="2208" y="2352"/>
            <a:chExt cx="2256" cy="576"/>
          </a:xfrm>
        </p:grpSpPr>
        <p:sp>
          <p:nvSpPr>
            <p:cNvPr id="3090" name="Rectangle 24"/>
            <p:cNvSpPr/>
            <p:nvPr/>
          </p:nvSpPr>
          <p:spPr>
            <a:xfrm>
              <a:off x="2208" y="2352"/>
              <a:ext cx="1056" cy="288"/>
            </a:xfrm>
            <a:prstGeom prst="rect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091" name="Rectangle 25"/>
            <p:cNvSpPr/>
            <p:nvPr/>
          </p:nvSpPr>
          <p:spPr>
            <a:xfrm>
              <a:off x="3408" y="2352"/>
              <a:ext cx="1056" cy="288"/>
            </a:xfrm>
            <a:prstGeom prst="rect">
              <a:avLst/>
            </a:prstGeom>
            <a:noFill/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3092" name="Object 26"/>
            <p:cNvGraphicFramePr>
              <a:graphicFrameLocks noChangeAspect="1"/>
            </p:cNvGraphicFramePr>
            <p:nvPr/>
          </p:nvGraphicFramePr>
          <p:xfrm>
            <a:off x="2976" y="2400"/>
            <a:ext cx="74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3" imgW="1180465" imgH="774065" progId="Equation.3">
                    <p:embed/>
                  </p:oleObj>
                </mc:Choice>
                <mc:Fallback>
                  <p:oleObj name="" r:id="rId13" imgW="1180465" imgH="774065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976" y="2400"/>
                          <a:ext cx="744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86" name="Rectangle 30"/>
          <p:cNvSpPr/>
          <p:nvPr>
            <p:ph type="title"/>
          </p:nvPr>
        </p:nvSpPr>
        <p:spPr>
          <a:xfrm>
            <a:off x="827088" y="619125"/>
            <a:ext cx="7772400" cy="701675"/>
          </a:xfrm>
          <a:noFill/>
          <a:ln w="12700">
            <a:noFill/>
          </a:ln>
        </p:spPr>
        <p:txBody>
          <a:bodyPr anchor="ctr" anchorCtr="0">
            <a:spAutoFit/>
          </a:bodyPr>
          <a:p>
            <a:pPr algn="l"/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一、分布函数的概念</a:t>
            </a:r>
            <a:endParaRPr lang="zh-CN" alt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7439" name="Rectangle 31"/>
          <p:cNvSpPr/>
          <p:nvPr/>
        </p:nvSpPr>
        <p:spPr>
          <a:xfrm>
            <a:off x="827088" y="342900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例如</a:t>
            </a:r>
            <a:endParaRPr lang="zh-CN" altLang="en-US" sz="2800" b="1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7440" name="Object 32"/>
          <p:cNvGraphicFramePr>
            <a:graphicFrameLocks noChangeAspect="1"/>
          </p:cNvGraphicFramePr>
          <p:nvPr/>
        </p:nvGraphicFramePr>
        <p:xfrm>
          <a:off x="1784350" y="3513138"/>
          <a:ext cx="6553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5" imgW="6553200" imgH="444500" progId="Equation.3">
                  <p:embed/>
                </p:oleObj>
              </mc:Choice>
              <mc:Fallback>
                <p:oleObj name="" r:id="rId15" imgW="6553200" imgH="444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84350" y="3513138"/>
                        <a:ext cx="65532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1" name="Text Box 33"/>
          <p:cNvSpPr txBox="1"/>
          <p:nvPr/>
        </p:nvSpPr>
        <p:spPr>
          <a:xfrm>
            <a:off x="822325" y="1265238"/>
            <a:ext cx="3444875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概念的引入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/>
      <p:bldP spid="17427" grpId="0"/>
      <p:bldP spid="17439" grpId="0"/>
      <p:bldP spid="174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/>
          <p:nvPr/>
        </p:nvSpPr>
        <p:spPr>
          <a:xfrm>
            <a:off x="881063" y="865188"/>
            <a:ext cx="4411662" cy="579437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分布函数的定义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8464" name="Rectangle 32"/>
          <p:cNvSpPr/>
          <p:nvPr/>
        </p:nvSpPr>
        <p:spPr>
          <a:xfrm>
            <a:off x="838200" y="3429000"/>
            <a:ext cx="2005013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说明</a:t>
            </a:r>
            <a:endParaRPr lang="zh-CN" altLang="en-US" sz="2800" b="1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8466" name="Rectangle 34"/>
          <p:cNvSpPr/>
          <p:nvPr/>
        </p:nvSpPr>
        <p:spPr>
          <a:xfrm>
            <a:off x="838200" y="4149725"/>
            <a:ext cx="7924800" cy="1158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25000"/>
              </a:lnSpc>
              <a:spcBef>
                <a:spcPct val="11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分布函数主要研究随机变量在某一区间内取值的概率情况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476" name="Object 44"/>
          <p:cNvGraphicFramePr>
            <a:graphicFrameLocks noChangeAspect="1"/>
          </p:cNvGraphicFramePr>
          <p:nvPr/>
        </p:nvGraphicFramePr>
        <p:xfrm>
          <a:off x="947738" y="5445125"/>
          <a:ext cx="662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6629400" imgH="457200" progId="Equation.3">
                  <p:embed/>
                </p:oleObj>
              </mc:Choice>
              <mc:Fallback>
                <p:oleObj name="" r:id="rId1" imgW="6629400" imgH="4572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47738" y="5445125"/>
                        <a:ext cx="66294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8" name="Object 46"/>
          <p:cNvGraphicFramePr>
            <a:graphicFrameLocks noChangeAspect="1"/>
          </p:cNvGraphicFramePr>
          <p:nvPr/>
        </p:nvGraphicFramePr>
        <p:xfrm>
          <a:off x="1289050" y="1606550"/>
          <a:ext cx="33893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3251200" imgH="419100" progId="Equation.3">
                  <p:embed/>
                </p:oleObj>
              </mc:Choice>
              <mc:Fallback>
                <p:oleObj name="" r:id="rId3" imgW="3251200" imgH="4191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89050" y="1606550"/>
                        <a:ext cx="3389313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9" name="Object 47"/>
          <p:cNvGraphicFramePr>
            <a:graphicFrameLocks noChangeAspect="1"/>
          </p:cNvGraphicFramePr>
          <p:nvPr/>
        </p:nvGraphicFramePr>
        <p:xfrm>
          <a:off x="4703763" y="1627188"/>
          <a:ext cx="226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2146300" imgH="419100" progId="Equation.3">
                  <p:embed/>
                </p:oleObj>
              </mc:Choice>
              <mc:Fallback>
                <p:oleObj name="" r:id="rId5" imgW="2146300" imgH="4191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03763" y="1627188"/>
                        <a:ext cx="22606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0" name="Text Box 48"/>
          <p:cNvSpPr txBox="1"/>
          <p:nvPr/>
        </p:nvSpPr>
        <p:spPr>
          <a:xfrm>
            <a:off x="6983413" y="1547813"/>
            <a:ext cx="11699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函数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482" name="Object 50"/>
          <p:cNvGraphicFramePr>
            <a:graphicFrameLocks noChangeAspect="1"/>
          </p:cNvGraphicFramePr>
          <p:nvPr/>
        </p:nvGraphicFramePr>
        <p:xfrm>
          <a:off x="2303463" y="2266950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7" imgW="799465" imgH="393700" progId="Equation.3">
                  <p:embed/>
                </p:oleObj>
              </mc:Choice>
              <mc:Fallback>
                <p:oleObj name="" r:id="rId7" imgW="799465" imgH="3937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3463" y="2266950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3" name="Object 51"/>
          <p:cNvGraphicFramePr>
            <a:graphicFrameLocks noChangeAspect="1"/>
          </p:cNvGraphicFramePr>
          <p:nvPr/>
        </p:nvGraphicFramePr>
        <p:xfrm>
          <a:off x="3113088" y="23733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13088" y="23733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4" name="Object 52"/>
          <p:cNvGraphicFramePr>
            <a:graphicFrameLocks noChangeAspect="1"/>
          </p:cNvGraphicFramePr>
          <p:nvPr/>
        </p:nvGraphicFramePr>
        <p:xfrm>
          <a:off x="3325813" y="2273300"/>
          <a:ext cx="1562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1" imgW="1562100" imgH="381000" progId="Equation.3">
                  <p:embed/>
                </p:oleObj>
              </mc:Choice>
              <mc:Fallback>
                <p:oleObj name="" r:id="rId11" imgW="1562100" imgH="38100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325813" y="2273300"/>
                        <a:ext cx="15621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5" name="Object 53"/>
          <p:cNvGraphicFramePr>
            <a:graphicFrameLocks noChangeAspect="1"/>
          </p:cNvGraphicFramePr>
          <p:nvPr/>
        </p:nvGraphicFramePr>
        <p:xfrm>
          <a:off x="5399088" y="2355850"/>
          <a:ext cx="1790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3" imgW="1790700" imgH="241300" progId="Equation.3">
                  <p:embed/>
                </p:oleObj>
              </mc:Choice>
              <mc:Fallback>
                <p:oleObj name="" r:id="rId13" imgW="1790700" imgH="2413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399088" y="2355850"/>
                        <a:ext cx="17907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6" name="Object 54"/>
          <p:cNvGraphicFramePr>
            <a:graphicFrameLocks noChangeAspect="1"/>
          </p:cNvGraphicFramePr>
          <p:nvPr/>
        </p:nvGraphicFramePr>
        <p:xfrm>
          <a:off x="900113" y="2819400"/>
          <a:ext cx="29956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5" imgW="2895600" imgH="393700" progId="Equation.3">
                  <p:embed/>
                </p:oleObj>
              </mc:Choice>
              <mc:Fallback>
                <p:oleObj name="" r:id="rId15" imgW="2895600" imgH="3937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00113" y="2819400"/>
                        <a:ext cx="2995612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4" grpId="0"/>
      <p:bldP spid="18466" grpId="0"/>
      <p:bldP spid="1848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31"/>
          <p:cNvSpPr/>
          <p:nvPr>
            <p:ph type="title"/>
          </p:nvPr>
        </p:nvSpPr>
        <p:spPr>
          <a:xfrm>
            <a:off x="690563" y="579438"/>
            <a:ext cx="7772400" cy="701675"/>
          </a:xfrm>
          <a:noFill/>
          <a:ln w="12700">
            <a:noFill/>
          </a:ln>
        </p:spPr>
        <p:txBody>
          <a:bodyPr anchor="ctr" anchorCtr="0">
            <a:spAutoFit/>
          </a:bodyPr>
          <a:p>
            <a:pPr algn="l"/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二、分布函数的性质</a:t>
            </a:r>
            <a:endParaRPr lang="zh-CN" alt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200" name="Object 32"/>
          <p:cNvGraphicFramePr>
            <a:graphicFrameLocks noChangeAspect="1"/>
          </p:cNvGraphicFramePr>
          <p:nvPr/>
        </p:nvGraphicFramePr>
        <p:xfrm>
          <a:off x="1508125" y="1557338"/>
          <a:ext cx="38814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3771900" imgH="469900" progId="Equation.3">
                  <p:embed/>
                </p:oleObj>
              </mc:Choice>
              <mc:Fallback>
                <p:oleObj name="" r:id="rId1" imgW="3771900" imgH="4699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8125" y="1557338"/>
                        <a:ext cx="3881438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08" name="Object 40"/>
          <p:cNvGraphicFramePr>
            <a:graphicFrameLocks noChangeAspect="1"/>
          </p:cNvGraphicFramePr>
          <p:nvPr/>
        </p:nvGraphicFramePr>
        <p:xfrm>
          <a:off x="1508125" y="2392363"/>
          <a:ext cx="2324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2324100" imgH="469900" progId="Equation.3">
                  <p:embed/>
                </p:oleObj>
              </mc:Choice>
              <mc:Fallback>
                <p:oleObj name="" r:id="rId3" imgW="2324100" imgH="4699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8125" y="2392363"/>
                        <a:ext cx="23241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09" name="Text Box 41"/>
          <p:cNvSpPr txBox="1"/>
          <p:nvPr/>
        </p:nvSpPr>
        <p:spPr>
          <a:xfrm>
            <a:off x="3833813" y="2349500"/>
            <a:ext cx="5413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210" name="Object 42"/>
          <p:cNvGraphicFramePr>
            <a:graphicFrameLocks noChangeAspect="1"/>
          </p:cNvGraphicFramePr>
          <p:nvPr/>
        </p:nvGraphicFramePr>
        <p:xfrm>
          <a:off x="3067050" y="3100388"/>
          <a:ext cx="1041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5" imgW="1040765" imgH="393700" progId="Equation.3">
                  <p:embed/>
                </p:oleObj>
              </mc:Choice>
              <mc:Fallback>
                <p:oleObj name="" r:id="rId5" imgW="1040765" imgH="3937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67050" y="3100388"/>
                        <a:ext cx="1041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1" name="Object 43"/>
          <p:cNvGraphicFramePr>
            <a:graphicFrameLocks noChangeAspect="1"/>
          </p:cNvGraphicFramePr>
          <p:nvPr/>
        </p:nvGraphicFramePr>
        <p:xfrm>
          <a:off x="4125913" y="32115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25913" y="32115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2" name="Object 44"/>
          <p:cNvGraphicFramePr>
            <a:graphicFrameLocks noChangeAspect="1"/>
          </p:cNvGraphicFramePr>
          <p:nvPr/>
        </p:nvGraphicFramePr>
        <p:xfrm>
          <a:off x="4292600" y="3062288"/>
          <a:ext cx="14859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9" imgW="1485900" imgH="558800" progId="Equation.3">
                  <p:embed/>
                </p:oleObj>
              </mc:Choice>
              <mc:Fallback>
                <p:oleObj name="" r:id="rId9" imgW="1485900" imgH="5588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92600" y="3062288"/>
                        <a:ext cx="1485900" cy="55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3" name="Object 45"/>
          <p:cNvGraphicFramePr>
            <a:graphicFrameLocks noChangeAspect="1"/>
          </p:cNvGraphicFramePr>
          <p:nvPr/>
        </p:nvGraphicFramePr>
        <p:xfrm>
          <a:off x="5795963" y="32051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95963" y="32051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4" name="Object 46"/>
          <p:cNvGraphicFramePr>
            <a:graphicFrameLocks noChangeAspect="1"/>
          </p:cNvGraphicFramePr>
          <p:nvPr/>
        </p:nvGraphicFramePr>
        <p:xfrm>
          <a:off x="6054725" y="311467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2" imgW="292100" imgH="368300" progId="Equation.3">
                  <p:embed/>
                </p:oleObj>
              </mc:Choice>
              <mc:Fallback>
                <p:oleObj name="" r:id="rId12" imgW="292100" imgH="3683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54725" y="3114675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5" name="Object 47"/>
          <p:cNvGraphicFramePr>
            <a:graphicFrameLocks noChangeAspect="1"/>
          </p:cNvGraphicFramePr>
          <p:nvPr/>
        </p:nvGraphicFramePr>
        <p:xfrm>
          <a:off x="3021013" y="3659188"/>
          <a:ext cx="113347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4" imgW="482600" imgH="203200" progId="Equation.DSMT4">
                  <p:embed/>
                </p:oleObj>
              </mc:Choice>
              <mc:Fallback>
                <p:oleObj name="" r:id="rId14" imgW="482600" imgH="2032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21013" y="3659188"/>
                        <a:ext cx="1133475" cy="4778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6" name="Object 48"/>
          <p:cNvGraphicFramePr>
            <a:graphicFrameLocks noChangeAspect="1"/>
          </p:cNvGraphicFramePr>
          <p:nvPr/>
        </p:nvGraphicFramePr>
        <p:xfrm>
          <a:off x="4138613" y="38544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6" imgW="241300" imgH="152400" progId="Equation.3">
                  <p:embed/>
                </p:oleObj>
              </mc:Choice>
              <mc:Fallback>
                <p:oleObj name="" r:id="rId16" imgW="241300" imgH="1524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38613" y="38544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7" name="Object 49"/>
          <p:cNvGraphicFramePr>
            <a:graphicFrameLocks noChangeAspect="1"/>
          </p:cNvGraphicFramePr>
          <p:nvPr/>
        </p:nvGraphicFramePr>
        <p:xfrm>
          <a:off x="4279900" y="3633788"/>
          <a:ext cx="15875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7" imgW="673100" imgH="279400" progId="Equation.DSMT4">
                  <p:embed/>
                </p:oleObj>
              </mc:Choice>
              <mc:Fallback>
                <p:oleObj name="" r:id="rId17" imgW="673100" imgH="2794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279900" y="3633788"/>
                        <a:ext cx="1587500" cy="65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8" name="Object 50"/>
          <p:cNvGraphicFramePr>
            <a:graphicFrameLocks noChangeAspect="1"/>
          </p:cNvGraphicFramePr>
          <p:nvPr/>
        </p:nvGraphicFramePr>
        <p:xfrm>
          <a:off x="5843588" y="38481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9" imgW="241300" imgH="152400" progId="Equation.3">
                  <p:embed/>
                </p:oleObj>
              </mc:Choice>
              <mc:Fallback>
                <p:oleObj name="" r:id="rId19" imgW="241300" imgH="1524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43588" y="38481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" name="Object 51"/>
          <p:cNvGraphicFramePr>
            <a:graphicFrameLocks noChangeAspect="1"/>
          </p:cNvGraphicFramePr>
          <p:nvPr/>
        </p:nvGraphicFramePr>
        <p:xfrm>
          <a:off x="6092825" y="3754438"/>
          <a:ext cx="279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" r:id="rId20" imgW="279400" imgH="317500" progId="Equation.3">
                  <p:embed/>
                </p:oleObj>
              </mc:Choice>
              <mc:Fallback>
                <p:oleObj name="" r:id="rId20" imgW="279400" imgH="317500" progId="Equation.3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092825" y="3754438"/>
                        <a:ext cx="2794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/>
        </p:nvGraphicFramePr>
        <p:xfrm>
          <a:off x="1554163" y="4468813"/>
          <a:ext cx="3022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22" imgW="2921000" imgH="469900" progId="Equation.DSMT4">
                  <p:embed/>
                </p:oleObj>
              </mc:Choice>
              <mc:Fallback>
                <p:oleObj name="" r:id="rId22" imgW="2921000" imgH="469900" progId="Equation.DSMT4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54163" y="4468813"/>
                        <a:ext cx="3022600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/>
          <p:cNvGraphicFramePr>
            <a:graphicFrameLocks noChangeAspect="1"/>
          </p:cNvGraphicFramePr>
          <p:nvPr/>
        </p:nvGraphicFramePr>
        <p:xfrm>
          <a:off x="4735513" y="4519613"/>
          <a:ext cx="32226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24" imgW="2984500" imgH="431800" progId="Equation.3">
                  <p:embed/>
                </p:oleObj>
              </mc:Choice>
              <mc:Fallback>
                <p:oleObj name="" r:id="rId24" imgW="2984500" imgH="4318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735513" y="4519613"/>
                        <a:ext cx="3222625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992188" y="5299075"/>
            <a:ext cx="748823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>
              <a:lnSpc>
                <a:spcPts val="3500"/>
              </a:lnSpc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分布函数具备上述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条性质，反之，一个函数如果具备上述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条性质，它必是某个随机变量的分布函数。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爆炸形 2 2"/>
          <p:cNvSpPr/>
          <p:nvPr/>
        </p:nvSpPr>
        <p:spPr>
          <a:xfrm>
            <a:off x="5962650" y="912813"/>
            <a:ext cx="3181350" cy="3392487"/>
          </a:xfrm>
          <a:prstGeom prst="irregularSeal2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常利用</a:t>
            </a:r>
            <a:r>
              <a:rPr lang="en-US" altLang="zh-CN" dirty="0">
                <a:latin typeface="Times New Roman" panose="02020603050405020304" pitchFamily="18" charset="0"/>
              </a:rPr>
              <a:t>2,3</a:t>
            </a:r>
            <a:r>
              <a:rPr lang="zh-CN" altLang="en-US" dirty="0">
                <a:latin typeface="Times New Roman" panose="02020603050405020304" pitchFamily="18" charset="0"/>
              </a:rPr>
              <a:t>两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条性质求解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分布函数中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的未知数。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7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7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7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7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" grpId="0"/>
      <p:bldP spid="25" grpId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标题 1"/>
          <p:cNvSpPr>
            <a:spLocks noGrp="1"/>
          </p:cNvSpPr>
          <p:nvPr>
            <p:ph type="title"/>
          </p:nvPr>
        </p:nvSpPr>
        <p:spPr>
          <a:xfrm>
            <a:off x="611188" y="819150"/>
            <a:ext cx="7886700" cy="1325563"/>
          </a:xfrm>
          <a:noFill/>
          <a:ln>
            <a:noFill/>
          </a:ln>
        </p:spPr>
        <p:txBody>
          <a:bodyPr/>
          <a:p>
            <a:pPr algn="l"/>
            <a:r>
              <a:rPr lang="zh-CN" altLang="en-US" sz="2400" dirty="0"/>
              <a:t>例题：设         和          是两个分布函数，为使</a:t>
            </a:r>
            <a:br>
              <a:rPr lang="en-US" altLang="zh-CN" sz="2400" dirty="0"/>
            </a:br>
            <a:br>
              <a:rPr lang="en-US" altLang="zh-CN" sz="2400" dirty="0"/>
            </a:br>
            <a:br>
              <a:rPr lang="en-US" altLang="zh-CN" sz="2400" dirty="0"/>
            </a:br>
            <a:r>
              <a:rPr lang="zh-CN" altLang="en-US" sz="2400" dirty="0"/>
              <a:t>是某个随机变量的分布函数，则</a:t>
            </a:r>
            <a:br>
              <a:rPr lang="en-US" altLang="zh-CN" sz="2400" dirty="0"/>
            </a:br>
            <a:endParaRPr lang="zh-CN" altLang="en-US" sz="2400" dirty="0"/>
          </a:p>
        </p:txBody>
      </p:sp>
      <p:graphicFrame>
        <p:nvGraphicFramePr>
          <p:cNvPr id="6147" name="对象 2"/>
          <p:cNvGraphicFramePr>
            <a:graphicFrameLocks noChangeAspect="1"/>
          </p:cNvGraphicFramePr>
          <p:nvPr/>
        </p:nvGraphicFramePr>
        <p:xfrm>
          <a:off x="1979613" y="819150"/>
          <a:ext cx="7334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1" imgW="368300" imgH="228600" progId="Equation.DSMT4">
                  <p:embed/>
                </p:oleObj>
              </mc:Choice>
              <mc:Fallback>
                <p:oleObj name="" r:id="rId1" imgW="368300" imgH="2286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9613" y="819150"/>
                        <a:ext cx="733425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对象 3"/>
          <p:cNvGraphicFramePr>
            <a:graphicFrameLocks noChangeAspect="1"/>
          </p:cNvGraphicFramePr>
          <p:nvPr/>
        </p:nvGraphicFramePr>
        <p:xfrm>
          <a:off x="3059113" y="847725"/>
          <a:ext cx="7588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3" imgW="381000" imgH="228600" progId="Equation.DSMT4">
                  <p:embed/>
                </p:oleObj>
              </mc:Choice>
              <mc:Fallback>
                <p:oleObj name="" r:id="rId3" imgW="381000" imgH="2286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113" y="847725"/>
                        <a:ext cx="758825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对象 4"/>
          <p:cNvGraphicFramePr>
            <a:graphicFrameLocks noChangeAspect="1"/>
          </p:cNvGraphicFramePr>
          <p:nvPr/>
        </p:nvGraphicFramePr>
        <p:xfrm>
          <a:off x="2346325" y="1358900"/>
          <a:ext cx="28321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5" imgW="1422400" imgH="228600" progId="Equation.DSMT4">
                  <p:embed/>
                </p:oleObj>
              </mc:Choice>
              <mc:Fallback>
                <p:oleObj name="" r:id="rId5" imgW="1422400" imgH="2286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46325" y="1358900"/>
                        <a:ext cx="2832100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对象 5"/>
          <p:cNvGraphicFramePr>
            <a:graphicFrameLocks noChangeAspect="1"/>
          </p:cNvGraphicFramePr>
          <p:nvPr/>
        </p:nvGraphicFramePr>
        <p:xfrm>
          <a:off x="1530350" y="2852738"/>
          <a:ext cx="4576763" cy="161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7" imgW="2298700" imgH="812800" progId="Equation.DSMT4">
                  <p:embed/>
                </p:oleObj>
              </mc:Choice>
              <mc:Fallback>
                <p:oleObj name="" r:id="rId7" imgW="2298700" imgH="8128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30350" y="2852738"/>
                        <a:ext cx="4576763" cy="1614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1116013" y="4941888"/>
            <a:ext cx="58324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Times New Roman" panose="02020603050405020304" pitchFamily="18" charset="0"/>
              </a:rPr>
              <a:t>答案：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endParaRPr lang="zh-CN" altLang="en-US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170" name="Group 38"/>
          <p:cNvGrpSpPr/>
          <p:nvPr/>
        </p:nvGrpSpPr>
        <p:grpSpPr>
          <a:xfrm>
            <a:off x="871538" y="685800"/>
            <a:ext cx="4778375" cy="2347913"/>
            <a:chOff x="768" y="432"/>
            <a:chExt cx="3010" cy="1479"/>
          </a:xfrm>
        </p:grpSpPr>
        <p:sp>
          <p:nvSpPr>
            <p:cNvPr id="7202" name="Text Box 8"/>
            <p:cNvSpPr txBox="1"/>
            <p:nvPr/>
          </p:nvSpPr>
          <p:spPr>
            <a:xfrm>
              <a:off x="768" y="432"/>
              <a:ext cx="25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solidFill>
                    <a:srgbClr val="0000FF"/>
                  </a:solidFill>
                  <a:latin typeface="黑体" panose="02010609060101010101" pitchFamily="2" charset="-122"/>
                  <a:ea typeface="黑体" panose="02010609060101010101" pitchFamily="2" charset="-122"/>
                </a:rPr>
                <a:t>实例</a:t>
              </a:r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   </a:t>
              </a:r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抛掷均匀硬币</a:t>
              </a:r>
              <a:r>
                <a:rPr lang="en-US" altLang="zh-CN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, 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令</a:t>
              </a:r>
              <a:endParaRPr lang="zh-CN" altLang="en-US" sz="2800" b="1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7203" name="Object 9"/>
            <p:cNvGraphicFramePr>
              <a:graphicFrameLocks noChangeAspect="1"/>
            </p:cNvGraphicFramePr>
            <p:nvPr/>
          </p:nvGraphicFramePr>
          <p:xfrm>
            <a:off x="1508" y="864"/>
            <a:ext cx="1848" cy="6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7" name="" r:id="rId1" imgW="2933700" imgH="977900" progId="Equation.3">
                    <p:embed/>
                  </p:oleObj>
                </mc:Choice>
                <mc:Fallback>
                  <p:oleObj name="" r:id="rId1" imgW="2933700" imgH="977900" progId="Equation.3">
                    <p:embed/>
                    <p:pic>
                      <p:nvPicPr>
                        <p:cNvPr id="0" name="图片 311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508" y="864"/>
                          <a:ext cx="1848" cy="6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4" name="Text Box 10"/>
            <p:cNvSpPr txBox="1"/>
            <p:nvPr/>
          </p:nvSpPr>
          <p:spPr>
            <a:xfrm>
              <a:off x="768" y="1584"/>
              <a:ext cx="301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求随机变量 </a:t>
              </a:r>
              <a:r>
                <a:rPr lang="en-US" altLang="zh-CN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 </a:t>
              </a:r>
              <a:r>
                <a:rPr lang="zh-CN" altLang="en-US" sz="2800" b="1" dirty="0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</a:rPr>
                <a:t>的分布函数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  <a:endPara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4615" name="Group 39"/>
          <p:cNvGrpSpPr/>
          <p:nvPr/>
        </p:nvGrpSpPr>
        <p:grpSpPr>
          <a:xfrm>
            <a:off x="862013" y="3141663"/>
            <a:ext cx="4608512" cy="825500"/>
            <a:chOff x="543" y="1960"/>
            <a:chExt cx="2903" cy="520"/>
          </a:xfrm>
        </p:grpSpPr>
        <p:sp>
          <p:nvSpPr>
            <p:cNvPr id="7198" name="Rectangle 11"/>
            <p:cNvSpPr/>
            <p:nvPr/>
          </p:nvSpPr>
          <p:spPr>
            <a:xfrm>
              <a:off x="543" y="2056"/>
              <a:ext cx="3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解</a:t>
              </a:r>
              <a:endPara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aphicFrame>
          <p:nvGraphicFramePr>
            <p:cNvPr id="7199" name="Object 12"/>
            <p:cNvGraphicFramePr>
              <a:graphicFrameLocks noChangeAspect="1"/>
            </p:cNvGraphicFramePr>
            <p:nvPr/>
          </p:nvGraphicFramePr>
          <p:xfrm>
            <a:off x="1039" y="2074"/>
            <a:ext cx="937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2" name="" r:id="rId3" imgW="622300" imgH="203200" progId="Equation.DSMT4">
                    <p:embed/>
                  </p:oleObj>
                </mc:Choice>
                <mc:Fallback>
                  <p:oleObj name="" r:id="rId3" imgW="622300" imgH="203200" progId="Equation.DSMT4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39" y="2074"/>
                          <a:ext cx="937" cy="3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0" name="Object 13"/>
            <p:cNvGraphicFramePr>
              <a:graphicFrameLocks noChangeAspect="1"/>
            </p:cNvGraphicFramePr>
            <p:nvPr/>
          </p:nvGraphicFramePr>
          <p:xfrm>
            <a:off x="1973" y="2084"/>
            <a:ext cx="106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5" imgW="761365" imgH="203200" progId="Equation.DSMT4">
                    <p:embed/>
                  </p:oleObj>
                </mc:Choice>
                <mc:Fallback>
                  <p:oleObj name="" r:id="rId5" imgW="761365" imgH="203200" progId="Equation.DSMT4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73" y="2084"/>
                          <a:ext cx="1063" cy="2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01" name="Object 14"/>
            <p:cNvGraphicFramePr>
              <a:graphicFrameLocks noChangeAspect="1"/>
            </p:cNvGraphicFramePr>
            <p:nvPr/>
          </p:nvGraphicFramePr>
          <p:xfrm>
            <a:off x="3038" y="1960"/>
            <a:ext cx="408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9" name="" r:id="rId7" imgW="647700" imgH="825500" progId="Equation.3">
                    <p:embed/>
                  </p:oleObj>
                </mc:Choice>
                <mc:Fallback>
                  <p:oleObj name="" r:id="rId7" imgW="647700" imgH="825500" progId="Equation.3">
                    <p:embed/>
                    <p:pic>
                      <p:nvPicPr>
                        <p:cNvPr id="0" name="图片 310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038" y="1960"/>
                          <a:ext cx="408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616" name="Group 40"/>
          <p:cNvGrpSpPr/>
          <p:nvPr/>
        </p:nvGrpSpPr>
        <p:grpSpPr>
          <a:xfrm>
            <a:off x="2120900" y="4465638"/>
            <a:ext cx="4899025" cy="558800"/>
            <a:chOff x="1200" y="2804"/>
            <a:chExt cx="3086" cy="352"/>
          </a:xfrm>
        </p:grpSpPr>
        <p:sp>
          <p:nvSpPr>
            <p:cNvPr id="7195" name="Line 15"/>
            <p:cNvSpPr/>
            <p:nvPr/>
          </p:nvSpPr>
          <p:spPr>
            <a:xfrm>
              <a:off x="1200" y="2880"/>
              <a:ext cx="3086" cy="0"/>
            </a:xfrm>
            <a:prstGeom prst="line">
              <a:avLst/>
            </a:prstGeom>
            <a:ln w="28575" cap="flat" cmpd="sng">
              <a:solidFill>
                <a:srgbClr val="000000"/>
              </a:solidFill>
              <a:prstDash val="solid"/>
              <a:miter/>
              <a:headEnd type="none" w="med" len="med"/>
              <a:tailEnd type="triangle" w="lg" len="med"/>
            </a:ln>
          </p:spPr>
        </p:sp>
        <p:graphicFrame>
          <p:nvGraphicFramePr>
            <p:cNvPr id="7196" name="Object 16"/>
            <p:cNvGraphicFramePr>
              <a:graphicFrameLocks noChangeAspect="1"/>
            </p:cNvGraphicFramePr>
            <p:nvPr/>
          </p:nvGraphicFramePr>
          <p:xfrm>
            <a:off x="2880" y="2808"/>
            <a:ext cx="128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" r:id="rId9" imgW="89535" imgH="337185" progId="Equation.3">
                    <p:embed/>
                  </p:oleObj>
                </mc:Choice>
                <mc:Fallback>
                  <p:oleObj name="" r:id="rId9" imgW="89535" imgH="337185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880" y="2808"/>
                          <a:ext cx="128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97" name="Object 17"/>
            <p:cNvGraphicFramePr>
              <a:graphicFrameLocks noChangeAspect="1"/>
            </p:cNvGraphicFramePr>
            <p:nvPr/>
          </p:nvGraphicFramePr>
          <p:xfrm>
            <a:off x="3748" y="2804"/>
            <a:ext cx="11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11" imgW="75565" imgH="350520" progId="Equation.3">
                    <p:embed/>
                  </p:oleObj>
                </mc:Choice>
                <mc:Fallback>
                  <p:oleObj name="" r:id="rId11" imgW="75565" imgH="35052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2">
                          <a:clrChange>
                            <a:clrFrom>
                              <a:srgbClr val="000000"/>
                            </a:clrFrom>
                            <a:clrTo>
                              <a:srgbClr val="FF0000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748" y="2804"/>
                          <a:ext cx="112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599" name="Group 23"/>
          <p:cNvGrpSpPr/>
          <p:nvPr/>
        </p:nvGrpSpPr>
        <p:grpSpPr>
          <a:xfrm>
            <a:off x="1763713" y="4267200"/>
            <a:ext cx="2743200" cy="304800"/>
            <a:chOff x="2918" y="624"/>
            <a:chExt cx="1728" cy="288"/>
          </a:xfrm>
        </p:grpSpPr>
        <p:sp>
          <p:nvSpPr>
            <p:cNvPr id="7193" name="Line 24"/>
            <p:cNvSpPr/>
            <p:nvPr/>
          </p:nvSpPr>
          <p:spPr>
            <a:xfrm flipV="1">
              <a:off x="4642" y="624"/>
              <a:ext cx="0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7194" name="Line 25"/>
            <p:cNvSpPr/>
            <p:nvPr/>
          </p:nvSpPr>
          <p:spPr>
            <a:xfrm flipH="1">
              <a:off x="2918" y="624"/>
              <a:ext cx="172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aphicFrame>
        <p:nvGraphicFramePr>
          <p:cNvPr id="24605" name="Object 29"/>
          <p:cNvGraphicFramePr>
            <a:graphicFrameLocks noChangeAspect="1"/>
          </p:cNvGraphicFramePr>
          <p:nvPr/>
        </p:nvGraphicFramePr>
        <p:xfrm>
          <a:off x="965200" y="4905375"/>
          <a:ext cx="180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13" imgW="1803400" imgH="431800" progId="Equation.3">
                  <p:embed/>
                </p:oleObj>
              </mc:Choice>
              <mc:Fallback>
                <p:oleObj name="" r:id="rId13" imgW="1803400" imgH="4318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65200" y="4905375"/>
                        <a:ext cx="1803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7" name="Object 31"/>
          <p:cNvGraphicFramePr>
            <a:graphicFrameLocks noChangeAspect="1"/>
          </p:cNvGraphicFramePr>
          <p:nvPr/>
        </p:nvGraphicFramePr>
        <p:xfrm>
          <a:off x="4914900" y="5529263"/>
          <a:ext cx="723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5" imgW="723900" imgH="393700" progId="Equation.3">
                  <p:embed/>
                </p:oleObj>
              </mc:Choice>
              <mc:Fallback>
                <p:oleObj name="" r:id="rId15" imgW="723900" imgH="3937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914900" y="5529263"/>
                        <a:ext cx="7239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8" name="Object 32"/>
          <p:cNvGraphicFramePr>
            <a:graphicFrameLocks noChangeAspect="1"/>
          </p:cNvGraphicFramePr>
          <p:nvPr/>
        </p:nvGraphicFramePr>
        <p:xfrm>
          <a:off x="1619250" y="5549900"/>
          <a:ext cx="320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17" imgW="3200400" imgH="393700" progId="Equation.3">
                  <p:embed/>
                </p:oleObj>
              </mc:Choice>
              <mc:Fallback>
                <p:oleObj name="" r:id="rId17" imgW="3200400" imgH="3937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19250" y="5549900"/>
                        <a:ext cx="32004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7" name="Group 37"/>
          <p:cNvGrpSpPr/>
          <p:nvPr/>
        </p:nvGrpSpPr>
        <p:grpSpPr>
          <a:xfrm>
            <a:off x="5867400" y="1341438"/>
            <a:ext cx="1447800" cy="668337"/>
            <a:chOff x="4080" y="1392"/>
            <a:chExt cx="912" cy="421"/>
          </a:xfrm>
        </p:grpSpPr>
        <p:pic>
          <p:nvPicPr>
            <p:cNvPr id="7191" name="Picture 35" descr="yb1"/>
            <p:cNvPicPr>
              <a:picLocks noChangeAspect="1"/>
            </p:cNvPicPr>
            <p:nvPr/>
          </p:nvPicPr>
          <p:blipFill>
            <a:blip r:embed="rId19">
              <a:clrChange>
                <a:clrFrom>
                  <a:srgbClr val="1B2248"/>
                </a:clrFrom>
                <a:clrTo>
                  <a:srgbClr val="1B2248">
                    <a:alpha val="0"/>
                  </a:srgbClr>
                </a:clrTo>
              </a:clrChange>
              <a:lum contrast="54000"/>
            </a:blip>
            <a:stretch>
              <a:fillRect/>
            </a:stretch>
          </p:blipFill>
          <p:spPr>
            <a:xfrm>
              <a:off x="4560" y="1392"/>
              <a:ext cx="432" cy="42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92" name="Picture 36" descr="yb3"/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1B2248"/>
                </a:clrFrom>
                <a:clrTo>
                  <a:srgbClr val="1B2248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080" y="1392"/>
              <a:ext cx="448" cy="406"/>
            </a:xfrm>
            <a:prstGeom prst="rect">
              <a:avLst/>
            </a:prstGeom>
            <a:noFill/>
            <a:ln w="9525">
              <a:noFill/>
            </a:ln>
          </p:spPr>
        </p:pic>
      </p:grpSp>
      <p:cxnSp>
        <p:nvCxnSpPr>
          <p:cNvPr id="3" name="直接连接符 2"/>
          <p:cNvCxnSpPr>
            <a:stCxn id="7194" idx="0"/>
          </p:cNvCxnSpPr>
          <p:nvPr/>
        </p:nvCxnSpPr>
        <p:spPr>
          <a:xfrm flipH="1">
            <a:off x="4305300" y="4267200"/>
            <a:ext cx="201613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7" name="直接连接符 26"/>
          <p:cNvCxnSpPr/>
          <p:nvPr/>
        </p:nvCxnSpPr>
        <p:spPr>
          <a:xfrm flipH="1">
            <a:off x="4081463" y="4276725"/>
            <a:ext cx="201612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8" name="直接连接符 27"/>
          <p:cNvCxnSpPr/>
          <p:nvPr/>
        </p:nvCxnSpPr>
        <p:spPr>
          <a:xfrm flipH="1">
            <a:off x="3865563" y="4276725"/>
            <a:ext cx="201612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9" name="直接连接符 28"/>
          <p:cNvCxnSpPr/>
          <p:nvPr/>
        </p:nvCxnSpPr>
        <p:spPr>
          <a:xfrm flipH="1">
            <a:off x="3643313" y="4276725"/>
            <a:ext cx="201612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0" name="直接连接符 29"/>
          <p:cNvCxnSpPr/>
          <p:nvPr/>
        </p:nvCxnSpPr>
        <p:spPr>
          <a:xfrm flipH="1">
            <a:off x="3419475" y="4276725"/>
            <a:ext cx="201613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" name="直接连接符 30"/>
          <p:cNvCxnSpPr/>
          <p:nvPr/>
        </p:nvCxnSpPr>
        <p:spPr>
          <a:xfrm flipH="1">
            <a:off x="3203575" y="4276725"/>
            <a:ext cx="201613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3" name="直接连接符 32"/>
          <p:cNvCxnSpPr/>
          <p:nvPr/>
        </p:nvCxnSpPr>
        <p:spPr>
          <a:xfrm flipH="1">
            <a:off x="2979738" y="4249738"/>
            <a:ext cx="201612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4" name="直接连接符 33"/>
          <p:cNvCxnSpPr/>
          <p:nvPr/>
        </p:nvCxnSpPr>
        <p:spPr>
          <a:xfrm flipH="1">
            <a:off x="2749550" y="4249738"/>
            <a:ext cx="201613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5" name="直接连接符 34"/>
          <p:cNvCxnSpPr/>
          <p:nvPr/>
        </p:nvCxnSpPr>
        <p:spPr>
          <a:xfrm flipH="1">
            <a:off x="2525713" y="4249738"/>
            <a:ext cx="201612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6" name="直接连接符 35"/>
          <p:cNvCxnSpPr/>
          <p:nvPr/>
        </p:nvCxnSpPr>
        <p:spPr>
          <a:xfrm flipH="1">
            <a:off x="2303463" y="4249738"/>
            <a:ext cx="201612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7" name="直接连接符 36"/>
          <p:cNvCxnSpPr/>
          <p:nvPr/>
        </p:nvCxnSpPr>
        <p:spPr>
          <a:xfrm flipH="1">
            <a:off x="2087563" y="4249738"/>
            <a:ext cx="201612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4" name="椭圆 3"/>
          <p:cNvSpPr/>
          <p:nvPr/>
        </p:nvSpPr>
        <p:spPr>
          <a:xfrm>
            <a:off x="4464050" y="4565650"/>
            <a:ext cx="87313" cy="46038"/>
          </a:xfrm>
          <a:prstGeom prst="ellipse">
            <a:avLst/>
          </a:prstGeom>
          <a:solidFill>
            <a:srgbClr val="C0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39" name="Object 18"/>
          <p:cNvGraphicFramePr>
            <a:graphicFrameLocks noChangeAspect="1"/>
          </p:cNvGraphicFramePr>
          <p:nvPr/>
        </p:nvGraphicFramePr>
        <p:xfrm>
          <a:off x="4338638" y="4649788"/>
          <a:ext cx="266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21" imgW="266700" imgH="254000" progId="Equation.3">
                  <p:embed/>
                </p:oleObj>
              </mc:Choice>
              <mc:Fallback>
                <p:oleObj name="" r:id="rId21" imgW="266700" imgH="2540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38638" y="4649788"/>
                        <a:ext cx="266700" cy="25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8194" name="Group 44"/>
          <p:cNvGrpSpPr/>
          <p:nvPr/>
        </p:nvGrpSpPr>
        <p:grpSpPr>
          <a:xfrm>
            <a:off x="1828800" y="1447800"/>
            <a:ext cx="4953000" cy="546100"/>
            <a:chOff x="1156" y="936"/>
            <a:chExt cx="3120" cy="344"/>
          </a:xfrm>
        </p:grpSpPr>
        <p:sp>
          <p:nvSpPr>
            <p:cNvPr id="8217" name="Line 13"/>
            <p:cNvSpPr/>
            <p:nvPr/>
          </p:nvSpPr>
          <p:spPr>
            <a:xfrm>
              <a:off x="1156" y="1008"/>
              <a:ext cx="3120" cy="1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miter/>
              <a:headEnd type="none" w="med" len="med"/>
              <a:tailEnd type="triangle" w="med" len="med"/>
            </a:ln>
          </p:spPr>
        </p:sp>
        <p:graphicFrame>
          <p:nvGraphicFramePr>
            <p:cNvPr id="8218" name="Object 14"/>
            <p:cNvGraphicFramePr>
              <a:graphicFrameLocks noChangeAspect="1"/>
            </p:cNvGraphicFramePr>
            <p:nvPr/>
          </p:nvGraphicFramePr>
          <p:xfrm>
            <a:off x="2836" y="936"/>
            <a:ext cx="128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1" name="" r:id="rId1" imgW="203200" imgH="545465" progId="Equation.3">
                    <p:embed/>
                  </p:oleObj>
                </mc:Choice>
                <mc:Fallback>
                  <p:oleObj name="" r:id="rId1" imgW="203200" imgH="545465" progId="Equation.3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36" y="936"/>
                          <a:ext cx="128" cy="3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9" name="Object 15"/>
            <p:cNvGraphicFramePr>
              <a:graphicFrameLocks noChangeAspect="1"/>
            </p:cNvGraphicFramePr>
            <p:nvPr/>
          </p:nvGraphicFramePr>
          <p:xfrm>
            <a:off x="3704" y="940"/>
            <a:ext cx="112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2" name="" r:id="rId3" imgW="177800" imgH="532765" progId="Equation.3">
                    <p:embed/>
                  </p:oleObj>
                </mc:Choice>
                <mc:Fallback>
                  <p:oleObj name="" r:id="rId3" imgW="177800" imgH="532765" progId="Equation.3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704" y="940"/>
                          <a:ext cx="112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977" name="Rectangle 17"/>
          <p:cNvSpPr/>
          <p:nvPr/>
        </p:nvSpPr>
        <p:spPr>
          <a:xfrm>
            <a:off x="4572000" y="1447800"/>
            <a:ext cx="1371600" cy="152400"/>
          </a:xfrm>
          <a:prstGeom prst="rect">
            <a:avLst/>
          </a:prstGeom>
          <a:solidFill>
            <a:srgbClr val="F6688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0978" name="Group 18"/>
          <p:cNvGrpSpPr/>
          <p:nvPr/>
        </p:nvGrpSpPr>
        <p:grpSpPr>
          <a:xfrm>
            <a:off x="3511550" y="1125538"/>
            <a:ext cx="2743200" cy="457200"/>
            <a:chOff x="3024" y="613"/>
            <a:chExt cx="1728" cy="288"/>
          </a:xfrm>
        </p:grpSpPr>
        <p:sp>
          <p:nvSpPr>
            <p:cNvPr id="8215" name="Line 19"/>
            <p:cNvSpPr/>
            <p:nvPr/>
          </p:nvSpPr>
          <p:spPr>
            <a:xfrm flipV="1">
              <a:off x="4752" y="613"/>
              <a:ext cx="0" cy="288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8216" name="Line 20"/>
            <p:cNvSpPr/>
            <p:nvPr/>
          </p:nvSpPr>
          <p:spPr>
            <a:xfrm flipH="1">
              <a:off x="3024" y="624"/>
              <a:ext cx="172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aphicFrame>
        <p:nvGraphicFramePr>
          <p:cNvPr id="40984" name="Object 24"/>
          <p:cNvGraphicFramePr>
            <a:graphicFrameLocks noChangeAspect="1"/>
          </p:cNvGraphicFramePr>
          <p:nvPr/>
        </p:nvGraphicFramePr>
        <p:xfrm>
          <a:off x="914400" y="2057400"/>
          <a:ext cx="231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5" imgW="2311400" imgH="431800" progId="Equation.3">
                  <p:embed/>
                </p:oleObj>
              </mc:Choice>
              <mc:Fallback>
                <p:oleObj name="" r:id="rId5" imgW="2311400" imgH="4318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2057400"/>
                        <a:ext cx="23114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5" name="Object 25"/>
          <p:cNvGraphicFramePr>
            <a:graphicFrameLocks noChangeAspect="1"/>
          </p:cNvGraphicFramePr>
          <p:nvPr/>
        </p:nvGraphicFramePr>
        <p:xfrm>
          <a:off x="1663700" y="2749550"/>
          <a:ext cx="260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7" imgW="2603500" imgH="393700" progId="Equation.3">
                  <p:embed/>
                </p:oleObj>
              </mc:Choice>
              <mc:Fallback>
                <p:oleObj name="" r:id="rId7" imgW="2603500" imgH="3937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63700" y="2749550"/>
                        <a:ext cx="2603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06" name="Group 46"/>
          <p:cNvGrpSpPr/>
          <p:nvPr/>
        </p:nvGrpSpPr>
        <p:grpSpPr>
          <a:xfrm>
            <a:off x="4267200" y="2514600"/>
            <a:ext cx="2406650" cy="825500"/>
            <a:chOff x="2688" y="1632"/>
            <a:chExt cx="1516" cy="520"/>
          </a:xfrm>
        </p:grpSpPr>
        <p:graphicFrame>
          <p:nvGraphicFramePr>
            <p:cNvPr id="8213" name="Object 26"/>
            <p:cNvGraphicFramePr>
              <a:graphicFrameLocks noChangeAspect="1"/>
            </p:cNvGraphicFramePr>
            <p:nvPr/>
          </p:nvGraphicFramePr>
          <p:xfrm>
            <a:off x="2688" y="1784"/>
            <a:ext cx="108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5" name="" r:id="rId9" imgW="1714500" imgH="381000" progId="Equation.3">
                    <p:embed/>
                  </p:oleObj>
                </mc:Choice>
                <mc:Fallback>
                  <p:oleObj name="" r:id="rId9" imgW="1714500" imgH="381000" progId="Equation.3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88" y="1784"/>
                          <a:ext cx="1080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4" name="Object 27"/>
            <p:cNvGraphicFramePr>
              <a:graphicFrameLocks noChangeAspect="1"/>
            </p:cNvGraphicFramePr>
            <p:nvPr/>
          </p:nvGraphicFramePr>
          <p:xfrm>
            <a:off x="3796" y="1632"/>
            <a:ext cx="408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9" name="" r:id="rId11" imgW="647700" imgH="825500" progId="Equation.3">
                    <p:embed/>
                  </p:oleObj>
                </mc:Choice>
                <mc:Fallback>
                  <p:oleObj name="" r:id="rId11" imgW="647700" imgH="825500" progId="Equation.3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96" y="1632"/>
                          <a:ext cx="408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88" name="Object 28"/>
          <p:cNvGraphicFramePr>
            <a:graphicFrameLocks noChangeAspect="1"/>
          </p:cNvGraphicFramePr>
          <p:nvPr/>
        </p:nvGraphicFramePr>
        <p:xfrm>
          <a:off x="914400" y="3352800"/>
          <a:ext cx="177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3" imgW="1777365" imgH="431800" progId="Equation.3">
                  <p:embed/>
                </p:oleObj>
              </mc:Choice>
              <mc:Fallback>
                <p:oleObj name="" r:id="rId13" imgW="1777365" imgH="4318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4400" y="3352800"/>
                        <a:ext cx="1778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89" name="Group 29"/>
          <p:cNvGrpSpPr/>
          <p:nvPr/>
        </p:nvGrpSpPr>
        <p:grpSpPr>
          <a:xfrm>
            <a:off x="2597150" y="1066800"/>
            <a:ext cx="2743200" cy="457200"/>
            <a:chOff x="3024" y="624"/>
            <a:chExt cx="1728" cy="288"/>
          </a:xfrm>
        </p:grpSpPr>
        <p:sp>
          <p:nvSpPr>
            <p:cNvPr id="8211" name="Line 30"/>
            <p:cNvSpPr/>
            <p:nvPr/>
          </p:nvSpPr>
          <p:spPr>
            <a:xfrm flipV="1">
              <a:off x="4752" y="624"/>
              <a:ext cx="0" cy="288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8212" name="Line 31"/>
            <p:cNvSpPr/>
            <p:nvPr/>
          </p:nvSpPr>
          <p:spPr>
            <a:xfrm flipH="1">
              <a:off x="3024" y="624"/>
              <a:ext cx="1728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</p:grpSp>
      <p:graphicFrame>
        <p:nvGraphicFramePr>
          <p:cNvPr id="40992" name="Object 32"/>
          <p:cNvGraphicFramePr>
            <a:graphicFrameLocks noChangeAspect="1"/>
          </p:cNvGraphicFramePr>
          <p:nvPr/>
        </p:nvGraphicFramePr>
        <p:xfrm>
          <a:off x="1649413" y="3962400"/>
          <a:ext cx="260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5" imgW="2603500" imgH="393700" progId="Equation.3">
                  <p:embed/>
                </p:oleObj>
              </mc:Choice>
              <mc:Fallback>
                <p:oleObj name="" r:id="rId15" imgW="2603500" imgH="3937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49413" y="3962400"/>
                        <a:ext cx="26035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07" name="Group 47"/>
          <p:cNvGrpSpPr/>
          <p:nvPr/>
        </p:nvGrpSpPr>
        <p:grpSpPr>
          <a:xfrm>
            <a:off x="1370013" y="4660900"/>
            <a:ext cx="2900362" cy="381000"/>
            <a:chOff x="863" y="2936"/>
            <a:chExt cx="1827" cy="240"/>
          </a:xfrm>
        </p:grpSpPr>
        <p:graphicFrame>
          <p:nvGraphicFramePr>
            <p:cNvPr id="8209" name="Object 33"/>
            <p:cNvGraphicFramePr>
              <a:graphicFrameLocks noChangeAspect="1"/>
            </p:cNvGraphicFramePr>
            <p:nvPr/>
          </p:nvGraphicFramePr>
          <p:xfrm>
            <a:off x="863" y="2936"/>
            <a:ext cx="93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17" imgW="1714500" imgH="381000" progId="Equation.3">
                    <p:embed/>
                  </p:oleObj>
                </mc:Choice>
                <mc:Fallback>
                  <p:oleObj name="" r:id="rId17" imgW="1714500" imgH="3810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63" y="2936"/>
                          <a:ext cx="93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0" name="Object 35"/>
            <p:cNvGraphicFramePr>
              <a:graphicFrameLocks noChangeAspect="1"/>
            </p:cNvGraphicFramePr>
            <p:nvPr/>
          </p:nvGraphicFramePr>
          <p:xfrm>
            <a:off x="1775" y="2936"/>
            <a:ext cx="9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9" imgW="1676400" imgH="381000" progId="Equation.3">
                    <p:embed/>
                  </p:oleObj>
                </mc:Choice>
                <mc:Fallback>
                  <p:oleObj name="" r:id="rId19" imgW="1676400" imgH="3810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1775" y="2936"/>
                          <a:ext cx="915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008" name="Group 48"/>
          <p:cNvGrpSpPr/>
          <p:nvPr/>
        </p:nvGrpSpPr>
        <p:grpSpPr>
          <a:xfrm>
            <a:off x="1368425" y="5181600"/>
            <a:ext cx="1784350" cy="825500"/>
            <a:chOff x="862" y="3264"/>
            <a:chExt cx="1124" cy="520"/>
          </a:xfrm>
        </p:grpSpPr>
        <p:graphicFrame>
          <p:nvGraphicFramePr>
            <p:cNvPr id="8207" name="Object 34"/>
            <p:cNvGraphicFramePr>
              <a:graphicFrameLocks noChangeAspect="1"/>
            </p:cNvGraphicFramePr>
            <p:nvPr/>
          </p:nvGraphicFramePr>
          <p:xfrm>
            <a:off x="862" y="3264"/>
            <a:ext cx="680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3" name="" r:id="rId21" imgW="1079500" imgH="825500" progId="Equation.3">
                    <p:embed/>
                  </p:oleObj>
                </mc:Choice>
                <mc:Fallback>
                  <p:oleObj name="" r:id="rId21" imgW="1079500" imgH="825500" progId="Equation.3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62" y="3264"/>
                          <a:ext cx="680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08" name="Object 36"/>
            <p:cNvGraphicFramePr>
              <a:graphicFrameLocks noChangeAspect="1"/>
            </p:cNvGraphicFramePr>
            <p:nvPr/>
          </p:nvGraphicFramePr>
          <p:xfrm>
            <a:off x="1634" y="3456"/>
            <a:ext cx="3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23" imgW="558800" imgH="317500" progId="Equation.3">
                    <p:embed/>
                  </p:oleObj>
                </mc:Choice>
                <mc:Fallback>
                  <p:oleObj name="" r:id="rId23" imgW="558800" imgH="3175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634" y="3456"/>
                          <a:ext cx="352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05" name="Object 45"/>
          <p:cNvGraphicFramePr>
            <a:graphicFrameLocks noChangeAspect="1"/>
          </p:cNvGraphicFramePr>
          <p:nvPr/>
        </p:nvGraphicFramePr>
        <p:xfrm>
          <a:off x="4614863" y="3886200"/>
          <a:ext cx="389890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25" imgW="3898900" imgH="1968500" progId="Equation.3">
                  <p:embed/>
                </p:oleObj>
              </mc:Choice>
              <mc:Fallback>
                <p:oleObj name="" r:id="rId25" imgW="3898900" imgH="19685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14863" y="3886200"/>
                        <a:ext cx="3898900" cy="196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6"/>
          <p:cNvGraphicFramePr>
            <a:graphicFrameLocks noChangeAspect="1"/>
          </p:cNvGraphicFramePr>
          <p:nvPr/>
        </p:nvGraphicFramePr>
        <p:xfrm>
          <a:off x="5207000" y="1743075"/>
          <a:ext cx="266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27" imgW="266700" imgH="254000" progId="Equation.3">
                  <p:embed/>
                </p:oleObj>
              </mc:Choice>
              <mc:Fallback>
                <p:oleObj name="" r:id="rId27" imgW="266700" imgH="2540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207000" y="1743075"/>
                        <a:ext cx="266700" cy="25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40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0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1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1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218" name="Object 4"/>
          <p:cNvGraphicFramePr>
            <a:graphicFrameLocks noChangeAspect="1"/>
          </p:cNvGraphicFramePr>
          <p:nvPr/>
        </p:nvGraphicFramePr>
        <p:xfrm>
          <a:off x="684213" y="1144588"/>
          <a:ext cx="3873500" cy="207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1" imgW="3873500" imgH="2070100" progId="Equation.3">
                  <p:embed/>
                </p:oleObj>
              </mc:Choice>
              <mc:Fallback>
                <p:oleObj name="" r:id="rId1" imgW="3873500" imgH="20701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213" y="1144588"/>
                        <a:ext cx="3873500" cy="207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19" name="Group 5"/>
          <p:cNvGrpSpPr/>
          <p:nvPr/>
        </p:nvGrpSpPr>
        <p:grpSpPr>
          <a:xfrm>
            <a:off x="4614863" y="765175"/>
            <a:ext cx="3981450" cy="2971800"/>
            <a:chOff x="2880" y="1876"/>
            <a:chExt cx="2508" cy="1872"/>
          </a:xfrm>
        </p:grpSpPr>
        <p:sp>
          <p:nvSpPr>
            <p:cNvPr id="9221" name="Line 6"/>
            <p:cNvSpPr/>
            <p:nvPr/>
          </p:nvSpPr>
          <p:spPr>
            <a:xfrm>
              <a:off x="2880" y="3412"/>
              <a:ext cx="25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lg" len="med"/>
            </a:ln>
          </p:spPr>
        </p:sp>
        <p:sp>
          <p:nvSpPr>
            <p:cNvPr id="9222" name="Line 7"/>
            <p:cNvSpPr/>
            <p:nvPr/>
          </p:nvSpPr>
          <p:spPr>
            <a:xfrm flipV="1">
              <a:off x="3430" y="1876"/>
              <a:ext cx="0" cy="187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triangle" w="lg" len="med"/>
            </a:ln>
          </p:spPr>
        </p:sp>
        <p:graphicFrame>
          <p:nvGraphicFramePr>
            <p:cNvPr id="9223" name="Object 8"/>
            <p:cNvGraphicFramePr>
              <a:graphicFrameLocks noChangeAspect="1"/>
            </p:cNvGraphicFramePr>
            <p:nvPr/>
          </p:nvGraphicFramePr>
          <p:xfrm>
            <a:off x="5196" y="3508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3" imgW="254000" imgH="241300" progId="Equation.3">
                    <p:embed/>
                  </p:oleObj>
                </mc:Choice>
                <mc:Fallback>
                  <p:oleObj name="" r:id="rId3" imgW="254000" imgH="2413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196" y="3508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Object 9"/>
            <p:cNvGraphicFramePr>
              <a:graphicFrameLocks noChangeAspect="1"/>
            </p:cNvGraphicFramePr>
            <p:nvPr/>
          </p:nvGraphicFramePr>
          <p:xfrm>
            <a:off x="3276" y="3460"/>
            <a:ext cx="144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5" imgW="228600" imgH="254000" progId="Equation.3">
                    <p:embed/>
                  </p:oleObj>
                </mc:Choice>
                <mc:Fallback>
                  <p:oleObj name="" r:id="rId5" imgW="228600" imgH="254000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276" y="3460"/>
                          <a:ext cx="144" cy="1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5" name="Object 10"/>
            <p:cNvGraphicFramePr>
              <a:graphicFrameLocks noChangeAspect="1"/>
            </p:cNvGraphicFramePr>
            <p:nvPr/>
          </p:nvGraphicFramePr>
          <p:xfrm>
            <a:off x="3528" y="1888"/>
            <a:ext cx="50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7" imgW="799465" imgH="393700" progId="Equation.3">
                    <p:embed/>
                  </p:oleObj>
                </mc:Choice>
                <mc:Fallback>
                  <p:oleObj name="" r:id="rId7" imgW="799465" imgH="3937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28" y="1888"/>
                          <a:ext cx="504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" name="Object 11"/>
            <p:cNvGraphicFramePr>
              <a:graphicFrameLocks noChangeAspect="1"/>
            </p:cNvGraphicFramePr>
            <p:nvPr/>
          </p:nvGraphicFramePr>
          <p:xfrm>
            <a:off x="3756" y="3316"/>
            <a:ext cx="224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9" imgW="355600" imgH="622300" progId="Equation.3">
                    <p:embed/>
                  </p:oleObj>
                </mc:Choice>
                <mc:Fallback>
                  <p:oleObj name="" r:id="rId9" imgW="355600" imgH="6223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756" y="3316"/>
                          <a:ext cx="224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12"/>
            <p:cNvGraphicFramePr>
              <a:graphicFrameLocks noChangeAspect="1"/>
            </p:cNvGraphicFramePr>
            <p:nvPr/>
          </p:nvGraphicFramePr>
          <p:xfrm>
            <a:off x="4476" y="3316"/>
            <a:ext cx="240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11" imgW="381000" imgH="622300" progId="Equation.3">
                    <p:embed/>
                  </p:oleObj>
                </mc:Choice>
                <mc:Fallback>
                  <p:oleObj name="" r:id="rId11" imgW="381000" imgH="6223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4476" y="3316"/>
                          <a:ext cx="240" cy="3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28" name="Line 13"/>
            <p:cNvSpPr/>
            <p:nvPr/>
          </p:nvSpPr>
          <p:spPr>
            <a:xfrm>
              <a:off x="4596" y="2356"/>
              <a:ext cx="67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9229" name="Line 14"/>
            <p:cNvSpPr/>
            <p:nvPr/>
          </p:nvSpPr>
          <p:spPr>
            <a:xfrm>
              <a:off x="3878" y="2674"/>
              <a:ext cx="733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9230" name="Object 15"/>
            <p:cNvGraphicFramePr>
              <a:graphicFrameLocks noChangeAspect="1"/>
            </p:cNvGraphicFramePr>
            <p:nvPr/>
          </p:nvGraphicFramePr>
          <p:xfrm>
            <a:off x="3136" y="2944"/>
            <a:ext cx="320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13" imgW="508000" imgH="419100" progId="Equation.3">
                    <p:embed/>
                  </p:oleObj>
                </mc:Choice>
                <mc:Fallback>
                  <p:oleObj name="" r:id="rId13" imgW="508000" imgH="4191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136" y="2944"/>
                          <a:ext cx="320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1" name="Line 16"/>
            <p:cNvSpPr/>
            <p:nvPr/>
          </p:nvSpPr>
          <p:spPr>
            <a:xfrm>
              <a:off x="3424" y="3082"/>
              <a:ext cx="46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graphicFrame>
          <p:nvGraphicFramePr>
            <p:cNvPr id="9232" name="Object 17"/>
            <p:cNvGraphicFramePr>
              <a:graphicFrameLocks noChangeAspect="1"/>
            </p:cNvGraphicFramePr>
            <p:nvPr/>
          </p:nvGraphicFramePr>
          <p:xfrm>
            <a:off x="3132" y="2548"/>
            <a:ext cx="32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15" imgW="520700" imgH="419100" progId="Equation.3">
                    <p:embed/>
                  </p:oleObj>
                </mc:Choice>
                <mc:Fallback>
                  <p:oleObj name="" r:id="rId15" imgW="520700" imgH="4191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132" y="2548"/>
                          <a:ext cx="328" cy="26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3" name="Object 18"/>
            <p:cNvGraphicFramePr>
              <a:graphicFrameLocks noChangeAspect="1"/>
            </p:cNvGraphicFramePr>
            <p:nvPr/>
          </p:nvGraphicFramePr>
          <p:xfrm>
            <a:off x="3252" y="2212"/>
            <a:ext cx="20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7" imgW="317500" imgH="304800" progId="Equation.3">
                    <p:embed/>
                  </p:oleObj>
                </mc:Choice>
                <mc:Fallback>
                  <p:oleObj name="" r:id="rId17" imgW="317500" imgH="3048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252" y="2212"/>
                          <a:ext cx="200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4" name="Line 19"/>
            <p:cNvSpPr/>
            <p:nvPr/>
          </p:nvSpPr>
          <p:spPr>
            <a:xfrm>
              <a:off x="2925" y="3412"/>
              <a:ext cx="502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</p:sp>
        <p:sp>
          <p:nvSpPr>
            <p:cNvPr id="9235" name="Oval 20"/>
            <p:cNvSpPr/>
            <p:nvPr/>
          </p:nvSpPr>
          <p:spPr>
            <a:xfrm>
              <a:off x="3403" y="3379"/>
              <a:ext cx="67" cy="6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36" name="Oval 21"/>
            <p:cNvSpPr/>
            <p:nvPr/>
          </p:nvSpPr>
          <p:spPr>
            <a:xfrm>
              <a:off x="3844" y="3049"/>
              <a:ext cx="67" cy="6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237" name="Oval 22"/>
            <p:cNvSpPr/>
            <p:nvPr/>
          </p:nvSpPr>
          <p:spPr>
            <a:xfrm>
              <a:off x="4561" y="2632"/>
              <a:ext cx="67" cy="67"/>
            </a:xfrm>
            <a:prstGeom prst="ellipse">
              <a:avLst/>
            </a:prstGeom>
            <a:solidFill>
              <a:schemeClr val="bg1"/>
            </a:solidFill>
            <a:ln w="19050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220" name="文本框 20"/>
          <p:cNvSpPr txBox="1"/>
          <p:nvPr/>
        </p:nvSpPr>
        <p:spPr>
          <a:xfrm>
            <a:off x="654050" y="4084638"/>
            <a:ext cx="8066088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latin typeface="Times New Roman" panose="02020603050405020304" pitchFamily="18" charset="0"/>
              </a:rPr>
              <a:t>        假设上述分布函数所对应的随机变量为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，则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的分布律是什么？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15"/>
          <p:cNvSpPr/>
          <p:nvPr/>
        </p:nvSpPr>
        <p:spPr>
          <a:xfrm>
            <a:off x="827088" y="752475"/>
            <a:ext cx="31686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b="1" dirty="0">
                <a:solidFill>
                  <a:srgbClr val="99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重要公式</a:t>
            </a:r>
            <a:endParaRPr lang="zh-CN" altLang="en-US" sz="3200" b="1" dirty="0">
              <a:solidFill>
                <a:srgbClr val="99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9234" name="Object 18"/>
          <p:cNvGraphicFramePr>
            <a:graphicFrameLocks noChangeAspect="1"/>
          </p:cNvGraphicFramePr>
          <p:nvPr/>
        </p:nvGraphicFramePr>
        <p:xfrm>
          <a:off x="1655763" y="1538288"/>
          <a:ext cx="438626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3348355" imgH="226695" progId="Equation.3">
                  <p:embed/>
                </p:oleObj>
              </mc:Choice>
              <mc:Fallback>
                <p:oleObj name="" r:id="rId1" imgW="3348355" imgH="226695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55763" y="1538288"/>
                        <a:ext cx="4386262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5" name="Object 19"/>
          <p:cNvGraphicFramePr>
            <a:graphicFrameLocks noChangeAspect="1"/>
          </p:cNvGraphicFramePr>
          <p:nvPr/>
        </p:nvGraphicFramePr>
        <p:xfrm>
          <a:off x="1655763" y="2243138"/>
          <a:ext cx="31765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3" imgW="2550795" imgH="226695" progId="Equation.3">
                  <p:embed/>
                </p:oleObj>
              </mc:Choice>
              <mc:Fallback>
                <p:oleObj name="" r:id="rId3" imgW="2550795" imgH="226695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55763" y="2243138"/>
                        <a:ext cx="3176587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Text Box 20"/>
          <p:cNvSpPr txBox="1"/>
          <p:nvPr/>
        </p:nvSpPr>
        <p:spPr>
          <a:xfrm>
            <a:off x="828675" y="280828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证明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237" name="Object 21"/>
          <p:cNvGraphicFramePr>
            <a:graphicFrameLocks noChangeAspect="1"/>
          </p:cNvGraphicFramePr>
          <p:nvPr/>
        </p:nvGraphicFramePr>
        <p:xfrm>
          <a:off x="1952625" y="2898775"/>
          <a:ext cx="5562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5" imgW="5562600" imgH="431800" progId="Equation.3">
                  <p:embed/>
                </p:oleObj>
              </mc:Choice>
              <mc:Fallback>
                <p:oleObj name="" r:id="rId5" imgW="5562600" imgH="4318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2625" y="2898775"/>
                        <a:ext cx="5562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8" name="Object 22"/>
          <p:cNvGraphicFramePr>
            <a:graphicFrameLocks noChangeAspect="1"/>
          </p:cNvGraphicFramePr>
          <p:nvPr/>
        </p:nvGraphicFramePr>
        <p:xfrm>
          <a:off x="2133600" y="3606800"/>
          <a:ext cx="397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7" imgW="3975100" imgH="393700" progId="Equation.3">
                  <p:embed/>
                </p:oleObj>
              </mc:Choice>
              <mc:Fallback>
                <p:oleObj name="" r:id="rId7" imgW="3975100" imgH="3937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33600" y="3606800"/>
                        <a:ext cx="3975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9" name="Object 23"/>
          <p:cNvGraphicFramePr>
            <a:graphicFrameLocks noChangeAspect="1"/>
          </p:cNvGraphicFramePr>
          <p:nvPr/>
        </p:nvGraphicFramePr>
        <p:xfrm>
          <a:off x="944563" y="4362450"/>
          <a:ext cx="638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9" imgW="6388100" imgH="419100" progId="Equation.3">
                  <p:embed/>
                </p:oleObj>
              </mc:Choice>
              <mc:Fallback>
                <p:oleObj name="" r:id="rId9" imgW="6388100" imgH="4191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44563" y="4362450"/>
                        <a:ext cx="6388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2" name="Object 26"/>
          <p:cNvGraphicFramePr>
            <a:graphicFrameLocks noChangeAspect="1"/>
          </p:cNvGraphicFramePr>
          <p:nvPr/>
        </p:nvGraphicFramePr>
        <p:xfrm>
          <a:off x="925513" y="5137150"/>
          <a:ext cx="4549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" r:id="rId11" imgW="4889500" imgH="419100" progId="Equation.3">
                  <p:embed/>
                </p:oleObj>
              </mc:Choice>
              <mc:Fallback>
                <p:oleObj name="" r:id="rId11" imgW="4889500" imgH="419100" progId="Equation.3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25513" y="5137150"/>
                        <a:ext cx="454977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1425575" y="1162050"/>
            <a:ext cx="7699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3427" name="Object 3"/>
          <p:cNvGraphicFramePr>
            <a:graphicFrameLocks noChangeAspect="1"/>
          </p:cNvGraphicFramePr>
          <p:nvPr/>
        </p:nvGraphicFramePr>
        <p:xfrm>
          <a:off x="2295525" y="1219200"/>
          <a:ext cx="41195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1" imgW="3848100" imgH="406400" progId="Equation.3">
                  <p:embed/>
                </p:oleObj>
              </mc:Choice>
              <mc:Fallback>
                <p:oleObj name="" r:id="rId1" imgW="3848100" imgH="4064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95525" y="1219200"/>
                        <a:ext cx="4119563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428" name="Group 4"/>
          <p:cNvGrpSpPr/>
          <p:nvPr/>
        </p:nvGrpSpPr>
        <p:grpSpPr>
          <a:xfrm>
            <a:off x="2627313" y="1628775"/>
            <a:ext cx="4176712" cy="1728788"/>
            <a:chOff x="1292" y="890"/>
            <a:chExt cx="2631" cy="1089"/>
          </a:xfrm>
        </p:grpSpPr>
        <p:sp>
          <p:nvSpPr>
            <p:cNvPr id="11279" name="Line 5"/>
            <p:cNvSpPr/>
            <p:nvPr/>
          </p:nvSpPr>
          <p:spPr>
            <a:xfrm>
              <a:off x="1292" y="1380"/>
              <a:ext cx="2631" cy="0"/>
            </a:xfrm>
            <a:prstGeom prst="line">
              <a:avLst/>
            </a:prstGeom>
            <a:ln w="28575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280" name="Line 6"/>
            <p:cNvSpPr/>
            <p:nvPr/>
          </p:nvSpPr>
          <p:spPr>
            <a:xfrm>
              <a:off x="1700" y="890"/>
              <a:ext cx="1" cy="1089"/>
            </a:xfrm>
            <a:prstGeom prst="line">
              <a:avLst/>
            </a:prstGeom>
            <a:ln w="38100" cap="flat" cmpd="sng">
              <a:solidFill>
                <a:srgbClr val="008000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1281" name="Object 7"/>
            <p:cNvGraphicFramePr>
              <a:graphicFrameLocks noChangeAspect="1"/>
            </p:cNvGraphicFramePr>
            <p:nvPr/>
          </p:nvGraphicFramePr>
          <p:xfrm>
            <a:off x="1392" y="1094"/>
            <a:ext cx="224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3" name="" r:id="rId3" imgW="355600" imgH="292100" progId="Equation.3">
                    <p:embed/>
                  </p:oleObj>
                </mc:Choice>
                <mc:Fallback>
                  <p:oleObj name="" r:id="rId3" imgW="355600" imgH="292100" progId="Equation.3">
                    <p:embed/>
                    <p:pic>
                      <p:nvPicPr>
                        <p:cNvPr id="0" name="图片 3152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392" y="1094"/>
                          <a:ext cx="224" cy="1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Object 8"/>
            <p:cNvGraphicFramePr>
              <a:graphicFrameLocks noChangeAspect="1"/>
            </p:cNvGraphicFramePr>
            <p:nvPr/>
          </p:nvGraphicFramePr>
          <p:xfrm>
            <a:off x="1374" y="1516"/>
            <a:ext cx="24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4" name="" r:id="rId5" imgW="393700" imgH="431800" progId="Equation.3">
                    <p:embed/>
                  </p:oleObj>
                </mc:Choice>
                <mc:Fallback>
                  <p:oleObj name="" r:id="rId5" imgW="393700" imgH="431800" progId="Equation.3">
                    <p:embed/>
                    <p:pic>
                      <p:nvPicPr>
                        <p:cNvPr id="0" name="图片 315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74" y="1516"/>
                          <a:ext cx="248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3" name="Object 9"/>
            <p:cNvGraphicFramePr>
              <a:graphicFrameLocks noChangeAspect="1"/>
            </p:cNvGraphicFramePr>
            <p:nvPr/>
          </p:nvGraphicFramePr>
          <p:xfrm>
            <a:off x="1855" y="1067"/>
            <a:ext cx="28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1" name="" r:id="rId7" imgW="457200" imgH="304800" progId="Equation.3">
                    <p:embed/>
                  </p:oleObj>
                </mc:Choice>
                <mc:Fallback>
                  <p:oleObj name="" r:id="rId7" imgW="457200" imgH="304800" progId="Equation.3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855" y="1067"/>
                          <a:ext cx="288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4" name="Object 10"/>
            <p:cNvGraphicFramePr>
              <a:graphicFrameLocks noChangeAspect="1"/>
            </p:cNvGraphicFramePr>
            <p:nvPr/>
          </p:nvGraphicFramePr>
          <p:xfrm>
            <a:off x="2699" y="1063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5" name="" r:id="rId9" imgW="215900" imgH="304800" progId="Equation.3">
                    <p:embed/>
                  </p:oleObj>
                </mc:Choice>
                <mc:Fallback>
                  <p:oleObj name="" r:id="rId9" imgW="215900" imgH="304800" progId="Equation.3">
                    <p:embed/>
                    <p:pic>
                      <p:nvPicPr>
                        <p:cNvPr id="0" name="图片 315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699" y="1063"/>
                          <a:ext cx="136" cy="1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5" name="Object 11"/>
            <p:cNvGraphicFramePr>
              <a:graphicFrameLocks noChangeAspect="1"/>
            </p:cNvGraphicFramePr>
            <p:nvPr/>
          </p:nvGraphicFramePr>
          <p:xfrm>
            <a:off x="3397" y="1062"/>
            <a:ext cx="136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1" imgW="215900" imgH="316865" progId="Equation.3">
                    <p:embed/>
                  </p:oleObj>
                </mc:Choice>
                <mc:Fallback>
                  <p:oleObj name="" r:id="rId11" imgW="215900" imgH="316865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397" y="1062"/>
                          <a:ext cx="136" cy="2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6" name="Object 12"/>
            <p:cNvGraphicFramePr>
              <a:graphicFrameLocks noChangeAspect="1"/>
            </p:cNvGraphicFramePr>
            <p:nvPr/>
          </p:nvGraphicFramePr>
          <p:xfrm>
            <a:off x="2004" y="1412"/>
            <a:ext cx="144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13" imgW="228600" imgH="825500" progId="Equation.3">
                    <p:embed/>
                  </p:oleObj>
                </mc:Choice>
                <mc:Fallback>
                  <p:oleObj name="" r:id="rId13" imgW="228600" imgH="8255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004" y="1412"/>
                          <a:ext cx="144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7" name="Object 13"/>
            <p:cNvGraphicFramePr>
              <a:graphicFrameLocks noChangeAspect="1"/>
            </p:cNvGraphicFramePr>
            <p:nvPr/>
          </p:nvGraphicFramePr>
          <p:xfrm>
            <a:off x="2683" y="1407"/>
            <a:ext cx="152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15" imgW="241300" imgH="825500" progId="Equation.3">
                    <p:embed/>
                  </p:oleObj>
                </mc:Choice>
                <mc:Fallback>
                  <p:oleObj name="" r:id="rId15" imgW="241300" imgH="8255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683" y="1407"/>
                          <a:ext cx="152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8" name="Object 14"/>
            <p:cNvGraphicFramePr>
              <a:graphicFrameLocks noChangeAspect="1"/>
            </p:cNvGraphicFramePr>
            <p:nvPr/>
          </p:nvGraphicFramePr>
          <p:xfrm>
            <a:off x="3394" y="1410"/>
            <a:ext cx="144" cy="5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17" imgW="228600" imgH="825500" progId="Equation.3">
                    <p:embed/>
                  </p:oleObj>
                </mc:Choice>
                <mc:Fallback>
                  <p:oleObj name="" r:id="rId17" imgW="228600" imgH="8255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94" y="1410"/>
                          <a:ext cx="144" cy="5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3439" name="Object 15"/>
          <p:cNvGraphicFramePr>
            <a:graphicFrameLocks noChangeAspect="1"/>
          </p:cNvGraphicFramePr>
          <p:nvPr/>
        </p:nvGraphicFramePr>
        <p:xfrm>
          <a:off x="892175" y="3500438"/>
          <a:ext cx="26638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19" imgW="2527300" imgH="419100" progId="Equation.3">
                  <p:embed/>
                </p:oleObj>
              </mc:Choice>
              <mc:Fallback>
                <p:oleObj name="" r:id="rId19" imgW="2527300" imgH="419100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2175" y="3500438"/>
                        <a:ext cx="2663825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0" name="Object 16"/>
          <p:cNvGraphicFramePr>
            <a:graphicFrameLocks noChangeAspect="1"/>
          </p:cNvGraphicFramePr>
          <p:nvPr/>
        </p:nvGraphicFramePr>
        <p:xfrm>
          <a:off x="3635375" y="3314700"/>
          <a:ext cx="2339975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21" imgW="2235200" imgH="825500" progId="Equation.3">
                  <p:embed/>
                </p:oleObj>
              </mc:Choice>
              <mc:Fallback>
                <p:oleObj name="" r:id="rId21" imgW="2235200" imgH="825500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635375" y="3314700"/>
                        <a:ext cx="2339975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1" name="Object 17"/>
          <p:cNvGraphicFramePr>
            <a:graphicFrameLocks noChangeAspect="1"/>
          </p:cNvGraphicFramePr>
          <p:nvPr/>
        </p:nvGraphicFramePr>
        <p:xfrm>
          <a:off x="6119813" y="3306763"/>
          <a:ext cx="2120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23" imgW="2120900" imgH="825500" progId="Equation.3">
                  <p:embed/>
                </p:oleObj>
              </mc:Choice>
              <mc:Fallback>
                <p:oleObj name="" r:id="rId23" imgW="2120900" imgH="825500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119813" y="3306763"/>
                        <a:ext cx="21209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2" name="Object 18"/>
          <p:cNvGraphicFramePr>
            <a:graphicFrameLocks noChangeAspect="1"/>
          </p:cNvGraphicFramePr>
          <p:nvPr/>
        </p:nvGraphicFramePr>
        <p:xfrm>
          <a:off x="900113" y="4365625"/>
          <a:ext cx="2124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25" imgW="2070100" imgH="381000" progId="Equation.3">
                  <p:embed/>
                </p:oleObj>
              </mc:Choice>
              <mc:Fallback>
                <p:oleObj name="" r:id="rId25" imgW="2070100" imgH="3810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00113" y="4365625"/>
                        <a:ext cx="212407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3" name="Text Box 19"/>
          <p:cNvSpPr txBox="1"/>
          <p:nvPr/>
        </p:nvSpPr>
        <p:spPr>
          <a:xfrm>
            <a:off x="1462088" y="487045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03444" name="Object 20"/>
          <p:cNvGraphicFramePr>
            <a:graphicFrameLocks noChangeAspect="1"/>
          </p:cNvGraphicFramePr>
          <p:nvPr/>
        </p:nvGraphicFramePr>
        <p:xfrm>
          <a:off x="2109788" y="4956175"/>
          <a:ext cx="54371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8" name="" r:id="rId27" imgW="5295900" imgH="419100" progId="Equation.3">
                  <p:embed/>
                </p:oleObj>
              </mc:Choice>
              <mc:Fallback>
                <p:oleObj name="" r:id="rId27" imgW="5295900" imgH="419100" progId="Equation.3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2109788" y="4956175"/>
                        <a:ext cx="5437187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5" name="Object 21"/>
          <p:cNvGraphicFramePr>
            <a:graphicFrameLocks noChangeAspect="1"/>
          </p:cNvGraphicFramePr>
          <p:nvPr/>
        </p:nvGraphicFramePr>
        <p:xfrm>
          <a:off x="7553325" y="4999038"/>
          <a:ext cx="1117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29" imgW="1116965" imgH="406400" progId="Equation.3">
                  <p:embed/>
                </p:oleObj>
              </mc:Choice>
              <mc:Fallback>
                <p:oleObj name="" r:id="rId29" imgW="1116965" imgH="406400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7553325" y="4999038"/>
                        <a:ext cx="11176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46" name="Object 22"/>
          <p:cNvGraphicFramePr>
            <a:graphicFrameLocks noChangeAspect="1"/>
          </p:cNvGraphicFramePr>
          <p:nvPr/>
        </p:nvGraphicFramePr>
        <p:xfrm>
          <a:off x="885825" y="5567363"/>
          <a:ext cx="4465638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31" imgW="4216400" imgH="419100" progId="Equation.3">
                  <p:embed/>
                </p:oleObj>
              </mc:Choice>
              <mc:Fallback>
                <p:oleObj name="" r:id="rId31" imgW="4216400" imgH="419100" progId="Equation.3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885825" y="5567363"/>
                        <a:ext cx="4465638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47" name="Text Box 23"/>
          <p:cNvSpPr txBox="1"/>
          <p:nvPr/>
        </p:nvSpPr>
        <p:spPr>
          <a:xfrm>
            <a:off x="5241925" y="5516563"/>
            <a:ext cx="34877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由概率的有限可加性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278" name="Rectangle 23"/>
          <p:cNvSpPr txBox="1"/>
          <p:nvPr/>
        </p:nvSpPr>
        <p:spPr>
          <a:xfrm>
            <a:off x="539750" y="206375"/>
            <a:ext cx="8229600" cy="701675"/>
          </a:xfrm>
          <a:prstGeom prst="rect">
            <a:avLst/>
          </a:prstGeom>
          <a:noFill/>
          <a:ln w="12700">
            <a:noFill/>
          </a:ln>
        </p:spPr>
        <p:txBody>
          <a:bodyPr anchor="ctr" anchorCtr="0">
            <a:spAutoFit/>
          </a:bodyPr>
          <a:p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三、例题讲解</a:t>
            </a:r>
            <a:endParaRPr lang="zh-CN" alt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3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03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03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03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03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03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3443" grpId="0"/>
      <p:bldP spid="1034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923925" y="765175"/>
          <a:ext cx="7493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7721600" imgH="457200" progId="Equation.3">
                  <p:embed/>
                </p:oleObj>
              </mc:Choice>
              <mc:Fallback>
                <p:oleObj name="" r:id="rId1" imgW="7721600" imgH="457200" progId="Equation.3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3925" y="765175"/>
                        <a:ext cx="74930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51" name="Text Box 3"/>
          <p:cNvSpPr txBox="1"/>
          <p:nvPr/>
        </p:nvSpPr>
        <p:spPr>
          <a:xfrm>
            <a:off x="827088" y="1312863"/>
            <a:ext cx="5397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4452" name="Object 4"/>
          <p:cNvGraphicFramePr>
            <a:graphicFrameLocks noChangeAspect="1"/>
          </p:cNvGraphicFramePr>
          <p:nvPr/>
        </p:nvGraphicFramePr>
        <p:xfrm>
          <a:off x="1439863" y="2974975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" imgW="799465" imgH="393700" progId="Equation.3">
                  <p:embed/>
                </p:oleObj>
              </mc:Choice>
              <mc:Fallback>
                <p:oleObj name="" r:id="rId3" imgW="799465" imgH="39370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39863" y="2974975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3" name="Object 5"/>
          <p:cNvGraphicFramePr>
            <a:graphicFrameLocks noChangeAspect="1"/>
          </p:cNvGraphicFramePr>
          <p:nvPr/>
        </p:nvGraphicFramePr>
        <p:xfrm>
          <a:off x="2233613" y="30908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33613" y="30908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4" name="Object 6"/>
          <p:cNvGraphicFramePr>
            <a:graphicFrameLocks noChangeAspect="1"/>
          </p:cNvGraphicFramePr>
          <p:nvPr/>
        </p:nvGraphicFramePr>
        <p:xfrm>
          <a:off x="2500313" y="2139950"/>
          <a:ext cx="3810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7" imgW="381000" imgH="2044700" progId="Equation.3">
                  <p:embed/>
                </p:oleObj>
              </mc:Choice>
              <mc:Fallback>
                <p:oleObj name="" r:id="rId7" imgW="381000" imgH="2044700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00313" y="2139950"/>
                        <a:ext cx="381000" cy="204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5" name="Object 7"/>
          <p:cNvGraphicFramePr>
            <a:graphicFrameLocks noChangeAspect="1"/>
          </p:cNvGraphicFramePr>
          <p:nvPr/>
        </p:nvGraphicFramePr>
        <p:xfrm>
          <a:off x="2724150" y="2017713"/>
          <a:ext cx="2032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9" imgW="203200" imgH="317500" progId="Equation.3">
                  <p:embed/>
                </p:oleObj>
              </mc:Choice>
              <mc:Fallback>
                <p:oleObj name="" r:id="rId9" imgW="203200" imgH="3175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24150" y="2017713"/>
                        <a:ext cx="2032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6" name="Object 8"/>
          <p:cNvGraphicFramePr>
            <a:graphicFrameLocks noChangeAspect="1"/>
          </p:cNvGraphicFramePr>
          <p:nvPr/>
        </p:nvGraphicFramePr>
        <p:xfrm>
          <a:off x="2687638" y="2600325"/>
          <a:ext cx="1714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11" imgW="1714500" imgH="381000" progId="Equation.3">
                  <p:embed/>
                </p:oleObj>
              </mc:Choice>
              <mc:Fallback>
                <p:oleObj name="" r:id="rId11" imgW="1714500" imgH="3810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87638" y="2600325"/>
                        <a:ext cx="1714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7" name="Object 9"/>
          <p:cNvGraphicFramePr>
            <a:graphicFrameLocks noChangeAspect="1"/>
          </p:cNvGraphicFramePr>
          <p:nvPr/>
        </p:nvGraphicFramePr>
        <p:xfrm>
          <a:off x="2613025" y="3252788"/>
          <a:ext cx="33369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3" imgW="1473200" imgH="203200" progId="Equation.DSMT4">
                  <p:embed/>
                </p:oleObj>
              </mc:Choice>
              <mc:Fallback>
                <p:oleObj name="" r:id="rId13" imgW="1473200" imgH="2032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13025" y="3252788"/>
                        <a:ext cx="3336925" cy="460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8" name="Object 10"/>
          <p:cNvGraphicFramePr>
            <a:graphicFrameLocks noChangeAspect="1"/>
          </p:cNvGraphicFramePr>
          <p:nvPr/>
        </p:nvGraphicFramePr>
        <p:xfrm>
          <a:off x="2759075" y="3968750"/>
          <a:ext cx="26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15" imgW="266700" imgH="368300" progId="Equation.3">
                  <p:embed/>
                </p:oleObj>
              </mc:Choice>
              <mc:Fallback>
                <p:oleObj name="" r:id="rId15" imgW="266700" imgH="3683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59075" y="3968750"/>
                        <a:ext cx="2667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59" name="Object 11"/>
          <p:cNvGraphicFramePr>
            <a:graphicFrameLocks noChangeAspect="1"/>
          </p:cNvGraphicFramePr>
          <p:nvPr/>
        </p:nvGraphicFramePr>
        <p:xfrm>
          <a:off x="6389688" y="1952625"/>
          <a:ext cx="11890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7" imgW="1079500" imgH="368300" progId="Equation.3">
                  <p:embed/>
                </p:oleObj>
              </mc:Choice>
              <mc:Fallback>
                <p:oleObj name="" r:id="rId17" imgW="1079500" imgH="368300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89688" y="1952625"/>
                        <a:ext cx="1189037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0" name="Object 12"/>
          <p:cNvGraphicFramePr>
            <a:graphicFrameLocks noChangeAspect="1"/>
          </p:cNvGraphicFramePr>
          <p:nvPr/>
        </p:nvGraphicFramePr>
        <p:xfrm>
          <a:off x="6080125" y="2606675"/>
          <a:ext cx="168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4" name="" r:id="rId19" imgW="1689100" imgH="368300" progId="Equation.3">
                  <p:embed/>
                </p:oleObj>
              </mc:Choice>
              <mc:Fallback>
                <p:oleObj name="" r:id="rId19" imgW="1689100" imgH="368300" progId="Equation.3">
                  <p:embed/>
                  <p:pic>
                    <p:nvPicPr>
                      <p:cNvPr id="0" name="图片 319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80125" y="2606675"/>
                        <a:ext cx="1689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1" name="Object 13"/>
          <p:cNvGraphicFramePr>
            <a:graphicFrameLocks noChangeAspect="1"/>
          </p:cNvGraphicFramePr>
          <p:nvPr/>
        </p:nvGraphicFramePr>
        <p:xfrm>
          <a:off x="6353175" y="3313113"/>
          <a:ext cx="144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9" name="" r:id="rId21" imgW="1447800" imgH="368300" progId="Equation.3">
                  <p:embed/>
                </p:oleObj>
              </mc:Choice>
              <mc:Fallback>
                <p:oleObj name="" r:id="rId21" imgW="1447800" imgH="368300" progId="Equation.3">
                  <p:embed/>
                  <p:pic>
                    <p:nvPicPr>
                      <p:cNvPr id="0" name="图片 318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353175" y="3313113"/>
                        <a:ext cx="14478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62" name="Object 14"/>
          <p:cNvGraphicFramePr>
            <a:graphicFrameLocks noChangeAspect="1"/>
          </p:cNvGraphicFramePr>
          <p:nvPr/>
        </p:nvGraphicFramePr>
        <p:xfrm>
          <a:off x="6662738" y="3962400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23" imgW="888365" imgH="317500" progId="Equation.3">
                  <p:embed/>
                </p:oleObj>
              </mc:Choice>
              <mc:Fallback>
                <p:oleObj name="" r:id="rId23" imgW="888365" imgH="317500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662738" y="3962400"/>
                        <a:ext cx="889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63" name="Text Box 15"/>
          <p:cNvSpPr txBox="1"/>
          <p:nvPr/>
        </p:nvSpPr>
        <p:spPr>
          <a:xfrm>
            <a:off x="792163" y="436562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4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04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04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04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04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0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6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328863" y="1851025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0" name="" r:id="rId1" imgW="799465" imgH="393700" progId="Equation.3">
                  <p:embed/>
                </p:oleObj>
              </mc:Choice>
              <mc:Fallback>
                <p:oleObj name="" r:id="rId1" imgW="799465" imgH="393700" progId="Equation.3">
                  <p:embed/>
                  <p:pic>
                    <p:nvPicPr>
                      <p:cNvPr id="0" name="图片 31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28863" y="1851025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5" name="Object 3"/>
          <p:cNvGraphicFramePr>
            <a:graphicFrameLocks noChangeAspect="1"/>
          </p:cNvGraphicFramePr>
          <p:nvPr/>
        </p:nvGraphicFramePr>
        <p:xfrm>
          <a:off x="3122613" y="19669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" name="" r:id="rId3" imgW="241300" imgH="152400" progId="Equation.3">
                  <p:embed/>
                </p:oleObj>
              </mc:Choice>
              <mc:Fallback>
                <p:oleObj name="" r:id="rId3" imgW="241300" imgH="152400" progId="Equation.3">
                  <p:embed/>
                  <p:pic>
                    <p:nvPicPr>
                      <p:cNvPr id="0" name="图片 319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2613" y="19669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3408363" y="858838"/>
          <a:ext cx="381000" cy="242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5" imgW="381000" imgH="2044700" progId="Equation.3">
                  <p:embed/>
                </p:oleObj>
              </mc:Choice>
              <mc:Fallback>
                <p:oleObj name="" r:id="rId5" imgW="381000" imgH="2044700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08363" y="858838"/>
                        <a:ext cx="381000" cy="2425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5"/>
          <p:cNvGraphicFramePr>
            <a:graphicFrameLocks noChangeAspect="1"/>
          </p:cNvGraphicFramePr>
          <p:nvPr/>
        </p:nvGraphicFramePr>
        <p:xfrm>
          <a:off x="3616325" y="73977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2" name="" r:id="rId7" imgW="292100" imgH="368300" progId="Equation.3">
                  <p:embed/>
                </p:oleObj>
              </mc:Choice>
              <mc:Fallback>
                <p:oleObj name="" r:id="rId7" imgW="292100" imgH="368300" progId="Equation.3">
                  <p:embed/>
                  <p:pic>
                    <p:nvPicPr>
                      <p:cNvPr id="0" name="图片 319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6325" y="739775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8" name="Object 6"/>
          <p:cNvGraphicFramePr>
            <a:graphicFrameLocks noChangeAspect="1"/>
          </p:cNvGraphicFramePr>
          <p:nvPr/>
        </p:nvGraphicFramePr>
        <p:xfrm>
          <a:off x="4618038" y="750888"/>
          <a:ext cx="118903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5" name="" r:id="rId9" imgW="1079500" imgH="368300" progId="Equation.3">
                  <p:embed/>
                </p:oleObj>
              </mc:Choice>
              <mc:Fallback>
                <p:oleObj name="" r:id="rId9" imgW="1079500" imgH="368300" progId="Equation.3">
                  <p:embed/>
                  <p:pic>
                    <p:nvPicPr>
                      <p:cNvPr id="0" name="图片 319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18038" y="750888"/>
                        <a:ext cx="1189037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9" name="Object 7"/>
          <p:cNvGraphicFramePr>
            <a:graphicFrameLocks noChangeAspect="1"/>
          </p:cNvGraphicFramePr>
          <p:nvPr/>
        </p:nvGraphicFramePr>
        <p:xfrm>
          <a:off x="3595688" y="1174750"/>
          <a:ext cx="355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11" imgW="355600" imgH="824865" progId="Equation.3">
                  <p:embed/>
                </p:oleObj>
              </mc:Choice>
              <mc:Fallback>
                <p:oleObj name="" r:id="rId11" imgW="355600" imgH="824865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95688" y="1174750"/>
                        <a:ext cx="355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0" name="Object 8"/>
          <p:cNvGraphicFramePr>
            <a:graphicFrameLocks noChangeAspect="1"/>
          </p:cNvGraphicFramePr>
          <p:nvPr/>
        </p:nvGraphicFramePr>
        <p:xfrm>
          <a:off x="4359275" y="1541463"/>
          <a:ext cx="1689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8" name="" r:id="rId13" imgW="1689100" imgH="368300" progId="Equation.3">
                  <p:embed/>
                </p:oleObj>
              </mc:Choice>
              <mc:Fallback>
                <p:oleObj name="" r:id="rId13" imgW="1689100" imgH="368300" progId="Equation.3">
                  <p:embed/>
                  <p:pic>
                    <p:nvPicPr>
                      <p:cNvPr id="0" name="图片 319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59275" y="1541463"/>
                        <a:ext cx="1689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1" name="Object 9"/>
          <p:cNvGraphicFramePr>
            <a:graphicFrameLocks noChangeAspect="1"/>
          </p:cNvGraphicFramePr>
          <p:nvPr/>
        </p:nvGraphicFramePr>
        <p:xfrm>
          <a:off x="3595688" y="2092325"/>
          <a:ext cx="355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3" name="" r:id="rId15" imgW="355600" imgH="824865" progId="Equation.3">
                  <p:embed/>
                </p:oleObj>
              </mc:Choice>
              <mc:Fallback>
                <p:oleObj name="" r:id="rId15" imgW="355600" imgH="824865" progId="Equation.3">
                  <p:embed/>
                  <p:pic>
                    <p:nvPicPr>
                      <p:cNvPr id="0" name="图片 3192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95688" y="2092325"/>
                        <a:ext cx="355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2" name="Object 10"/>
          <p:cNvGraphicFramePr>
            <a:graphicFrameLocks noChangeAspect="1"/>
          </p:cNvGraphicFramePr>
          <p:nvPr/>
        </p:nvGraphicFramePr>
        <p:xfrm>
          <a:off x="4581525" y="2413000"/>
          <a:ext cx="1447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6" name="" r:id="rId17" imgW="1447800" imgH="368300" progId="Equation.3">
                  <p:embed/>
                </p:oleObj>
              </mc:Choice>
              <mc:Fallback>
                <p:oleObj name="" r:id="rId17" imgW="1447800" imgH="368300" progId="Equation.3">
                  <p:embed/>
                  <p:pic>
                    <p:nvPicPr>
                      <p:cNvPr id="0" name="图片 3195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581525" y="2413000"/>
                        <a:ext cx="14478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3" name="Object 11"/>
          <p:cNvGraphicFramePr>
            <a:graphicFrameLocks noChangeAspect="1"/>
          </p:cNvGraphicFramePr>
          <p:nvPr/>
        </p:nvGraphicFramePr>
        <p:xfrm>
          <a:off x="3638550" y="3068638"/>
          <a:ext cx="26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19" imgW="266700" imgH="368300" progId="Equation.3">
                  <p:embed/>
                </p:oleObj>
              </mc:Choice>
              <mc:Fallback>
                <p:oleObj name="" r:id="rId19" imgW="266700" imgH="368300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638550" y="3068638"/>
                        <a:ext cx="2667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4" name="Object 12"/>
          <p:cNvGraphicFramePr>
            <a:graphicFrameLocks noChangeAspect="1"/>
          </p:cNvGraphicFramePr>
          <p:nvPr/>
        </p:nvGraphicFramePr>
        <p:xfrm>
          <a:off x="4856163" y="3076575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" name="" r:id="rId21" imgW="888365" imgH="317500" progId="Equation.3">
                  <p:embed/>
                </p:oleObj>
              </mc:Choice>
              <mc:Fallback>
                <p:oleObj name="" r:id="rId21" imgW="888365" imgH="317500" progId="Equation.3">
                  <p:embed/>
                  <p:pic>
                    <p:nvPicPr>
                      <p:cNvPr id="0" name="图片 3196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56163" y="3076575"/>
                        <a:ext cx="889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5" name="Object 13"/>
          <p:cNvGraphicFramePr>
            <a:graphicFrameLocks noChangeAspect="1"/>
          </p:cNvGraphicFramePr>
          <p:nvPr/>
        </p:nvGraphicFramePr>
        <p:xfrm>
          <a:off x="2233613" y="3624263"/>
          <a:ext cx="52181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8" name="" r:id="rId23" imgW="4902200" imgH="444500" progId="Equation.3">
                  <p:embed/>
                </p:oleObj>
              </mc:Choice>
              <mc:Fallback>
                <p:oleObj name="" r:id="rId23" imgW="4902200" imgH="444500" progId="Equation.3">
                  <p:embed/>
                  <p:pic>
                    <p:nvPicPr>
                      <p:cNvPr id="0" name="图片 3187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33613" y="3624263"/>
                        <a:ext cx="5218112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6" name="Object 14"/>
          <p:cNvGraphicFramePr>
            <a:graphicFrameLocks noChangeAspect="1"/>
          </p:cNvGraphicFramePr>
          <p:nvPr/>
        </p:nvGraphicFramePr>
        <p:xfrm>
          <a:off x="900113" y="4357688"/>
          <a:ext cx="46434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25" imgW="4432300" imgH="419100" progId="Equation.3">
                  <p:embed/>
                </p:oleObj>
              </mc:Choice>
              <mc:Fallback>
                <p:oleObj name="" r:id="rId25" imgW="4432300" imgH="419100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00113" y="4357688"/>
                        <a:ext cx="4643437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87" name="Object 15"/>
          <p:cNvGraphicFramePr>
            <a:graphicFrameLocks noChangeAspect="1"/>
          </p:cNvGraphicFramePr>
          <p:nvPr/>
        </p:nvGraphicFramePr>
        <p:xfrm>
          <a:off x="5478463" y="4171950"/>
          <a:ext cx="3213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27" imgW="3213100" imgH="825500" progId="Equation.3">
                  <p:embed/>
                </p:oleObj>
              </mc:Choice>
              <mc:Fallback>
                <p:oleObj name="" r:id="rId27" imgW="3213100" imgH="825500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478463" y="4171950"/>
                        <a:ext cx="32131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88" name="Text Box 16"/>
          <p:cNvSpPr txBox="1"/>
          <p:nvPr/>
        </p:nvSpPr>
        <p:spPr>
          <a:xfrm>
            <a:off x="812800" y="508635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又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5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05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05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05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05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05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05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105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05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05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8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2124075" y="836613"/>
          <a:ext cx="15748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" r:id="rId1" imgW="1574800" imgH="901700" progId="Equation.3">
                  <p:embed/>
                </p:oleObj>
              </mc:Choice>
              <mc:Fallback>
                <p:oleObj name="" r:id="rId1" imgW="1574800" imgH="901700" progId="Equation.3">
                  <p:embed/>
                  <p:pic>
                    <p:nvPicPr>
                      <p:cNvPr id="0" name="图片 31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24075" y="836613"/>
                        <a:ext cx="15748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499" name="Object 3"/>
          <p:cNvGraphicFramePr>
            <a:graphicFrameLocks noChangeAspect="1"/>
          </p:cNvGraphicFramePr>
          <p:nvPr/>
        </p:nvGraphicFramePr>
        <p:xfrm>
          <a:off x="3744913" y="12112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" r:id="rId3" imgW="241300" imgH="152400" progId="Equation.3">
                  <p:embed/>
                </p:oleObj>
              </mc:Choice>
              <mc:Fallback>
                <p:oleObj name="" r:id="rId3" imgW="241300" imgH="152400" progId="Equation.3">
                  <p:embed/>
                  <p:pic>
                    <p:nvPicPr>
                      <p:cNvPr id="0" name="图片 318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44913" y="12112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Object 4"/>
          <p:cNvGraphicFramePr>
            <a:graphicFrameLocks noChangeAspect="1"/>
          </p:cNvGraphicFramePr>
          <p:nvPr/>
        </p:nvGraphicFramePr>
        <p:xfrm>
          <a:off x="3960813" y="836613"/>
          <a:ext cx="889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5" imgW="888365" imgH="901065" progId="Equation.3">
                  <p:embed/>
                </p:oleObj>
              </mc:Choice>
              <mc:Fallback>
                <p:oleObj name="" r:id="rId5" imgW="888365" imgH="90106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0813" y="836613"/>
                        <a:ext cx="889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5"/>
          <p:cNvGraphicFramePr>
            <a:graphicFrameLocks noChangeAspect="1"/>
          </p:cNvGraphicFramePr>
          <p:nvPr/>
        </p:nvGraphicFramePr>
        <p:xfrm>
          <a:off x="4881563" y="12112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1563" y="12112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6"/>
          <p:cNvGraphicFramePr>
            <a:graphicFrameLocks noChangeAspect="1"/>
          </p:cNvGraphicFramePr>
          <p:nvPr/>
        </p:nvGraphicFramePr>
        <p:xfrm>
          <a:off x="5184775" y="858838"/>
          <a:ext cx="355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8" imgW="355600" imgH="824865" progId="Equation.3">
                  <p:embed/>
                </p:oleObj>
              </mc:Choice>
              <mc:Fallback>
                <p:oleObj name="" r:id="rId8" imgW="355600" imgH="824865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84775" y="858838"/>
                        <a:ext cx="355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3" name="Object 7"/>
          <p:cNvGraphicFramePr>
            <a:graphicFrameLocks noChangeAspect="1"/>
          </p:cNvGraphicFramePr>
          <p:nvPr/>
        </p:nvGraphicFramePr>
        <p:xfrm>
          <a:off x="1592263" y="2060575"/>
          <a:ext cx="21463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10" imgW="2146300" imgH="901700" progId="Equation.3">
                  <p:embed/>
                </p:oleObj>
              </mc:Choice>
              <mc:Fallback>
                <p:oleObj name="" r:id="rId10" imgW="2146300" imgH="90170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92263" y="2060575"/>
                        <a:ext cx="21463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4" name="Object 8"/>
          <p:cNvGraphicFramePr>
            <a:graphicFrameLocks noChangeAspect="1"/>
          </p:cNvGraphicFramePr>
          <p:nvPr/>
        </p:nvGraphicFramePr>
        <p:xfrm>
          <a:off x="3752850" y="24288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12" imgW="241300" imgH="152400" progId="Equation.3">
                  <p:embed/>
                </p:oleObj>
              </mc:Choice>
              <mc:Fallback>
                <p:oleObj name="" r:id="rId12" imgW="241300" imgH="152400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52850" y="24288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9"/>
          <p:cNvGraphicFramePr>
            <a:graphicFrameLocks noChangeAspect="1"/>
          </p:cNvGraphicFramePr>
          <p:nvPr/>
        </p:nvGraphicFramePr>
        <p:xfrm>
          <a:off x="3968750" y="2082800"/>
          <a:ext cx="8890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3" name="" r:id="rId13" imgW="888365" imgH="901065" progId="Equation.3">
                  <p:embed/>
                </p:oleObj>
              </mc:Choice>
              <mc:Fallback>
                <p:oleObj name="" r:id="rId13" imgW="888365" imgH="901065" progId="Equation.3">
                  <p:embed/>
                  <p:pic>
                    <p:nvPicPr>
                      <p:cNvPr id="0" name="图片 320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68750" y="2082800"/>
                        <a:ext cx="8890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10"/>
          <p:cNvGraphicFramePr>
            <a:graphicFrameLocks noChangeAspect="1"/>
          </p:cNvGraphicFramePr>
          <p:nvPr/>
        </p:nvGraphicFramePr>
        <p:xfrm>
          <a:off x="4879975" y="2076450"/>
          <a:ext cx="11557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6" name="" r:id="rId15" imgW="1155700" imgH="901700" progId="Equation.3">
                  <p:embed/>
                </p:oleObj>
              </mc:Choice>
              <mc:Fallback>
                <p:oleObj name="" r:id="rId15" imgW="1155700" imgH="901700" progId="Equation.3">
                  <p:embed/>
                  <p:pic>
                    <p:nvPicPr>
                      <p:cNvPr id="0" name="图片 3215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79975" y="2076450"/>
                        <a:ext cx="1155700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7" name="Object 11"/>
          <p:cNvGraphicFramePr>
            <a:graphicFrameLocks noChangeAspect="1"/>
          </p:cNvGraphicFramePr>
          <p:nvPr/>
        </p:nvGraphicFramePr>
        <p:xfrm>
          <a:off x="6057900" y="24288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1" name="" r:id="rId17" imgW="241300" imgH="152400" progId="Equation.3">
                  <p:embed/>
                </p:oleObj>
              </mc:Choice>
              <mc:Fallback>
                <p:oleObj name="" r:id="rId17" imgW="241300" imgH="152400" progId="Equation.3">
                  <p:embed/>
                  <p:pic>
                    <p:nvPicPr>
                      <p:cNvPr id="0" name="图片 320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057900" y="24288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8" name="Object 12"/>
          <p:cNvGraphicFramePr>
            <a:graphicFrameLocks noChangeAspect="1"/>
          </p:cNvGraphicFramePr>
          <p:nvPr/>
        </p:nvGraphicFramePr>
        <p:xfrm>
          <a:off x="6323013" y="2089150"/>
          <a:ext cx="774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9" name="" r:id="rId19" imgW="774065" imgH="824865" progId="Equation.3">
                  <p:embed/>
                </p:oleObj>
              </mc:Choice>
              <mc:Fallback>
                <p:oleObj name="" r:id="rId19" imgW="774065" imgH="824865" progId="Equation.3">
                  <p:embed/>
                  <p:pic>
                    <p:nvPicPr>
                      <p:cNvPr id="0" name="图片 3208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323013" y="2089150"/>
                        <a:ext cx="7747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9" name="Object 13"/>
          <p:cNvGraphicFramePr>
            <a:graphicFrameLocks noChangeAspect="1"/>
          </p:cNvGraphicFramePr>
          <p:nvPr/>
        </p:nvGraphicFramePr>
        <p:xfrm>
          <a:off x="7129463" y="244157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6" name="" r:id="rId21" imgW="241300" imgH="152400" progId="Equation.3">
                  <p:embed/>
                </p:oleObj>
              </mc:Choice>
              <mc:Fallback>
                <p:oleObj name="" r:id="rId21" imgW="241300" imgH="152400" progId="Equation.3">
                  <p:embed/>
                  <p:pic>
                    <p:nvPicPr>
                      <p:cNvPr id="0" name="图片 320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129463" y="244157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0" name="Object 14"/>
          <p:cNvGraphicFramePr>
            <a:graphicFrameLocks noChangeAspect="1"/>
          </p:cNvGraphicFramePr>
          <p:nvPr/>
        </p:nvGraphicFramePr>
        <p:xfrm>
          <a:off x="7385050" y="2081213"/>
          <a:ext cx="355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5" name="" r:id="rId23" imgW="355600" imgH="824865" progId="Equation.3">
                  <p:embed/>
                </p:oleObj>
              </mc:Choice>
              <mc:Fallback>
                <p:oleObj name="" r:id="rId23" imgW="355600" imgH="824865" progId="Equation.3">
                  <p:embed/>
                  <p:pic>
                    <p:nvPicPr>
                      <p:cNvPr id="0" name="图片 3214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85050" y="2081213"/>
                        <a:ext cx="355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1" name="Object 15"/>
          <p:cNvGraphicFramePr>
            <a:graphicFrameLocks noChangeAspect="1"/>
          </p:cNvGraphicFramePr>
          <p:nvPr/>
        </p:nvGraphicFramePr>
        <p:xfrm>
          <a:off x="1835150" y="3284538"/>
          <a:ext cx="196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2" name="" r:id="rId25" imgW="1968500" imgH="381000" progId="Equation.3">
                  <p:embed/>
                </p:oleObj>
              </mc:Choice>
              <mc:Fallback>
                <p:oleObj name="" r:id="rId25" imgW="1968500" imgH="381000" progId="Equation.3">
                  <p:embed/>
                  <p:pic>
                    <p:nvPicPr>
                      <p:cNvPr id="0" name="图片 3211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35150" y="3284538"/>
                        <a:ext cx="1968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2" name="Object 16"/>
          <p:cNvGraphicFramePr>
            <a:graphicFrameLocks noChangeAspect="1"/>
          </p:cNvGraphicFramePr>
          <p:nvPr/>
        </p:nvGraphicFramePr>
        <p:xfrm>
          <a:off x="3802063" y="339248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3" name="" r:id="rId27" imgW="241300" imgH="152400" progId="Equation.3">
                  <p:embed/>
                </p:oleObj>
              </mc:Choice>
              <mc:Fallback>
                <p:oleObj name="" r:id="rId27" imgW="241300" imgH="152400" progId="Equation.3">
                  <p:embed/>
                  <p:pic>
                    <p:nvPicPr>
                      <p:cNvPr id="0" name="图片 32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2063" y="339248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3238" name="Object 6"/>
          <p:cNvGraphicFramePr>
            <a:graphicFrameLocks noChangeAspect="1"/>
          </p:cNvGraphicFramePr>
          <p:nvPr/>
        </p:nvGraphicFramePr>
        <p:xfrm>
          <a:off x="4017963" y="3321050"/>
          <a:ext cx="354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" name="" r:id="rId28" imgW="3543300" imgH="393700" progId="Equation.3">
                  <p:embed/>
                </p:oleObj>
              </mc:Choice>
              <mc:Fallback>
                <p:oleObj name="" r:id="rId28" imgW="3543300" imgH="393700" progId="Equation.3">
                  <p:embed/>
                  <p:pic>
                    <p:nvPicPr>
                      <p:cNvPr id="0" name="图片 3199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017963" y="3321050"/>
                        <a:ext cx="35433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4" name="Object 8"/>
          <p:cNvGraphicFramePr>
            <a:graphicFrameLocks noChangeAspect="1"/>
          </p:cNvGraphicFramePr>
          <p:nvPr/>
        </p:nvGraphicFramePr>
        <p:xfrm>
          <a:off x="4032250" y="3868738"/>
          <a:ext cx="1270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" name="" r:id="rId30" imgW="1270000" imgH="825500" progId="Equation.3">
                  <p:embed/>
                </p:oleObj>
              </mc:Choice>
              <mc:Fallback>
                <p:oleObj name="" r:id="rId30" imgW="1270000" imgH="825500" progId="Equation.3">
                  <p:embed/>
                  <p:pic>
                    <p:nvPicPr>
                      <p:cNvPr id="0" name="图片 3201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032250" y="3868738"/>
                        <a:ext cx="12700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5" name="Object 9"/>
          <p:cNvGraphicFramePr>
            <a:graphicFrameLocks noChangeAspect="1"/>
          </p:cNvGraphicFramePr>
          <p:nvPr/>
        </p:nvGraphicFramePr>
        <p:xfrm>
          <a:off x="5616575" y="3868738"/>
          <a:ext cx="355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7" name="" r:id="rId32" imgW="355600" imgH="824865" progId="Equation.3">
                  <p:embed/>
                </p:oleObj>
              </mc:Choice>
              <mc:Fallback>
                <p:oleObj name="" r:id="rId32" imgW="355600" imgH="824865" progId="Equation.3">
                  <p:embed/>
                  <p:pic>
                    <p:nvPicPr>
                      <p:cNvPr id="0" name="图片 3206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616575" y="3868738"/>
                        <a:ext cx="355600" cy="825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6" name="Object 20"/>
          <p:cNvGraphicFramePr>
            <a:graphicFrameLocks noChangeAspect="1"/>
          </p:cNvGraphicFramePr>
          <p:nvPr/>
        </p:nvGraphicFramePr>
        <p:xfrm>
          <a:off x="3802063" y="42211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4" name="" r:id="rId34" imgW="241300" imgH="152400" progId="Equation.3">
                  <p:embed/>
                </p:oleObj>
              </mc:Choice>
              <mc:Fallback>
                <p:oleObj name="" r:id="rId34" imgW="241300" imgH="152400" progId="Equation.3">
                  <p:embed/>
                  <p:pic>
                    <p:nvPicPr>
                      <p:cNvPr id="0" name="图片 32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02063" y="42211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7" name="Object 21"/>
          <p:cNvGraphicFramePr>
            <a:graphicFrameLocks noChangeAspect="1"/>
          </p:cNvGraphicFramePr>
          <p:nvPr/>
        </p:nvGraphicFramePr>
        <p:xfrm>
          <a:off x="5349875" y="42211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" name="" r:id="rId35" imgW="241300" imgH="152400" progId="Equation.3">
                  <p:embed/>
                </p:oleObj>
              </mc:Choice>
              <mc:Fallback>
                <p:oleObj name="" r:id="rId35" imgW="241300" imgH="152400" progId="Equation.3">
                  <p:embed/>
                  <p:pic>
                    <p:nvPicPr>
                      <p:cNvPr id="0" name="图片 320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49875" y="42211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6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06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6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0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06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2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06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0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10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ext Box 2"/>
          <p:cNvSpPr txBox="1"/>
          <p:nvPr/>
        </p:nvSpPr>
        <p:spPr>
          <a:xfrm>
            <a:off x="1439863" y="693738"/>
            <a:ext cx="9842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一般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7523" name="Object 3"/>
          <p:cNvGraphicFramePr>
            <a:graphicFrameLocks noChangeAspect="1"/>
          </p:cNvGraphicFramePr>
          <p:nvPr/>
        </p:nvGraphicFramePr>
        <p:xfrm>
          <a:off x="2519363" y="757238"/>
          <a:ext cx="52006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" name="" r:id="rId1" imgW="4927600" imgH="406400" progId="Equation.3">
                  <p:embed/>
                </p:oleObj>
              </mc:Choice>
              <mc:Fallback>
                <p:oleObj name="" r:id="rId1" imgW="4927600" imgH="406400" progId="Equation.3">
                  <p:embed/>
                  <p:pic>
                    <p:nvPicPr>
                      <p:cNvPr id="0" name="图片 31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9363" y="757238"/>
                        <a:ext cx="520065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4" name="Object 4"/>
          <p:cNvGraphicFramePr>
            <a:graphicFrameLocks noChangeAspect="1"/>
          </p:cNvGraphicFramePr>
          <p:nvPr/>
        </p:nvGraphicFramePr>
        <p:xfrm>
          <a:off x="2519363" y="1376363"/>
          <a:ext cx="162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4" name="" r:id="rId3" imgW="1625600" imgH="431800" progId="Equation.3">
                  <p:embed/>
                </p:oleObj>
              </mc:Choice>
              <mc:Fallback>
                <p:oleObj name="" r:id="rId3" imgW="1625600" imgH="431800" progId="Equation.3">
                  <p:embed/>
                  <p:pic>
                    <p:nvPicPr>
                      <p:cNvPr id="0" name="图片 32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9363" y="1376363"/>
                        <a:ext cx="16256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/>
        </p:nvGraphicFramePr>
        <p:xfrm>
          <a:off x="4154488" y="15065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5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20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4488" y="15065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6" name="Object 6"/>
          <p:cNvGraphicFramePr>
            <a:graphicFrameLocks noChangeAspect="1"/>
          </p:cNvGraphicFramePr>
          <p:nvPr/>
        </p:nvGraphicFramePr>
        <p:xfrm>
          <a:off x="4370388" y="1384300"/>
          <a:ext cx="508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" name="" r:id="rId7" imgW="508000" imgH="431800" progId="Equation.3">
                  <p:embed/>
                </p:oleObj>
              </mc:Choice>
              <mc:Fallback>
                <p:oleObj name="" r:id="rId7" imgW="508000" imgH="431800" progId="Equation.3">
                  <p:embed/>
                  <p:pic>
                    <p:nvPicPr>
                      <p:cNvPr id="0" name="图片 320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70388" y="1384300"/>
                        <a:ext cx="5080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7" name="Object 7"/>
          <p:cNvGraphicFramePr>
            <a:graphicFrameLocks noChangeAspect="1"/>
          </p:cNvGraphicFramePr>
          <p:nvPr/>
        </p:nvGraphicFramePr>
        <p:xfrm>
          <a:off x="5292725" y="1449388"/>
          <a:ext cx="169227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9" imgW="1574800" imgH="368300" progId="Equation.3">
                  <p:embed/>
                </p:oleObj>
              </mc:Choice>
              <mc:Fallback>
                <p:oleObj name="" r:id="rId9" imgW="1574800" imgH="368300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92725" y="1449388"/>
                        <a:ext cx="1692275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8" name="Object 8"/>
          <p:cNvGraphicFramePr>
            <a:graphicFrameLocks noChangeAspect="1"/>
          </p:cNvGraphicFramePr>
          <p:nvPr/>
        </p:nvGraphicFramePr>
        <p:xfrm>
          <a:off x="914400" y="2003425"/>
          <a:ext cx="6261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1" name="" r:id="rId11" imgW="5969000" imgH="406400" progId="Equation.3">
                  <p:embed/>
                </p:oleObj>
              </mc:Choice>
              <mc:Fallback>
                <p:oleObj name="" r:id="rId11" imgW="5969000" imgH="406400" progId="Equation.3">
                  <p:embed/>
                  <p:pic>
                    <p:nvPicPr>
                      <p:cNvPr id="0" name="图片 321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14400" y="2003425"/>
                        <a:ext cx="62611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9" name="Object 9"/>
          <p:cNvGraphicFramePr>
            <a:graphicFrameLocks noChangeAspect="1"/>
          </p:cNvGraphicFramePr>
          <p:nvPr/>
        </p:nvGraphicFramePr>
        <p:xfrm>
          <a:off x="2051050" y="2640013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5" name="" r:id="rId13" imgW="799465" imgH="393700" progId="Equation.3">
                  <p:embed/>
                </p:oleObj>
              </mc:Choice>
              <mc:Fallback>
                <p:oleObj name="" r:id="rId13" imgW="799465" imgH="393700" progId="Equation.3">
                  <p:embed/>
                  <p:pic>
                    <p:nvPicPr>
                      <p:cNvPr id="0" name="图片 322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51050" y="2640013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0" name="Object 10"/>
          <p:cNvGraphicFramePr>
            <a:graphicFrameLocks noChangeAspect="1"/>
          </p:cNvGraphicFramePr>
          <p:nvPr/>
        </p:nvGraphicFramePr>
        <p:xfrm>
          <a:off x="2844800" y="27416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7" name="" r:id="rId15" imgW="241300" imgH="152400" progId="Equation.3">
                  <p:embed/>
                </p:oleObj>
              </mc:Choice>
              <mc:Fallback>
                <p:oleObj name="" r:id="rId15" imgW="241300" imgH="152400" progId="Equation.3">
                  <p:embed/>
                  <p:pic>
                    <p:nvPicPr>
                      <p:cNvPr id="0" name="图片 322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844800" y="27416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1" name="Object 11"/>
          <p:cNvGraphicFramePr>
            <a:graphicFrameLocks noChangeAspect="1"/>
          </p:cNvGraphicFramePr>
          <p:nvPr/>
        </p:nvGraphicFramePr>
        <p:xfrm>
          <a:off x="3059113" y="2651125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name="" r:id="rId17" imgW="1473200" imgH="381000" progId="Equation.3">
                  <p:embed/>
                </p:oleObj>
              </mc:Choice>
              <mc:Fallback>
                <p:oleObj name="" r:id="rId17" imgW="1473200" imgH="381000" progId="Equation.3">
                  <p:embed/>
                  <p:pic>
                    <p:nvPicPr>
                      <p:cNvPr id="0" name="图片 322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59113" y="2651125"/>
                        <a:ext cx="147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2" name="Object 12"/>
          <p:cNvGraphicFramePr>
            <a:graphicFrameLocks noChangeAspect="1"/>
          </p:cNvGraphicFramePr>
          <p:nvPr/>
        </p:nvGraphicFramePr>
        <p:xfrm>
          <a:off x="4535488" y="27479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8" name="" r:id="rId19" imgW="241300" imgH="152400" progId="Equation.3">
                  <p:embed/>
                </p:oleObj>
              </mc:Choice>
              <mc:Fallback>
                <p:oleObj name="" r:id="rId19" imgW="241300" imgH="152400" progId="Equation.3">
                  <p:embed/>
                  <p:pic>
                    <p:nvPicPr>
                      <p:cNvPr id="0" name="图片 321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35488" y="27479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3" name="Object 13"/>
          <p:cNvGraphicFramePr>
            <a:graphicFrameLocks noChangeAspect="1"/>
          </p:cNvGraphicFramePr>
          <p:nvPr/>
        </p:nvGraphicFramePr>
        <p:xfrm>
          <a:off x="4849813" y="2554288"/>
          <a:ext cx="21859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4" name="" r:id="rId20" imgW="1002665" imgH="368300" progId="Equation.DSMT4">
                  <p:embed/>
                </p:oleObj>
              </mc:Choice>
              <mc:Fallback>
                <p:oleObj name="" r:id="rId20" imgW="1002665" imgH="368300" progId="Equation.DSMT4">
                  <p:embed/>
                  <p:pic>
                    <p:nvPicPr>
                      <p:cNvPr id="0" name="图片 322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849813" y="2554288"/>
                        <a:ext cx="2185987" cy="803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4" name="Text Box 14"/>
          <p:cNvSpPr txBox="1"/>
          <p:nvPr/>
        </p:nvSpPr>
        <p:spPr>
          <a:xfrm>
            <a:off x="806450" y="3463925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7535" name="Object 15"/>
          <p:cNvGraphicFramePr>
            <a:graphicFrameLocks noChangeAspect="1"/>
          </p:cNvGraphicFramePr>
          <p:nvPr/>
        </p:nvGraphicFramePr>
        <p:xfrm>
          <a:off x="3476625" y="3595688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6" name="" r:id="rId22" imgW="799465" imgH="393700" progId="Equation.3">
                  <p:embed/>
                </p:oleObj>
              </mc:Choice>
              <mc:Fallback>
                <p:oleObj name="" r:id="rId22" imgW="799465" imgH="393700" progId="Equation.3">
                  <p:embed/>
                  <p:pic>
                    <p:nvPicPr>
                      <p:cNvPr id="0" name="图片 322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476625" y="3595688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6" name="Object 16"/>
          <p:cNvGraphicFramePr>
            <a:graphicFrameLocks noChangeAspect="1"/>
          </p:cNvGraphicFramePr>
          <p:nvPr/>
        </p:nvGraphicFramePr>
        <p:xfrm>
          <a:off x="4332288" y="37036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name="" r:id="rId23" imgW="241300" imgH="152400" progId="Equation.3">
                  <p:embed/>
                </p:oleObj>
              </mc:Choice>
              <mc:Fallback>
                <p:oleObj name="" r:id="rId23" imgW="241300" imgH="152400" progId="Equation.3">
                  <p:embed/>
                  <p:pic>
                    <p:nvPicPr>
                      <p:cNvPr id="0" name="图片 322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332288" y="37036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7" name="Object 17"/>
          <p:cNvGraphicFramePr>
            <a:graphicFrameLocks noChangeAspect="1"/>
          </p:cNvGraphicFramePr>
          <p:nvPr/>
        </p:nvGraphicFramePr>
        <p:xfrm>
          <a:off x="4518025" y="3470275"/>
          <a:ext cx="99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2" name="" r:id="rId24" imgW="990600" imgH="787400" progId="Equation.3">
                  <p:embed/>
                </p:oleObj>
              </mc:Choice>
              <mc:Fallback>
                <p:oleObj name="" r:id="rId24" imgW="990600" imgH="787400" progId="Equation.3">
                  <p:embed/>
                  <p:pic>
                    <p:nvPicPr>
                      <p:cNvPr id="0" name="图片 322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18025" y="3470275"/>
                        <a:ext cx="9906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39" name="Object 19"/>
          <p:cNvGraphicFramePr>
            <a:graphicFrameLocks noChangeAspect="1"/>
          </p:cNvGraphicFramePr>
          <p:nvPr/>
        </p:nvGraphicFramePr>
        <p:xfrm>
          <a:off x="911225" y="4481513"/>
          <a:ext cx="6591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" r:id="rId26" imgW="6388100" imgH="457200" progId="Equation.3">
                  <p:embed/>
                </p:oleObj>
              </mc:Choice>
              <mc:Fallback>
                <p:oleObj name="" r:id="rId26" imgW="6388100" imgH="457200" progId="Equation.3">
                  <p:embed/>
                  <p:pic>
                    <p:nvPicPr>
                      <p:cNvPr id="0" name="图片 3231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11225" y="4481513"/>
                        <a:ext cx="6591300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40" name="Text Box 20"/>
          <p:cNvSpPr txBox="1"/>
          <p:nvPr/>
        </p:nvSpPr>
        <p:spPr>
          <a:xfrm>
            <a:off x="7480300" y="4394200"/>
            <a:ext cx="1250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分布函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7541" name="Object 21"/>
          <p:cNvGraphicFramePr>
            <a:graphicFrameLocks noChangeAspect="1"/>
          </p:cNvGraphicFramePr>
          <p:nvPr/>
        </p:nvGraphicFramePr>
        <p:xfrm>
          <a:off x="900113" y="5086350"/>
          <a:ext cx="59039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3" name="" r:id="rId28" imgW="5702300" imgH="457200" progId="Equation.3">
                  <p:embed/>
                </p:oleObj>
              </mc:Choice>
              <mc:Fallback>
                <p:oleObj name="" r:id="rId28" imgW="5702300" imgH="457200" progId="Equation.3">
                  <p:embed/>
                  <p:pic>
                    <p:nvPicPr>
                      <p:cNvPr id="0" name="图片 322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900113" y="5086350"/>
                        <a:ext cx="5903912" cy="457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42" name="Text Box 22"/>
          <p:cNvSpPr txBox="1"/>
          <p:nvPr/>
        </p:nvSpPr>
        <p:spPr>
          <a:xfrm>
            <a:off x="6759575" y="4999038"/>
            <a:ext cx="19621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其跳跃值为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7543" name="Object 23"/>
          <p:cNvGraphicFramePr>
            <a:graphicFrameLocks noChangeAspect="1"/>
          </p:cNvGraphicFramePr>
          <p:nvPr/>
        </p:nvGraphicFramePr>
        <p:xfrm>
          <a:off x="900113" y="5697538"/>
          <a:ext cx="25352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" r:id="rId30" imgW="2476500" imgH="431800" progId="Equation.3">
                  <p:embed/>
                </p:oleObj>
              </mc:Choice>
              <mc:Fallback>
                <p:oleObj name="" r:id="rId30" imgW="2476500" imgH="431800" progId="Equation.3">
                  <p:embed/>
                  <p:pic>
                    <p:nvPicPr>
                      <p:cNvPr id="0" name="图片 323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00113" y="5697538"/>
                        <a:ext cx="2535237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7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07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7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0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0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10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07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107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107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0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0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10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1000"/>
                                        <p:tgtEl>
                                          <p:spTgt spid="10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4" grpId="0"/>
      <p:bldP spid="107540" grpId="0"/>
      <p:bldP spid="1075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ext Box 2"/>
          <p:cNvSpPr txBox="1"/>
          <p:nvPr/>
        </p:nvSpPr>
        <p:spPr>
          <a:xfrm>
            <a:off x="1392238" y="682625"/>
            <a:ext cx="72548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547" name="Rectangle 3"/>
          <p:cNvSpPr/>
          <p:nvPr/>
        </p:nvSpPr>
        <p:spPr>
          <a:xfrm>
            <a:off x="2185988" y="696913"/>
            <a:ext cx="46767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一个靶子是半径为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2m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的圆盘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548" name="Rectangle 4"/>
          <p:cNvSpPr/>
          <p:nvPr/>
        </p:nvSpPr>
        <p:spPr>
          <a:xfrm>
            <a:off x="6732588" y="688975"/>
            <a:ext cx="19700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设击中靶上</a:t>
            </a:r>
            <a:endParaRPr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549" name="Rectangle 5"/>
          <p:cNvSpPr/>
          <p:nvPr/>
        </p:nvSpPr>
        <p:spPr>
          <a:xfrm>
            <a:off x="814388" y="1316038"/>
            <a:ext cx="777398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任一同心圆盘上的点的概率与该圆盘面积成正比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8550" name="Rectangle 6"/>
          <p:cNvSpPr/>
          <p:nvPr/>
        </p:nvSpPr>
        <p:spPr>
          <a:xfrm>
            <a:off x="798513" y="1920875"/>
            <a:ext cx="31305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并设射击都能中靶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8551" name="Object 7"/>
          <p:cNvGraphicFramePr>
            <a:graphicFrameLocks noChangeAspect="1"/>
          </p:cNvGraphicFramePr>
          <p:nvPr/>
        </p:nvGraphicFramePr>
        <p:xfrm>
          <a:off x="3895725" y="1978025"/>
          <a:ext cx="4787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7" name="" r:id="rId1" imgW="4610100" imgH="406400" progId="Equation.3">
                  <p:embed/>
                </p:oleObj>
              </mc:Choice>
              <mc:Fallback>
                <p:oleObj name="" r:id="rId1" imgW="4610100" imgH="406400" progId="Equation.3">
                  <p:embed/>
                  <p:pic>
                    <p:nvPicPr>
                      <p:cNvPr id="0" name="图片 32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95725" y="1978025"/>
                        <a:ext cx="47879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552" name="Object 8"/>
          <p:cNvGraphicFramePr>
            <a:graphicFrameLocks noChangeAspect="1"/>
          </p:cNvGraphicFramePr>
          <p:nvPr/>
        </p:nvGraphicFramePr>
        <p:xfrm>
          <a:off x="877888" y="2582863"/>
          <a:ext cx="45053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name="" r:id="rId3" imgW="4330700" imgH="406400" progId="Equation.3">
                  <p:embed/>
                </p:oleObj>
              </mc:Choice>
              <mc:Fallback>
                <p:oleObj name="" r:id="rId3" imgW="4330700" imgH="406400" progId="Equation.3">
                  <p:embed/>
                  <p:pic>
                    <p:nvPicPr>
                      <p:cNvPr id="0" name="图片 32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7888" y="2582863"/>
                        <a:ext cx="4505325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8553" name="Picture 9" descr="00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8038" y="3271838"/>
            <a:ext cx="2817812" cy="18716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259" name="Text Box 3"/>
          <p:cNvSpPr txBox="1"/>
          <p:nvPr/>
        </p:nvSpPr>
        <p:spPr>
          <a:xfrm>
            <a:off x="1423988" y="5360988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24260" name="Object 4"/>
          <p:cNvGraphicFramePr>
            <a:graphicFrameLocks noChangeAspect="1"/>
          </p:cNvGraphicFramePr>
          <p:nvPr/>
        </p:nvGraphicFramePr>
        <p:xfrm>
          <a:off x="2195513" y="5462588"/>
          <a:ext cx="132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name="" r:id="rId6" imgW="1320165" imgH="431800" progId="Equation.3">
                  <p:embed/>
                </p:oleObj>
              </mc:Choice>
              <mc:Fallback>
                <p:oleObj name="" r:id="rId6" imgW="1320165" imgH="431800" progId="Equation.3">
                  <p:embed/>
                  <p:pic>
                    <p:nvPicPr>
                      <p:cNvPr id="0" name="图片 32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95513" y="5462588"/>
                        <a:ext cx="132080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1" name="Object 5"/>
          <p:cNvGraphicFramePr>
            <a:graphicFrameLocks noChangeAspect="1"/>
          </p:cNvGraphicFramePr>
          <p:nvPr/>
        </p:nvGraphicFramePr>
        <p:xfrm>
          <a:off x="3579813" y="5441950"/>
          <a:ext cx="39131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" name="" r:id="rId8" imgW="3771900" imgH="431800" progId="Equation.3">
                  <p:embed/>
                </p:oleObj>
              </mc:Choice>
              <mc:Fallback>
                <p:oleObj name="" r:id="rId8" imgW="3771900" imgH="431800" progId="Equation.3">
                  <p:embed/>
                  <p:pic>
                    <p:nvPicPr>
                      <p:cNvPr id="0" name="图片 321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79813" y="5441950"/>
                        <a:ext cx="3913187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557" name="Text Box 13"/>
          <p:cNvSpPr txBox="1"/>
          <p:nvPr/>
        </p:nvSpPr>
        <p:spPr>
          <a:xfrm>
            <a:off x="7473950" y="534828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8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8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0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2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22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22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108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/>
      <p:bldP spid="108548" grpId="0"/>
      <p:bldP spid="108549" grpId="0"/>
      <p:bldP spid="108550" grpId="0"/>
      <p:bldP spid="224259" grpId="0"/>
      <p:bldP spid="10855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410" name="Object 12"/>
          <p:cNvGraphicFramePr>
            <a:graphicFrameLocks noChangeAspect="1"/>
          </p:cNvGraphicFramePr>
          <p:nvPr/>
        </p:nvGraphicFramePr>
        <p:xfrm>
          <a:off x="3155950" y="747713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1" name="" r:id="rId1" imgW="799465" imgH="393700" progId="Equation.3">
                  <p:embed/>
                </p:oleObj>
              </mc:Choice>
              <mc:Fallback>
                <p:oleObj name="" r:id="rId1" imgW="799465" imgH="393700" progId="Equation.3">
                  <p:embed/>
                  <p:pic>
                    <p:nvPicPr>
                      <p:cNvPr id="0" name="图片 322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55950" y="747713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1" name="Object 3"/>
          <p:cNvGraphicFramePr>
            <a:graphicFrameLocks noChangeAspect="1"/>
          </p:cNvGraphicFramePr>
          <p:nvPr/>
        </p:nvGraphicFramePr>
        <p:xfrm>
          <a:off x="4157663" y="747713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" r:id="rId3" imgW="1473200" imgH="381000" progId="Equation.3">
                  <p:embed/>
                </p:oleObj>
              </mc:Choice>
              <mc:Fallback>
                <p:oleObj name="" r:id="rId3" imgW="1473200" imgH="381000" progId="Equation.3">
                  <p:embed/>
                  <p:pic>
                    <p:nvPicPr>
                      <p:cNvPr id="0" name="图片 32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7663" y="747713"/>
                        <a:ext cx="147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2" name="Object 4"/>
          <p:cNvGraphicFramePr>
            <a:graphicFrameLocks noChangeAspect="1"/>
          </p:cNvGraphicFramePr>
          <p:nvPr/>
        </p:nvGraphicFramePr>
        <p:xfrm>
          <a:off x="3962400" y="8334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5" name="" r:id="rId5" imgW="241300" imgH="152400" progId="Equation.3">
                  <p:embed/>
                </p:oleObj>
              </mc:Choice>
              <mc:Fallback>
                <p:oleObj name="" r:id="rId5" imgW="241300" imgH="152400" progId="Equation.3">
                  <p:embed/>
                  <p:pic>
                    <p:nvPicPr>
                      <p:cNvPr id="0" name="图片 32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62400" y="8334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5900738" y="78422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8" name="" r:id="rId7" imgW="292100" imgH="368300" progId="Equation.3">
                  <p:embed/>
                </p:oleObj>
              </mc:Choice>
              <mc:Fallback>
                <p:oleObj name="" r:id="rId7" imgW="292100" imgH="368300" progId="Equation.3">
                  <p:embed/>
                  <p:pic>
                    <p:nvPicPr>
                      <p:cNvPr id="0" name="图片 32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900738" y="784225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4" name="Object 6"/>
          <p:cNvGraphicFramePr>
            <a:graphicFrameLocks noChangeAspect="1"/>
          </p:cNvGraphicFramePr>
          <p:nvPr/>
        </p:nvGraphicFramePr>
        <p:xfrm>
          <a:off x="5632450" y="86995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" r:id="rId9" imgW="241300" imgH="152400" progId="Equation.3">
                  <p:embed/>
                </p:oleObj>
              </mc:Choice>
              <mc:Fallback>
                <p:oleObj name="" r:id="rId9" imgW="241300" imgH="152400" progId="Equation.3">
                  <p:embed/>
                  <p:pic>
                    <p:nvPicPr>
                      <p:cNvPr id="0" name="图片 32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32450" y="86995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262" name="Object 6"/>
          <p:cNvGraphicFramePr>
            <a:graphicFrameLocks noChangeAspect="1"/>
          </p:cNvGraphicFramePr>
          <p:nvPr/>
        </p:nvGraphicFramePr>
        <p:xfrm>
          <a:off x="1539875" y="1366838"/>
          <a:ext cx="19796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" r:id="rId10" imgW="1866900" imgH="431800" progId="Equation.3">
                  <p:embed/>
                </p:oleObj>
              </mc:Choice>
              <mc:Fallback>
                <p:oleObj name="" r:id="rId10" imgW="1866900" imgH="431800" progId="Equation.3">
                  <p:embed/>
                  <p:pic>
                    <p:nvPicPr>
                      <p:cNvPr id="0" name="图片 323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39875" y="1366838"/>
                        <a:ext cx="197961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6" name="Text Box 8"/>
          <p:cNvSpPr txBox="1"/>
          <p:nvPr/>
        </p:nvSpPr>
        <p:spPr>
          <a:xfrm>
            <a:off x="3506788" y="1309688"/>
            <a:ext cx="1344612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由题意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4263" name="Object 7"/>
          <p:cNvGraphicFramePr>
            <a:graphicFrameLocks noChangeAspect="1"/>
          </p:cNvGraphicFramePr>
          <p:nvPr/>
        </p:nvGraphicFramePr>
        <p:xfrm>
          <a:off x="4924425" y="1395413"/>
          <a:ext cx="200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3" name="" r:id="rId12" imgW="2006600" imgH="381000" progId="Equation.3">
                  <p:embed/>
                </p:oleObj>
              </mc:Choice>
              <mc:Fallback>
                <p:oleObj name="" r:id="rId12" imgW="2006600" imgH="381000" progId="Equation.3">
                  <p:embed/>
                  <p:pic>
                    <p:nvPicPr>
                      <p:cNvPr id="0" name="图片 324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924425" y="1395413"/>
                        <a:ext cx="2006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8" name="Object 10"/>
          <p:cNvGraphicFramePr>
            <a:graphicFrameLocks noChangeAspect="1"/>
          </p:cNvGraphicFramePr>
          <p:nvPr/>
        </p:nvGraphicFramePr>
        <p:xfrm>
          <a:off x="8013700" y="1381125"/>
          <a:ext cx="6826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9" name="" r:id="rId14" imgW="584200" imgH="381000" progId="Equation.3">
                  <p:embed/>
                </p:oleObj>
              </mc:Choice>
              <mc:Fallback>
                <p:oleObj name="" r:id="rId14" imgW="584200" imgH="381000" progId="Equation.3">
                  <p:embed/>
                  <p:pic>
                    <p:nvPicPr>
                      <p:cNvPr id="0" name="图片 323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013700" y="1381125"/>
                        <a:ext cx="682625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9" name="Object 11"/>
          <p:cNvGraphicFramePr>
            <a:graphicFrameLocks noChangeAspect="1"/>
          </p:cNvGraphicFramePr>
          <p:nvPr/>
        </p:nvGraphicFramePr>
        <p:xfrm>
          <a:off x="7199313" y="1352550"/>
          <a:ext cx="647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3" name="" r:id="rId16" imgW="647700" imgH="444500" progId="Equation.3">
                  <p:embed/>
                </p:oleObj>
              </mc:Choice>
              <mc:Fallback>
                <p:oleObj name="" r:id="rId16" imgW="647700" imgH="444500" progId="Equation.3">
                  <p:embed/>
                  <p:pic>
                    <p:nvPicPr>
                      <p:cNvPr id="0" name="图片 323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199313" y="1352550"/>
                        <a:ext cx="6477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0" name="Object 12"/>
          <p:cNvGraphicFramePr>
            <a:graphicFrameLocks noChangeAspect="1"/>
          </p:cNvGraphicFramePr>
          <p:nvPr/>
        </p:nvGraphicFramePr>
        <p:xfrm>
          <a:off x="6946900" y="15113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0" name="" r:id="rId18" imgW="241300" imgH="152400" progId="Equation.3">
                  <p:embed/>
                </p:oleObj>
              </mc:Choice>
              <mc:Fallback>
                <p:oleObj name="" r:id="rId18" imgW="241300" imgH="152400" progId="Equation.3">
                  <p:embed/>
                  <p:pic>
                    <p:nvPicPr>
                      <p:cNvPr id="0" name="图片 323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946900" y="15113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1" name="Text Box 13"/>
          <p:cNvSpPr txBox="1"/>
          <p:nvPr/>
        </p:nvSpPr>
        <p:spPr>
          <a:xfrm>
            <a:off x="820738" y="1914525"/>
            <a:ext cx="9874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常数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9582" name="Object 14"/>
          <p:cNvGraphicFramePr>
            <a:graphicFrameLocks noChangeAspect="1"/>
          </p:cNvGraphicFramePr>
          <p:nvPr/>
        </p:nvGraphicFramePr>
        <p:xfrm>
          <a:off x="1843088" y="1979613"/>
          <a:ext cx="25923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2" name="" r:id="rId20" imgW="2451100" imgH="406400" progId="Equation.3">
                  <p:embed/>
                </p:oleObj>
              </mc:Choice>
              <mc:Fallback>
                <p:oleObj name="" r:id="rId20" imgW="2451100" imgH="406400" progId="Equation.3">
                  <p:embed/>
                  <p:pic>
                    <p:nvPicPr>
                      <p:cNvPr id="0" name="图片 324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843088" y="1979613"/>
                        <a:ext cx="2592387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3" name="Object 15"/>
          <p:cNvGraphicFramePr>
            <a:graphicFrameLocks noChangeAspect="1"/>
          </p:cNvGraphicFramePr>
          <p:nvPr/>
        </p:nvGraphicFramePr>
        <p:xfrm>
          <a:off x="4506913" y="2022475"/>
          <a:ext cx="1308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8" name="" r:id="rId22" imgW="1307465" imgH="406400" progId="Equation.3">
                  <p:embed/>
                </p:oleObj>
              </mc:Choice>
              <mc:Fallback>
                <p:oleObj name="" r:id="rId22" imgW="1307465" imgH="406400" progId="Equation.3">
                  <p:embed/>
                  <p:pic>
                    <p:nvPicPr>
                      <p:cNvPr id="0" name="图片 323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506913" y="2022475"/>
                        <a:ext cx="13081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4" name="Object 16"/>
          <p:cNvGraphicFramePr>
            <a:graphicFrameLocks noChangeAspect="1"/>
          </p:cNvGraphicFramePr>
          <p:nvPr/>
        </p:nvGraphicFramePr>
        <p:xfrm>
          <a:off x="2906713" y="2620963"/>
          <a:ext cx="196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1" name="" r:id="rId24" imgW="1968500" imgH="381000" progId="Equation.3">
                  <p:embed/>
                </p:oleObj>
              </mc:Choice>
              <mc:Fallback>
                <p:oleObj name="" r:id="rId24" imgW="1968500" imgH="381000" progId="Equation.3">
                  <p:embed/>
                  <p:pic>
                    <p:nvPicPr>
                      <p:cNvPr id="0" name="图片 3240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906713" y="2620963"/>
                        <a:ext cx="19685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5" name="Text Box 17"/>
          <p:cNvSpPr txBox="1"/>
          <p:nvPr/>
        </p:nvSpPr>
        <p:spPr>
          <a:xfrm>
            <a:off x="5862638" y="1879600"/>
            <a:ext cx="54133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9586" name="Object 18"/>
          <p:cNvGraphicFramePr>
            <a:graphicFrameLocks noChangeAspect="1"/>
          </p:cNvGraphicFramePr>
          <p:nvPr/>
        </p:nvGraphicFramePr>
        <p:xfrm>
          <a:off x="4879975" y="272891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4" name="" r:id="rId26" imgW="241300" imgH="152400" progId="Equation.3">
                  <p:embed/>
                </p:oleObj>
              </mc:Choice>
              <mc:Fallback>
                <p:oleObj name="" r:id="rId26" imgW="241300" imgH="152400" progId="Equation.3">
                  <p:embed/>
                  <p:pic>
                    <p:nvPicPr>
                      <p:cNvPr id="0" name="图片 3243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879975" y="272891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7" name="Object 19"/>
          <p:cNvGraphicFramePr>
            <a:graphicFrameLocks noChangeAspect="1"/>
          </p:cNvGraphicFramePr>
          <p:nvPr/>
        </p:nvGraphicFramePr>
        <p:xfrm>
          <a:off x="5111750" y="2549525"/>
          <a:ext cx="7556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5" name="" r:id="rId27" imgW="660400" imgH="444500" progId="Equation.3">
                  <p:embed/>
                </p:oleObj>
              </mc:Choice>
              <mc:Fallback>
                <p:oleObj name="" r:id="rId27" imgW="660400" imgH="444500" progId="Equation.3">
                  <p:embed/>
                  <p:pic>
                    <p:nvPicPr>
                      <p:cNvPr id="0" name="图片 3244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111750" y="2549525"/>
                        <a:ext cx="75565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88" name="Object 20"/>
          <p:cNvGraphicFramePr>
            <a:graphicFrameLocks noChangeAspect="1"/>
          </p:cNvGraphicFramePr>
          <p:nvPr/>
        </p:nvGraphicFramePr>
        <p:xfrm>
          <a:off x="928688" y="3230563"/>
          <a:ext cx="3644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6" name="" r:id="rId29" imgW="3644900" imgH="406400" progId="Equation.3">
                  <p:embed/>
                </p:oleObj>
              </mc:Choice>
              <mc:Fallback>
                <p:oleObj name="" r:id="rId29" imgW="3644900" imgH="406400" progId="Equation.3">
                  <p:embed/>
                  <p:pic>
                    <p:nvPicPr>
                      <p:cNvPr id="0" name="图片 3245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928688" y="3230563"/>
                        <a:ext cx="3644900" cy="406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89" name="Text Box 21"/>
          <p:cNvSpPr txBox="1"/>
          <p:nvPr/>
        </p:nvSpPr>
        <p:spPr>
          <a:xfrm>
            <a:off x="4602163" y="312896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故得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9590" name="Object 22"/>
          <p:cNvGraphicFramePr>
            <a:graphicFrameLocks noChangeAspect="1"/>
          </p:cNvGraphicFramePr>
          <p:nvPr/>
        </p:nvGraphicFramePr>
        <p:xfrm>
          <a:off x="5449888" y="3236913"/>
          <a:ext cx="1181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" r:id="rId31" imgW="1180465" imgH="419100" progId="Equation.3">
                  <p:embed/>
                </p:oleObj>
              </mc:Choice>
              <mc:Fallback>
                <p:oleObj name="" r:id="rId31" imgW="1180465" imgH="419100" progId="Equation.3">
                  <p:embed/>
                  <p:pic>
                    <p:nvPicPr>
                      <p:cNvPr id="0" name="图片 3246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449888" y="3236913"/>
                        <a:ext cx="1181100" cy="419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91" name="Text Box 23"/>
          <p:cNvSpPr txBox="1"/>
          <p:nvPr/>
        </p:nvSpPr>
        <p:spPr>
          <a:xfrm>
            <a:off x="6746875" y="3143250"/>
            <a:ext cx="54133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9592" name="Object 24"/>
          <p:cNvGraphicFramePr>
            <a:graphicFrameLocks noChangeAspect="1"/>
          </p:cNvGraphicFramePr>
          <p:nvPr/>
        </p:nvGraphicFramePr>
        <p:xfrm>
          <a:off x="3103563" y="4102100"/>
          <a:ext cx="200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" r:id="rId33" imgW="2006600" imgH="381000" progId="Equation.3">
                  <p:embed/>
                </p:oleObj>
              </mc:Choice>
              <mc:Fallback>
                <p:oleObj name="" r:id="rId33" imgW="2006600" imgH="381000" progId="Equation.3">
                  <p:embed/>
                  <p:pic>
                    <p:nvPicPr>
                      <p:cNvPr id="0" name="图片 327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103563" y="4102100"/>
                        <a:ext cx="20066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3" name="Object 25"/>
          <p:cNvGraphicFramePr>
            <a:graphicFrameLocks noChangeAspect="1"/>
          </p:cNvGraphicFramePr>
          <p:nvPr/>
        </p:nvGraphicFramePr>
        <p:xfrm>
          <a:off x="5141913" y="42084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3" name="" r:id="rId35" imgW="241300" imgH="152400" progId="Equation.3">
                  <p:embed/>
                </p:oleObj>
              </mc:Choice>
              <mc:Fallback>
                <p:oleObj name="" r:id="rId35" imgW="241300" imgH="152400" progId="Equation.3">
                  <p:embed/>
                  <p:pic>
                    <p:nvPicPr>
                      <p:cNvPr id="0" name="图片 3272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141913" y="42084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4" name="Object 26"/>
          <p:cNvGraphicFramePr>
            <a:graphicFrameLocks noChangeAspect="1"/>
          </p:cNvGraphicFramePr>
          <p:nvPr/>
        </p:nvGraphicFramePr>
        <p:xfrm>
          <a:off x="5421313" y="3784600"/>
          <a:ext cx="4318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6" name="" r:id="rId37" imgW="431800" imgH="876300" progId="Equation.3">
                  <p:embed/>
                </p:oleObj>
              </mc:Choice>
              <mc:Fallback>
                <p:oleObj name="" r:id="rId37" imgW="431800" imgH="876300" progId="Equation.3">
                  <p:embed/>
                  <p:pic>
                    <p:nvPicPr>
                      <p:cNvPr id="0" name="图片 3275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421313" y="3784600"/>
                        <a:ext cx="4318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95" name="Text Box 27"/>
          <p:cNvSpPr txBox="1"/>
          <p:nvPr/>
        </p:nvSpPr>
        <p:spPr>
          <a:xfrm>
            <a:off x="798513" y="4786313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9596" name="Object 28"/>
          <p:cNvGraphicFramePr>
            <a:graphicFrameLocks noChangeAspect="1"/>
          </p:cNvGraphicFramePr>
          <p:nvPr/>
        </p:nvGraphicFramePr>
        <p:xfrm>
          <a:off x="1173163" y="5637213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" name="" r:id="rId39" imgW="799465" imgH="393700" progId="Equation.3">
                  <p:embed/>
                </p:oleObj>
              </mc:Choice>
              <mc:Fallback>
                <p:oleObj name="" r:id="rId39" imgW="799465" imgH="393700" progId="Equation.3">
                  <p:embed/>
                  <p:pic>
                    <p:nvPicPr>
                      <p:cNvPr id="0" name="图片 3277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173163" y="5637213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7" name="Object 29"/>
          <p:cNvGraphicFramePr>
            <a:graphicFrameLocks noChangeAspect="1"/>
          </p:cNvGraphicFramePr>
          <p:nvPr/>
        </p:nvGraphicFramePr>
        <p:xfrm>
          <a:off x="1995488" y="57372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1" name="" r:id="rId41" imgW="241300" imgH="152400" progId="Equation.3">
                  <p:embed/>
                </p:oleObj>
              </mc:Choice>
              <mc:Fallback>
                <p:oleObj name="" r:id="rId41" imgW="241300" imgH="152400" progId="Equation.3">
                  <p:embed/>
                  <p:pic>
                    <p:nvPicPr>
                      <p:cNvPr id="0" name="图片 3280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995488" y="57372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8" name="Object 30"/>
          <p:cNvGraphicFramePr>
            <a:graphicFrameLocks noChangeAspect="1"/>
          </p:cNvGraphicFramePr>
          <p:nvPr/>
        </p:nvGraphicFramePr>
        <p:xfrm>
          <a:off x="2217738" y="5657850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" name="" r:id="rId43" imgW="1473200" imgH="381000" progId="Equation.3">
                  <p:embed/>
                </p:oleObj>
              </mc:Choice>
              <mc:Fallback>
                <p:oleObj name="" r:id="rId43" imgW="1473200" imgH="381000" progId="Equation.3">
                  <p:embed/>
                  <p:pic>
                    <p:nvPicPr>
                      <p:cNvPr id="0" name="图片 3276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2217738" y="5657850"/>
                        <a:ext cx="147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99" name="Object 31"/>
          <p:cNvGraphicFramePr>
            <a:graphicFrameLocks noChangeAspect="1"/>
          </p:cNvGraphicFramePr>
          <p:nvPr/>
        </p:nvGraphicFramePr>
        <p:xfrm>
          <a:off x="3690938" y="5745163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9" name="" r:id="rId45" imgW="241300" imgH="152400" progId="Equation.3">
                  <p:embed/>
                </p:oleObj>
              </mc:Choice>
              <mc:Fallback>
                <p:oleObj name="" r:id="rId45" imgW="241300" imgH="152400" progId="Equation.3">
                  <p:embed/>
                  <p:pic>
                    <p:nvPicPr>
                      <p:cNvPr id="0" name="图片 3268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3690938" y="5745163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0" name="Object 32"/>
          <p:cNvGraphicFramePr>
            <a:graphicFrameLocks noChangeAspect="1"/>
          </p:cNvGraphicFramePr>
          <p:nvPr/>
        </p:nvGraphicFramePr>
        <p:xfrm>
          <a:off x="3892550" y="5657850"/>
          <a:ext cx="1422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8" name="" r:id="rId46" imgW="1422400" imgH="381000" progId="Equation.3">
                  <p:embed/>
                </p:oleObj>
              </mc:Choice>
              <mc:Fallback>
                <p:oleObj name="" r:id="rId46" imgW="1422400" imgH="381000" progId="Equation.3">
                  <p:embed/>
                  <p:pic>
                    <p:nvPicPr>
                      <p:cNvPr id="0" name="图片 3267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3892550" y="5657850"/>
                        <a:ext cx="1422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1" name="Object 33"/>
          <p:cNvGraphicFramePr>
            <a:graphicFrameLocks noChangeAspect="1"/>
          </p:cNvGraphicFramePr>
          <p:nvPr/>
        </p:nvGraphicFramePr>
        <p:xfrm>
          <a:off x="5326063" y="5672138"/>
          <a:ext cx="2286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0" name="" r:id="rId48" imgW="2286000" imgH="381000" progId="Equation.3">
                  <p:embed/>
                </p:oleObj>
              </mc:Choice>
              <mc:Fallback>
                <p:oleObj name="" r:id="rId48" imgW="2286000" imgH="381000" progId="Equation.3">
                  <p:embed/>
                  <p:pic>
                    <p:nvPicPr>
                      <p:cNvPr id="0" name="图片 3269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5326063" y="5672138"/>
                        <a:ext cx="2286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2" name="Object 34"/>
          <p:cNvGraphicFramePr>
            <a:graphicFrameLocks noChangeAspect="1"/>
          </p:cNvGraphicFramePr>
          <p:nvPr/>
        </p:nvGraphicFramePr>
        <p:xfrm>
          <a:off x="7596188" y="5788025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2" name="" r:id="rId50" imgW="241300" imgH="152400" progId="Equation.3">
                  <p:embed/>
                </p:oleObj>
              </mc:Choice>
              <mc:Fallback>
                <p:oleObj name="" r:id="rId50" imgW="241300" imgH="152400" progId="Equation.3">
                  <p:embed/>
                  <p:pic>
                    <p:nvPicPr>
                      <p:cNvPr id="0" name="图片 327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7596188" y="5788025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603" name="Object 35"/>
          <p:cNvGraphicFramePr>
            <a:graphicFrameLocks noChangeAspect="1"/>
          </p:cNvGraphicFramePr>
          <p:nvPr/>
        </p:nvGraphicFramePr>
        <p:xfrm>
          <a:off x="7870825" y="5368925"/>
          <a:ext cx="546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1" name="" r:id="rId51" imgW="546100" imgH="875665" progId="Equation.3">
                  <p:embed/>
                </p:oleObj>
              </mc:Choice>
              <mc:Fallback>
                <p:oleObj name="" r:id="rId51" imgW="546100" imgH="875665" progId="Equation.3">
                  <p:embed/>
                  <p:pic>
                    <p:nvPicPr>
                      <p:cNvPr id="0" name="图片 3270"/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7870825" y="5368925"/>
                        <a:ext cx="5461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9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9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24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24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9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09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09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0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09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0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09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10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109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1000"/>
                                        <p:tgtEl>
                                          <p:spTgt spid="10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1000"/>
                                        <p:tgtEl>
                                          <p:spTgt spid="109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1000"/>
                                        <p:tgtEl>
                                          <p:spTgt spid="10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1000"/>
                                        <p:tgtEl>
                                          <p:spTgt spid="10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109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1000"/>
                                        <p:tgtEl>
                                          <p:spTgt spid="109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1000"/>
                                        <p:tgtEl>
                                          <p:spTgt spid="109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1000"/>
                                        <p:tgtEl>
                                          <p:spTgt spid="10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1000"/>
                                        <p:tgtEl>
                                          <p:spTgt spid="109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1000"/>
                                        <p:tgtEl>
                                          <p:spTgt spid="109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1000"/>
                                        <p:tgtEl>
                                          <p:spTgt spid="109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1000"/>
                                        <p:tgtEl>
                                          <p:spTgt spid="109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1000"/>
                                        <p:tgtEl>
                                          <p:spTgt spid="109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1000"/>
                                        <p:tgtEl>
                                          <p:spTgt spid="1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1000"/>
                                        <p:tgtEl>
                                          <p:spTgt spid="1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6" grpId="0"/>
      <p:bldP spid="109581" grpId="0"/>
      <p:bldP spid="109585" grpId="0"/>
      <p:bldP spid="109589" grpId="0"/>
      <p:bldP spid="109591" grpId="0"/>
      <p:bldP spid="10959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4" name="Object 4"/>
          <p:cNvGraphicFramePr>
            <a:graphicFrameLocks noChangeAspect="1"/>
          </p:cNvGraphicFramePr>
          <p:nvPr/>
        </p:nvGraphicFramePr>
        <p:xfrm>
          <a:off x="1504950" y="771525"/>
          <a:ext cx="1433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9" name="" r:id="rId1" imgW="1320165" imgH="431800" progId="Equation.3">
                  <p:embed/>
                </p:oleObj>
              </mc:Choice>
              <mc:Fallback>
                <p:oleObj name="" r:id="rId1" imgW="1320165" imgH="431800" progId="Equation.3">
                  <p:embed/>
                  <p:pic>
                    <p:nvPicPr>
                      <p:cNvPr id="0" name="图片 32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504950" y="771525"/>
                        <a:ext cx="1433513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5" name="Object 3"/>
          <p:cNvGraphicFramePr>
            <a:graphicFrameLocks noChangeAspect="1"/>
          </p:cNvGraphicFramePr>
          <p:nvPr/>
        </p:nvGraphicFramePr>
        <p:xfrm>
          <a:off x="3059113" y="757238"/>
          <a:ext cx="43926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" r:id="rId3" imgW="4127500" imgH="431800" progId="Equation.3">
                  <p:embed/>
                </p:oleObj>
              </mc:Choice>
              <mc:Fallback>
                <p:oleObj name="" r:id="rId3" imgW="4127500" imgH="431800" progId="Equation.3">
                  <p:embed/>
                  <p:pic>
                    <p:nvPicPr>
                      <p:cNvPr id="0" name="图片 327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59113" y="757238"/>
                        <a:ext cx="4392612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6" name="Text Box 4"/>
          <p:cNvSpPr txBox="1"/>
          <p:nvPr/>
        </p:nvSpPr>
        <p:spPr>
          <a:xfrm>
            <a:off x="7424738" y="69373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0597" name="Object 5"/>
          <p:cNvGraphicFramePr>
            <a:graphicFrameLocks noChangeAspect="1"/>
          </p:cNvGraphicFramePr>
          <p:nvPr/>
        </p:nvGraphicFramePr>
        <p:xfrm>
          <a:off x="2951163" y="1390650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" name="" r:id="rId5" imgW="799465" imgH="393700" progId="Equation.3">
                  <p:embed/>
                </p:oleObj>
              </mc:Choice>
              <mc:Fallback>
                <p:oleObj name="" r:id="rId5" imgW="799465" imgH="393700" progId="Equation.3">
                  <p:embed/>
                  <p:pic>
                    <p:nvPicPr>
                      <p:cNvPr id="0" name="图片 327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51163" y="1390650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8" name="Object 6"/>
          <p:cNvGraphicFramePr>
            <a:graphicFrameLocks noChangeAspect="1"/>
          </p:cNvGraphicFramePr>
          <p:nvPr/>
        </p:nvGraphicFramePr>
        <p:xfrm>
          <a:off x="3771900" y="14986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6" name="" r:id="rId7" imgW="241300" imgH="152400" progId="Equation.3">
                  <p:embed/>
                </p:oleObj>
              </mc:Choice>
              <mc:Fallback>
                <p:oleObj name="" r:id="rId7" imgW="241300" imgH="152400" progId="Equation.3">
                  <p:embed/>
                  <p:pic>
                    <p:nvPicPr>
                      <p:cNvPr id="0" name="图片 326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71900" y="14986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599" name="Object 7"/>
          <p:cNvGraphicFramePr>
            <a:graphicFrameLocks noChangeAspect="1"/>
          </p:cNvGraphicFramePr>
          <p:nvPr/>
        </p:nvGraphicFramePr>
        <p:xfrm>
          <a:off x="3995738" y="1382713"/>
          <a:ext cx="147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7" name="" r:id="rId9" imgW="1473200" imgH="381000" progId="Equation.3">
                  <p:embed/>
                </p:oleObj>
              </mc:Choice>
              <mc:Fallback>
                <p:oleObj name="" r:id="rId9" imgW="1473200" imgH="381000" progId="Equation.3">
                  <p:embed/>
                  <p:pic>
                    <p:nvPicPr>
                      <p:cNvPr id="0" name="图片 326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995738" y="1382713"/>
                        <a:ext cx="14732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0" name="Object 8"/>
          <p:cNvGraphicFramePr>
            <a:graphicFrameLocks noChangeAspect="1"/>
          </p:cNvGraphicFramePr>
          <p:nvPr/>
        </p:nvGraphicFramePr>
        <p:xfrm>
          <a:off x="5464175" y="1498600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7" name="" r:id="rId11" imgW="241300" imgH="152400" progId="Equation.3">
                  <p:embed/>
                </p:oleObj>
              </mc:Choice>
              <mc:Fallback>
                <p:oleObj name="" r:id="rId11" imgW="241300" imgH="152400" progId="Equation.3">
                  <p:embed/>
                  <p:pic>
                    <p:nvPicPr>
                      <p:cNvPr id="0" name="图片 325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64175" y="1498600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1" name="Object 9"/>
          <p:cNvGraphicFramePr>
            <a:graphicFrameLocks noChangeAspect="1"/>
          </p:cNvGraphicFramePr>
          <p:nvPr/>
        </p:nvGraphicFramePr>
        <p:xfrm>
          <a:off x="5722938" y="1397000"/>
          <a:ext cx="2794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5" name="" r:id="rId12" imgW="279400" imgH="317500" progId="Equation.3">
                  <p:embed/>
                </p:oleObj>
              </mc:Choice>
              <mc:Fallback>
                <p:oleObj name="" r:id="rId12" imgW="279400" imgH="317500" progId="Equation.3">
                  <p:embed/>
                  <p:pic>
                    <p:nvPicPr>
                      <p:cNvPr id="0" name="图片 325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22938" y="1397000"/>
                        <a:ext cx="2794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2" name="Text Box 10"/>
          <p:cNvSpPr txBox="1"/>
          <p:nvPr/>
        </p:nvSpPr>
        <p:spPr>
          <a:xfrm>
            <a:off x="803275" y="1851025"/>
            <a:ext cx="17018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综上所述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0603" name="Object 11"/>
          <p:cNvGraphicFramePr>
            <a:graphicFrameLocks noChangeAspect="1"/>
          </p:cNvGraphicFramePr>
          <p:nvPr/>
        </p:nvGraphicFramePr>
        <p:xfrm>
          <a:off x="2590800" y="1944688"/>
          <a:ext cx="34861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4" name="" r:id="rId14" imgW="3213100" imgH="431800" progId="Equation.3">
                  <p:embed/>
                </p:oleObj>
              </mc:Choice>
              <mc:Fallback>
                <p:oleObj name="" r:id="rId14" imgW="3213100" imgH="431800" progId="Equation.3">
                  <p:embed/>
                  <p:pic>
                    <p:nvPicPr>
                      <p:cNvPr id="0" name="图片 326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590800" y="1944688"/>
                        <a:ext cx="3486150" cy="431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4" name="Object 12"/>
          <p:cNvGraphicFramePr>
            <a:graphicFrameLocks noChangeAspect="1"/>
          </p:cNvGraphicFramePr>
          <p:nvPr/>
        </p:nvGraphicFramePr>
        <p:xfrm>
          <a:off x="2409825" y="3278188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9" name="" r:id="rId16" imgW="799465" imgH="393700" progId="Equation.3">
                  <p:embed/>
                </p:oleObj>
              </mc:Choice>
              <mc:Fallback>
                <p:oleObj name="" r:id="rId16" imgW="799465" imgH="393700" progId="Equation.3">
                  <p:embed/>
                  <p:pic>
                    <p:nvPicPr>
                      <p:cNvPr id="0" name="图片 324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09825" y="3278188"/>
                        <a:ext cx="800100" cy="393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3230563" y="3386138"/>
          <a:ext cx="241300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3" name="" r:id="rId17" imgW="241300" imgH="152400" progId="Equation.3">
                  <p:embed/>
                </p:oleObj>
              </mc:Choice>
              <mc:Fallback>
                <p:oleObj name="" r:id="rId17" imgW="241300" imgH="152400" progId="Equation.3">
                  <p:embed/>
                  <p:pic>
                    <p:nvPicPr>
                      <p:cNvPr id="0" name="图片 326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30563" y="3386138"/>
                        <a:ext cx="241300" cy="152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3482975" y="2646363"/>
          <a:ext cx="381000" cy="165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1" name="" r:id="rId18" imgW="381000" imgH="1511300" progId="Equation.3">
                  <p:embed/>
                </p:oleObj>
              </mc:Choice>
              <mc:Fallback>
                <p:oleObj name="" r:id="rId18" imgW="381000" imgH="1511300" progId="Equation.3">
                  <p:embed/>
                  <p:pic>
                    <p:nvPicPr>
                      <p:cNvPr id="0" name="图片 325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482975" y="2646363"/>
                        <a:ext cx="381000" cy="165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7" name="Object 15"/>
          <p:cNvGraphicFramePr>
            <a:graphicFrameLocks noChangeAspect="1"/>
          </p:cNvGraphicFramePr>
          <p:nvPr/>
        </p:nvGraphicFramePr>
        <p:xfrm>
          <a:off x="3727450" y="2514600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2" name="" r:id="rId20" imgW="292100" imgH="368300" progId="Equation.3">
                  <p:embed/>
                </p:oleObj>
              </mc:Choice>
              <mc:Fallback>
                <p:oleObj name="" r:id="rId20" imgW="292100" imgH="368300" progId="Equation.3">
                  <p:embed/>
                  <p:pic>
                    <p:nvPicPr>
                      <p:cNvPr id="0" name="图片 325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727450" y="2514600"/>
                        <a:ext cx="2921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8" name="Object 16"/>
          <p:cNvGraphicFramePr>
            <a:graphicFrameLocks noChangeAspect="1"/>
          </p:cNvGraphicFramePr>
          <p:nvPr/>
        </p:nvGraphicFramePr>
        <p:xfrm>
          <a:off x="5038725" y="2522538"/>
          <a:ext cx="98425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5" name="" r:id="rId22" imgW="889000" imgH="368300" progId="Equation.3">
                  <p:embed/>
                </p:oleObj>
              </mc:Choice>
              <mc:Fallback>
                <p:oleObj name="" r:id="rId22" imgW="889000" imgH="368300" progId="Equation.3">
                  <p:embed/>
                  <p:pic>
                    <p:nvPicPr>
                      <p:cNvPr id="0" name="图片 326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038725" y="2522538"/>
                        <a:ext cx="98425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09" name="Object 17"/>
          <p:cNvGraphicFramePr>
            <a:graphicFrameLocks noChangeAspect="1"/>
          </p:cNvGraphicFramePr>
          <p:nvPr/>
        </p:nvGraphicFramePr>
        <p:xfrm>
          <a:off x="3649663" y="2960688"/>
          <a:ext cx="5461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8" name="" r:id="rId24" imgW="546100" imgH="875665" progId="Equation.3">
                  <p:embed/>
                </p:oleObj>
              </mc:Choice>
              <mc:Fallback>
                <p:oleObj name="" r:id="rId24" imgW="546100" imgH="875665" progId="Equation.3">
                  <p:embed/>
                  <p:pic>
                    <p:nvPicPr>
                      <p:cNvPr id="0" name="图片 325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649663" y="2960688"/>
                        <a:ext cx="546100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0" name="Object 18"/>
          <p:cNvGraphicFramePr>
            <a:graphicFrameLocks noChangeAspect="1"/>
          </p:cNvGraphicFramePr>
          <p:nvPr/>
        </p:nvGraphicFramePr>
        <p:xfrm>
          <a:off x="4822825" y="3284538"/>
          <a:ext cx="154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0" name="" r:id="rId26" imgW="1435100" imgH="368300" progId="Equation.3">
                  <p:embed/>
                </p:oleObj>
              </mc:Choice>
              <mc:Fallback>
                <p:oleObj name="" r:id="rId26" imgW="1435100" imgH="368300" progId="Equation.3">
                  <p:embed/>
                  <p:pic>
                    <p:nvPicPr>
                      <p:cNvPr id="0" name="图片 3249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822825" y="3284538"/>
                        <a:ext cx="15494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1" name="Object 19"/>
          <p:cNvGraphicFramePr>
            <a:graphicFrameLocks noChangeAspect="1"/>
          </p:cNvGraphicFramePr>
          <p:nvPr/>
        </p:nvGraphicFramePr>
        <p:xfrm>
          <a:off x="3741738" y="4084638"/>
          <a:ext cx="26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3" name="" r:id="rId28" imgW="266700" imgH="368300" progId="Equation.3">
                  <p:embed/>
                </p:oleObj>
              </mc:Choice>
              <mc:Fallback>
                <p:oleObj name="" r:id="rId28" imgW="266700" imgH="368300" progId="Equation.3">
                  <p:embed/>
                  <p:pic>
                    <p:nvPicPr>
                      <p:cNvPr id="0" name="图片 325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3741738" y="4084638"/>
                        <a:ext cx="266700" cy="368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2" name="Object 20"/>
          <p:cNvGraphicFramePr>
            <a:graphicFrameLocks noChangeAspect="1"/>
          </p:cNvGraphicFramePr>
          <p:nvPr/>
        </p:nvGraphicFramePr>
        <p:xfrm>
          <a:off x="5124450" y="4084638"/>
          <a:ext cx="88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6" name="" r:id="rId30" imgW="888365" imgH="317500" progId="Equation.3">
                  <p:embed/>
                </p:oleObj>
              </mc:Choice>
              <mc:Fallback>
                <p:oleObj name="" r:id="rId30" imgW="888365" imgH="317500" progId="Equation.3">
                  <p:embed/>
                  <p:pic>
                    <p:nvPicPr>
                      <p:cNvPr id="0" name="图片 3255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124450" y="4084638"/>
                        <a:ext cx="889000" cy="317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13" name="Text Box 21"/>
          <p:cNvSpPr txBox="1"/>
          <p:nvPr/>
        </p:nvSpPr>
        <p:spPr>
          <a:xfrm>
            <a:off x="806450" y="4611688"/>
            <a:ext cx="59626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它的图形是一条连续曲线如下图所示</a:t>
            </a:r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0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10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10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1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0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10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10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10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1000"/>
                                        <p:tgtEl>
                                          <p:spTgt spid="11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10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1000"/>
                                        <p:tgtEl>
                                          <p:spTgt spid="11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/>
      <p:bldP spid="110602" grpId="0"/>
      <p:bldP spid="1106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45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2113" y="803275"/>
            <a:ext cx="3348037" cy="29432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9459" name="Object 4"/>
          <p:cNvGraphicFramePr>
            <a:graphicFrameLocks noChangeAspect="1"/>
          </p:cNvGraphicFramePr>
          <p:nvPr/>
        </p:nvGraphicFramePr>
        <p:xfrm>
          <a:off x="912813" y="762000"/>
          <a:ext cx="42545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9" name="" r:id="rId2" imgW="4254500" imgH="1409700" progId="Equation.3">
                  <p:embed/>
                </p:oleObj>
              </mc:Choice>
              <mc:Fallback>
                <p:oleObj name="" r:id="rId2" imgW="4254500" imgH="1409700" progId="Equation.3">
                  <p:embed/>
                  <p:pic>
                    <p:nvPicPr>
                      <p:cNvPr id="0" name="图片 325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2813" y="762000"/>
                        <a:ext cx="4254500" cy="1409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1" name="Object 5"/>
          <p:cNvGraphicFramePr>
            <a:graphicFrameLocks noChangeAspect="1"/>
          </p:cNvGraphicFramePr>
          <p:nvPr/>
        </p:nvGraphicFramePr>
        <p:xfrm>
          <a:off x="925513" y="2514600"/>
          <a:ext cx="34290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name="" r:id="rId4" imgW="3429000" imgH="698500" progId="Equation.3">
                  <p:embed/>
                </p:oleObj>
              </mc:Choice>
              <mc:Fallback>
                <p:oleObj name="" r:id="rId4" imgW="3429000" imgH="698500" progId="Equation.3">
                  <p:embed/>
                  <p:pic>
                    <p:nvPicPr>
                      <p:cNvPr id="0" name="图片 325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25513" y="2514600"/>
                        <a:ext cx="3429000" cy="698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2" name="Object 6"/>
          <p:cNvGraphicFramePr>
            <a:graphicFrameLocks noChangeAspect="1"/>
          </p:cNvGraphicFramePr>
          <p:nvPr/>
        </p:nvGraphicFramePr>
        <p:xfrm>
          <a:off x="912813" y="3854450"/>
          <a:ext cx="7607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0" name="" r:id="rId6" imgW="7607300" imgH="444500" progId="Equation.3">
                  <p:embed/>
                </p:oleObj>
              </mc:Choice>
              <mc:Fallback>
                <p:oleObj name="" r:id="rId6" imgW="7607300" imgH="444500" progId="Equation.3">
                  <p:embed/>
                  <p:pic>
                    <p:nvPicPr>
                      <p:cNvPr id="0" name="图片 325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2813" y="3854450"/>
                        <a:ext cx="76073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1623" name="Object 7"/>
          <p:cNvGraphicFramePr>
            <a:graphicFrameLocks noChangeAspect="1"/>
          </p:cNvGraphicFramePr>
          <p:nvPr/>
        </p:nvGraphicFramePr>
        <p:xfrm>
          <a:off x="906463" y="4652963"/>
          <a:ext cx="4432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1" name="" r:id="rId8" imgW="4432300" imgH="444500" progId="Equation.3">
                  <p:embed/>
                </p:oleObj>
              </mc:Choice>
              <mc:Fallback>
                <p:oleObj name="" r:id="rId8" imgW="4432300" imgH="444500" progId="Equation.3">
                  <p:embed/>
                  <p:pic>
                    <p:nvPicPr>
                      <p:cNvPr id="0" name="图片 326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06463" y="4652963"/>
                        <a:ext cx="44323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4" name="Text Box 8"/>
          <p:cNvSpPr txBox="1"/>
          <p:nvPr/>
        </p:nvSpPr>
        <p:spPr>
          <a:xfrm>
            <a:off x="808038" y="5376863"/>
            <a:ext cx="8118475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49" charset="-122"/>
              </a:rPr>
              <a:t>注意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两类随机变量的分布函数图形的特点不一样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9155" name="Object 3"/>
          <p:cNvGraphicFramePr>
            <a:graphicFrameLocks noChangeAspect="1"/>
          </p:cNvGraphicFramePr>
          <p:nvPr/>
        </p:nvGraphicFramePr>
        <p:xfrm>
          <a:off x="1847850" y="2740025"/>
          <a:ext cx="3924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62" name="" r:id="rId1" imgW="2777490" imgH="515620" progId="Equation.3">
                  <p:embed/>
                </p:oleObj>
              </mc:Choice>
              <mc:Fallback>
                <p:oleObj name="" r:id="rId1" imgW="2777490" imgH="515620" progId="Equation.3">
                  <p:embed/>
                  <p:pic>
                    <p:nvPicPr>
                      <p:cNvPr id="0" name="图片 326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47850" y="2740025"/>
                        <a:ext cx="3924300" cy="78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Rectangle 5"/>
          <p:cNvSpPr/>
          <p:nvPr/>
        </p:nvSpPr>
        <p:spPr>
          <a:xfrm>
            <a:off x="1219200" y="3789363"/>
            <a:ext cx="4379913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分布律与分布函数的关系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9160" name="Rectangle 8"/>
          <p:cNvSpPr/>
          <p:nvPr/>
        </p:nvSpPr>
        <p:spPr>
          <a:xfrm>
            <a:off x="1219200" y="2011363"/>
            <a:ext cx="47371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离散型随机变量的分布函数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485" name="Rectangle 12"/>
          <p:cNvSpPr/>
          <p:nvPr>
            <p:ph type="title"/>
          </p:nvPr>
        </p:nvSpPr>
        <p:spPr>
          <a:xfrm>
            <a:off x="865188" y="658813"/>
            <a:ext cx="7772400" cy="701675"/>
          </a:xfrm>
          <a:noFill/>
          <a:ln w="12700">
            <a:noFill/>
          </a:ln>
        </p:spPr>
        <p:txBody>
          <a:bodyPr anchor="ctr" anchorCtr="0">
            <a:spAutoFit/>
          </a:bodyPr>
          <a:p>
            <a:pPr algn="l"/>
            <a:r>
              <a:rPr lang="zh-CN" altLang="en-US" sz="40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四、小结</a:t>
            </a:r>
            <a:endParaRPr lang="zh-CN" altLang="en-US" sz="4000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87450" y="4581525"/>
            <a:ext cx="71294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作业：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17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），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18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7" grpId="0"/>
      <p:bldP spid="49160" grpId="0"/>
      <p:bldP spid="6" grpId="0"/>
    </p:bldLst>
  </p:timing>
</p:sld>
</file>

<file path=ppt/theme/theme1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Settings\a\Application Data\Microsoft\Templates\jy3.pot</Template>
  <TotalTime>0</TotalTime>
  <Words>583</Words>
  <Application>WPS 演示</Application>
  <PresentationFormat>全屏显示(4:3)</PresentationFormat>
  <Paragraphs>122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206</vt:i4>
      </vt:variant>
      <vt:variant>
        <vt:lpstr>幻灯片标题</vt:lpstr>
      </vt:variant>
      <vt:variant>
        <vt:i4>19</vt:i4>
      </vt:variant>
    </vt:vector>
  </HeadingPairs>
  <TitlesOfParts>
    <vt:vector size="237" baseType="lpstr">
      <vt:lpstr>Arial</vt:lpstr>
      <vt:lpstr>宋体</vt:lpstr>
      <vt:lpstr>Wingdings</vt:lpstr>
      <vt:lpstr>Times New Roman</vt:lpstr>
      <vt:lpstr>Calibri</vt:lpstr>
      <vt:lpstr>黑体</vt:lpstr>
      <vt:lpstr>楷体_GB2312</vt:lpstr>
      <vt:lpstr>新宋体</vt:lpstr>
      <vt:lpstr>微软雅黑</vt:lpstr>
      <vt:lpstr>Arial Unicode MS</vt:lpstr>
      <vt:lpstr>1_自定义设计方案</vt:lpstr>
      <vt:lpstr>自定义设计方案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txxy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随机变量的分布函数</dc:title>
  <dc:creator>ty</dc:creator>
  <cp:lastModifiedBy>欧蜜（2和11）</cp:lastModifiedBy>
  <cp:revision>210</cp:revision>
  <dcterms:created xsi:type="dcterms:W3CDTF">2000-02-23T02:14:19Z</dcterms:created>
  <dcterms:modified xsi:type="dcterms:W3CDTF">2024-09-27T02:52:18Z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0F409D51E77C47CAB9955838D494511E_13</vt:lpwstr>
  </property>
  <property fmtid="{D5CDD505-2E9C-101B-9397-08002B2CF9AE}" pid="3" name="KSOProductBuildVer">
    <vt:lpwstr>2052-12.1.0.18276</vt:lpwstr>
  </property>
</Properties>
</file>
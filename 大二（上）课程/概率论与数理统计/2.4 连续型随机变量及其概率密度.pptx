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74" r:id="rId5"/>
    <p:sldId id="428" r:id="rId6"/>
    <p:sldId id="365" r:id="rId7"/>
    <p:sldId id="366" r:id="rId8"/>
    <p:sldId id="296" r:id="rId9"/>
    <p:sldId id="427" r:id="rId10"/>
    <p:sldId id="367" r:id="rId11"/>
    <p:sldId id="368" r:id="rId12"/>
    <p:sldId id="369" r:id="rId13"/>
    <p:sldId id="370" r:id="rId14"/>
    <p:sldId id="371" r:id="rId15"/>
    <p:sldId id="372" r:id="rId16"/>
    <p:sldId id="430" r:id="rId17"/>
    <p:sldId id="377" r:id="rId18"/>
    <p:sldId id="398" r:id="rId19"/>
    <p:sldId id="399" r:id="rId20"/>
    <p:sldId id="425" r:id="rId21"/>
    <p:sldId id="382" r:id="rId22"/>
    <p:sldId id="383" r:id="rId23"/>
    <p:sldId id="385" r:id="rId24"/>
    <p:sldId id="386" r:id="rId25"/>
    <p:sldId id="387" r:id="rId26"/>
    <p:sldId id="329" r:id="rId27"/>
    <p:sldId id="400" r:id="rId28"/>
    <p:sldId id="401" r:id="rId29"/>
    <p:sldId id="402" r:id="rId30"/>
    <p:sldId id="403" r:id="rId31"/>
    <p:sldId id="405" r:id="rId32"/>
    <p:sldId id="406" r:id="rId33"/>
    <p:sldId id="407" r:id="rId34"/>
    <p:sldId id="408" r:id="rId35"/>
    <p:sldId id="413" r:id="rId36"/>
    <p:sldId id="410" r:id="rId37"/>
    <p:sldId id="411" r:id="rId38"/>
    <p:sldId id="414" r:id="rId39"/>
    <p:sldId id="419" r:id="rId40"/>
    <p:sldId id="420" r:id="rId41"/>
    <p:sldId id="421" r:id="rId42"/>
    <p:sldId id="422" r:id="rId43"/>
    <p:sldId id="424" r:id="rId44"/>
    <p:sldId id="429" r:id="rId45"/>
    <p:sldId id="334" r:id="rId46"/>
    <p:sldId id="360" r:id="rId47"/>
    <p:sldId id="362" r:id="rId48"/>
  </p:sldIdLst>
  <p:sldSz cx="9144000" cy="6858000" type="screen4x3"/>
  <p:notesSz cx="6858000" cy="9144000"/>
  <p:custShowLst>
    <p:custShow name="高斯资料" id="0">
      <p:sldLst>
        <p:sld r:id="rId48"/>
      </p:sldLst>
    </p:custShow>
  </p:custShow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 userDrawn="1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0000"/>
    <a:srgbClr val="0000FF"/>
    <a:srgbClr val="CC00FF"/>
    <a:srgbClr val="993366"/>
    <a:srgbClr val="6600CC"/>
    <a:srgbClr val="FF99FF"/>
    <a:srgbClr val="FFFF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362" y="60"/>
      </p:cViewPr>
      <p:guideLst>
        <p:guide orient="horz" pos="48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6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.wmf"/><Relationship Id="rId8" Type="http://schemas.openxmlformats.org/officeDocument/2006/relationships/image" Target="../media/image19.wmf"/><Relationship Id="rId7" Type="http://schemas.openxmlformats.org/officeDocument/2006/relationships/image" Target="../media/image18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3" Type="http://schemas.openxmlformats.org/officeDocument/2006/relationships/image" Target="../media/image43.wmf"/><Relationship Id="rId22" Type="http://schemas.openxmlformats.org/officeDocument/2006/relationships/image" Target="../media/image42.wmf"/><Relationship Id="rId21" Type="http://schemas.openxmlformats.org/officeDocument/2006/relationships/image" Target="../media/image41.wmf"/><Relationship Id="rId20" Type="http://schemas.openxmlformats.org/officeDocument/2006/relationships/image" Target="../media/image40.wmf"/><Relationship Id="rId2" Type="http://schemas.openxmlformats.org/officeDocument/2006/relationships/image" Target="../media/image22.wmf"/><Relationship Id="rId19" Type="http://schemas.openxmlformats.org/officeDocument/2006/relationships/image" Target="../media/image39.wmf"/><Relationship Id="rId18" Type="http://schemas.openxmlformats.org/officeDocument/2006/relationships/image" Target="../media/image38.emf"/><Relationship Id="rId17" Type="http://schemas.openxmlformats.org/officeDocument/2006/relationships/image" Target="../media/image37.wmf"/><Relationship Id="rId16" Type="http://schemas.openxmlformats.org/officeDocument/2006/relationships/image" Target="../media/image36.wmf"/><Relationship Id="rId15" Type="http://schemas.openxmlformats.org/officeDocument/2006/relationships/image" Target="../media/image35.wmf"/><Relationship Id="rId14" Type="http://schemas.openxmlformats.org/officeDocument/2006/relationships/image" Target="../media/image34.wmf"/><Relationship Id="rId13" Type="http://schemas.openxmlformats.org/officeDocument/2006/relationships/image" Target="../media/image33.wmf"/><Relationship Id="rId12" Type="http://schemas.openxmlformats.org/officeDocument/2006/relationships/image" Target="../media/image32.wmf"/><Relationship Id="rId11" Type="http://schemas.openxmlformats.org/officeDocument/2006/relationships/image" Target="../media/image31.wmf"/><Relationship Id="rId10" Type="http://schemas.openxmlformats.org/officeDocument/2006/relationships/image" Target="../media/image30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50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0" Type="http://schemas.openxmlformats.org/officeDocument/2006/relationships/image" Target="../media/image63.wmf"/><Relationship Id="rId1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78.wmf"/><Relationship Id="rId8" Type="http://schemas.openxmlformats.org/officeDocument/2006/relationships/image" Target="../media/image77.wmf"/><Relationship Id="rId7" Type="http://schemas.openxmlformats.org/officeDocument/2006/relationships/image" Target="../media/image76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3" Type="http://schemas.openxmlformats.org/officeDocument/2006/relationships/image" Target="../media/image82.wmf"/><Relationship Id="rId12" Type="http://schemas.openxmlformats.org/officeDocument/2006/relationships/image" Target="../media/image81.wmf"/><Relationship Id="rId11" Type="http://schemas.openxmlformats.org/officeDocument/2006/relationships/image" Target="../media/image80.wmf"/><Relationship Id="rId10" Type="http://schemas.openxmlformats.org/officeDocument/2006/relationships/image" Target="../media/image79.wmf"/><Relationship Id="rId1" Type="http://schemas.openxmlformats.org/officeDocument/2006/relationships/image" Target="../media/image70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image" Target="../media/image90.wmf"/><Relationship Id="rId7" Type="http://schemas.openxmlformats.org/officeDocument/2006/relationships/image" Target="../media/image89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3" Type="http://schemas.openxmlformats.org/officeDocument/2006/relationships/image" Target="../media/image95.wmf"/><Relationship Id="rId12" Type="http://schemas.openxmlformats.org/officeDocument/2006/relationships/image" Target="../media/image94.wmf"/><Relationship Id="rId11" Type="http://schemas.openxmlformats.org/officeDocument/2006/relationships/image" Target="../media/image93.wmf"/><Relationship Id="rId10" Type="http://schemas.openxmlformats.org/officeDocument/2006/relationships/image" Target="../media/image92.wmf"/><Relationship Id="rId1" Type="http://schemas.openxmlformats.org/officeDocument/2006/relationships/image" Target="../media/image83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wmf"/><Relationship Id="rId8" Type="http://schemas.openxmlformats.org/officeDocument/2006/relationships/image" Target="../media/image103.wmf"/><Relationship Id="rId7" Type="http://schemas.openxmlformats.org/officeDocument/2006/relationships/image" Target="../media/image102.w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2" Type="http://schemas.openxmlformats.org/officeDocument/2006/relationships/image" Target="../media/image107.wmf"/><Relationship Id="rId11" Type="http://schemas.openxmlformats.org/officeDocument/2006/relationships/image" Target="../media/image106.wmf"/><Relationship Id="rId10" Type="http://schemas.openxmlformats.org/officeDocument/2006/relationships/image" Target="../media/image105.wmf"/><Relationship Id="rId1" Type="http://schemas.openxmlformats.org/officeDocument/2006/relationships/image" Target="../media/image9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wmf"/><Relationship Id="rId8" Type="http://schemas.openxmlformats.org/officeDocument/2006/relationships/image" Target="../media/image113.wmf"/><Relationship Id="rId7" Type="http://schemas.openxmlformats.org/officeDocument/2006/relationships/image" Target="../media/image112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98.wmf"/><Relationship Id="rId17" Type="http://schemas.openxmlformats.org/officeDocument/2006/relationships/image" Target="../media/image122.wmf"/><Relationship Id="rId16" Type="http://schemas.openxmlformats.org/officeDocument/2006/relationships/image" Target="../media/image121.wmf"/><Relationship Id="rId15" Type="http://schemas.openxmlformats.org/officeDocument/2006/relationships/image" Target="../media/image120.wmf"/><Relationship Id="rId14" Type="http://schemas.openxmlformats.org/officeDocument/2006/relationships/image" Target="../media/image119.wmf"/><Relationship Id="rId13" Type="http://schemas.openxmlformats.org/officeDocument/2006/relationships/image" Target="../media/image118.wmf"/><Relationship Id="rId12" Type="http://schemas.openxmlformats.org/officeDocument/2006/relationships/image" Target="../media/image117.wmf"/><Relationship Id="rId11" Type="http://schemas.openxmlformats.org/officeDocument/2006/relationships/image" Target="../media/image116.wmf"/><Relationship Id="rId10" Type="http://schemas.openxmlformats.org/officeDocument/2006/relationships/image" Target="../media/image115.wmf"/><Relationship Id="rId1" Type="http://schemas.openxmlformats.org/officeDocument/2006/relationships/image" Target="../media/image9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2.wmf"/><Relationship Id="rId8" Type="http://schemas.openxmlformats.org/officeDocument/2006/relationships/image" Target="../media/image131.wmf"/><Relationship Id="rId7" Type="http://schemas.openxmlformats.org/officeDocument/2006/relationships/image" Target="../media/image130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4" Type="http://schemas.openxmlformats.org/officeDocument/2006/relationships/image" Target="../media/image136.wmf"/><Relationship Id="rId13" Type="http://schemas.openxmlformats.org/officeDocument/2006/relationships/image" Target="../media/image135.wmf"/><Relationship Id="rId12" Type="http://schemas.openxmlformats.org/officeDocument/2006/relationships/image" Target="../media/image134.wmf"/><Relationship Id="rId11" Type="http://schemas.openxmlformats.org/officeDocument/2006/relationships/image" Target="../media/image35.wmf"/><Relationship Id="rId10" Type="http://schemas.openxmlformats.org/officeDocument/2006/relationships/image" Target="../media/image133.wmf"/><Relationship Id="rId1" Type="http://schemas.openxmlformats.org/officeDocument/2006/relationships/image" Target="../media/image124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wmf"/><Relationship Id="rId8" Type="http://schemas.openxmlformats.org/officeDocument/2006/relationships/image" Target="../media/image142.wmf"/><Relationship Id="rId7" Type="http://schemas.openxmlformats.org/officeDocument/2006/relationships/image" Target="../media/image141.wmf"/><Relationship Id="rId6" Type="http://schemas.openxmlformats.org/officeDocument/2006/relationships/image" Target="../media/image140.wmf"/><Relationship Id="rId5" Type="http://schemas.openxmlformats.org/officeDocument/2006/relationships/image" Target="../media/image134.wmf"/><Relationship Id="rId4" Type="http://schemas.openxmlformats.org/officeDocument/2006/relationships/image" Target="../media/image35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1" Type="http://schemas.openxmlformats.org/officeDocument/2006/relationships/image" Target="../media/image145.wmf"/><Relationship Id="rId10" Type="http://schemas.openxmlformats.org/officeDocument/2006/relationships/image" Target="../media/image144.wmf"/><Relationship Id="rId1" Type="http://schemas.openxmlformats.org/officeDocument/2006/relationships/image" Target="../media/image137.wmf"/></Relationships>
</file>

<file path=ppt/drawings/_rels/vmlDrawing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8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47.wmf"/><Relationship Id="rId3" Type="http://schemas.openxmlformats.org/officeDocument/2006/relationships/image" Target="../media/image35.wmf"/><Relationship Id="rId2" Type="http://schemas.openxmlformats.org/officeDocument/2006/relationships/image" Target="../media/image133.wmf"/><Relationship Id="rId1" Type="http://schemas.openxmlformats.org/officeDocument/2006/relationships/image" Target="../media/image146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wmf"/><Relationship Id="rId8" Type="http://schemas.openxmlformats.org/officeDocument/2006/relationships/image" Target="../media/image156.wmf"/><Relationship Id="rId7" Type="http://schemas.openxmlformats.org/officeDocument/2006/relationships/image" Target="../media/image155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5" Type="http://schemas.openxmlformats.org/officeDocument/2006/relationships/image" Target="../media/image163.wmf"/><Relationship Id="rId14" Type="http://schemas.openxmlformats.org/officeDocument/2006/relationships/image" Target="../media/image162.wmf"/><Relationship Id="rId13" Type="http://schemas.openxmlformats.org/officeDocument/2006/relationships/image" Target="../media/image161.wmf"/><Relationship Id="rId12" Type="http://schemas.openxmlformats.org/officeDocument/2006/relationships/image" Target="../media/image160.wmf"/><Relationship Id="rId11" Type="http://schemas.openxmlformats.org/officeDocument/2006/relationships/image" Target="../media/image159.wmf"/><Relationship Id="rId10" Type="http://schemas.openxmlformats.org/officeDocument/2006/relationships/image" Target="../media/image158.wmf"/><Relationship Id="rId1" Type="http://schemas.openxmlformats.org/officeDocument/2006/relationships/image" Target="../media/image149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wmf"/><Relationship Id="rId8" Type="http://schemas.openxmlformats.org/officeDocument/2006/relationships/image" Target="../media/image171.wmf"/><Relationship Id="rId7" Type="http://schemas.openxmlformats.org/officeDocument/2006/relationships/image" Target="../media/image170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2" Type="http://schemas.openxmlformats.org/officeDocument/2006/relationships/image" Target="../media/image175.wmf"/><Relationship Id="rId11" Type="http://schemas.openxmlformats.org/officeDocument/2006/relationships/image" Target="../media/image174.wmf"/><Relationship Id="rId10" Type="http://schemas.openxmlformats.org/officeDocument/2006/relationships/image" Target="../media/image173.wmf"/><Relationship Id="rId1" Type="http://schemas.openxmlformats.org/officeDocument/2006/relationships/image" Target="../media/image164.wmf"/></Relationships>
</file>

<file path=ppt/drawings/_rels/vmlDrawing1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83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2.wmf"/><Relationship Id="rId8" Type="http://schemas.openxmlformats.org/officeDocument/2006/relationships/image" Target="../media/image191.wmf"/><Relationship Id="rId7" Type="http://schemas.openxmlformats.org/officeDocument/2006/relationships/image" Target="../media/image190.w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0" Type="http://schemas.openxmlformats.org/officeDocument/2006/relationships/image" Target="../media/image193.wmf"/><Relationship Id="rId1" Type="http://schemas.openxmlformats.org/officeDocument/2006/relationships/image" Target="../media/image184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6.wmf"/><Relationship Id="rId8" Type="http://schemas.openxmlformats.org/officeDocument/2006/relationships/image" Target="../media/image195.wmf"/><Relationship Id="rId7" Type="http://schemas.openxmlformats.org/officeDocument/2006/relationships/image" Target="../media/image194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4" Type="http://schemas.openxmlformats.org/officeDocument/2006/relationships/image" Target="../media/image191.wmf"/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/Relationships>
</file>

<file path=ppt/drawings/_rels/vmlDrawing22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1.wmf"/><Relationship Id="rId4" Type="http://schemas.openxmlformats.org/officeDocument/2006/relationships/image" Target="../media/image200.wmf"/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7" Type="http://schemas.openxmlformats.org/officeDocument/2006/relationships/image" Target="../media/image208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Relationship Id="rId3" Type="http://schemas.openxmlformats.org/officeDocument/2006/relationships/image" Target="../media/image204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8.wmf"/><Relationship Id="rId8" Type="http://schemas.openxmlformats.org/officeDocument/2006/relationships/image" Target="../media/image217.wmf"/><Relationship Id="rId7" Type="http://schemas.openxmlformats.org/officeDocument/2006/relationships/image" Target="../media/image216.wmf"/><Relationship Id="rId6" Type="http://schemas.openxmlformats.org/officeDocument/2006/relationships/image" Target="../media/image215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7" Type="http://schemas.openxmlformats.org/officeDocument/2006/relationships/image" Target="../media/image226.wmf"/><Relationship Id="rId16" Type="http://schemas.openxmlformats.org/officeDocument/2006/relationships/image" Target="../media/image225.wmf"/><Relationship Id="rId15" Type="http://schemas.openxmlformats.org/officeDocument/2006/relationships/image" Target="../media/image224.wmf"/><Relationship Id="rId14" Type="http://schemas.openxmlformats.org/officeDocument/2006/relationships/image" Target="../media/image223.wmf"/><Relationship Id="rId13" Type="http://schemas.openxmlformats.org/officeDocument/2006/relationships/image" Target="../media/image222.wmf"/><Relationship Id="rId12" Type="http://schemas.openxmlformats.org/officeDocument/2006/relationships/image" Target="../media/image221.wmf"/><Relationship Id="rId11" Type="http://schemas.openxmlformats.org/officeDocument/2006/relationships/image" Target="../media/image220.wmf"/><Relationship Id="rId10" Type="http://schemas.openxmlformats.org/officeDocument/2006/relationships/image" Target="../media/image219.wmf"/><Relationship Id="rId1" Type="http://schemas.openxmlformats.org/officeDocument/2006/relationships/image" Target="../media/image210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5.wmf"/><Relationship Id="rId8" Type="http://schemas.openxmlformats.org/officeDocument/2006/relationships/image" Target="../media/image234.wmf"/><Relationship Id="rId7" Type="http://schemas.openxmlformats.org/officeDocument/2006/relationships/image" Target="../media/image233.wmf"/><Relationship Id="rId6" Type="http://schemas.openxmlformats.org/officeDocument/2006/relationships/image" Target="../media/image232.wmf"/><Relationship Id="rId5" Type="http://schemas.openxmlformats.org/officeDocument/2006/relationships/image" Target="../media/image231.wmf"/><Relationship Id="rId4" Type="http://schemas.openxmlformats.org/officeDocument/2006/relationships/image" Target="../media/image230.wmf"/><Relationship Id="rId3" Type="http://schemas.openxmlformats.org/officeDocument/2006/relationships/image" Target="../media/image229.wmf"/><Relationship Id="rId2" Type="http://schemas.openxmlformats.org/officeDocument/2006/relationships/image" Target="../media/image228.wmf"/><Relationship Id="rId1" Type="http://schemas.openxmlformats.org/officeDocument/2006/relationships/image" Target="../media/image227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5.wmf"/><Relationship Id="rId8" Type="http://schemas.openxmlformats.org/officeDocument/2006/relationships/image" Target="../media/image244.wmf"/><Relationship Id="rId7" Type="http://schemas.openxmlformats.org/officeDocument/2006/relationships/image" Target="../media/image243.wmf"/><Relationship Id="rId6" Type="http://schemas.openxmlformats.org/officeDocument/2006/relationships/image" Target="../media/image242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Relationship Id="rId3" Type="http://schemas.openxmlformats.org/officeDocument/2006/relationships/image" Target="../media/image239.wmf"/><Relationship Id="rId2" Type="http://schemas.openxmlformats.org/officeDocument/2006/relationships/image" Target="../media/image238.wmf"/><Relationship Id="rId13" Type="http://schemas.openxmlformats.org/officeDocument/2006/relationships/image" Target="../media/image249.wmf"/><Relationship Id="rId12" Type="http://schemas.openxmlformats.org/officeDocument/2006/relationships/image" Target="../media/image248.wmf"/><Relationship Id="rId11" Type="http://schemas.openxmlformats.org/officeDocument/2006/relationships/image" Target="../media/image247.wmf"/><Relationship Id="rId10" Type="http://schemas.openxmlformats.org/officeDocument/2006/relationships/image" Target="../media/image246.wmf"/><Relationship Id="rId1" Type="http://schemas.openxmlformats.org/officeDocument/2006/relationships/image" Target="../media/image237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54.wmf"/><Relationship Id="rId4" Type="http://schemas.openxmlformats.org/officeDocument/2006/relationships/image" Target="../media/image253.wmf"/><Relationship Id="rId3" Type="http://schemas.openxmlformats.org/officeDocument/2006/relationships/image" Target="../media/image252.wmf"/><Relationship Id="rId2" Type="http://schemas.openxmlformats.org/officeDocument/2006/relationships/image" Target="../media/image251.wmf"/><Relationship Id="rId1" Type="http://schemas.openxmlformats.org/officeDocument/2006/relationships/image" Target="../media/image250.wmf"/></Relationships>
</file>

<file path=ppt/drawings/_rels/vmlDrawing28.vml.rels><?xml version="1.0" encoding="UTF-8" standalone="yes"?>
<Relationships xmlns="http://schemas.openxmlformats.org/package/2006/relationships"><Relationship Id="rId5" Type="http://schemas.openxmlformats.org/officeDocument/2006/relationships/image" Target="../media/image260.wmf"/><Relationship Id="rId4" Type="http://schemas.openxmlformats.org/officeDocument/2006/relationships/image" Target="../media/image259.wmf"/><Relationship Id="rId3" Type="http://schemas.openxmlformats.org/officeDocument/2006/relationships/image" Target="../media/image258.wmf"/><Relationship Id="rId2" Type="http://schemas.openxmlformats.org/officeDocument/2006/relationships/image" Target="../media/image257.wmf"/><Relationship Id="rId1" Type="http://schemas.openxmlformats.org/officeDocument/2006/relationships/image" Target="../media/image256.wmf"/></Relationships>
</file>

<file path=ppt/drawings/_rels/vmlDrawing29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5.wmf"/><Relationship Id="rId3" Type="http://schemas.openxmlformats.org/officeDocument/2006/relationships/image" Target="../media/image264.wmf"/><Relationship Id="rId2" Type="http://schemas.openxmlformats.org/officeDocument/2006/relationships/image" Target="../media/image263.wmf"/><Relationship Id="rId1" Type="http://schemas.openxmlformats.org/officeDocument/2006/relationships/image" Target="../media/image262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5.wmf"/><Relationship Id="rId8" Type="http://schemas.openxmlformats.org/officeDocument/2006/relationships/image" Target="../media/image274.wmf"/><Relationship Id="rId7" Type="http://schemas.openxmlformats.org/officeDocument/2006/relationships/image" Target="../media/image273.wmf"/><Relationship Id="rId6" Type="http://schemas.openxmlformats.org/officeDocument/2006/relationships/image" Target="../media/image272.w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Relationship Id="rId3" Type="http://schemas.openxmlformats.org/officeDocument/2006/relationships/image" Target="../media/image269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/Relationships>
</file>

<file path=ppt/drawings/_rels/vmlDrawing31.vml.rels><?xml version="1.0" encoding="UTF-8" standalone="yes"?>
<Relationships xmlns="http://schemas.openxmlformats.org/package/2006/relationships"><Relationship Id="rId6" Type="http://schemas.openxmlformats.org/officeDocument/2006/relationships/image" Target="../media/image283.wmf"/><Relationship Id="rId5" Type="http://schemas.openxmlformats.org/officeDocument/2006/relationships/image" Target="../media/image282.wmf"/><Relationship Id="rId4" Type="http://schemas.openxmlformats.org/officeDocument/2006/relationships/image" Target="../media/image281.wmf"/><Relationship Id="rId3" Type="http://schemas.openxmlformats.org/officeDocument/2006/relationships/image" Target="../media/image280.wmf"/><Relationship Id="rId2" Type="http://schemas.openxmlformats.org/officeDocument/2006/relationships/image" Target="../media/image279.wmf"/><Relationship Id="rId1" Type="http://schemas.openxmlformats.org/officeDocument/2006/relationships/image" Target="../media/image278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2.wmf"/><Relationship Id="rId8" Type="http://schemas.openxmlformats.org/officeDocument/2006/relationships/image" Target="../media/image291.wmf"/><Relationship Id="rId7" Type="http://schemas.openxmlformats.org/officeDocument/2006/relationships/image" Target="../media/image290.wmf"/><Relationship Id="rId6" Type="http://schemas.openxmlformats.org/officeDocument/2006/relationships/image" Target="../media/image289.wmf"/><Relationship Id="rId5" Type="http://schemas.openxmlformats.org/officeDocument/2006/relationships/image" Target="../media/image288.wmf"/><Relationship Id="rId4" Type="http://schemas.openxmlformats.org/officeDocument/2006/relationships/image" Target="../media/image287.wmf"/><Relationship Id="rId3" Type="http://schemas.openxmlformats.org/officeDocument/2006/relationships/image" Target="../media/image286.wmf"/><Relationship Id="rId2" Type="http://schemas.openxmlformats.org/officeDocument/2006/relationships/image" Target="../media/image285.wmf"/><Relationship Id="rId14" Type="http://schemas.openxmlformats.org/officeDocument/2006/relationships/image" Target="../media/image297.wmf"/><Relationship Id="rId13" Type="http://schemas.openxmlformats.org/officeDocument/2006/relationships/image" Target="../media/image296.wmf"/><Relationship Id="rId12" Type="http://schemas.openxmlformats.org/officeDocument/2006/relationships/image" Target="../media/image295.wmf"/><Relationship Id="rId11" Type="http://schemas.openxmlformats.org/officeDocument/2006/relationships/image" Target="../media/image294.wmf"/><Relationship Id="rId10" Type="http://schemas.openxmlformats.org/officeDocument/2006/relationships/image" Target="../media/image293.wmf"/><Relationship Id="rId1" Type="http://schemas.openxmlformats.org/officeDocument/2006/relationships/image" Target="../media/image284.wmf"/></Relationships>
</file>

<file path=ppt/drawings/_rels/vmlDrawing33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3.wmf"/><Relationship Id="rId5" Type="http://schemas.openxmlformats.org/officeDocument/2006/relationships/image" Target="../media/image302.wmf"/><Relationship Id="rId4" Type="http://schemas.openxmlformats.org/officeDocument/2006/relationships/image" Target="../media/image301.wmf"/><Relationship Id="rId3" Type="http://schemas.openxmlformats.org/officeDocument/2006/relationships/image" Target="../media/image300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2.wmf"/><Relationship Id="rId8" Type="http://schemas.openxmlformats.org/officeDocument/2006/relationships/image" Target="../media/image311.wmf"/><Relationship Id="rId7" Type="http://schemas.openxmlformats.org/officeDocument/2006/relationships/image" Target="../media/image310.wmf"/><Relationship Id="rId6" Type="http://schemas.openxmlformats.org/officeDocument/2006/relationships/image" Target="../media/image309.wmf"/><Relationship Id="rId5" Type="http://schemas.openxmlformats.org/officeDocument/2006/relationships/image" Target="../media/image308.wmf"/><Relationship Id="rId4" Type="http://schemas.openxmlformats.org/officeDocument/2006/relationships/image" Target="../media/image307.wmf"/><Relationship Id="rId3" Type="http://schemas.openxmlformats.org/officeDocument/2006/relationships/image" Target="../media/image306.wmf"/><Relationship Id="rId2" Type="http://schemas.openxmlformats.org/officeDocument/2006/relationships/image" Target="../media/image305.wmf"/><Relationship Id="rId12" Type="http://schemas.openxmlformats.org/officeDocument/2006/relationships/image" Target="../media/image315.wmf"/><Relationship Id="rId11" Type="http://schemas.openxmlformats.org/officeDocument/2006/relationships/image" Target="../media/image314.wmf"/><Relationship Id="rId10" Type="http://schemas.openxmlformats.org/officeDocument/2006/relationships/image" Target="../media/image313.wmf"/><Relationship Id="rId1" Type="http://schemas.openxmlformats.org/officeDocument/2006/relationships/image" Target="../media/image304.emf"/></Relationships>
</file>

<file path=ppt/drawings/_rels/vmlDrawing3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4.wmf"/><Relationship Id="rId8" Type="http://schemas.openxmlformats.org/officeDocument/2006/relationships/image" Target="../media/image323.wmf"/><Relationship Id="rId7" Type="http://schemas.openxmlformats.org/officeDocument/2006/relationships/image" Target="../media/image322.wmf"/><Relationship Id="rId6" Type="http://schemas.openxmlformats.org/officeDocument/2006/relationships/image" Target="../media/image321.wmf"/><Relationship Id="rId5" Type="http://schemas.openxmlformats.org/officeDocument/2006/relationships/image" Target="../media/image320.wmf"/><Relationship Id="rId4" Type="http://schemas.openxmlformats.org/officeDocument/2006/relationships/image" Target="../media/image319.wmf"/><Relationship Id="rId3" Type="http://schemas.openxmlformats.org/officeDocument/2006/relationships/image" Target="../media/image318.wmf"/><Relationship Id="rId2" Type="http://schemas.openxmlformats.org/officeDocument/2006/relationships/image" Target="../media/image317.wmf"/><Relationship Id="rId10" Type="http://schemas.openxmlformats.org/officeDocument/2006/relationships/image" Target="../media/image325.wmf"/><Relationship Id="rId1" Type="http://schemas.openxmlformats.org/officeDocument/2006/relationships/image" Target="../media/image316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1.wmf"/><Relationship Id="rId8" Type="http://schemas.openxmlformats.org/officeDocument/2006/relationships/image" Target="../media/image330.wmf"/><Relationship Id="rId7" Type="http://schemas.openxmlformats.org/officeDocument/2006/relationships/image" Target="../media/image329.wmf"/><Relationship Id="rId6" Type="http://schemas.openxmlformats.org/officeDocument/2006/relationships/image" Target="../media/image328.wmf"/><Relationship Id="rId5" Type="http://schemas.openxmlformats.org/officeDocument/2006/relationships/image" Target="../media/image327.wmf"/><Relationship Id="rId4" Type="http://schemas.openxmlformats.org/officeDocument/2006/relationships/image" Target="../media/image326.wmf"/><Relationship Id="rId3" Type="http://schemas.openxmlformats.org/officeDocument/2006/relationships/image" Target="../media/image325.wmf"/><Relationship Id="rId2" Type="http://schemas.openxmlformats.org/officeDocument/2006/relationships/image" Target="../media/image324.wmf"/><Relationship Id="rId1" Type="http://schemas.openxmlformats.org/officeDocument/2006/relationships/image" Target="../media/image323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0.wmf"/><Relationship Id="rId8" Type="http://schemas.openxmlformats.org/officeDocument/2006/relationships/image" Target="../media/image339.wmf"/><Relationship Id="rId7" Type="http://schemas.openxmlformats.org/officeDocument/2006/relationships/image" Target="../media/image338.wmf"/><Relationship Id="rId6" Type="http://schemas.openxmlformats.org/officeDocument/2006/relationships/image" Target="../media/image337.wmf"/><Relationship Id="rId5" Type="http://schemas.openxmlformats.org/officeDocument/2006/relationships/image" Target="../media/image336.wmf"/><Relationship Id="rId4" Type="http://schemas.openxmlformats.org/officeDocument/2006/relationships/image" Target="../media/image335.wmf"/><Relationship Id="rId3" Type="http://schemas.openxmlformats.org/officeDocument/2006/relationships/image" Target="../media/image334.wmf"/><Relationship Id="rId2" Type="http://schemas.openxmlformats.org/officeDocument/2006/relationships/image" Target="../media/image333.wmf"/><Relationship Id="rId18" Type="http://schemas.openxmlformats.org/officeDocument/2006/relationships/image" Target="../media/image349.wmf"/><Relationship Id="rId17" Type="http://schemas.openxmlformats.org/officeDocument/2006/relationships/image" Target="../media/image348.wmf"/><Relationship Id="rId16" Type="http://schemas.openxmlformats.org/officeDocument/2006/relationships/image" Target="../media/image347.wmf"/><Relationship Id="rId15" Type="http://schemas.openxmlformats.org/officeDocument/2006/relationships/image" Target="../media/image346.wmf"/><Relationship Id="rId14" Type="http://schemas.openxmlformats.org/officeDocument/2006/relationships/image" Target="../media/image345.wmf"/><Relationship Id="rId13" Type="http://schemas.openxmlformats.org/officeDocument/2006/relationships/image" Target="../media/image344.wmf"/><Relationship Id="rId12" Type="http://schemas.openxmlformats.org/officeDocument/2006/relationships/image" Target="../media/image343.wmf"/><Relationship Id="rId11" Type="http://schemas.openxmlformats.org/officeDocument/2006/relationships/image" Target="../media/image342.wmf"/><Relationship Id="rId10" Type="http://schemas.openxmlformats.org/officeDocument/2006/relationships/image" Target="../media/image341.wmf"/><Relationship Id="rId1" Type="http://schemas.openxmlformats.org/officeDocument/2006/relationships/image" Target="../media/image332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8.wmf"/><Relationship Id="rId8" Type="http://schemas.openxmlformats.org/officeDocument/2006/relationships/image" Target="../media/image357.wmf"/><Relationship Id="rId7" Type="http://schemas.openxmlformats.org/officeDocument/2006/relationships/image" Target="../media/image356.wmf"/><Relationship Id="rId6" Type="http://schemas.openxmlformats.org/officeDocument/2006/relationships/image" Target="../media/image355.wmf"/><Relationship Id="rId5" Type="http://schemas.openxmlformats.org/officeDocument/2006/relationships/image" Target="../media/image354.wmf"/><Relationship Id="rId4" Type="http://schemas.openxmlformats.org/officeDocument/2006/relationships/image" Target="../media/image353.wmf"/><Relationship Id="rId3" Type="http://schemas.openxmlformats.org/officeDocument/2006/relationships/image" Target="../media/image352.wmf"/><Relationship Id="rId24" Type="http://schemas.openxmlformats.org/officeDocument/2006/relationships/image" Target="../media/image373.wmf"/><Relationship Id="rId23" Type="http://schemas.openxmlformats.org/officeDocument/2006/relationships/image" Target="../media/image372.wmf"/><Relationship Id="rId22" Type="http://schemas.openxmlformats.org/officeDocument/2006/relationships/image" Target="../media/image371.wmf"/><Relationship Id="rId21" Type="http://schemas.openxmlformats.org/officeDocument/2006/relationships/image" Target="../media/image370.wmf"/><Relationship Id="rId20" Type="http://schemas.openxmlformats.org/officeDocument/2006/relationships/image" Target="../media/image369.wmf"/><Relationship Id="rId2" Type="http://schemas.openxmlformats.org/officeDocument/2006/relationships/image" Target="../media/image351.wmf"/><Relationship Id="rId19" Type="http://schemas.openxmlformats.org/officeDocument/2006/relationships/image" Target="../media/image368.wmf"/><Relationship Id="rId18" Type="http://schemas.openxmlformats.org/officeDocument/2006/relationships/image" Target="../media/image367.wmf"/><Relationship Id="rId17" Type="http://schemas.openxmlformats.org/officeDocument/2006/relationships/image" Target="../media/image366.wmf"/><Relationship Id="rId16" Type="http://schemas.openxmlformats.org/officeDocument/2006/relationships/image" Target="../media/image365.wmf"/><Relationship Id="rId15" Type="http://schemas.openxmlformats.org/officeDocument/2006/relationships/image" Target="../media/image364.wmf"/><Relationship Id="rId14" Type="http://schemas.openxmlformats.org/officeDocument/2006/relationships/image" Target="../media/image363.wmf"/><Relationship Id="rId13" Type="http://schemas.openxmlformats.org/officeDocument/2006/relationships/image" Target="../media/image362.wmf"/><Relationship Id="rId12" Type="http://schemas.openxmlformats.org/officeDocument/2006/relationships/image" Target="../media/image361.wmf"/><Relationship Id="rId11" Type="http://schemas.openxmlformats.org/officeDocument/2006/relationships/image" Target="../media/image360.wmf"/><Relationship Id="rId10" Type="http://schemas.openxmlformats.org/officeDocument/2006/relationships/image" Target="../media/image359.wmf"/><Relationship Id="rId1" Type="http://schemas.openxmlformats.org/officeDocument/2006/relationships/image" Target="../media/image350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wmf"/><Relationship Id="rId2" Type="http://schemas.openxmlformats.org/officeDocument/2006/relationships/image" Target="../media/image380.wmf"/><Relationship Id="rId1" Type="http://schemas.openxmlformats.org/officeDocument/2006/relationships/image" Target="../media/image37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AutoShape 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5999163" y="6381750"/>
            <a:ext cx="660400" cy="215900"/>
          </a:xfrm>
          <a:prstGeom prst="actionButtonBackPrevious">
            <a:avLst/>
          </a:prstGeom>
          <a:gradFill rotWithShape="1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007225" y="6381750"/>
            <a:ext cx="660400" cy="215900"/>
          </a:xfrm>
          <a:prstGeom prst="actionButtonForwardNext">
            <a:avLst/>
          </a:prstGeom>
          <a:gradFill rotWithShape="1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5003800" y="6381750"/>
            <a:ext cx="661988" cy="215900"/>
          </a:xfrm>
          <a:prstGeom prst="actionButtonBeginning">
            <a:avLst/>
          </a:prstGeom>
          <a:gradFill rotWithShape="0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AutoShape 5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7977188" y="6381750"/>
            <a:ext cx="661988" cy="215900"/>
          </a:xfrm>
          <a:prstGeom prst="actionButtonEnd">
            <a:avLst/>
          </a:prstGeom>
          <a:gradFill rotWithShape="1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43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17.xml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5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21" Type="http://schemas.openxmlformats.org/officeDocument/2006/relationships/vmlDrawing" Target="../drawings/vmlDrawing3.v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12.wmf"/><Relationship Id="rId19" Type="http://schemas.openxmlformats.org/officeDocument/2006/relationships/image" Target="../media/image20.wmf"/><Relationship Id="rId18" Type="http://schemas.openxmlformats.org/officeDocument/2006/relationships/oleObject" Target="../embeddings/oleObject19.bin"/><Relationship Id="rId17" Type="http://schemas.openxmlformats.org/officeDocument/2006/relationships/image" Target="../media/image19.wmf"/><Relationship Id="rId16" Type="http://schemas.openxmlformats.org/officeDocument/2006/relationships/oleObject" Target="../embeddings/oleObject18.bin"/><Relationship Id="rId15" Type="http://schemas.openxmlformats.org/officeDocument/2006/relationships/oleObject" Target="../embeddings/oleObject17.bin"/><Relationship Id="rId14" Type="http://schemas.openxmlformats.org/officeDocument/2006/relationships/image" Target="../media/image18.w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17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16.wmf"/><Relationship Id="rId1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9" Type="http://schemas.openxmlformats.org/officeDocument/2006/relationships/vmlDrawing" Target="../drawings/vmlDrawing4.vml"/><Relationship Id="rId48" Type="http://schemas.openxmlformats.org/officeDocument/2006/relationships/slideLayout" Target="../slideLayouts/slideLayout18.xml"/><Relationship Id="rId47" Type="http://schemas.openxmlformats.org/officeDocument/2006/relationships/image" Target="../media/image43.wmf"/><Relationship Id="rId46" Type="http://schemas.openxmlformats.org/officeDocument/2006/relationships/oleObject" Target="../embeddings/oleObject43.bin"/><Relationship Id="rId45" Type="http://schemas.openxmlformats.org/officeDocument/2006/relationships/oleObject" Target="../embeddings/oleObject42.bin"/><Relationship Id="rId44" Type="http://schemas.openxmlformats.org/officeDocument/2006/relationships/image" Target="../media/image42.wmf"/><Relationship Id="rId43" Type="http://schemas.openxmlformats.org/officeDocument/2006/relationships/oleObject" Target="../embeddings/oleObject41.bin"/><Relationship Id="rId42" Type="http://schemas.openxmlformats.org/officeDocument/2006/relationships/image" Target="../media/image41.wmf"/><Relationship Id="rId41" Type="http://schemas.openxmlformats.org/officeDocument/2006/relationships/oleObject" Target="../embeddings/oleObject40.bin"/><Relationship Id="rId40" Type="http://schemas.openxmlformats.org/officeDocument/2006/relationships/image" Target="../media/image40.wmf"/><Relationship Id="rId4" Type="http://schemas.openxmlformats.org/officeDocument/2006/relationships/image" Target="../media/image22.wmf"/><Relationship Id="rId39" Type="http://schemas.openxmlformats.org/officeDocument/2006/relationships/oleObject" Target="../embeddings/oleObject39.bin"/><Relationship Id="rId38" Type="http://schemas.openxmlformats.org/officeDocument/2006/relationships/image" Target="../media/image39.wmf"/><Relationship Id="rId37" Type="http://schemas.openxmlformats.org/officeDocument/2006/relationships/oleObject" Target="../embeddings/oleObject38.bin"/><Relationship Id="rId36" Type="http://schemas.openxmlformats.org/officeDocument/2006/relationships/image" Target="../media/image38.emf"/><Relationship Id="rId35" Type="http://schemas.openxmlformats.org/officeDocument/2006/relationships/oleObject" Target="../embeddings/oleObject37.bin"/><Relationship Id="rId34" Type="http://schemas.openxmlformats.org/officeDocument/2006/relationships/image" Target="../media/image37.wmf"/><Relationship Id="rId33" Type="http://schemas.openxmlformats.org/officeDocument/2006/relationships/oleObject" Target="../embeddings/oleObject36.bin"/><Relationship Id="rId32" Type="http://schemas.openxmlformats.org/officeDocument/2006/relationships/image" Target="../media/image36.wmf"/><Relationship Id="rId31" Type="http://schemas.openxmlformats.org/officeDocument/2006/relationships/oleObject" Target="../embeddings/oleObject35.bin"/><Relationship Id="rId30" Type="http://schemas.openxmlformats.org/officeDocument/2006/relationships/image" Target="../media/image35.wmf"/><Relationship Id="rId3" Type="http://schemas.openxmlformats.org/officeDocument/2006/relationships/oleObject" Target="../embeddings/oleObject21.bin"/><Relationship Id="rId29" Type="http://schemas.openxmlformats.org/officeDocument/2006/relationships/oleObject" Target="../embeddings/oleObject34.bin"/><Relationship Id="rId28" Type="http://schemas.openxmlformats.org/officeDocument/2006/relationships/image" Target="../media/image34.wmf"/><Relationship Id="rId27" Type="http://schemas.openxmlformats.org/officeDocument/2006/relationships/oleObject" Target="../embeddings/oleObject33.bin"/><Relationship Id="rId26" Type="http://schemas.openxmlformats.org/officeDocument/2006/relationships/image" Target="../media/image33.wmf"/><Relationship Id="rId25" Type="http://schemas.openxmlformats.org/officeDocument/2006/relationships/oleObject" Target="../embeddings/oleObject32.bin"/><Relationship Id="rId24" Type="http://schemas.openxmlformats.org/officeDocument/2006/relationships/image" Target="../media/image32.wmf"/><Relationship Id="rId23" Type="http://schemas.openxmlformats.org/officeDocument/2006/relationships/oleObject" Target="../embeddings/oleObject31.bin"/><Relationship Id="rId22" Type="http://schemas.openxmlformats.org/officeDocument/2006/relationships/image" Target="../media/image31.wmf"/><Relationship Id="rId21" Type="http://schemas.openxmlformats.org/officeDocument/2006/relationships/oleObject" Target="../embeddings/oleObject30.bin"/><Relationship Id="rId20" Type="http://schemas.openxmlformats.org/officeDocument/2006/relationships/image" Target="../media/image30.wmf"/><Relationship Id="rId2" Type="http://schemas.openxmlformats.org/officeDocument/2006/relationships/image" Target="../media/image21.wmf"/><Relationship Id="rId19" Type="http://schemas.openxmlformats.org/officeDocument/2006/relationships/oleObject" Target="../embeddings/oleObject29.bin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28.bin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4.wmf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50.wmf"/><Relationship Id="rId13" Type="http://schemas.openxmlformats.org/officeDocument/2006/relationships/oleObject" Target="../embeddings/oleObject50.bin"/><Relationship Id="rId12" Type="http://schemas.openxmlformats.org/officeDocument/2006/relationships/image" Target="../media/image49.wmf"/><Relationship Id="rId11" Type="http://schemas.openxmlformats.org/officeDocument/2006/relationships/oleObject" Target="../embeddings/oleObject49.bin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4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2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51.wmf"/><Relationship Id="rId1" Type="http://schemas.openxmlformats.org/officeDocument/2006/relationships/oleObject" Target="../embeddings/oleObject5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5.bin"/><Relationship Id="rId22" Type="http://schemas.openxmlformats.org/officeDocument/2006/relationships/vmlDrawing" Target="../drawings/vmlDrawing7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63.wmf"/><Relationship Id="rId2" Type="http://schemas.openxmlformats.org/officeDocument/2006/relationships/image" Target="../media/image54.wmf"/><Relationship Id="rId19" Type="http://schemas.openxmlformats.org/officeDocument/2006/relationships/oleObject" Target="../embeddings/oleObject63.bin"/><Relationship Id="rId18" Type="http://schemas.openxmlformats.org/officeDocument/2006/relationships/image" Target="../media/image62.wmf"/><Relationship Id="rId17" Type="http://schemas.openxmlformats.org/officeDocument/2006/relationships/oleObject" Target="../embeddings/oleObject62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61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59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5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wmf"/><Relationship Id="rId8" Type="http://schemas.openxmlformats.org/officeDocument/2006/relationships/oleObject" Target="../embeddings/oleObject67.bin"/><Relationship Id="rId7" Type="http://schemas.openxmlformats.org/officeDocument/2006/relationships/image" Target="../media/image67.GIF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4.wmf"/><Relationship Id="rId13" Type="http://schemas.openxmlformats.org/officeDocument/2006/relationships/vmlDrawing" Target="../drawings/vmlDrawing8.vml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69.wmf"/><Relationship Id="rId10" Type="http://schemas.openxmlformats.org/officeDocument/2006/relationships/oleObject" Target="../embeddings/oleObject68.bin"/><Relationship Id="rId1" Type="http://schemas.openxmlformats.org/officeDocument/2006/relationships/oleObject" Target="../embeddings/oleObject64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73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1.wmf"/><Relationship Id="rId3" Type="http://schemas.openxmlformats.org/officeDocument/2006/relationships/oleObject" Target="../embeddings/oleObject70.bin"/><Relationship Id="rId28" Type="http://schemas.openxmlformats.org/officeDocument/2006/relationships/vmlDrawing" Target="../drawings/vmlDrawing9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82.wmf"/><Relationship Id="rId25" Type="http://schemas.openxmlformats.org/officeDocument/2006/relationships/oleObject" Target="../embeddings/oleObject81.bin"/><Relationship Id="rId24" Type="http://schemas.openxmlformats.org/officeDocument/2006/relationships/image" Target="../media/image81.wmf"/><Relationship Id="rId23" Type="http://schemas.openxmlformats.org/officeDocument/2006/relationships/oleObject" Target="../embeddings/oleObject80.bin"/><Relationship Id="rId22" Type="http://schemas.openxmlformats.org/officeDocument/2006/relationships/image" Target="../media/image80.wmf"/><Relationship Id="rId21" Type="http://schemas.openxmlformats.org/officeDocument/2006/relationships/oleObject" Target="../embeddings/oleObject79.bin"/><Relationship Id="rId20" Type="http://schemas.openxmlformats.org/officeDocument/2006/relationships/image" Target="../media/image79.wmf"/><Relationship Id="rId2" Type="http://schemas.openxmlformats.org/officeDocument/2006/relationships/image" Target="../media/image70.wmf"/><Relationship Id="rId19" Type="http://schemas.openxmlformats.org/officeDocument/2006/relationships/oleObject" Target="../embeddings/oleObject78.bin"/><Relationship Id="rId18" Type="http://schemas.openxmlformats.org/officeDocument/2006/relationships/image" Target="../media/image78.wmf"/><Relationship Id="rId17" Type="http://schemas.openxmlformats.org/officeDocument/2006/relationships/oleObject" Target="../embeddings/oleObject77.bin"/><Relationship Id="rId16" Type="http://schemas.openxmlformats.org/officeDocument/2006/relationships/image" Target="../media/image77.wmf"/><Relationship Id="rId15" Type="http://schemas.openxmlformats.org/officeDocument/2006/relationships/oleObject" Target="../embeddings/oleObject76.bin"/><Relationship Id="rId14" Type="http://schemas.openxmlformats.org/officeDocument/2006/relationships/image" Target="../media/image76.wmf"/><Relationship Id="rId13" Type="http://schemas.openxmlformats.org/officeDocument/2006/relationships/oleObject" Target="../embeddings/oleObject75.bin"/><Relationship Id="rId12" Type="http://schemas.openxmlformats.org/officeDocument/2006/relationships/image" Target="../media/image75.wmf"/><Relationship Id="rId11" Type="http://schemas.openxmlformats.org/officeDocument/2006/relationships/oleObject" Target="../embeddings/oleObject74.bin"/><Relationship Id="rId10" Type="http://schemas.openxmlformats.org/officeDocument/2006/relationships/image" Target="../media/image74.wmf"/><Relationship Id="rId1" Type="http://schemas.openxmlformats.org/officeDocument/2006/relationships/oleObject" Target="../embeddings/oleObject6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86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85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84.wmf"/><Relationship Id="rId3" Type="http://schemas.openxmlformats.org/officeDocument/2006/relationships/oleObject" Target="../embeddings/oleObject83.bin"/><Relationship Id="rId28" Type="http://schemas.openxmlformats.org/officeDocument/2006/relationships/vmlDrawing" Target="../drawings/vmlDrawing10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95.wmf"/><Relationship Id="rId25" Type="http://schemas.openxmlformats.org/officeDocument/2006/relationships/oleObject" Target="../embeddings/oleObject94.bin"/><Relationship Id="rId24" Type="http://schemas.openxmlformats.org/officeDocument/2006/relationships/image" Target="../media/image94.wmf"/><Relationship Id="rId23" Type="http://schemas.openxmlformats.org/officeDocument/2006/relationships/oleObject" Target="../embeddings/oleObject93.bin"/><Relationship Id="rId22" Type="http://schemas.openxmlformats.org/officeDocument/2006/relationships/image" Target="../media/image93.wmf"/><Relationship Id="rId21" Type="http://schemas.openxmlformats.org/officeDocument/2006/relationships/oleObject" Target="../embeddings/oleObject92.bin"/><Relationship Id="rId20" Type="http://schemas.openxmlformats.org/officeDocument/2006/relationships/image" Target="../media/image92.wmf"/><Relationship Id="rId2" Type="http://schemas.openxmlformats.org/officeDocument/2006/relationships/image" Target="../media/image83.wmf"/><Relationship Id="rId19" Type="http://schemas.openxmlformats.org/officeDocument/2006/relationships/oleObject" Target="../embeddings/oleObject91.bin"/><Relationship Id="rId18" Type="http://schemas.openxmlformats.org/officeDocument/2006/relationships/image" Target="../media/image91.wmf"/><Relationship Id="rId17" Type="http://schemas.openxmlformats.org/officeDocument/2006/relationships/oleObject" Target="../embeddings/oleObject90.bin"/><Relationship Id="rId16" Type="http://schemas.openxmlformats.org/officeDocument/2006/relationships/image" Target="../media/image90.wmf"/><Relationship Id="rId15" Type="http://schemas.openxmlformats.org/officeDocument/2006/relationships/oleObject" Target="../embeddings/oleObject89.bin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88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87.bin"/><Relationship Id="rId10" Type="http://schemas.openxmlformats.org/officeDocument/2006/relationships/image" Target="../media/image87.wmf"/><Relationship Id="rId1" Type="http://schemas.openxmlformats.org/officeDocument/2006/relationships/oleObject" Target="../embeddings/oleObject8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9.bin"/><Relationship Id="rId8" Type="http://schemas.openxmlformats.org/officeDocument/2006/relationships/image" Target="../media/image99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98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7.wmf"/><Relationship Id="rId3" Type="http://schemas.openxmlformats.org/officeDocument/2006/relationships/oleObject" Target="../embeddings/oleObject96.bin"/><Relationship Id="rId26" Type="http://schemas.openxmlformats.org/officeDocument/2006/relationships/vmlDrawing" Target="../drawings/vmlDrawing11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07.wmf"/><Relationship Id="rId23" Type="http://schemas.openxmlformats.org/officeDocument/2006/relationships/oleObject" Target="../embeddings/oleObject106.bin"/><Relationship Id="rId22" Type="http://schemas.openxmlformats.org/officeDocument/2006/relationships/image" Target="../media/image106.wmf"/><Relationship Id="rId21" Type="http://schemas.openxmlformats.org/officeDocument/2006/relationships/oleObject" Target="../embeddings/oleObject105.bin"/><Relationship Id="rId20" Type="http://schemas.openxmlformats.org/officeDocument/2006/relationships/image" Target="../media/image105.wmf"/><Relationship Id="rId2" Type="http://schemas.openxmlformats.org/officeDocument/2006/relationships/image" Target="../media/image96.wmf"/><Relationship Id="rId19" Type="http://schemas.openxmlformats.org/officeDocument/2006/relationships/oleObject" Target="../embeddings/oleObject104.bin"/><Relationship Id="rId18" Type="http://schemas.openxmlformats.org/officeDocument/2006/relationships/image" Target="../media/image104.wmf"/><Relationship Id="rId17" Type="http://schemas.openxmlformats.org/officeDocument/2006/relationships/oleObject" Target="../embeddings/oleObject103.bin"/><Relationship Id="rId16" Type="http://schemas.openxmlformats.org/officeDocument/2006/relationships/image" Target="../media/image103.wmf"/><Relationship Id="rId15" Type="http://schemas.openxmlformats.org/officeDocument/2006/relationships/oleObject" Target="../embeddings/oleObject102.bin"/><Relationship Id="rId14" Type="http://schemas.openxmlformats.org/officeDocument/2006/relationships/image" Target="../media/image102.wmf"/><Relationship Id="rId13" Type="http://schemas.openxmlformats.org/officeDocument/2006/relationships/oleObject" Target="../embeddings/oleObject101.bin"/><Relationship Id="rId12" Type="http://schemas.openxmlformats.org/officeDocument/2006/relationships/image" Target="../media/image101.wmf"/><Relationship Id="rId11" Type="http://schemas.openxmlformats.org/officeDocument/2006/relationships/oleObject" Target="../embeddings/oleObject100.bin"/><Relationship Id="rId10" Type="http://schemas.openxmlformats.org/officeDocument/2006/relationships/image" Target="../media/image100.wmf"/><Relationship Id="rId1" Type="http://schemas.openxmlformats.org/officeDocument/2006/relationships/oleObject" Target="../embeddings/oleObject9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1.bin"/><Relationship Id="rId8" Type="http://schemas.openxmlformats.org/officeDocument/2006/relationships/image" Target="../media/image109.wmf"/><Relationship Id="rId7" Type="http://schemas.openxmlformats.org/officeDocument/2006/relationships/oleObject" Target="../embeddings/oleObject110.bin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98.wmf"/><Relationship Id="rId36" Type="http://schemas.openxmlformats.org/officeDocument/2006/relationships/vmlDrawing" Target="../drawings/vmlDrawing12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122.wmf"/><Relationship Id="rId33" Type="http://schemas.openxmlformats.org/officeDocument/2006/relationships/oleObject" Target="../embeddings/oleObject123.bin"/><Relationship Id="rId32" Type="http://schemas.openxmlformats.org/officeDocument/2006/relationships/image" Target="../media/image121.wmf"/><Relationship Id="rId31" Type="http://schemas.openxmlformats.org/officeDocument/2006/relationships/oleObject" Target="../embeddings/oleObject122.bin"/><Relationship Id="rId30" Type="http://schemas.openxmlformats.org/officeDocument/2006/relationships/image" Target="../media/image120.wmf"/><Relationship Id="rId3" Type="http://schemas.openxmlformats.org/officeDocument/2006/relationships/oleObject" Target="../embeddings/oleObject108.bin"/><Relationship Id="rId29" Type="http://schemas.openxmlformats.org/officeDocument/2006/relationships/oleObject" Target="../embeddings/oleObject121.bin"/><Relationship Id="rId28" Type="http://schemas.openxmlformats.org/officeDocument/2006/relationships/image" Target="../media/image119.wmf"/><Relationship Id="rId27" Type="http://schemas.openxmlformats.org/officeDocument/2006/relationships/oleObject" Target="../embeddings/oleObject120.bin"/><Relationship Id="rId26" Type="http://schemas.openxmlformats.org/officeDocument/2006/relationships/image" Target="../media/image118.wmf"/><Relationship Id="rId25" Type="http://schemas.openxmlformats.org/officeDocument/2006/relationships/oleObject" Target="../embeddings/oleObject119.bin"/><Relationship Id="rId24" Type="http://schemas.openxmlformats.org/officeDocument/2006/relationships/image" Target="../media/image117.wmf"/><Relationship Id="rId23" Type="http://schemas.openxmlformats.org/officeDocument/2006/relationships/oleObject" Target="../embeddings/oleObject118.bin"/><Relationship Id="rId22" Type="http://schemas.openxmlformats.org/officeDocument/2006/relationships/image" Target="../media/image116.wmf"/><Relationship Id="rId21" Type="http://schemas.openxmlformats.org/officeDocument/2006/relationships/oleObject" Target="../embeddings/oleObject117.bin"/><Relationship Id="rId20" Type="http://schemas.openxmlformats.org/officeDocument/2006/relationships/image" Target="../media/image115.wmf"/><Relationship Id="rId2" Type="http://schemas.openxmlformats.org/officeDocument/2006/relationships/image" Target="../media/image97.wmf"/><Relationship Id="rId19" Type="http://schemas.openxmlformats.org/officeDocument/2006/relationships/oleObject" Target="../embeddings/oleObject116.bin"/><Relationship Id="rId18" Type="http://schemas.openxmlformats.org/officeDocument/2006/relationships/image" Target="../media/image114.wmf"/><Relationship Id="rId17" Type="http://schemas.openxmlformats.org/officeDocument/2006/relationships/oleObject" Target="../embeddings/oleObject115.bin"/><Relationship Id="rId16" Type="http://schemas.openxmlformats.org/officeDocument/2006/relationships/image" Target="../media/image113.wmf"/><Relationship Id="rId15" Type="http://schemas.openxmlformats.org/officeDocument/2006/relationships/oleObject" Target="../embeddings/oleObject114.bin"/><Relationship Id="rId14" Type="http://schemas.openxmlformats.org/officeDocument/2006/relationships/image" Target="../media/image112.wmf"/><Relationship Id="rId13" Type="http://schemas.openxmlformats.org/officeDocument/2006/relationships/oleObject" Target="../embeddings/oleObject113.bin"/><Relationship Id="rId12" Type="http://schemas.openxmlformats.org/officeDocument/2006/relationships/image" Target="../media/image111.wmf"/><Relationship Id="rId11" Type="http://schemas.openxmlformats.org/officeDocument/2006/relationships/oleObject" Target="../embeddings/oleObject112.bin"/><Relationship Id="rId10" Type="http://schemas.openxmlformats.org/officeDocument/2006/relationships/image" Target="../media/image110.wmf"/><Relationship Id="rId1" Type="http://schemas.openxmlformats.org/officeDocument/2006/relationships/oleObject" Target="../embeddings/oleObject107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23.wmf"/><Relationship Id="rId1" Type="http://schemas.openxmlformats.org/officeDocument/2006/relationships/oleObject" Target="../embeddings/oleObject124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5.wmf"/><Relationship Id="rId30" Type="http://schemas.openxmlformats.org/officeDocument/2006/relationships/vmlDrawing" Target="../drawings/vmlDrawing14.vml"/><Relationship Id="rId3" Type="http://schemas.openxmlformats.org/officeDocument/2006/relationships/oleObject" Target="../embeddings/oleObject126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36.wmf"/><Relationship Id="rId27" Type="http://schemas.openxmlformats.org/officeDocument/2006/relationships/oleObject" Target="../embeddings/oleObject138.bin"/><Relationship Id="rId26" Type="http://schemas.openxmlformats.org/officeDocument/2006/relationships/image" Target="../media/image135.wmf"/><Relationship Id="rId25" Type="http://schemas.openxmlformats.org/officeDocument/2006/relationships/oleObject" Target="../embeddings/oleObject137.bin"/><Relationship Id="rId24" Type="http://schemas.openxmlformats.org/officeDocument/2006/relationships/image" Target="../media/image134.wmf"/><Relationship Id="rId23" Type="http://schemas.openxmlformats.org/officeDocument/2006/relationships/oleObject" Target="../embeddings/oleObject136.bin"/><Relationship Id="rId22" Type="http://schemas.openxmlformats.org/officeDocument/2006/relationships/image" Target="../media/image35.wmf"/><Relationship Id="rId21" Type="http://schemas.openxmlformats.org/officeDocument/2006/relationships/oleObject" Target="../embeddings/oleObject135.bin"/><Relationship Id="rId20" Type="http://schemas.openxmlformats.org/officeDocument/2006/relationships/image" Target="../media/image133.wmf"/><Relationship Id="rId2" Type="http://schemas.openxmlformats.org/officeDocument/2006/relationships/image" Target="../media/image124.wmf"/><Relationship Id="rId19" Type="http://schemas.openxmlformats.org/officeDocument/2006/relationships/oleObject" Target="../embeddings/oleObject134.bin"/><Relationship Id="rId18" Type="http://schemas.openxmlformats.org/officeDocument/2006/relationships/image" Target="../media/image132.wmf"/><Relationship Id="rId17" Type="http://schemas.openxmlformats.org/officeDocument/2006/relationships/oleObject" Target="../embeddings/oleObject133.bin"/><Relationship Id="rId16" Type="http://schemas.openxmlformats.org/officeDocument/2006/relationships/image" Target="../media/image131.wmf"/><Relationship Id="rId15" Type="http://schemas.openxmlformats.org/officeDocument/2006/relationships/oleObject" Target="../embeddings/oleObject132.bin"/><Relationship Id="rId14" Type="http://schemas.openxmlformats.org/officeDocument/2006/relationships/image" Target="../media/image130.wmf"/><Relationship Id="rId13" Type="http://schemas.openxmlformats.org/officeDocument/2006/relationships/oleObject" Target="../embeddings/oleObject131.bin"/><Relationship Id="rId12" Type="http://schemas.openxmlformats.org/officeDocument/2006/relationships/image" Target="../media/image129.wmf"/><Relationship Id="rId11" Type="http://schemas.openxmlformats.org/officeDocument/2006/relationships/oleObject" Target="../embeddings/oleObject130.bin"/><Relationship Id="rId10" Type="http://schemas.openxmlformats.org/officeDocument/2006/relationships/image" Target="../media/image128.wmf"/><Relationship Id="rId1" Type="http://schemas.openxmlformats.org/officeDocument/2006/relationships/oleObject" Target="../embeddings/oleObject125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40.bin"/><Relationship Id="rId24" Type="http://schemas.openxmlformats.org/officeDocument/2006/relationships/vmlDrawing" Target="../drawings/vmlDrawing15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45.wmf"/><Relationship Id="rId21" Type="http://schemas.openxmlformats.org/officeDocument/2006/relationships/oleObject" Target="../embeddings/oleObject149.bin"/><Relationship Id="rId20" Type="http://schemas.openxmlformats.org/officeDocument/2006/relationships/image" Target="../media/image144.wmf"/><Relationship Id="rId2" Type="http://schemas.openxmlformats.org/officeDocument/2006/relationships/image" Target="../media/image137.wmf"/><Relationship Id="rId19" Type="http://schemas.openxmlformats.org/officeDocument/2006/relationships/oleObject" Target="../embeddings/oleObject148.bin"/><Relationship Id="rId18" Type="http://schemas.openxmlformats.org/officeDocument/2006/relationships/image" Target="../media/image143.wmf"/><Relationship Id="rId17" Type="http://schemas.openxmlformats.org/officeDocument/2006/relationships/oleObject" Target="../embeddings/oleObject147.bin"/><Relationship Id="rId16" Type="http://schemas.openxmlformats.org/officeDocument/2006/relationships/image" Target="../media/image142.wmf"/><Relationship Id="rId15" Type="http://schemas.openxmlformats.org/officeDocument/2006/relationships/oleObject" Target="../embeddings/oleObject146.bin"/><Relationship Id="rId14" Type="http://schemas.openxmlformats.org/officeDocument/2006/relationships/image" Target="../media/image141.wmf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140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34.wmf"/><Relationship Id="rId1" Type="http://schemas.openxmlformats.org/officeDocument/2006/relationships/oleObject" Target="../embeddings/oleObject139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4.bin"/><Relationship Id="rId8" Type="http://schemas.openxmlformats.org/officeDocument/2006/relationships/image" Target="../media/image147.wmf"/><Relationship Id="rId7" Type="http://schemas.openxmlformats.org/officeDocument/2006/relationships/oleObject" Target="../embeddings/oleObject153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33.wmf"/><Relationship Id="rId3" Type="http://schemas.openxmlformats.org/officeDocument/2006/relationships/oleObject" Target="../embeddings/oleObject151.bin"/><Relationship Id="rId2" Type="http://schemas.openxmlformats.org/officeDocument/2006/relationships/image" Target="../media/image146.wmf"/><Relationship Id="rId16" Type="http://schemas.openxmlformats.org/officeDocument/2006/relationships/vmlDrawing" Target="../drawings/vmlDrawing16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48.wmf"/><Relationship Id="rId13" Type="http://schemas.openxmlformats.org/officeDocument/2006/relationships/oleObject" Target="../embeddings/oleObject156.bin"/><Relationship Id="rId12" Type="http://schemas.openxmlformats.org/officeDocument/2006/relationships/image" Target="../media/image141.wmf"/><Relationship Id="rId11" Type="http://schemas.openxmlformats.org/officeDocument/2006/relationships/oleObject" Target="../embeddings/oleObject155.bin"/><Relationship Id="rId10" Type="http://schemas.openxmlformats.org/officeDocument/2006/relationships/image" Target="../media/image140.wmf"/><Relationship Id="rId1" Type="http://schemas.openxmlformats.org/officeDocument/2006/relationships/oleObject" Target="../embeddings/oleObject150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1.bin"/><Relationship Id="rId8" Type="http://schemas.openxmlformats.org/officeDocument/2006/relationships/image" Target="../media/image152.wmf"/><Relationship Id="rId7" Type="http://schemas.openxmlformats.org/officeDocument/2006/relationships/oleObject" Target="../embeddings/oleObject160.bin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50.wmf"/><Relationship Id="rId33" Type="http://schemas.openxmlformats.org/officeDocument/2006/relationships/vmlDrawing" Target="../drawings/vmlDrawing17.vml"/><Relationship Id="rId32" Type="http://schemas.openxmlformats.org/officeDocument/2006/relationships/slideLayout" Target="../slideLayouts/slideLayout18.xml"/><Relationship Id="rId31" Type="http://schemas.openxmlformats.org/officeDocument/2006/relationships/image" Target="../media/image163.wmf"/><Relationship Id="rId30" Type="http://schemas.openxmlformats.org/officeDocument/2006/relationships/oleObject" Target="../embeddings/oleObject172.bin"/><Relationship Id="rId3" Type="http://schemas.openxmlformats.org/officeDocument/2006/relationships/oleObject" Target="../embeddings/oleObject158.bin"/><Relationship Id="rId29" Type="http://schemas.openxmlformats.org/officeDocument/2006/relationships/oleObject" Target="../embeddings/oleObject171.bin"/><Relationship Id="rId28" Type="http://schemas.openxmlformats.org/officeDocument/2006/relationships/image" Target="../media/image162.wmf"/><Relationship Id="rId27" Type="http://schemas.openxmlformats.org/officeDocument/2006/relationships/oleObject" Target="../embeddings/oleObject170.bin"/><Relationship Id="rId26" Type="http://schemas.openxmlformats.org/officeDocument/2006/relationships/image" Target="../media/image161.wmf"/><Relationship Id="rId25" Type="http://schemas.openxmlformats.org/officeDocument/2006/relationships/oleObject" Target="../embeddings/oleObject169.bin"/><Relationship Id="rId24" Type="http://schemas.openxmlformats.org/officeDocument/2006/relationships/image" Target="../media/image160.wmf"/><Relationship Id="rId23" Type="http://schemas.openxmlformats.org/officeDocument/2006/relationships/oleObject" Target="../embeddings/oleObject168.bin"/><Relationship Id="rId22" Type="http://schemas.openxmlformats.org/officeDocument/2006/relationships/image" Target="../media/image159.wmf"/><Relationship Id="rId21" Type="http://schemas.openxmlformats.org/officeDocument/2006/relationships/oleObject" Target="../embeddings/oleObject167.bin"/><Relationship Id="rId20" Type="http://schemas.openxmlformats.org/officeDocument/2006/relationships/image" Target="../media/image158.wmf"/><Relationship Id="rId2" Type="http://schemas.openxmlformats.org/officeDocument/2006/relationships/image" Target="../media/image149.wmf"/><Relationship Id="rId19" Type="http://schemas.openxmlformats.org/officeDocument/2006/relationships/oleObject" Target="../embeddings/oleObject166.bin"/><Relationship Id="rId18" Type="http://schemas.openxmlformats.org/officeDocument/2006/relationships/image" Target="../media/image157.wmf"/><Relationship Id="rId17" Type="http://schemas.openxmlformats.org/officeDocument/2006/relationships/oleObject" Target="../embeddings/oleObject165.bin"/><Relationship Id="rId16" Type="http://schemas.openxmlformats.org/officeDocument/2006/relationships/image" Target="../media/image156.wmf"/><Relationship Id="rId15" Type="http://schemas.openxmlformats.org/officeDocument/2006/relationships/oleObject" Target="../embeddings/oleObject164.bin"/><Relationship Id="rId14" Type="http://schemas.openxmlformats.org/officeDocument/2006/relationships/image" Target="../media/image155.wmf"/><Relationship Id="rId13" Type="http://schemas.openxmlformats.org/officeDocument/2006/relationships/oleObject" Target="../embeddings/oleObject163.bin"/><Relationship Id="rId12" Type="http://schemas.openxmlformats.org/officeDocument/2006/relationships/image" Target="../media/image154.wmf"/><Relationship Id="rId11" Type="http://schemas.openxmlformats.org/officeDocument/2006/relationships/oleObject" Target="../embeddings/oleObject162.bin"/><Relationship Id="rId10" Type="http://schemas.openxmlformats.org/officeDocument/2006/relationships/image" Target="../media/image153.wmf"/><Relationship Id="rId1" Type="http://schemas.openxmlformats.org/officeDocument/2006/relationships/oleObject" Target="../embeddings/oleObject157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7.bin"/><Relationship Id="rId8" Type="http://schemas.openxmlformats.org/officeDocument/2006/relationships/image" Target="../media/image167.wmf"/><Relationship Id="rId7" Type="http://schemas.openxmlformats.org/officeDocument/2006/relationships/oleObject" Target="../embeddings/oleObject176.bin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165.wmf"/><Relationship Id="rId3" Type="http://schemas.openxmlformats.org/officeDocument/2006/relationships/oleObject" Target="../embeddings/oleObject174.bin"/><Relationship Id="rId26" Type="http://schemas.openxmlformats.org/officeDocument/2006/relationships/vmlDrawing" Target="../drawings/vmlDrawing18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75.wmf"/><Relationship Id="rId23" Type="http://schemas.openxmlformats.org/officeDocument/2006/relationships/oleObject" Target="../embeddings/oleObject184.bin"/><Relationship Id="rId22" Type="http://schemas.openxmlformats.org/officeDocument/2006/relationships/image" Target="../media/image174.wmf"/><Relationship Id="rId21" Type="http://schemas.openxmlformats.org/officeDocument/2006/relationships/oleObject" Target="../embeddings/oleObject183.bin"/><Relationship Id="rId20" Type="http://schemas.openxmlformats.org/officeDocument/2006/relationships/image" Target="../media/image173.wmf"/><Relationship Id="rId2" Type="http://schemas.openxmlformats.org/officeDocument/2006/relationships/image" Target="../media/image164.wmf"/><Relationship Id="rId19" Type="http://schemas.openxmlformats.org/officeDocument/2006/relationships/oleObject" Target="../embeddings/oleObject182.bin"/><Relationship Id="rId18" Type="http://schemas.openxmlformats.org/officeDocument/2006/relationships/image" Target="../media/image172.wmf"/><Relationship Id="rId17" Type="http://schemas.openxmlformats.org/officeDocument/2006/relationships/oleObject" Target="../embeddings/oleObject181.bin"/><Relationship Id="rId16" Type="http://schemas.openxmlformats.org/officeDocument/2006/relationships/image" Target="../media/image171.wmf"/><Relationship Id="rId15" Type="http://schemas.openxmlformats.org/officeDocument/2006/relationships/oleObject" Target="../embeddings/oleObject180.bin"/><Relationship Id="rId14" Type="http://schemas.openxmlformats.org/officeDocument/2006/relationships/image" Target="../media/image170.wmf"/><Relationship Id="rId13" Type="http://schemas.openxmlformats.org/officeDocument/2006/relationships/oleObject" Target="../embeddings/oleObject179.bin"/><Relationship Id="rId12" Type="http://schemas.openxmlformats.org/officeDocument/2006/relationships/image" Target="../media/image169.wmf"/><Relationship Id="rId11" Type="http://schemas.openxmlformats.org/officeDocument/2006/relationships/oleObject" Target="../embeddings/oleObject178.bin"/><Relationship Id="rId10" Type="http://schemas.openxmlformats.org/officeDocument/2006/relationships/image" Target="../media/image168.wmf"/><Relationship Id="rId1" Type="http://schemas.openxmlformats.org/officeDocument/2006/relationships/oleObject" Target="../embeddings/oleObject17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0.wmf"/><Relationship Id="rId8" Type="http://schemas.openxmlformats.org/officeDocument/2006/relationships/oleObject" Target="../embeddings/oleObject188.bin"/><Relationship Id="rId7" Type="http://schemas.openxmlformats.org/officeDocument/2006/relationships/image" Target="../media/image179.wmf"/><Relationship Id="rId6" Type="http://schemas.openxmlformats.org/officeDocument/2006/relationships/oleObject" Target="../embeddings/oleObject187.bin"/><Relationship Id="rId5" Type="http://schemas.openxmlformats.org/officeDocument/2006/relationships/image" Target="../media/image178.wmf"/><Relationship Id="rId4" Type="http://schemas.openxmlformats.org/officeDocument/2006/relationships/oleObject" Target="../embeddings/oleObject186.bin"/><Relationship Id="rId3" Type="http://schemas.openxmlformats.org/officeDocument/2006/relationships/image" Target="../media/image177.wmf"/><Relationship Id="rId2" Type="http://schemas.openxmlformats.org/officeDocument/2006/relationships/oleObject" Target="../embeddings/oleObject185.bin"/><Relationship Id="rId17" Type="http://schemas.openxmlformats.org/officeDocument/2006/relationships/vmlDrawing" Target="../drawings/vmlDrawing19.vml"/><Relationship Id="rId16" Type="http://schemas.openxmlformats.org/officeDocument/2006/relationships/slideLayout" Target="../slideLayouts/slideLayout18.xml"/><Relationship Id="rId15" Type="http://schemas.openxmlformats.org/officeDocument/2006/relationships/image" Target="../media/image183.wmf"/><Relationship Id="rId14" Type="http://schemas.openxmlformats.org/officeDocument/2006/relationships/oleObject" Target="../embeddings/oleObject191.bin"/><Relationship Id="rId13" Type="http://schemas.openxmlformats.org/officeDocument/2006/relationships/image" Target="../media/image182.wmf"/><Relationship Id="rId12" Type="http://schemas.openxmlformats.org/officeDocument/2006/relationships/oleObject" Target="../embeddings/oleObject190.bin"/><Relationship Id="rId11" Type="http://schemas.openxmlformats.org/officeDocument/2006/relationships/image" Target="../media/image181.wmf"/><Relationship Id="rId10" Type="http://schemas.openxmlformats.org/officeDocument/2006/relationships/oleObject" Target="../embeddings/oleObject189.bin"/><Relationship Id="rId1" Type="http://schemas.openxmlformats.org/officeDocument/2006/relationships/image" Target="../media/image17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6.bin"/><Relationship Id="rId8" Type="http://schemas.openxmlformats.org/officeDocument/2006/relationships/image" Target="../media/image187.wmf"/><Relationship Id="rId7" Type="http://schemas.openxmlformats.org/officeDocument/2006/relationships/oleObject" Target="../embeddings/oleObject195.bin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94.bin"/><Relationship Id="rId4" Type="http://schemas.openxmlformats.org/officeDocument/2006/relationships/image" Target="../media/image185.wmf"/><Relationship Id="rId3" Type="http://schemas.openxmlformats.org/officeDocument/2006/relationships/oleObject" Target="../embeddings/oleObject193.bin"/><Relationship Id="rId23" Type="http://schemas.openxmlformats.org/officeDocument/2006/relationships/vmlDrawing" Target="../drawings/vmlDrawing20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193.wmf"/><Relationship Id="rId20" Type="http://schemas.openxmlformats.org/officeDocument/2006/relationships/oleObject" Target="../embeddings/oleObject202.bin"/><Relationship Id="rId2" Type="http://schemas.openxmlformats.org/officeDocument/2006/relationships/image" Target="../media/image184.wmf"/><Relationship Id="rId19" Type="http://schemas.openxmlformats.org/officeDocument/2006/relationships/oleObject" Target="../embeddings/oleObject201.bin"/><Relationship Id="rId18" Type="http://schemas.openxmlformats.org/officeDocument/2006/relationships/image" Target="../media/image192.wmf"/><Relationship Id="rId17" Type="http://schemas.openxmlformats.org/officeDocument/2006/relationships/oleObject" Target="../embeddings/oleObject200.bin"/><Relationship Id="rId16" Type="http://schemas.openxmlformats.org/officeDocument/2006/relationships/image" Target="../media/image191.wmf"/><Relationship Id="rId15" Type="http://schemas.openxmlformats.org/officeDocument/2006/relationships/oleObject" Target="../embeddings/oleObject199.bin"/><Relationship Id="rId14" Type="http://schemas.openxmlformats.org/officeDocument/2006/relationships/image" Target="../media/image190.wmf"/><Relationship Id="rId13" Type="http://schemas.openxmlformats.org/officeDocument/2006/relationships/oleObject" Target="../embeddings/oleObject198.bin"/><Relationship Id="rId12" Type="http://schemas.openxmlformats.org/officeDocument/2006/relationships/image" Target="../media/image189.wmf"/><Relationship Id="rId11" Type="http://schemas.openxmlformats.org/officeDocument/2006/relationships/oleObject" Target="../embeddings/oleObject197.bin"/><Relationship Id="rId10" Type="http://schemas.openxmlformats.org/officeDocument/2006/relationships/image" Target="../media/image188.wmf"/><Relationship Id="rId1" Type="http://schemas.openxmlformats.org/officeDocument/2006/relationships/oleObject" Target="../embeddings/oleObject192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7.bin"/><Relationship Id="rId8" Type="http://schemas.openxmlformats.org/officeDocument/2006/relationships/image" Target="../media/image191.wmf"/><Relationship Id="rId7" Type="http://schemas.openxmlformats.org/officeDocument/2006/relationships/oleObject" Target="../embeddings/oleObject206.bin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205.bin"/><Relationship Id="rId4" Type="http://schemas.openxmlformats.org/officeDocument/2006/relationships/image" Target="../media/image189.wmf"/><Relationship Id="rId3" Type="http://schemas.openxmlformats.org/officeDocument/2006/relationships/oleObject" Target="../embeddings/oleObject204.bin"/><Relationship Id="rId24" Type="http://schemas.openxmlformats.org/officeDocument/2006/relationships/vmlDrawing" Target="../drawings/vmlDrawing21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96.wmf"/><Relationship Id="rId21" Type="http://schemas.openxmlformats.org/officeDocument/2006/relationships/oleObject" Target="../embeddings/oleObject215.bin"/><Relationship Id="rId20" Type="http://schemas.openxmlformats.org/officeDocument/2006/relationships/oleObject" Target="../embeddings/oleObject214.bin"/><Relationship Id="rId2" Type="http://schemas.openxmlformats.org/officeDocument/2006/relationships/image" Target="../media/image188.wmf"/><Relationship Id="rId19" Type="http://schemas.openxmlformats.org/officeDocument/2006/relationships/image" Target="../media/image195.wmf"/><Relationship Id="rId18" Type="http://schemas.openxmlformats.org/officeDocument/2006/relationships/oleObject" Target="../embeddings/oleObject213.bin"/><Relationship Id="rId17" Type="http://schemas.openxmlformats.org/officeDocument/2006/relationships/oleObject" Target="../embeddings/oleObject212.bin"/><Relationship Id="rId16" Type="http://schemas.openxmlformats.org/officeDocument/2006/relationships/image" Target="../media/image194.wmf"/><Relationship Id="rId15" Type="http://schemas.openxmlformats.org/officeDocument/2006/relationships/oleObject" Target="../embeddings/oleObject211.bin"/><Relationship Id="rId14" Type="http://schemas.openxmlformats.org/officeDocument/2006/relationships/oleObject" Target="../embeddings/oleObject210.bin"/><Relationship Id="rId13" Type="http://schemas.openxmlformats.org/officeDocument/2006/relationships/image" Target="../media/image193.wmf"/><Relationship Id="rId12" Type="http://schemas.openxmlformats.org/officeDocument/2006/relationships/oleObject" Target="../embeddings/oleObject209.bin"/><Relationship Id="rId11" Type="http://schemas.openxmlformats.org/officeDocument/2006/relationships/oleObject" Target="../embeddings/oleObject208.bin"/><Relationship Id="rId10" Type="http://schemas.openxmlformats.org/officeDocument/2006/relationships/image" Target="../media/image192.wmf"/><Relationship Id="rId1" Type="http://schemas.openxmlformats.org/officeDocument/2006/relationships/oleObject" Target="../embeddings/oleObject203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0.bin"/><Relationship Id="rId8" Type="http://schemas.openxmlformats.org/officeDocument/2006/relationships/image" Target="../media/image200.wmf"/><Relationship Id="rId7" Type="http://schemas.openxmlformats.org/officeDocument/2006/relationships/oleObject" Target="../embeddings/oleObject219.bin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198.wmf"/><Relationship Id="rId3" Type="http://schemas.openxmlformats.org/officeDocument/2006/relationships/oleObject" Target="../embeddings/oleObject217.bin"/><Relationship Id="rId2" Type="http://schemas.openxmlformats.org/officeDocument/2006/relationships/image" Target="../media/image197.wmf"/><Relationship Id="rId12" Type="http://schemas.openxmlformats.org/officeDocument/2006/relationships/vmlDrawing" Target="../drawings/vmlDrawing22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01.wmf"/><Relationship Id="rId1" Type="http://schemas.openxmlformats.org/officeDocument/2006/relationships/oleObject" Target="../embeddings/oleObject216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5.bin"/><Relationship Id="rId8" Type="http://schemas.openxmlformats.org/officeDocument/2006/relationships/image" Target="../media/image205.wmf"/><Relationship Id="rId7" Type="http://schemas.openxmlformats.org/officeDocument/2006/relationships/oleObject" Target="../embeddings/oleObject224.bin"/><Relationship Id="rId6" Type="http://schemas.openxmlformats.org/officeDocument/2006/relationships/image" Target="../media/image204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203.wmf"/><Relationship Id="rId3" Type="http://schemas.openxmlformats.org/officeDocument/2006/relationships/oleObject" Target="../embeddings/oleObject222.bin"/><Relationship Id="rId2" Type="http://schemas.openxmlformats.org/officeDocument/2006/relationships/image" Target="../media/image202.wmf"/><Relationship Id="rId19" Type="http://schemas.openxmlformats.org/officeDocument/2006/relationships/vmlDrawing" Target="../drawings/vmlDrawing23.vml"/><Relationship Id="rId18" Type="http://schemas.openxmlformats.org/officeDocument/2006/relationships/slideLayout" Target="../slideLayouts/slideLayout18.xml"/><Relationship Id="rId17" Type="http://schemas.openxmlformats.org/officeDocument/2006/relationships/slide" Target="slide45.xml"/><Relationship Id="rId16" Type="http://schemas.openxmlformats.org/officeDocument/2006/relationships/image" Target="../media/image209.wmf"/><Relationship Id="rId15" Type="http://schemas.openxmlformats.org/officeDocument/2006/relationships/oleObject" Target="../embeddings/oleObject228.bin"/><Relationship Id="rId14" Type="http://schemas.openxmlformats.org/officeDocument/2006/relationships/image" Target="../media/image208.wmf"/><Relationship Id="rId13" Type="http://schemas.openxmlformats.org/officeDocument/2006/relationships/oleObject" Target="../embeddings/oleObject227.bin"/><Relationship Id="rId12" Type="http://schemas.openxmlformats.org/officeDocument/2006/relationships/image" Target="../media/image207.wmf"/><Relationship Id="rId11" Type="http://schemas.openxmlformats.org/officeDocument/2006/relationships/oleObject" Target="../embeddings/oleObject226.bin"/><Relationship Id="rId10" Type="http://schemas.openxmlformats.org/officeDocument/2006/relationships/image" Target="../media/image206.wmf"/><Relationship Id="rId1" Type="http://schemas.openxmlformats.org/officeDocument/2006/relationships/oleObject" Target="../embeddings/oleObject221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3.bin"/><Relationship Id="rId8" Type="http://schemas.openxmlformats.org/officeDocument/2006/relationships/image" Target="../media/image213.wmf"/><Relationship Id="rId7" Type="http://schemas.openxmlformats.org/officeDocument/2006/relationships/oleObject" Target="../embeddings/oleObject232.bin"/><Relationship Id="rId6" Type="http://schemas.openxmlformats.org/officeDocument/2006/relationships/image" Target="../media/image212.wmf"/><Relationship Id="rId5" Type="http://schemas.openxmlformats.org/officeDocument/2006/relationships/oleObject" Target="../embeddings/oleObject231.bin"/><Relationship Id="rId4" Type="http://schemas.openxmlformats.org/officeDocument/2006/relationships/image" Target="../media/image211.wmf"/><Relationship Id="rId38" Type="http://schemas.openxmlformats.org/officeDocument/2006/relationships/vmlDrawing" Target="../drawings/vmlDrawing24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226.wmf"/><Relationship Id="rId35" Type="http://schemas.openxmlformats.org/officeDocument/2006/relationships/oleObject" Target="../embeddings/oleObject247.bin"/><Relationship Id="rId34" Type="http://schemas.openxmlformats.org/officeDocument/2006/relationships/image" Target="../media/image225.wmf"/><Relationship Id="rId33" Type="http://schemas.openxmlformats.org/officeDocument/2006/relationships/oleObject" Target="../embeddings/oleObject246.bin"/><Relationship Id="rId32" Type="http://schemas.openxmlformats.org/officeDocument/2006/relationships/image" Target="../media/image224.wmf"/><Relationship Id="rId31" Type="http://schemas.openxmlformats.org/officeDocument/2006/relationships/oleObject" Target="../embeddings/oleObject245.bin"/><Relationship Id="rId30" Type="http://schemas.openxmlformats.org/officeDocument/2006/relationships/image" Target="../media/image223.wmf"/><Relationship Id="rId3" Type="http://schemas.openxmlformats.org/officeDocument/2006/relationships/oleObject" Target="../embeddings/oleObject230.bin"/><Relationship Id="rId29" Type="http://schemas.openxmlformats.org/officeDocument/2006/relationships/oleObject" Target="../embeddings/oleObject244.bin"/><Relationship Id="rId28" Type="http://schemas.openxmlformats.org/officeDocument/2006/relationships/image" Target="../media/image222.wmf"/><Relationship Id="rId27" Type="http://schemas.openxmlformats.org/officeDocument/2006/relationships/oleObject" Target="../embeddings/oleObject243.bin"/><Relationship Id="rId26" Type="http://schemas.openxmlformats.org/officeDocument/2006/relationships/oleObject" Target="../embeddings/oleObject242.bin"/><Relationship Id="rId25" Type="http://schemas.openxmlformats.org/officeDocument/2006/relationships/image" Target="../media/image221.wmf"/><Relationship Id="rId24" Type="http://schemas.openxmlformats.org/officeDocument/2006/relationships/oleObject" Target="../embeddings/oleObject241.bin"/><Relationship Id="rId23" Type="http://schemas.openxmlformats.org/officeDocument/2006/relationships/oleObject" Target="../embeddings/oleObject240.bin"/><Relationship Id="rId22" Type="http://schemas.openxmlformats.org/officeDocument/2006/relationships/image" Target="../media/image220.wmf"/><Relationship Id="rId21" Type="http://schemas.openxmlformats.org/officeDocument/2006/relationships/oleObject" Target="../embeddings/oleObject239.bin"/><Relationship Id="rId20" Type="http://schemas.openxmlformats.org/officeDocument/2006/relationships/image" Target="../media/image219.wmf"/><Relationship Id="rId2" Type="http://schemas.openxmlformats.org/officeDocument/2006/relationships/image" Target="../media/image210.wmf"/><Relationship Id="rId19" Type="http://schemas.openxmlformats.org/officeDocument/2006/relationships/oleObject" Target="../embeddings/oleObject238.bin"/><Relationship Id="rId18" Type="http://schemas.openxmlformats.org/officeDocument/2006/relationships/image" Target="../media/image218.wmf"/><Relationship Id="rId17" Type="http://schemas.openxmlformats.org/officeDocument/2006/relationships/oleObject" Target="../embeddings/oleObject237.bin"/><Relationship Id="rId16" Type="http://schemas.openxmlformats.org/officeDocument/2006/relationships/image" Target="../media/image217.wmf"/><Relationship Id="rId15" Type="http://schemas.openxmlformats.org/officeDocument/2006/relationships/oleObject" Target="../embeddings/oleObject236.bin"/><Relationship Id="rId14" Type="http://schemas.openxmlformats.org/officeDocument/2006/relationships/image" Target="../media/image216.wmf"/><Relationship Id="rId13" Type="http://schemas.openxmlformats.org/officeDocument/2006/relationships/oleObject" Target="../embeddings/oleObject235.bin"/><Relationship Id="rId12" Type="http://schemas.openxmlformats.org/officeDocument/2006/relationships/image" Target="../media/image215.wmf"/><Relationship Id="rId11" Type="http://schemas.openxmlformats.org/officeDocument/2006/relationships/oleObject" Target="../embeddings/oleObject234.bin"/><Relationship Id="rId10" Type="http://schemas.openxmlformats.org/officeDocument/2006/relationships/image" Target="../media/image214.wmf"/><Relationship Id="rId1" Type="http://schemas.openxmlformats.org/officeDocument/2006/relationships/oleObject" Target="../embeddings/oleObject229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2.bin"/><Relationship Id="rId8" Type="http://schemas.openxmlformats.org/officeDocument/2006/relationships/image" Target="../media/image230.wmf"/><Relationship Id="rId7" Type="http://schemas.openxmlformats.org/officeDocument/2006/relationships/oleObject" Target="../embeddings/oleObject251.bin"/><Relationship Id="rId6" Type="http://schemas.openxmlformats.org/officeDocument/2006/relationships/image" Target="../media/image229.wmf"/><Relationship Id="rId5" Type="http://schemas.openxmlformats.org/officeDocument/2006/relationships/oleObject" Target="../embeddings/oleObject250.bin"/><Relationship Id="rId4" Type="http://schemas.openxmlformats.org/officeDocument/2006/relationships/image" Target="../media/image228.wmf"/><Relationship Id="rId3" Type="http://schemas.openxmlformats.org/officeDocument/2006/relationships/oleObject" Target="../embeddings/oleObject249.bin"/><Relationship Id="rId21" Type="http://schemas.openxmlformats.org/officeDocument/2006/relationships/vmlDrawing" Target="../drawings/vmlDrawing25.v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227.wmf"/><Relationship Id="rId19" Type="http://schemas.openxmlformats.org/officeDocument/2006/relationships/image" Target="../media/image236.png"/><Relationship Id="rId18" Type="http://schemas.openxmlformats.org/officeDocument/2006/relationships/image" Target="../media/image235.wmf"/><Relationship Id="rId17" Type="http://schemas.openxmlformats.org/officeDocument/2006/relationships/oleObject" Target="../embeddings/oleObject256.bin"/><Relationship Id="rId16" Type="http://schemas.openxmlformats.org/officeDocument/2006/relationships/image" Target="../media/image234.wmf"/><Relationship Id="rId15" Type="http://schemas.openxmlformats.org/officeDocument/2006/relationships/oleObject" Target="../embeddings/oleObject255.bin"/><Relationship Id="rId14" Type="http://schemas.openxmlformats.org/officeDocument/2006/relationships/image" Target="../media/image233.wmf"/><Relationship Id="rId13" Type="http://schemas.openxmlformats.org/officeDocument/2006/relationships/oleObject" Target="../embeddings/oleObject254.bin"/><Relationship Id="rId12" Type="http://schemas.openxmlformats.org/officeDocument/2006/relationships/image" Target="../media/image232.wmf"/><Relationship Id="rId11" Type="http://schemas.openxmlformats.org/officeDocument/2006/relationships/oleObject" Target="../embeddings/oleObject253.bin"/><Relationship Id="rId10" Type="http://schemas.openxmlformats.org/officeDocument/2006/relationships/image" Target="../media/image231.wmf"/><Relationship Id="rId1" Type="http://schemas.openxmlformats.org/officeDocument/2006/relationships/oleObject" Target="../embeddings/oleObject248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1.bin"/><Relationship Id="rId8" Type="http://schemas.openxmlformats.org/officeDocument/2006/relationships/image" Target="../media/image240.wmf"/><Relationship Id="rId7" Type="http://schemas.openxmlformats.org/officeDocument/2006/relationships/oleObject" Target="../embeddings/oleObject260.bin"/><Relationship Id="rId6" Type="http://schemas.openxmlformats.org/officeDocument/2006/relationships/image" Target="../media/image239.wmf"/><Relationship Id="rId5" Type="http://schemas.openxmlformats.org/officeDocument/2006/relationships/oleObject" Target="../embeddings/oleObject259.bin"/><Relationship Id="rId4" Type="http://schemas.openxmlformats.org/officeDocument/2006/relationships/image" Target="../media/image238.wmf"/><Relationship Id="rId3" Type="http://schemas.openxmlformats.org/officeDocument/2006/relationships/oleObject" Target="../embeddings/oleObject258.bin"/><Relationship Id="rId28" Type="http://schemas.openxmlformats.org/officeDocument/2006/relationships/vmlDrawing" Target="../drawings/vmlDrawing26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49.wmf"/><Relationship Id="rId25" Type="http://schemas.openxmlformats.org/officeDocument/2006/relationships/oleObject" Target="../embeddings/oleObject269.bin"/><Relationship Id="rId24" Type="http://schemas.openxmlformats.org/officeDocument/2006/relationships/image" Target="../media/image248.wmf"/><Relationship Id="rId23" Type="http://schemas.openxmlformats.org/officeDocument/2006/relationships/oleObject" Target="../embeddings/oleObject268.bin"/><Relationship Id="rId22" Type="http://schemas.openxmlformats.org/officeDocument/2006/relationships/image" Target="../media/image247.wmf"/><Relationship Id="rId21" Type="http://schemas.openxmlformats.org/officeDocument/2006/relationships/oleObject" Target="../embeddings/oleObject267.bin"/><Relationship Id="rId20" Type="http://schemas.openxmlformats.org/officeDocument/2006/relationships/image" Target="../media/image246.wmf"/><Relationship Id="rId2" Type="http://schemas.openxmlformats.org/officeDocument/2006/relationships/image" Target="../media/image237.wmf"/><Relationship Id="rId19" Type="http://schemas.openxmlformats.org/officeDocument/2006/relationships/oleObject" Target="../embeddings/oleObject266.bin"/><Relationship Id="rId18" Type="http://schemas.openxmlformats.org/officeDocument/2006/relationships/image" Target="../media/image245.wmf"/><Relationship Id="rId17" Type="http://schemas.openxmlformats.org/officeDocument/2006/relationships/oleObject" Target="../embeddings/oleObject265.bin"/><Relationship Id="rId16" Type="http://schemas.openxmlformats.org/officeDocument/2006/relationships/image" Target="../media/image244.wmf"/><Relationship Id="rId15" Type="http://schemas.openxmlformats.org/officeDocument/2006/relationships/oleObject" Target="../embeddings/oleObject264.bin"/><Relationship Id="rId14" Type="http://schemas.openxmlformats.org/officeDocument/2006/relationships/image" Target="../media/image243.wmf"/><Relationship Id="rId13" Type="http://schemas.openxmlformats.org/officeDocument/2006/relationships/oleObject" Target="../embeddings/oleObject263.bin"/><Relationship Id="rId12" Type="http://schemas.openxmlformats.org/officeDocument/2006/relationships/image" Target="../media/image242.wmf"/><Relationship Id="rId11" Type="http://schemas.openxmlformats.org/officeDocument/2006/relationships/oleObject" Target="../embeddings/oleObject262.bin"/><Relationship Id="rId10" Type="http://schemas.openxmlformats.org/officeDocument/2006/relationships/image" Target="../media/image241.wmf"/><Relationship Id="rId1" Type="http://schemas.openxmlformats.org/officeDocument/2006/relationships/oleObject" Target="../embeddings/oleObject257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4.bin"/><Relationship Id="rId8" Type="http://schemas.openxmlformats.org/officeDocument/2006/relationships/image" Target="../media/image253.wmf"/><Relationship Id="rId7" Type="http://schemas.openxmlformats.org/officeDocument/2006/relationships/oleObject" Target="../embeddings/oleObject273.bin"/><Relationship Id="rId6" Type="http://schemas.openxmlformats.org/officeDocument/2006/relationships/image" Target="../media/image252.wmf"/><Relationship Id="rId5" Type="http://schemas.openxmlformats.org/officeDocument/2006/relationships/oleObject" Target="../embeddings/oleObject272.bin"/><Relationship Id="rId4" Type="http://schemas.openxmlformats.org/officeDocument/2006/relationships/image" Target="../media/image251.wmf"/><Relationship Id="rId3" Type="http://schemas.openxmlformats.org/officeDocument/2006/relationships/oleObject" Target="../embeddings/oleObject271.bin"/><Relationship Id="rId2" Type="http://schemas.openxmlformats.org/officeDocument/2006/relationships/image" Target="../media/image250.wmf"/><Relationship Id="rId13" Type="http://schemas.openxmlformats.org/officeDocument/2006/relationships/vmlDrawing" Target="../drawings/vmlDrawing27.vml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255.png"/><Relationship Id="rId10" Type="http://schemas.openxmlformats.org/officeDocument/2006/relationships/image" Target="../media/image254.wmf"/><Relationship Id="rId1" Type="http://schemas.openxmlformats.org/officeDocument/2006/relationships/oleObject" Target="../embeddings/oleObject270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9.bin"/><Relationship Id="rId8" Type="http://schemas.openxmlformats.org/officeDocument/2006/relationships/image" Target="../media/image259.wmf"/><Relationship Id="rId7" Type="http://schemas.openxmlformats.org/officeDocument/2006/relationships/oleObject" Target="../embeddings/oleObject278.bin"/><Relationship Id="rId6" Type="http://schemas.openxmlformats.org/officeDocument/2006/relationships/image" Target="../media/image258.wmf"/><Relationship Id="rId5" Type="http://schemas.openxmlformats.org/officeDocument/2006/relationships/oleObject" Target="../embeddings/oleObject277.bin"/><Relationship Id="rId4" Type="http://schemas.openxmlformats.org/officeDocument/2006/relationships/image" Target="../media/image257.wmf"/><Relationship Id="rId3" Type="http://schemas.openxmlformats.org/officeDocument/2006/relationships/oleObject" Target="../embeddings/oleObject276.bin"/><Relationship Id="rId2" Type="http://schemas.openxmlformats.org/officeDocument/2006/relationships/image" Target="../media/image256.wmf"/><Relationship Id="rId13" Type="http://schemas.openxmlformats.org/officeDocument/2006/relationships/vmlDrawing" Target="../drawings/vmlDrawing28.vml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261.png"/><Relationship Id="rId10" Type="http://schemas.openxmlformats.org/officeDocument/2006/relationships/image" Target="../media/image260.wmf"/><Relationship Id="rId1" Type="http://schemas.openxmlformats.org/officeDocument/2006/relationships/oleObject" Target="../embeddings/oleObject275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6.png"/><Relationship Id="rId8" Type="http://schemas.openxmlformats.org/officeDocument/2006/relationships/image" Target="../media/image265.wmf"/><Relationship Id="rId7" Type="http://schemas.openxmlformats.org/officeDocument/2006/relationships/oleObject" Target="../embeddings/oleObject283.bin"/><Relationship Id="rId6" Type="http://schemas.openxmlformats.org/officeDocument/2006/relationships/image" Target="../media/image264.wmf"/><Relationship Id="rId5" Type="http://schemas.openxmlformats.org/officeDocument/2006/relationships/oleObject" Target="../embeddings/oleObject282.bin"/><Relationship Id="rId4" Type="http://schemas.openxmlformats.org/officeDocument/2006/relationships/image" Target="../media/image263.wmf"/><Relationship Id="rId3" Type="http://schemas.openxmlformats.org/officeDocument/2006/relationships/oleObject" Target="../embeddings/oleObject281.bin"/><Relationship Id="rId2" Type="http://schemas.openxmlformats.org/officeDocument/2006/relationships/image" Target="../media/image262.wmf"/><Relationship Id="rId11" Type="http://schemas.openxmlformats.org/officeDocument/2006/relationships/vmlDrawing" Target="../drawings/vmlDrawing29.vml"/><Relationship Id="rId10" Type="http://schemas.openxmlformats.org/officeDocument/2006/relationships/slideLayout" Target="../slideLayouts/slideLayout18.xml"/><Relationship Id="rId1" Type="http://schemas.openxmlformats.org/officeDocument/2006/relationships/oleObject" Target="../embeddings/oleObject280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8.bin"/><Relationship Id="rId8" Type="http://schemas.openxmlformats.org/officeDocument/2006/relationships/image" Target="../media/image270.wmf"/><Relationship Id="rId7" Type="http://schemas.openxmlformats.org/officeDocument/2006/relationships/oleObject" Target="../embeddings/oleObject287.bin"/><Relationship Id="rId6" Type="http://schemas.openxmlformats.org/officeDocument/2006/relationships/image" Target="../media/image269.wmf"/><Relationship Id="rId5" Type="http://schemas.openxmlformats.org/officeDocument/2006/relationships/oleObject" Target="../embeddings/oleObject286.bin"/><Relationship Id="rId4" Type="http://schemas.openxmlformats.org/officeDocument/2006/relationships/image" Target="../media/image268.wmf"/><Relationship Id="rId3" Type="http://schemas.openxmlformats.org/officeDocument/2006/relationships/oleObject" Target="../embeddings/oleObject285.bin"/><Relationship Id="rId20" Type="http://schemas.openxmlformats.org/officeDocument/2006/relationships/vmlDrawing" Target="../drawings/vmlDrawing30.vml"/><Relationship Id="rId2" Type="http://schemas.openxmlformats.org/officeDocument/2006/relationships/image" Target="../media/image267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75.wmf"/><Relationship Id="rId17" Type="http://schemas.openxmlformats.org/officeDocument/2006/relationships/oleObject" Target="../embeddings/oleObject292.bin"/><Relationship Id="rId16" Type="http://schemas.openxmlformats.org/officeDocument/2006/relationships/image" Target="../media/image274.wmf"/><Relationship Id="rId15" Type="http://schemas.openxmlformats.org/officeDocument/2006/relationships/oleObject" Target="../embeddings/oleObject291.bin"/><Relationship Id="rId14" Type="http://schemas.openxmlformats.org/officeDocument/2006/relationships/image" Target="../media/image273.wmf"/><Relationship Id="rId13" Type="http://schemas.openxmlformats.org/officeDocument/2006/relationships/oleObject" Target="../embeddings/oleObject290.bin"/><Relationship Id="rId12" Type="http://schemas.openxmlformats.org/officeDocument/2006/relationships/image" Target="../media/image272.wmf"/><Relationship Id="rId11" Type="http://schemas.openxmlformats.org/officeDocument/2006/relationships/oleObject" Target="../embeddings/oleObject289.bin"/><Relationship Id="rId10" Type="http://schemas.openxmlformats.org/officeDocument/2006/relationships/image" Target="../media/image271.wmf"/><Relationship Id="rId1" Type="http://schemas.openxmlformats.org/officeDocument/2006/relationships/oleObject" Target="../embeddings/oleObject28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77.png"/><Relationship Id="rId1" Type="http://schemas.openxmlformats.org/officeDocument/2006/relationships/image" Target="../media/image276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7.bin"/><Relationship Id="rId8" Type="http://schemas.openxmlformats.org/officeDocument/2006/relationships/image" Target="../media/image281.wmf"/><Relationship Id="rId7" Type="http://schemas.openxmlformats.org/officeDocument/2006/relationships/oleObject" Target="../embeddings/oleObject296.bin"/><Relationship Id="rId6" Type="http://schemas.openxmlformats.org/officeDocument/2006/relationships/image" Target="../media/image280.wmf"/><Relationship Id="rId5" Type="http://schemas.openxmlformats.org/officeDocument/2006/relationships/oleObject" Target="../embeddings/oleObject295.bin"/><Relationship Id="rId4" Type="http://schemas.openxmlformats.org/officeDocument/2006/relationships/image" Target="../media/image279.wmf"/><Relationship Id="rId3" Type="http://schemas.openxmlformats.org/officeDocument/2006/relationships/oleObject" Target="../embeddings/oleObject294.bin"/><Relationship Id="rId2" Type="http://schemas.openxmlformats.org/officeDocument/2006/relationships/image" Target="../media/image278.wmf"/><Relationship Id="rId15" Type="http://schemas.openxmlformats.org/officeDocument/2006/relationships/vmlDrawing" Target="../drawings/vmlDrawing31.vml"/><Relationship Id="rId14" Type="http://schemas.openxmlformats.org/officeDocument/2006/relationships/slideLayout" Target="../slideLayouts/slideLayout18.xml"/><Relationship Id="rId13" Type="http://schemas.openxmlformats.org/officeDocument/2006/relationships/hyperlink" Target="../../../demo/disttool/disttool.exe" TargetMode="External"/><Relationship Id="rId12" Type="http://schemas.openxmlformats.org/officeDocument/2006/relationships/image" Target="../media/image283.wmf"/><Relationship Id="rId11" Type="http://schemas.openxmlformats.org/officeDocument/2006/relationships/oleObject" Target="../embeddings/oleObject298.bin"/><Relationship Id="rId10" Type="http://schemas.openxmlformats.org/officeDocument/2006/relationships/image" Target="../media/image282.wmf"/><Relationship Id="rId1" Type="http://schemas.openxmlformats.org/officeDocument/2006/relationships/oleObject" Target="../embeddings/oleObject293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3.bin"/><Relationship Id="rId8" Type="http://schemas.openxmlformats.org/officeDocument/2006/relationships/image" Target="../media/image287.wmf"/><Relationship Id="rId7" Type="http://schemas.openxmlformats.org/officeDocument/2006/relationships/oleObject" Target="../embeddings/oleObject302.bin"/><Relationship Id="rId6" Type="http://schemas.openxmlformats.org/officeDocument/2006/relationships/image" Target="../media/image286.wmf"/><Relationship Id="rId5" Type="http://schemas.openxmlformats.org/officeDocument/2006/relationships/oleObject" Target="../embeddings/oleObject301.bin"/><Relationship Id="rId4" Type="http://schemas.openxmlformats.org/officeDocument/2006/relationships/image" Target="../media/image285.wmf"/><Relationship Id="rId37" Type="http://schemas.openxmlformats.org/officeDocument/2006/relationships/vmlDrawing" Target="../drawings/vmlDrawing32.vml"/><Relationship Id="rId36" Type="http://schemas.openxmlformats.org/officeDocument/2006/relationships/slideLayout" Target="../slideLayouts/slideLayout18.xml"/><Relationship Id="rId35" Type="http://schemas.openxmlformats.org/officeDocument/2006/relationships/oleObject" Target="../embeddings/oleObject319.bin"/><Relationship Id="rId34" Type="http://schemas.openxmlformats.org/officeDocument/2006/relationships/image" Target="../media/image297.wmf"/><Relationship Id="rId33" Type="http://schemas.openxmlformats.org/officeDocument/2006/relationships/oleObject" Target="../embeddings/oleObject318.bin"/><Relationship Id="rId32" Type="http://schemas.openxmlformats.org/officeDocument/2006/relationships/image" Target="../media/image296.wmf"/><Relationship Id="rId31" Type="http://schemas.openxmlformats.org/officeDocument/2006/relationships/oleObject" Target="../embeddings/oleObject317.bin"/><Relationship Id="rId30" Type="http://schemas.openxmlformats.org/officeDocument/2006/relationships/oleObject" Target="../embeddings/oleObject316.bin"/><Relationship Id="rId3" Type="http://schemas.openxmlformats.org/officeDocument/2006/relationships/oleObject" Target="../embeddings/oleObject300.bin"/><Relationship Id="rId29" Type="http://schemas.openxmlformats.org/officeDocument/2006/relationships/image" Target="../media/image295.wmf"/><Relationship Id="rId28" Type="http://schemas.openxmlformats.org/officeDocument/2006/relationships/oleObject" Target="../embeddings/oleObject315.bin"/><Relationship Id="rId27" Type="http://schemas.openxmlformats.org/officeDocument/2006/relationships/oleObject" Target="../embeddings/oleObject314.bin"/><Relationship Id="rId26" Type="http://schemas.openxmlformats.org/officeDocument/2006/relationships/oleObject" Target="../embeddings/oleObject313.bin"/><Relationship Id="rId25" Type="http://schemas.openxmlformats.org/officeDocument/2006/relationships/image" Target="../media/image294.wmf"/><Relationship Id="rId24" Type="http://schemas.openxmlformats.org/officeDocument/2006/relationships/oleObject" Target="../embeddings/oleObject312.bin"/><Relationship Id="rId23" Type="http://schemas.openxmlformats.org/officeDocument/2006/relationships/image" Target="../media/image293.wmf"/><Relationship Id="rId22" Type="http://schemas.openxmlformats.org/officeDocument/2006/relationships/oleObject" Target="../embeddings/oleObject311.bin"/><Relationship Id="rId21" Type="http://schemas.openxmlformats.org/officeDocument/2006/relationships/oleObject" Target="../embeddings/oleObject310.bin"/><Relationship Id="rId20" Type="http://schemas.openxmlformats.org/officeDocument/2006/relationships/image" Target="../media/image292.wmf"/><Relationship Id="rId2" Type="http://schemas.openxmlformats.org/officeDocument/2006/relationships/image" Target="../media/image284.wmf"/><Relationship Id="rId19" Type="http://schemas.openxmlformats.org/officeDocument/2006/relationships/oleObject" Target="../embeddings/oleObject309.bin"/><Relationship Id="rId18" Type="http://schemas.openxmlformats.org/officeDocument/2006/relationships/oleObject" Target="../embeddings/oleObject308.bin"/><Relationship Id="rId17" Type="http://schemas.openxmlformats.org/officeDocument/2006/relationships/image" Target="../media/image291.wmf"/><Relationship Id="rId16" Type="http://schemas.openxmlformats.org/officeDocument/2006/relationships/oleObject" Target="../embeddings/oleObject307.bin"/><Relationship Id="rId15" Type="http://schemas.openxmlformats.org/officeDocument/2006/relationships/oleObject" Target="../embeddings/oleObject306.bin"/><Relationship Id="rId14" Type="http://schemas.openxmlformats.org/officeDocument/2006/relationships/image" Target="../media/image290.wmf"/><Relationship Id="rId13" Type="http://schemas.openxmlformats.org/officeDocument/2006/relationships/oleObject" Target="../embeddings/oleObject305.bin"/><Relationship Id="rId12" Type="http://schemas.openxmlformats.org/officeDocument/2006/relationships/image" Target="../media/image289.wmf"/><Relationship Id="rId11" Type="http://schemas.openxmlformats.org/officeDocument/2006/relationships/oleObject" Target="../embeddings/oleObject304.bin"/><Relationship Id="rId10" Type="http://schemas.openxmlformats.org/officeDocument/2006/relationships/image" Target="../media/image288.wmf"/><Relationship Id="rId1" Type="http://schemas.openxmlformats.org/officeDocument/2006/relationships/oleObject" Target="../embeddings/oleObject299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4.bin"/><Relationship Id="rId8" Type="http://schemas.openxmlformats.org/officeDocument/2006/relationships/image" Target="../media/image301.wmf"/><Relationship Id="rId7" Type="http://schemas.openxmlformats.org/officeDocument/2006/relationships/oleObject" Target="../embeddings/oleObject323.bin"/><Relationship Id="rId6" Type="http://schemas.openxmlformats.org/officeDocument/2006/relationships/image" Target="../media/image300.wmf"/><Relationship Id="rId5" Type="http://schemas.openxmlformats.org/officeDocument/2006/relationships/oleObject" Target="../embeddings/oleObject322.bin"/><Relationship Id="rId4" Type="http://schemas.openxmlformats.org/officeDocument/2006/relationships/image" Target="../media/image299.wmf"/><Relationship Id="rId3" Type="http://schemas.openxmlformats.org/officeDocument/2006/relationships/oleObject" Target="../embeddings/oleObject321.bin"/><Relationship Id="rId2" Type="http://schemas.openxmlformats.org/officeDocument/2006/relationships/image" Target="../media/image298.wmf"/><Relationship Id="rId14" Type="http://schemas.openxmlformats.org/officeDocument/2006/relationships/vmlDrawing" Target="../drawings/vmlDrawing33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303.wmf"/><Relationship Id="rId11" Type="http://schemas.openxmlformats.org/officeDocument/2006/relationships/oleObject" Target="../embeddings/oleObject325.bin"/><Relationship Id="rId10" Type="http://schemas.openxmlformats.org/officeDocument/2006/relationships/image" Target="../media/image302.wmf"/><Relationship Id="rId1" Type="http://schemas.openxmlformats.org/officeDocument/2006/relationships/oleObject" Target="../embeddings/oleObject320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0.bin"/><Relationship Id="rId8" Type="http://schemas.openxmlformats.org/officeDocument/2006/relationships/image" Target="../media/image307.wmf"/><Relationship Id="rId7" Type="http://schemas.openxmlformats.org/officeDocument/2006/relationships/oleObject" Target="../embeddings/oleObject329.bin"/><Relationship Id="rId6" Type="http://schemas.openxmlformats.org/officeDocument/2006/relationships/image" Target="../media/image306.wmf"/><Relationship Id="rId5" Type="http://schemas.openxmlformats.org/officeDocument/2006/relationships/oleObject" Target="../embeddings/oleObject328.bin"/><Relationship Id="rId4" Type="http://schemas.openxmlformats.org/officeDocument/2006/relationships/image" Target="../media/image305.wmf"/><Relationship Id="rId3" Type="http://schemas.openxmlformats.org/officeDocument/2006/relationships/oleObject" Target="../embeddings/oleObject327.bin"/><Relationship Id="rId26" Type="http://schemas.openxmlformats.org/officeDocument/2006/relationships/vmlDrawing" Target="../drawings/vmlDrawing34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15.wmf"/><Relationship Id="rId23" Type="http://schemas.openxmlformats.org/officeDocument/2006/relationships/oleObject" Target="../embeddings/oleObject337.bin"/><Relationship Id="rId22" Type="http://schemas.openxmlformats.org/officeDocument/2006/relationships/image" Target="../media/image314.wmf"/><Relationship Id="rId21" Type="http://schemas.openxmlformats.org/officeDocument/2006/relationships/oleObject" Target="../embeddings/oleObject336.bin"/><Relationship Id="rId20" Type="http://schemas.openxmlformats.org/officeDocument/2006/relationships/image" Target="../media/image313.wmf"/><Relationship Id="rId2" Type="http://schemas.openxmlformats.org/officeDocument/2006/relationships/image" Target="../media/image304.emf"/><Relationship Id="rId19" Type="http://schemas.openxmlformats.org/officeDocument/2006/relationships/oleObject" Target="../embeddings/oleObject335.bin"/><Relationship Id="rId18" Type="http://schemas.openxmlformats.org/officeDocument/2006/relationships/image" Target="../media/image312.wmf"/><Relationship Id="rId17" Type="http://schemas.openxmlformats.org/officeDocument/2006/relationships/oleObject" Target="../embeddings/oleObject334.bin"/><Relationship Id="rId16" Type="http://schemas.openxmlformats.org/officeDocument/2006/relationships/image" Target="../media/image311.wmf"/><Relationship Id="rId15" Type="http://schemas.openxmlformats.org/officeDocument/2006/relationships/oleObject" Target="../embeddings/oleObject333.bin"/><Relationship Id="rId14" Type="http://schemas.openxmlformats.org/officeDocument/2006/relationships/image" Target="../media/image310.wmf"/><Relationship Id="rId13" Type="http://schemas.openxmlformats.org/officeDocument/2006/relationships/oleObject" Target="../embeddings/oleObject332.bin"/><Relationship Id="rId12" Type="http://schemas.openxmlformats.org/officeDocument/2006/relationships/image" Target="../media/image309.wmf"/><Relationship Id="rId11" Type="http://schemas.openxmlformats.org/officeDocument/2006/relationships/oleObject" Target="../embeddings/oleObject331.bin"/><Relationship Id="rId10" Type="http://schemas.openxmlformats.org/officeDocument/2006/relationships/image" Target="../media/image308.wmf"/><Relationship Id="rId1" Type="http://schemas.openxmlformats.org/officeDocument/2006/relationships/oleObject" Target="../embeddings/oleObject326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2.bin"/><Relationship Id="rId8" Type="http://schemas.openxmlformats.org/officeDocument/2006/relationships/image" Target="../media/image319.wmf"/><Relationship Id="rId7" Type="http://schemas.openxmlformats.org/officeDocument/2006/relationships/oleObject" Target="../embeddings/oleObject341.bin"/><Relationship Id="rId6" Type="http://schemas.openxmlformats.org/officeDocument/2006/relationships/image" Target="../media/image318.wmf"/><Relationship Id="rId5" Type="http://schemas.openxmlformats.org/officeDocument/2006/relationships/oleObject" Target="../embeddings/oleObject340.bin"/><Relationship Id="rId4" Type="http://schemas.openxmlformats.org/officeDocument/2006/relationships/image" Target="../media/image317.wmf"/><Relationship Id="rId3" Type="http://schemas.openxmlformats.org/officeDocument/2006/relationships/oleObject" Target="../embeddings/oleObject339.bin"/><Relationship Id="rId22" Type="http://schemas.openxmlformats.org/officeDocument/2006/relationships/vmlDrawing" Target="../drawings/vmlDrawing35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325.wmf"/><Relationship Id="rId2" Type="http://schemas.openxmlformats.org/officeDocument/2006/relationships/image" Target="../media/image316.wmf"/><Relationship Id="rId19" Type="http://schemas.openxmlformats.org/officeDocument/2006/relationships/oleObject" Target="../embeddings/oleObject347.bin"/><Relationship Id="rId18" Type="http://schemas.openxmlformats.org/officeDocument/2006/relationships/image" Target="../media/image324.wmf"/><Relationship Id="rId17" Type="http://schemas.openxmlformats.org/officeDocument/2006/relationships/oleObject" Target="../embeddings/oleObject346.bin"/><Relationship Id="rId16" Type="http://schemas.openxmlformats.org/officeDocument/2006/relationships/image" Target="../media/image323.wmf"/><Relationship Id="rId15" Type="http://schemas.openxmlformats.org/officeDocument/2006/relationships/oleObject" Target="../embeddings/oleObject345.bin"/><Relationship Id="rId14" Type="http://schemas.openxmlformats.org/officeDocument/2006/relationships/image" Target="../media/image322.wmf"/><Relationship Id="rId13" Type="http://schemas.openxmlformats.org/officeDocument/2006/relationships/oleObject" Target="../embeddings/oleObject344.bin"/><Relationship Id="rId12" Type="http://schemas.openxmlformats.org/officeDocument/2006/relationships/image" Target="../media/image321.wmf"/><Relationship Id="rId11" Type="http://schemas.openxmlformats.org/officeDocument/2006/relationships/oleObject" Target="../embeddings/oleObject343.bin"/><Relationship Id="rId10" Type="http://schemas.openxmlformats.org/officeDocument/2006/relationships/image" Target="../media/image320.wmf"/><Relationship Id="rId1" Type="http://schemas.openxmlformats.org/officeDocument/2006/relationships/oleObject" Target="../embeddings/oleObject338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6.wmf"/><Relationship Id="rId8" Type="http://schemas.openxmlformats.org/officeDocument/2006/relationships/oleObject" Target="../embeddings/oleObject352.bin"/><Relationship Id="rId7" Type="http://schemas.openxmlformats.org/officeDocument/2006/relationships/oleObject" Target="../embeddings/oleObject351.bin"/><Relationship Id="rId6" Type="http://schemas.openxmlformats.org/officeDocument/2006/relationships/image" Target="../media/image325.wmf"/><Relationship Id="rId5" Type="http://schemas.openxmlformats.org/officeDocument/2006/relationships/oleObject" Target="../embeddings/oleObject350.bin"/><Relationship Id="rId4" Type="http://schemas.openxmlformats.org/officeDocument/2006/relationships/image" Target="../media/image324.wmf"/><Relationship Id="rId3" Type="http://schemas.openxmlformats.org/officeDocument/2006/relationships/oleObject" Target="../embeddings/oleObject349.bin"/><Relationship Id="rId25" Type="http://schemas.openxmlformats.org/officeDocument/2006/relationships/vmlDrawing" Target="../drawings/vmlDrawing36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331.wmf"/><Relationship Id="rId22" Type="http://schemas.openxmlformats.org/officeDocument/2006/relationships/oleObject" Target="../embeddings/oleObject361.bin"/><Relationship Id="rId21" Type="http://schemas.openxmlformats.org/officeDocument/2006/relationships/image" Target="../media/image330.wmf"/><Relationship Id="rId20" Type="http://schemas.openxmlformats.org/officeDocument/2006/relationships/oleObject" Target="../embeddings/oleObject360.bin"/><Relationship Id="rId2" Type="http://schemas.openxmlformats.org/officeDocument/2006/relationships/image" Target="../media/image323.wmf"/><Relationship Id="rId19" Type="http://schemas.openxmlformats.org/officeDocument/2006/relationships/oleObject" Target="../embeddings/oleObject359.bin"/><Relationship Id="rId18" Type="http://schemas.openxmlformats.org/officeDocument/2006/relationships/image" Target="../media/image329.wmf"/><Relationship Id="rId17" Type="http://schemas.openxmlformats.org/officeDocument/2006/relationships/oleObject" Target="../embeddings/oleObject358.bin"/><Relationship Id="rId16" Type="http://schemas.openxmlformats.org/officeDocument/2006/relationships/oleObject" Target="../embeddings/oleObject357.bin"/><Relationship Id="rId15" Type="http://schemas.openxmlformats.org/officeDocument/2006/relationships/image" Target="../media/image328.wmf"/><Relationship Id="rId14" Type="http://schemas.openxmlformats.org/officeDocument/2006/relationships/oleObject" Target="../embeddings/oleObject356.bin"/><Relationship Id="rId13" Type="http://schemas.openxmlformats.org/officeDocument/2006/relationships/oleObject" Target="../embeddings/oleObject355.bin"/><Relationship Id="rId12" Type="http://schemas.openxmlformats.org/officeDocument/2006/relationships/image" Target="../media/image327.wmf"/><Relationship Id="rId11" Type="http://schemas.openxmlformats.org/officeDocument/2006/relationships/oleObject" Target="../embeddings/oleObject354.bin"/><Relationship Id="rId10" Type="http://schemas.openxmlformats.org/officeDocument/2006/relationships/oleObject" Target="../embeddings/oleObject353.bin"/><Relationship Id="rId1" Type="http://schemas.openxmlformats.org/officeDocument/2006/relationships/oleObject" Target="../embeddings/oleObject348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6.bin"/><Relationship Id="rId8" Type="http://schemas.openxmlformats.org/officeDocument/2006/relationships/image" Target="../media/image335.wmf"/><Relationship Id="rId7" Type="http://schemas.openxmlformats.org/officeDocument/2006/relationships/oleObject" Target="../embeddings/oleObject365.bin"/><Relationship Id="rId6" Type="http://schemas.openxmlformats.org/officeDocument/2006/relationships/image" Target="../media/image334.wmf"/><Relationship Id="rId5" Type="http://schemas.openxmlformats.org/officeDocument/2006/relationships/oleObject" Target="../embeddings/oleObject364.bin"/><Relationship Id="rId40" Type="http://schemas.openxmlformats.org/officeDocument/2006/relationships/vmlDrawing" Target="../drawings/vmlDrawing37.vml"/><Relationship Id="rId4" Type="http://schemas.openxmlformats.org/officeDocument/2006/relationships/image" Target="../media/image333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349.wmf"/><Relationship Id="rId37" Type="http://schemas.openxmlformats.org/officeDocument/2006/relationships/oleObject" Target="../embeddings/oleObject381.bin"/><Relationship Id="rId36" Type="http://schemas.openxmlformats.org/officeDocument/2006/relationships/image" Target="../media/image348.wmf"/><Relationship Id="rId35" Type="http://schemas.openxmlformats.org/officeDocument/2006/relationships/oleObject" Target="../embeddings/oleObject380.bin"/><Relationship Id="rId34" Type="http://schemas.openxmlformats.org/officeDocument/2006/relationships/image" Target="../media/image347.wmf"/><Relationship Id="rId33" Type="http://schemas.openxmlformats.org/officeDocument/2006/relationships/oleObject" Target="../embeddings/oleObject379.bin"/><Relationship Id="rId32" Type="http://schemas.openxmlformats.org/officeDocument/2006/relationships/image" Target="../media/image346.wmf"/><Relationship Id="rId31" Type="http://schemas.openxmlformats.org/officeDocument/2006/relationships/oleObject" Target="../embeddings/oleObject378.bin"/><Relationship Id="rId30" Type="http://schemas.openxmlformats.org/officeDocument/2006/relationships/image" Target="../media/image345.wmf"/><Relationship Id="rId3" Type="http://schemas.openxmlformats.org/officeDocument/2006/relationships/oleObject" Target="../embeddings/oleObject363.bin"/><Relationship Id="rId29" Type="http://schemas.openxmlformats.org/officeDocument/2006/relationships/oleObject" Target="../embeddings/oleObject377.bin"/><Relationship Id="rId28" Type="http://schemas.openxmlformats.org/officeDocument/2006/relationships/image" Target="../media/image344.wmf"/><Relationship Id="rId27" Type="http://schemas.openxmlformats.org/officeDocument/2006/relationships/oleObject" Target="../embeddings/oleObject376.bin"/><Relationship Id="rId26" Type="http://schemas.openxmlformats.org/officeDocument/2006/relationships/image" Target="../media/image343.wmf"/><Relationship Id="rId25" Type="http://schemas.openxmlformats.org/officeDocument/2006/relationships/oleObject" Target="../embeddings/oleObject375.bin"/><Relationship Id="rId24" Type="http://schemas.openxmlformats.org/officeDocument/2006/relationships/oleObject" Target="../embeddings/oleObject374.bin"/><Relationship Id="rId23" Type="http://schemas.openxmlformats.org/officeDocument/2006/relationships/image" Target="../media/image342.wmf"/><Relationship Id="rId22" Type="http://schemas.openxmlformats.org/officeDocument/2006/relationships/oleObject" Target="../embeddings/oleObject373.bin"/><Relationship Id="rId21" Type="http://schemas.openxmlformats.org/officeDocument/2006/relationships/image" Target="../media/image341.wmf"/><Relationship Id="rId20" Type="http://schemas.openxmlformats.org/officeDocument/2006/relationships/oleObject" Target="../embeddings/oleObject372.bin"/><Relationship Id="rId2" Type="http://schemas.openxmlformats.org/officeDocument/2006/relationships/image" Target="../media/image332.wmf"/><Relationship Id="rId19" Type="http://schemas.openxmlformats.org/officeDocument/2006/relationships/image" Target="../media/image340.wmf"/><Relationship Id="rId18" Type="http://schemas.openxmlformats.org/officeDocument/2006/relationships/oleObject" Target="../embeddings/oleObject371.bin"/><Relationship Id="rId17" Type="http://schemas.openxmlformats.org/officeDocument/2006/relationships/image" Target="../media/image339.wmf"/><Relationship Id="rId16" Type="http://schemas.openxmlformats.org/officeDocument/2006/relationships/oleObject" Target="../embeddings/oleObject370.bin"/><Relationship Id="rId15" Type="http://schemas.openxmlformats.org/officeDocument/2006/relationships/oleObject" Target="../embeddings/oleObject369.bin"/><Relationship Id="rId14" Type="http://schemas.openxmlformats.org/officeDocument/2006/relationships/image" Target="../media/image338.wmf"/><Relationship Id="rId13" Type="http://schemas.openxmlformats.org/officeDocument/2006/relationships/oleObject" Target="../embeddings/oleObject368.bin"/><Relationship Id="rId12" Type="http://schemas.openxmlformats.org/officeDocument/2006/relationships/image" Target="../media/image337.wmf"/><Relationship Id="rId11" Type="http://schemas.openxmlformats.org/officeDocument/2006/relationships/oleObject" Target="../embeddings/oleObject367.bin"/><Relationship Id="rId10" Type="http://schemas.openxmlformats.org/officeDocument/2006/relationships/image" Target="../media/image336.wmf"/><Relationship Id="rId1" Type="http://schemas.openxmlformats.org/officeDocument/2006/relationships/oleObject" Target="../embeddings/oleObject362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6.bin"/><Relationship Id="rId8" Type="http://schemas.openxmlformats.org/officeDocument/2006/relationships/image" Target="../media/image353.wmf"/><Relationship Id="rId7" Type="http://schemas.openxmlformats.org/officeDocument/2006/relationships/oleObject" Target="../embeddings/oleObject385.bin"/><Relationship Id="rId6" Type="http://schemas.openxmlformats.org/officeDocument/2006/relationships/image" Target="../media/image352.wmf"/><Relationship Id="rId52" Type="http://schemas.openxmlformats.org/officeDocument/2006/relationships/vmlDrawing" Target="../drawings/vmlDrawing38.vml"/><Relationship Id="rId51" Type="http://schemas.openxmlformats.org/officeDocument/2006/relationships/slideLayout" Target="../slideLayouts/slideLayout18.xml"/><Relationship Id="rId50" Type="http://schemas.openxmlformats.org/officeDocument/2006/relationships/image" Target="../media/image374.png"/><Relationship Id="rId5" Type="http://schemas.openxmlformats.org/officeDocument/2006/relationships/oleObject" Target="../embeddings/oleObject384.bin"/><Relationship Id="rId49" Type="http://schemas.openxmlformats.org/officeDocument/2006/relationships/hyperlink" Target="2.4%20&#34917;&#20805;&#20363;&#39064;.ppt" TargetMode="External"/><Relationship Id="rId48" Type="http://schemas.openxmlformats.org/officeDocument/2006/relationships/image" Target="../media/image373.wmf"/><Relationship Id="rId47" Type="http://schemas.openxmlformats.org/officeDocument/2006/relationships/oleObject" Target="../embeddings/oleObject405.bin"/><Relationship Id="rId46" Type="http://schemas.openxmlformats.org/officeDocument/2006/relationships/image" Target="../media/image372.wmf"/><Relationship Id="rId45" Type="http://schemas.openxmlformats.org/officeDocument/2006/relationships/oleObject" Target="../embeddings/oleObject404.bin"/><Relationship Id="rId44" Type="http://schemas.openxmlformats.org/officeDocument/2006/relationships/image" Target="../media/image371.wmf"/><Relationship Id="rId43" Type="http://schemas.openxmlformats.org/officeDocument/2006/relationships/oleObject" Target="../embeddings/oleObject403.bin"/><Relationship Id="rId42" Type="http://schemas.openxmlformats.org/officeDocument/2006/relationships/image" Target="../media/image370.wmf"/><Relationship Id="rId41" Type="http://schemas.openxmlformats.org/officeDocument/2006/relationships/oleObject" Target="../embeddings/oleObject402.bin"/><Relationship Id="rId40" Type="http://schemas.openxmlformats.org/officeDocument/2006/relationships/image" Target="../media/image369.wmf"/><Relationship Id="rId4" Type="http://schemas.openxmlformats.org/officeDocument/2006/relationships/image" Target="../media/image351.wmf"/><Relationship Id="rId39" Type="http://schemas.openxmlformats.org/officeDocument/2006/relationships/oleObject" Target="../embeddings/oleObject401.bin"/><Relationship Id="rId38" Type="http://schemas.openxmlformats.org/officeDocument/2006/relationships/image" Target="../media/image368.wmf"/><Relationship Id="rId37" Type="http://schemas.openxmlformats.org/officeDocument/2006/relationships/oleObject" Target="../embeddings/oleObject400.bin"/><Relationship Id="rId36" Type="http://schemas.openxmlformats.org/officeDocument/2006/relationships/image" Target="../media/image367.wmf"/><Relationship Id="rId35" Type="http://schemas.openxmlformats.org/officeDocument/2006/relationships/oleObject" Target="../embeddings/oleObject399.bin"/><Relationship Id="rId34" Type="http://schemas.openxmlformats.org/officeDocument/2006/relationships/image" Target="../media/image366.wmf"/><Relationship Id="rId33" Type="http://schemas.openxmlformats.org/officeDocument/2006/relationships/oleObject" Target="../embeddings/oleObject398.bin"/><Relationship Id="rId32" Type="http://schemas.openxmlformats.org/officeDocument/2006/relationships/image" Target="../media/image365.wmf"/><Relationship Id="rId31" Type="http://schemas.openxmlformats.org/officeDocument/2006/relationships/oleObject" Target="../embeddings/oleObject397.bin"/><Relationship Id="rId30" Type="http://schemas.openxmlformats.org/officeDocument/2006/relationships/image" Target="../media/image364.wmf"/><Relationship Id="rId3" Type="http://schemas.openxmlformats.org/officeDocument/2006/relationships/oleObject" Target="../embeddings/oleObject383.bin"/><Relationship Id="rId29" Type="http://schemas.openxmlformats.org/officeDocument/2006/relationships/oleObject" Target="../embeddings/oleObject396.bin"/><Relationship Id="rId28" Type="http://schemas.openxmlformats.org/officeDocument/2006/relationships/image" Target="../media/image363.wmf"/><Relationship Id="rId27" Type="http://schemas.openxmlformats.org/officeDocument/2006/relationships/oleObject" Target="../embeddings/oleObject395.bin"/><Relationship Id="rId26" Type="http://schemas.openxmlformats.org/officeDocument/2006/relationships/image" Target="../media/image362.wmf"/><Relationship Id="rId25" Type="http://schemas.openxmlformats.org/officeDocument/2006/relationships/oleObject" Target="../embeddings/oleObject394.bin"/><Relationship Id="rId24" Type="http://schemas.openxmlformats.org/officeDocument/2006/relationships/image" Target="../media/image361.wmf"/><Relationship Id="rId23" Type="http://schemas.openxmlformats.org/officeDocument/2006/relationships/oleObject" Target="../embeddings/oleObject393.bin"/><Relationship Id="rId22" Type="http://schemas.openxmlformats.org/officeDocument/2006/relationships/image" Target="../media/image360.wmf"/><Relationship Id="rId21" Type="http://schemas.openxmlformats.org/officeDocument/2006/relationships/oleObject" Target="../embeddings/oleObject392.bin"/><Relationship Id="rId20" Type="http://schemas.openxmlformats.org/officeDocument/2006/relationships/image" Target="../media/image359.wmf"/><Relationship Id="rId2" Type="http://schemas.openxmlformats.org/officeDocument/2006/relationships/image" Target="../media/image350.wmf"/><Relationship Id="rId19" Type="http://schemas.openxmlformats.org/officeDocument/2006/relationships/oleObject" Target="../embeddings/oleObject391.bin"/><Relationship Id="rId18" Type="http://schemas.openxmlformats.org/officeDocument/2006/relationships/image" Target="../media/image358.wmf"/><Relationship Id="rId17" Type="http://schemas.openxmlformats.org/officeDocument/2006/relationships/oleObject" Target="../embeddings/oleObject390.bin"/><Relationship Id="rId16" Type="http://schemas.openxmlformats.org/officeDocument/2006/relationships/image" Target="../media/image357.wmf"/><Relationship Id="rId15" Type="http://schemas.openxmlformats.org/officeDocument/2006/relationships/oleObject" Target="../embeddings/oleObject389.bin"/><Relationship Id="rId14" Type="http://schemas.openxmlformats.org/officeDocument/2006/relationships/image" Target="../media/image356.wmf"/><Relationship Id="rId13" Type="http://schemas.openxmlformats.org/officeDocument/2006/relationships/oleObject" Target="../embeddings/oleObject388.bin"/><Relationship Id="rId12" Type="http://schemas.openxmlformats.org/officeDocument/2006/relationships/image" Target="../media/image355.wmf"/><Relationship Id="rId11" Type="http://schemas.openxmlformats.org/officeDocument/2006/relationships/oleObject" Target="../embeddings/oleObject387.bin"/><Relationship Id="rId10" Type="http://schemas.openxmlformats.org/officeDocument/2006/relationships/image" Target="../media/image354.wmf"/><Relationship Id="rId1" Type="http://schemas.openxmlformats.org/officeDocument/2006/relationships/oleObject" Target="../embeddings/oleObject382.bin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78.png"/><Relationship Id="rId3" Type="http://schemas.openxmlformats.org/officeDocument/2006/relationships/image" Target="../media/image377.wmf"/><Relationship Id="rId2" Type="http://schemas.openxmlformats.org/officeDocument/2006/relationships/image" Target="../media/image376.jpeg"/><Relationship Id="rId1" Type="http://schemas.openxmlformats.org/officeDocument/2006/relationships/image" Target="../media/image375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9.vml"/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381.wmf"/><Relationship Id="rId5" Type="http://schemas.openxmlformats.org/officeDocument/2006/relationships/oleObject" Target="../embeddings/oleObject408.bin"/><Relationship Id="rId4" Type="http://schemas.openxmlformats.org/officeDocument/2006/relationships/image" Target="../media/image380.wmf"/><Relationship Id="rId3" Type="http://schemas.openxmlformats.org/officeDocument/2006/relationships/oleObject" Target="../embeddings/oleObject407.bin"/><Relationship Id="rId2" Type="http://schemas.openxmlformats.org/officeDocument/2006/relationships/image" Target="../media/image379.wmf"/><Relationship Id="rId1" Type="http://schemas.openxmlformats.org/officeDocument/2006/relationships/oleObject" Target="../embeddings/oleObject406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" Target="slide25.xml"/><Relationship Id="rId1" Type="http://schemas.openxmlformats.org/officeDocument/2006/relationships/image" Target="../media/image38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13"/>
          <p:cNvSpPr/>
          <p:nvPr/>
        </p:nvSpPr>
        <p:spPr>
          <a:xfrm>
            <a:off x="1936750" y="2879725"/>
            <a:ext cx="6629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一、概率密度的概念与性质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1" name="Rectangle 14"/>
          <p:cNvSpPr/>
          <p:nvPr/>
        </p:nvSpPr>
        <p:spPr>
          <a:xfrm>
            <a:off x="1908175" y="3611563"/>
            <a:ext cx="7010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二、常见连续型随机变量的分布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2" name="Rectangle 15"/>
          <p:cNvSpPr/>
          <p:nvPr/>
        </p:nvSpPr>
        <p:spPr>
          <a:xfrm>
            <a:off x="1936750" y="4343400"/>
            <a:ext cx="3429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三、小结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3" name="Rectangle 16"/>
          <p:cNvSpPr>
            <a:spLocks noGrp="1"/>
          </p:cNvSpPr>
          <p:nvPr>
            <p:ph type="title"/>
          </p:nvPr>
        </p:nvSpPr>
        <p:spPr>
          <a:xfrm>
            <a:off x="-484187" y="1462088"/>
            <a:ext cx="10080625" cy="701675"/>
          </a:xfrm>
          <a:noFill/>
          <a:ln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40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第四节　连续型随机变量及其概率密度</a:t>
            </a:r>
            <a:endParaRPr lang="zh-CN" altLang="en-US" sz="4000" b="1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054" name="AutoShape 17">
            <a:hlinkClick r:id="" action="ppaction://hlinkshowjump?jump=endshow"/>
          </p:cNvPr>
          <p:cNvSpPr/>
          <p:nvPr/>
        </p:nvSpPr>
        <p:spPr>
          <a:xfrm>
            <a:off x="8229600" y="6096000"/>
            <a:ext cx="533400" cy="5334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5" name="Rectangle 18">
            <a:hlinkClick r:id="rId1" action="ppaction://hlinksldjump"/>
          </p:cNvPr>
          <p:cNvSpPr/>
          <p:nvPr/>
        </p:nvSpPr>
        <p:spPr>
          <a:xfrm>
            <a:off x="2012950" y="3032125"/>
            <a:ext cx="4953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6" name="Rectangle 19">
            <a:hlinkClick r:id="" action="ppaction://noaction"/>
          </p:cNvPr>
          <p:cNvSpPr/>
          <p:nvPr/>
        </p:nvSpPr>
        <p:spPr>
          <a:xfrm>
            <a:off x="2089150" y="3763963"/>
            <a:ext cx="5715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7" name="Rectangle 20">
            <a:hlinkClick r:id="rId2" action="ppaction://hlinksldjump"/>
          </p:cNvPr>
          <p:cNvSpPr/>
          <p:nvPr/>
        </p:nvSpPr>
        <p:spPr>
          <a:xfrm>
            <a:off x="2012950" y="449580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33"/>
          <p:cNvSpPr/>
          <p:nvPr>
            <p:ph type="title"/>
          </p:nvPr>
        </p:nvSpPr>
        <p:spPr>
          <a:xfrm>
            <a:off x="808038" y="608013"/>
            <a:ext cx="7793037" cy="701675"/>
          </a:xfrm>
          <a:noFill/>
          <a:ln w="12700">
            <a:noFill/>
          </a:ln>
        </p:spPr>
        <p:txBody>
          <a:bodyPr anchor="ctr" anchorCtr="0">
            <a:spAutoFit/>
          </a:bodyPr>
          <a:p>
            <a:pPr algn="l"/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一、概率密度的概念与性质</a:t>
            </a:r>
            <a:endParaRPr lang="zh-CN" alt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69" name="Text Box 89"/>
          <p:cNvSpPr txBox="1"/>
          <p:nvPr/>
        </p:nvSpPr>
        <p:spPr>
          <a:xfrm>
            <a:off x="827088" y="1341438"/>
            <a:ext cx="5761037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概率密度函数的定义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0570" name="Object 90"/>
          <p:cNvGraphicFramePr>
            <a:graphicFrameLocks noChangeAspect="1"/>
          </p:cNvGraphicFramePr>
          <p:nvPr/>
        </p:nvGraphicFramePr>
        <p:xfrm>
          <a:off x="1511300" y="2009775"/>
          <a:ext cx="63087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803900" imgH="444500" progId="Equation.DSMT4">
                  <p:embed/>
                </p:oleObj>
              </mc:Choice>
              <mc:Fallback>
                <p:oleObj name="" r:id="rId1" imgW="5803900" imgH="444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1300" y="2009775"/>
                        <a:ext cx="630872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1" name="Text Box 91"/>
          <p:cNvSpPr txBox="1"/>
          <p:nvPr/>
        </p:nvSpPr>
        <p:spPr>
          <a:xfrm>
            <a:off x="7804150" y="1920875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存在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572" name="Object 92"/>
          <p:cNvGraphicFramePr>
            <a:graphicFrameLocks noChangeAspect="1"/>
          </p:cNvGraphicFramePr>
          <p:nvPr/>
        </p:nvGraphicFramePr>
        <p:xfrm>
          <a:off x="912813" y="2606675"/>
          <a:ext cx="24796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222500" imgH="444500" progId="Equation.3">
                  <p:embed/>
                </p:oleObj>
              </mc:Choice>
              <mc:Fallback>
                <p:oleObj name="" r:id="rId3" imgW="2222500" imgH="4445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2813" y="2606675"/>
                        <a:ext cx="247967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3" name="Object 93"/>
          <p:cNvGraphicFramePr>
            <a:graphicFrameLocks noChangeAspect="1"/>
          </p:cNvGraphicFramePr>
          <p:nvPr/>
        </p:nvGraphicFramePr>
        <p:xfrm>
          <a:off x="3435350" y="2606675"/>
          <a:ext cx="32718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3086100" imgH="406400" progId="Equation.3">
                  <p:embed/>
                </p:oleObj>
              </mc:Choice>
              <mc:Fallback>
                <p:oleObj name="" r:id="rId5" imgW="3086100" imgH="4064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5350" y="2606675"/>
                        <a:ext cx="3271838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3" name="Object 9"/>
          <p:cNvGraphicFramePr>
            <a:graphicFrameLocks noChangeAspect="1"/>
          </p:cNvGraphicFramePr>
          <p:nvPr/>
        </p:nvGraphicFramePr>
        <p:xfrm>
          <a:off x="3273425" y="3359150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799465" imgH="393700" progId="Equation.3">
                  <p:embed/>
                </p:oleObj>
              </mc:Choice>
              <mc:Fallback>
                <p:oleObj name="" r:id="rId7" imgW="799465" imgH="3937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3425" y="3359150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5" name="Object 95"/>
          <p:cNvGraphicFramePr>
            <a:graphicFrameLocks noChangeAspect="1"/>
          </p:cNvGraphicFramePr>
          <p:nvPr/>
        </p:nvGraphicFramePr>
        <p:xfrm>
          <a:off x="4332288" y="3162300"/>
          <a:ext cx="1473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9" imgW="1473200" imgH="698500" progId="Equation.3">
                  <p:embed/>
                </p:oleObj>
              </mc:Choice>
              <mc:Fallback>
                <p:oleObj name="" r:id="rId9" imgW="1473200" imgH="698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32288" y="3162300"/>
                        <a:ext cx="14732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6" name="Object 96"/>
          <p:cNvGraphicFramePr>
            <a:graphicFrameLocks noChangeAspect="1"/>
          </p:cNvGraphicFramePr>
          <p:nvPr/>
        </p:nvGraphicFramePr>
        <p:xfrm>
          <a:off x="4087813" y="34559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87813" y="34559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7" name="Text Box 97"/>
          <p:cNvSpPr txBox="1"/>
          <p:nvPr/>
        </p:nvSpPr>
        <p:spPr>
          <a:xfrm>
            <a:off x="7197725" y="3219450"/>
            <a:ext cx="866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(4.1)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578" name="Object 98"/>
          <p:cNvGraphicFramePr>
            <a:graphicFrameLocks noChangeAspect="1"/>
          </p:cNvGraphicFramePr>
          <p:nvPr/>
        </p:nvGraphicFramePr>
        <p:xfrm>
          <a:off x="900113" y="4062413"/>
          <a:ext cx="414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3" imgW="3949700" imgH="419100" progId="Equation.3">
                  <p:embed/>
                </p:oleObj>
              </mc:Choice>
              <mc:Fallback>
                <p:oleObj name="" r:id="rId13" imgW="3949700" imgH="4191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0113" y="4062413"/>
                        <a:ext cx="41402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9" name="Object 99"/>
          <p:cNvGraphicFramePr>
            <a:graphicFrameLocks noChangeAspect="1"/>
          </p:cNvGraphicFramePr>
          <p:nvPr/>
        </p:nvGraphicFramePr>
        <p:xfrm>
          <a:off x="5068888" y="4054475"/>
          <a:ext cx="36004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5" imgW="3441700" imgH="444500" progId="Equation.3">
                  <p:embed/>
                </p:oleObj>
              </mc:Choice>
              <mc:Fallback>
                <p:oleObj name="" r:id="rId15" imgW="3441700" imgH="4445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68888" y="4054475"/>
                        <a:ext cx="36004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0" name="Text Box 100"/>
          <p:cNvSpPr txBox="1"/>
          <p:nvPr/>
        </p:nvSpPr>
        <p:spPr>
          <a:xfrm>
            <a:off x="827088" y="4616450"/>
            <a:ext cx="2416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概率密度函数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81" name="Text Box 101"/>
          <p:cNvSpPr txBox="1"/>
          <p:nvPr/>
        </p:nvSpPr>
        <p:spPr>
          <a:xfrm>
            <a:off x="3175000" y="4630738"/>
            <a:ext cx="24161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简称</a:t>
            </a:r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概率密度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82" name="Text Box 102"/>
          <p:cNvSpPr txBox="1"/>
          <p:nvPr/>
        </p:nvSpPr>
        <p:spPr>
          <a:xfrm>
            <a:off x="1547813" y="5430838"/>
            <a:ext cx="63452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连续型随机变量的分布函数是连续函数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2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0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69" grpId="0"/>
      <p:bldP spid="20571" grpId="0"/>
      <p:bldP spid="20577" grpId="0"/>
      <p:bldP spid="20580" grpId="0"/>
      <p:bldP spid="20581" grpId="0"/>
      <p:bldP spid="205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文本框 1"/>
          <p:cNvSpPr txBox="1"/>
          <p:nvPr/>
        </p:nvSpPr>
        <p:spPr>
          <a:xfrm>
            <a:off x="900113" y="1052513"/>
            <a:ext cx="71278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混合型随机变量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的分布函数：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Object 18"/>
          <p:cNvGraphicFramePr>
            <a:graphicFrameLocks noChangeAspect="1"/>
          </p:cNvGraphicFramePr>
          <p:nvPr/>
        </p:nvGraphicFramePr>
        <p:xfrm>
          <a:off x="1835150" y="1916113"/>
          <a:ext cx="3671888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727200" imgH="711200" progId="Equation.3">
                  <p:embed/>
                </p:oleObj>
              </mc:Choice>
              <mc:Fallback>
                <p:oleObj name="" r:id="rId1" imgW="1727200" imgH="7112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5150" y="1916113"/>
                        <a:ext cx="3671888" cy="1282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00113" y="3617913"/>
            <a:ext cx="6624637" cy="1754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分布函数不是阶梯函数，故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不是离散型；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分布函数在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处不连续，故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不是连续型。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因此，此为混合型随机变量的分布函数。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 Box 2"/>
          <p:cNvSpPr txBox="1"/>
          <p:nvPr/>
        </p:nvSpPr>
        <p:spPr>
          <a:xfrm>
            <a:off x="841375" y="1316038"/>
            <a:ext cx="5962650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概率密度函数的性质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1547813" y="1916113"/>
          <a:ext cx="19621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1765300" imgH="469900" progId="Equation.3">
                  <p:embed/>
                </p:oleObj>
              </mc:Choice>
              <mc:Fallback>
                <p:oleObj name="" r:id="rId1" imgW="1765300" imgH="469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1916113"/>
                        <a:ext cx="196215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1525588" y="2490788"/>
          <a:ext cx="29225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628900" imgH="698500" progId="Equation.3">
                  <p:embed/>
                </p:oleObj>
              </mc:Choice>
              <mc:Fallback>
                <p:oleObj name="" r:id="rId3" imgW="2628900" imgH="698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2490788"/>
                        <a:ext cx="2922587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5"/>
          <p:cNvGraphicFramePr>
            <a:graphicFrameLocks noChangeAspect="1"/>
          </p:cNvGraphicFramePr>
          <p:nvPr/>
        </p:nvGraphicFramePr>
        <p:xfrm>
          <a:off x="1519238" y="3394075"/>
          <a:ext cx="48529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4749800" imgH="469900" progId="Equation.3">
                  <p:embed/>
                </p:oleObj>
              </mc:Choice>
              <mc:Fallback>
                <p:oleObj name="" r:id="rId5" imgW="4749800" imgH="4699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19238" y="3394075"/>
                        <a:ext cx="4852987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0" name="Object 3"/>
          <p:cNvGraphicFramePr>
            <a:graphicFrameLocks noChangeAspect="1"/>
          </p:cNvGraphicFramePr>
          <p:nvPr/>
        </p:nvGraphicFramePr>
        <p:xfrm>
          <a:off x="1470025" y="4162425"/>
          <a:ext cx="21447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2311400" imgH="419100" progId="Equation.3">
                  <p:embed/>
                </p:oleObj>
              </mc:Choice>
              <mc:Fallback>
                <p:oleObj name="" r:id="rId7" imgW="2311400" imgH="4191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0025" y="4162425"/>
                        <a:ext cx="2144713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1" name="Object 4"/>
          <p:cNvGraphicFramePr>
            <a:graphicFrameLocks noChangeAspect="1"/>
          </p:cNvGraphicFramePr>
          <p:nvPr/>
        </p:nvGraphicFramePr>
        <p:xfrm>
          <a:off x="6245225" y="3989388"/>
          <a:ext cx="190658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9" imgW="1866900" imgH="749300" progId="Equation.3">
                  <p:embed/>
                </p:oleObj>
              </mc:Choice>
              <mc:Fallback>
                <p:oleObj name="" r:id="rId9" imgW="1866900" imgH="7493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45225" y="3989388"/>
                        <a:ext cx="1906588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2" name="Object 8"/>
          <p:cNvGraphicFramePr>
            <a:graphicFrameLocks noChangeAspect="1"/>
          </p:cNvGraphicFramePr>
          <p:nvPr/>
        </p:nvGraphicFramePr>
        <p:xfrm>
          <a:off x="3940175" y="4162425"/>
          <a:ext cx="2146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1" imgW="2146300" imgH="419100" progId="Equation.3">
                  <p:embed/>
                </p:oleObj>
              </mc:Choice>
              <mc:Fallback>
                <p:oleObj name="" r:id="rId11" imgW="2146300" imgH="4191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40175" y="4162425"/>
                        <a:ext cx="21463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3" name="Object 9"/>
          <p:cNvGraphicFramePr>
            <a:graphicFrameLocks noChangeAspect="1"/>
          </p:cNvGraphicFramePr>
          <p:nvPr/>
        </p:nvGraphicFramePr>
        <p:xfrm>
          <a:off x="3652838" y="42957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3" imgW="241300" imgH="152400" progId="Equation.3">
                  <p:embed/>
                </p:oleObj>
              </mc:Choice>
              <mc:Fallback>
                <p:oleObj name="" r:id="rId13" imgW="241300" imgH="1524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52838" y="42957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4" name="Object 10"/>
          <p:cNvGraphicFramePr>
            <a:graphicFrameLocks noChangeAspect="1"/>
          </p:cNvGraphicFramePr>
          <p:nvPr/>
        </p:nvGraphicFramePr>
        <p:xfrm>
          <a:off x="6064250" y="42957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64250" y="42957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5" name="Object 11"/>
          <p:cNvGraphicFramePr>
            <a:graphicFrameLocks noChangeAspect="1"/>
          </p:cNvGraphicFramePr>
          <p:nvPr/>
        </p:nvGraphicFramePr>
        <p:xfrm>
          <a:off x="1533525" y="4932363"/>
          <a:ext cx="36004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6" imgW="3441700" imgH="469900" progId="Equation.3">
                  <p:embed/>
                </p:oleObj>
              </mc:Choice>
              <mc:Fallback>
                <p:oleObj name="" r:id="rId16" imgW="3441700" imgH="4699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33525" y="4932363"/>
                        <a:ext cx="360045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6" name="Object 12"/>
          <p:cNvGraphicFramePr>
            <a:graphicFrameLocks noChangeAspect="1"/>
          </p:cNvGraphicFramePr>
          <p:nvPr/>
        </p:nvGraphicFramePr>
        <p:xfrm>
          <a:off x="5219700" y="4968875"/>
          <a:ext cx="2781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8" imgW="2781300" imgH="444500" progId="Equation.3">
                  <p:embed/>
                </p:oleObj>
              </mc:Choice>
              <mc:Fallback>
                <p:oleObj name="" r:id="rId18" imgW="2781300" imgH="4445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19700" y="4968875"/>
                        <a:ext cx="27813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ext Box 2"/>
          <p:cNvSpPr txBox="1"/>
          <p:nvPr/>
        </p:nvSpPr>
        <p:spPr>
          <a:xfrm>
            <a:off x="1130300" y="806450"/>
            <a:ext cx="10080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    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147" name="Text Box 3"/>
          <p:cNvSpPr txBox="1"/>
          <p:nvPr/>
        </p:nvSpPr>
        <p:spPr>
          <a:xfrm>
            <a:off x="2066925" y="781050"/>
            <a:ext cx="6000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4556125" y="708025"/>
          <a:ext cx="1816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816100" imgH="698500" progId="Equation.3">
                  <p:embed/>
                </p:oleObj>
              </mc:Choice>
              <mc:Fallback>
                <p:oleObj name="" r:id="rId1" imgW="1816100" imgH="6985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56125" y="708025"/>
                        <a:ext cx="18161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3" name="Object 5"/>
          <p:cNvGraphicFramePr>
            <a:graphicFrameLocks noChangeAspect="1"/>
          </p:cNvGraphicFramePr>
          <p:nvPr/>
        </p:nvGraphicFramePr>
        <p:xfrm>
          <a:off x="3001963" y="917575"/>
          <a:ext cx="177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77800" imgH="304165" progId="Equation.3">
                  <p:embed/>
                </p:oleObj>
              </mc:Choice>
              <mc:Fallback>
                <p:oleObj name="" r:id="rId3" imgW="177800" imgH="30416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1963" y="917575"/>
                        <a:ext cx="177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4" name="Object 6"/>
          <p:cNvGraphicFramePr>
            <a:graphicFrameLocks noChangeAspect="1"/>
          </p:cNvGraphicFramePr>
          <p:nvPr/>
        </p:nvGraphicFramePr>
        <p:xfrm>
          <a:off x="3200400" y="10144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0400" y="10144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5" name="Object 7"/>
          <p:cNvGraphicFramePr>
            <a:graphicFrameLocks noChangeAspect="1"/>
          </p:cNvGraphicFramePr>
          <p:nvPr/>
        </p:nvGraphicFramePr>
        <p:xfrm>
          <a:off x="3441700" y="930275"/>
          <a:ext cx="83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7" imgW="837565" imgH="393700" progId="Equation.3">
                  <p:embed/>
                </p:oleObj>
              </mc:Choice>
              <mc:Fallback>
                <p:oleObj name="" r:id="rId7" imgW="837565" imgH="3937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41700" y="930275"/>
                        <a:ext cx="8382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6" name="Object 8"/>
          <p:cNvGraphicFramePr>
            <a:graphicFrameLocks noChangeAspect="1"/>
          </p:cNvGraphicFramePr>
          <p:nvPr/>
        </p:nvGraphicFramePr>
        <p:xfrm>
          <a:off x="4292600" y="10112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92600" y="10112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7" name="Text Box 9"/>
          <p:cNvSpPr txBox="1"/>
          <p:nvPr/>
        </p:nvSpPr>
        <p:spPr>
          <a:xfrm>
            <a:off x="2079625" y="1519238"/>
            <a:ext cx="6000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0298" name="Object 10"/>
          <p:cNvGraphicFramePr>
            <a:graphicFrameLocks noChangeAspect="1"/>
          </p:cNvGraphicFramePr>
          <p:nvPr/>
        </p:nvGraphicFramePr>
        <p:xfrm>
          <a:off x="2851150" y="1616075"/>
          <a:ext cx="22399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1" imgW="2413000" imgH="419100" progId="Equation.3">
                  <p:embed/>
                </p:oleObj>
              </mc:Choice>
              <mc:Fallback>
                <p:oleObj name="" r:id="rId11" imgW="2413000" imgH="4191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51150" y="1616075"/>
                        <a:ext cx="2239963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9" name="Object 11"/>
          <p:cNvGraphicFramePr>
            <a:graphicFrameLocks noChangeAspect="1"/>
          </p:cNvGraphicFramePr>
          <p:nvPr/>
        </p:nvGraphicFramePr>
        <p:xfrm>
          <a:off x="5435600" y="1628775"/>
          <a:ext cx="2146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3" imgW="2146300" imgH="419100" progId="Equation.3">
                  <p:embed/>
                </p:oleObj>
              </mc:Choice>
              <mc:Fallback>
                <p:oleObj name="" r:id="rId13" imgW="2146300" imgH="4191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35600" y="1628775"/>
                        <a:ext cx="21463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0" name="Object 12"/>
          <p:cNvGraphicFramePr>
            <a:graphicFrameLocks noChangeAspect="1"/>
          </p:cNvGraphicFramePr>
          <p:nvPr/>
        </p:nvGraphicFramePr>
        <p:xfrm>
          <a:off x="5176838" y="17526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76838" y="17526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1" name="Object 13"/>
          <p:cNvGraphicFramePr>
            <a:graphicFrameLocks noChangeAspect="1"/>
          </p:cNvGraphicFramePr>
          <p:nvPr/>
        </p:nvGraphicFramePr>
        <p:xfrm>
          <a:off x="2960688" y="2282825"/>
          <a:ext cx="158273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7" imgW="1778000" imgH="698500" progId="Equation.3">
                  <p:embed/>
                </p:oleObj>
              </mc:Choice>
              <mc:Fallback>
                <p:oleObj name="" r:id="rId17" imgW="1778000" imgH="6985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60688" y="2282825"/>
                        <a:ext cx="1582737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2" name="Object 14"/>
          <p:cNvGraphicFramePr>
            <a:graphicFrameLocks noChangeAspect="1"/>
          </p:cNvGraphicFramePr>
          <p:nvPr/>
        </p:nvGraphicFramePr>
        <p:xfrm>
          <a:off x="2752725" y="26003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9" imgW="241300" imgH="152400" progId="Equation.3">
                  <p:embed/>
                </p:oleObj>
              </mc:Choice>
              <mc:Fallback>
                <p:oleObj name="" r:id="rId19" imgW="241300" imgH="1524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52725" y="26003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3" name="Object 15"/>
          <p:cNvGraphicFramePr>
            <a:graphicFrameLocks noChangeAspect="1"/>
          </p:cNvGraphicFramePr>
          <p:nvPr/>
        </p:nvGraphicFramePr>
        <p:xfrm>
          <a:off x="4611688" y="2282825"/>
          <a:ext cx="18319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1" imgW="2057400" imgH="698500" progId="Equation.3">
                  <p:embed/>
                </p:oleObj>
              </mc:Choice>
              <mc:Fallback>
                <p:oleObj name="" r:id="rId21" imgW="2057400" imgH="6985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11688" y="2282825"/>
                        <a:ext cx="1831975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4" name="Object 16"/>
          <p:cNvGraphicFramePr>
            <a:graphicFrameLocks noChangeAspect="1"/>
          </p:cNvGraphicFramePr>
          <p:nvPr/>
        </p:nvGraphicFramePr>
        <p:xfrm>
          <a:off x="2968625" y="3095625"/>
          <a:ext cx="183991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23" imgW="1803400" imgH="749300" progId="Equation.3">
                  <p:embed/>
                </p:oleObj>
              </mc:Choice>
              <mc:Fallback>
                <p:oleObj name="" r:id="rId23" imgW="1803400" imgH="7493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68625" y="3095625"/>
                        <a:ext cx="1839913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5" name="Object 17"/>
          <p:cNvGraphicFramePr>
            <a:graphicFrameLocks noChangeAspect="1"/>
          </p:cNvGraphicFramePr>
          <p:nvPr/>
        </p:nvGraphicFramePr>
        <p:xfrm>
          <a:off x="2765425" y="34147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25" imgW="241300" imgH="152400" progId="Equation.3">
                  <p:embed/>
                </p:oleObj>
              </mc:Choice>
              <mc:Fallback>
                <p:oleObj name="" r:id="rId25" imgW="241300" imgH="1524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65425" y="34147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0306" name="Group 18"/>
          <p:cNvGrpSpPr/>
          <p:nvPr/>
        </p:nvGrpSpPr>
        <p:grpSpPr>
          <a:xfrm>
            <a:off x="4014788" y="3654425"/>
            <a:ext cx="4724400" cy="2438400"/>
            <a:chOff x="1104" y="2688"/>
            <a:chExt cx="2160" cy="1344"/>
          </a:xfrm>
        </p:grpSpPr>
        <p:sp>
          <p:nvSpPr>
            <p:cNvPr id="6203" name="Line 19"/>
            <p:cNvSpPr/>
            <p:nvPr/>
          </p:nvSpPr>
          <p:spPr>
            <a:xfrm>
              <a:off x="1104" y="3696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04" name="Line 20"/>
            <p:cNvSpPr/>
            <p:nvPr/>
          </p:nvSpPr>
          <p:spPr>
            <a:xfrm flipV="1">
              <a:off x="1920" y="2688"/>
              <a:ext cx="0" cy="13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40309" name="Group 21"/>
          <p:cNvGrpSpPr/>
          <p:nvPr/>
        </p:nvGrpSpPr>
        <p:grpSpPr>
          <a:xfrm>
            <a:off x="4953000" y="3679825"/>
            <a:ext cx="3867150" cy="2132013"/>
            <a:chOff x="2943" y="496"/>
            <a:chExt cx="2436" cy="1343"/>
          </a:xfrm>
        </p:grpSpPr>
        <p:graphicFrame>
          <p:nvGraphicFramePr>
            <p:cNvPr id="6200" name="Object 22"/>
            <p:cNvGraphicFramePr>
              <a:graphicFrameLocks noChangeAspect="1"/>
            </p:cNvGraphicFramePr>
            <p:nvPr/>
          </p:nvGraphicFramePr>
          <p:xfrm>
            <a:off x="5188" y="1684"/>
            <a:ext cx="19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27" imgW="254000" imgH="241300" progId="Equation.3">
                    <p:embed/>
                  </p:oleObj>
                </mc:Choice>
                <mc:Fallback>
                  <p:oleObj name="" r:id="rId27" imgW="254000" imgH="2413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188" y="1684"/>
                          <a:ext cx="191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1" name="Object 23"/>
            <p:cNvGraphicFramePr>
              <a:graphicFrameLocks noChangeAspect="1"/>
            </p:cNvGraphicFramePr>
            <p:nvPr/>
          </p:nvGraphicFramePr>
          <p:xfrm>
            <a:off x="3264" y="1680"/>
            <a:ext cx="172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29" imgW="228600" imgH="254000" progId="Equation.3">
                    <p:embed/>
                  </p:oleObj>
                </mc:Choice>
                <mc:Fallback>
                  <p:oleObj name="" r:id="rId29" imgW="228600" imgH="2540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264" y="1680"/>
                          <a:ext cx="172" cy="1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2" name="Object 24"/>
            <p:cNvGraphicFramePr>
              <a:graphicFrameLocks noChangeAspect="1"/>
            </p:cNvGraphicFramePr>
            <p:nvPr/>
          </p:nvGraphicFramePr>
          <p:xfrm>
            <a:off x="2943" y="496"/>
            <a:ext cx="44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31" imgW="774065" imgH="393700" progId="Equation.3">
                    <p:embed/>
                  </p:oleObj>
                </mc:Choice>
                <mc:Fallback>
                  <p:oleObj name="" r:id="rId31" imgW="774065" imgH="3937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943" y="496"/>
                          <a:ext cx="448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0313" name="Freeform 25"/>
          <p:cNvSpPr/>
          <p:nvPr/>
        </p:nvSpPr>
        <p:spPr>
          <a:xfrm>
            <a:off x="4090988" y="4035425"/>
            <a:ext cx="4343400" cy="10414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736" h="656">
                <a:moveTo>
                  <a:pt x="0" y="608"/>
                </a:moveTo>
                <a:cubicBezTo>
                  <a:pt x="280" y="632"/>
                  <a:pt x="560" y="656"/>
                  <a:pt x="768" y="560"/>
                </a:cubicBezTo>
                <a:cubicBezTo>
                  <a:pt x="976" y="464"/>
                  <a:pt x="1104" y="64"/>
                  <a:pt x="1248" y="32"/>
                </a:cubicBezTo>
                <a:cubicBezTo>
                  <a:pt x="1392" y="0"/>
                  <a:pt x="1504" y="344"/>
                  <a:pt x="1632" y="368"/>
                </a:cubicBezTo>
                <a:cubicBezTo>
                  <a:pt x="1760" y="392"/>
                  <a:pt x="1904" y="168"/>
                  <a:pt x="2016" y="176"/>
                </a:cubicBezTo>
                <a:cubicBezTo>
                  <a:pt x="2128" y="184"/>
                  <a:pt x="2184" y="344"/>
                  <a:pt x="2304" y="416"/>
                </a:cubicBezTo>
                <a:cubicBezTo>
                  <a:pt x="2424" y="488"/>
                  <a:pt x="2664" y="576"/>
                  <a:pt x="2736" y="608"/>
                </a:cubicBez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40314" name="Group 26"/>
          <p:cNvGrpSpPr/>
          <p:nvPr/>
        </p:nvGrpSpPr>
        <p:grpSpPr>
          <a:xfrm>
            <a:off x="4014788" y="4111625"/>
            <a:ext cx="4343400" cy="1371600"/>
            <a:chOff x="1392" y="1056"/>
            <a:chExt cx="2736" cy="864"/>
          </a:xfrm>
        </p:grpSpPr>
        <p:sp>
          <p:nvSpPr>
            <p:cNvPr id="6181" name="Line 27"/>
            <p:cNvSpPr/>
            <p:nvPr/>
          </p:nvSpPr>
          <p:spPr>
            <a:xfrm flipH="1">
              <a:off x="1392" y="1632"/>
              <a:ext cx="192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2" name="Line 28"/>
            <p:cNvSpPr/>
            <p:nvPr/>
          </p:nvSpPr>
          <p:spPr>
            <a:xfrm flipH="1">
              <a:off x="1536" y="1632"/>
              <a:ext cx="192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3" name="Line 29"/>
            <p:cNvSpPr/>
            <p:nvPr/>
          </p:nvSpPr>
          <p:spPr>
            <a:xfrm flipH="1">
              <a:off x="1680" y="1632"/>
              <a:ext cx="192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4" name="Line 30"/>
            <p:cNvSpPr/>
            <p:nvPr/>
          </p:nvSpPr>
          <p:spPr>
            <a:xfrm flipH="1">
              <a:off x="1824" y="1632"/>
              <a:ext cx="192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5" name="Line 31"/>
            <p:cNvSpPr/>
            <p:nvPr/>
          </p:nvSpPr>
          <p:spPr>
            <a:xfrm flipH="1">
              <a:off x="1968" y="1632"/>
              <a:ext cx="192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6" name="Line 32"/>
            <p:cNvSpPr/>
            <p:nvPr/>
          </p:nvSpPr>
          <p:spPr>
            <a:xfrm flipH="1">
              <a:off x="2112" y="1392"/>
              <a:ext cx="336" cy="52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7" name="Line 33"/>
            <p:cNvSpPr/>
            <p:nvPr/>
          </p:nvSpPr>
          <p:spPr>
            <a:xfrm flipH="1">
              <a:off x="2256" y="1056"/>
              <a:ext cx="528" cy="864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8" name="Line 34"/>
            <p:cNvSpPr/>
            <p:nvPr/>
          </p:nvSpPr>
          <p:spPr>
            <a:xfrm flipH="1">
              <a:off x="2400" y="1200"/>
              <a:ext cx="480" cy="720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9" name="Line 35"/>
            <p:cNvSpPr/>
            <p:nvPr/>
          </p:nvSpPr>
          <p:spPr>
            <a:xfrm flipH="1">
              <a:off x="2544" y="1344"/>
              <a:ext cx="384" cy="576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0" name="Line 36"/>
            <p:cNvSpPr/>
            <p:nvPr/>
          </p:nvSpPr>
          <p:spPr>
            <a:xfrm flipH="1">
              <a:off x="2688" y="1392"/>
              <a:ext cx="336" cy="52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1" name="Line 37"/>
            <p:cNvSpPr/>
            <p:nvPr/>
          </p:nvSpPr>
          <p:spPr>
            <a:xfrm flipH="1">
              <a:off x="2832" y="1392"/>
              <a:ext cx="336" cy="52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2" name="Line 38"/>
            <p:cNvSpPr/>
            <p:nvPr/>
          </p:nvSpPr>
          <p:spPr>
            <a:xfrm flipH="1">
              <a:off x="2976" y="1248"/>
              <a:ext cx="432" cy="672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3" name="Line 39"/>
            <p:cNvSpPr/>
            <p:nvPr/>
          </p:nvSpPr>
          <p:spPr>
            <a:xfrm flipH="1">
              <a:off x="3120" y="1248"/>
              <a:ext cx="432" cy="672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4" name="Line 40"/>
            <p:cNvSpPr/>
            <p:nvPr/>
          </p:nvSpPr>
          <p:spPr>
            <a:xfrm flipH="1">
              <a:off x="3264" y="1344"/>
              <a:ext cx="384" cy="576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5" name="Line 41"/>
            <p:cNvSpPr/>
            <p:nvPr/>
          </p:nvSpPr>
          <p:spPr>
            <a:xfrm flipH="1">
              <a:off x="3600" y="1536"/>
              <a:ext cx="192" cy="336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6" name="Line 42"/>
            <p:cNvSpPr/>
            <p:nvPr/>
          </p:nvSpPr>
          <p:spPr>
            <a:xfrm flipH="1">
              <a:off x="3456" y="1440"/>
              <a:ext cx="288" cy="480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7" name="Line 43"/>
            <p:cNvSpPr/>
            <p:nvPr/>
          </p:nvSpPr>
          <p:spPr>
            <a:xfrm flipH="1">
              <a:off x="3696" y="1488"/>
              <a:ext cx="240" cy="432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8" name="Line 44"/>
            <p:cNvSpPr/>
            <p:nvPr/>
          </p:nvSpPr>
          <p:spPr>
            <a:xfrm flipH="1">
              <a:off x="3840" y="1584"/>
              <a:ext cx="192" cy="336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9" name="Line 45"/>
            <p:cNvSpPr/>
            <p:nvPr/>
          </p:nvSpPr>
          <p:spPr>
            <a:xfrm flipH="1">
              <a:off x="3984" y="1632"/>
              <a:ext cx="144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0334" name="Group 46"/>
          <p:cNvGrpSpPr/>
          <p:nvPr/>
        </p:nvGrpSpPr>
        <p:grpSpPr>
          <a:xfrm>
            <a:off x="6681788" y="4340225"/>
            <a:ext cx="609600" cy="1143000"/>
            <a:chOff x="3072" y="1152"/>
            <a:chExt cx="432" cy="768"/>
          </a:xfrm>
        </p:grpSpPr>
        <p:sp>
          <p:nvSpPr>
            <p:cNvPr id="6179" name="Rectangle 47"/>
            <p:cNvSpPr/>
            <p:nvPr/>
          </p:nvSpPr>
          <p:spPr>
            <a:xfrm>
              <a:off x="3072" y="1392"/>
              <a:ext cx="432" cy="52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80" name="AutoShape 48"/>
            <p:cNvSpPr/>
            <p:nvPr/>
          </p:nvSpPr>
          <p:spPr>
            <a:xfrm rot="-62203" flipH="1">
              <a:off x="3072" y="1152"/>
              <a:ext cx="432" cy="240"/>
            </a:xfrm>
            <a:prstGeom prst="rtTriangl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endParaRPr lang="zh-CN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0337" name="Text Box 49"/>
          <p:cNvSpPr txBox="1"/>
          <p:nvPr/>
        </p:nvSpPr>
        <p:spPr>
          <a:xfrm>
            <a:off x="5310188" y="4841875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0338" name="Object 50"/>
          <p:cNvGraphicFramePr>
            <a:graphicFrameLocks noChangeAspect="1"/>
          </p:cNvGraphicFramePr>
          <p:nvPr/>
        </p:nvGraphicFramePr>
        <p:xfrm>
          <a:off x="947738" y="4098925"/>
          <a:ext cx="2870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3" imgW="2870200" imgH="698500" progId="Equation.3">
                  <p:embed/>
                </p:oleObj>
              </mc:Choice>
              <mc:Fallback>
                <p:oleObj name="" r:id="rId33" imgW="2870200" imgH="6985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47738" y="4098925"/>
                        <a:ext cx="28702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39" name="Object 51"/>
          <p:cNvGraphicFramePr>
            <a:graphicFrameLocks noChangeAspect="1"/>
          </p:cNvGraphicFramePr>
          <p:nvPr/>
        </p:nvGraphicFramePr>
        <p:xfrm>
          <a:off x="6834188" y="4873625"/>
          <a:ext cx="36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5" imgW="179070" imgH="240665" progId="Equation.3">
                  <p:embed/>
                </p:oleObj>
              </mc:Choice>
              <mc:Fallback>
                <p:oleObj name="" r:id="rId35" imgW="179070" imgH="24066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3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34188" y="4873625"/>
                        <a:ext cx="3683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40" name="Object 52"/>
          <p:cNvGraphicFramePr>
            <a:graphicFrameLocks noChangeAspect="1"/>
          </p:cNvGraphicFramePr>
          <p:nvPr/>
        </p:nvGraphicFramePr>
        <p:xfrm>
          <a:off x="966788" y="5102225"/>
          <a:ext cx="2438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7" imgW="2438400" imgH="749300" progId="Equation.3">
                  <p:embed/>
                </p:oleObj>
              </mc:Choice>
              <mc:Fallback>
                <p:oleObj name="" r:id="rId37" imgW="2438400" imgH="749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66788" y="5102225"/>
                        <a:ext cx="24384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0341" name="Group 53"/>
          <p:cNvGrpSpPr/>
          <p:nvPr/>
        </p:nvGrpSpPr>
        <p:grpSpPr>
          <a:xfrm>
            <a:off x="6605588" y="5407025"/>
            <a:ext cx="341312" cy="590550"/>
            <a:chOff x="3984" y="1584"/>
            <a:chExt cx="215" cy="372"/>
          </a:xfrm>
        </p:grpSpPr>
        <p:graphicFrame>
          <p:nvGraphicFramePr>
            <p:cNvPr id="6177" name="Object 54"/>
            <p:cNvGraphicFramePr>
              <a:graphicFrameLocks noChangeAspect="1"/>
            </p:cNvGraphicFramePr>
            <p:nvPr/>
          </p:nvGraphicFramePr>
          <p:xfrm>
            <a:off x="3991" y="1692"/>
            <a:ext cx="20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39" imgW="330200" imgH="419100" progId="Equation.3">
                    <p:embed/>
                  </p:oleObj>
                </mc:Choice>
                <mc:Fallback>
                  <p:oleObj name="" r:id="rId39" imgW="330200" imgH="4191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3991" y="1692"/>
                          <a:ext cx="208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8" name="Object 55"/>
            <p:cNvGraphicFramePr>
              <a:graphicFrameLocks noChangeAspect="1"/>
            </p:cNvGraphicFramePr>
            <p:nvPr/>
          </p:nvGraphicFramePr>
          <p:xfrm>
            <a:off x="3984" y="1584"/>
            <a:ext cx="120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41" imgW="190500" imgH="190500" progId="Equation.3">
                    <p:embed/>
                  </p:oleObj>
                </mc:Choice>
                <mc:Fallback>
                  <p:oleObj name="" r:id="rId41" imgW="190500" imgH="1905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3984" y="1584"/>
                          <a:ext cx="120" cy="1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0344" name="Group 56"/>
          <p:cNvGrpSpPr/>
          <p:nvPr/>
        </p:nvGrpSpPr>
        <p:grpSpPr>
          <a:xfrm>
            <a:off x="7145338" y="5407025"/>
            <a:ext cx="355600" cy="590550"/>
            <a:chOff x="4324" y="1584"/>
            <a:chExt cx="224" cy="372"/>
          </a:xfrm>
        </p:grpSpPr>
        <p:graphicFrame>
          <p:nvGraphicFramePr>
            <p:cNvPr id="6175" name="Object 57"/>
            <p:cNvGraphicFramePr>
              <a:graphicFrameLocks noChangeAspect="1"/>
            </p:cNvGraphicFramePr>
            <p:nvPr/>
          </p:nvGraphicFramePr>
          <p:xfrm>
            <a:off x="4324" y="1692"/>
            <a:ext cx="22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43" imgW="355600" imgH="419100" progId="Equation.3">
                    <p:embed/>
                  </p:oleObj>
                </mc:Choice>
                <mc:Fallback>
                  <p:oleObj name="" r:id="rId43" imgW="355600" imgH="4191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4324" y="1692"/>
                          <a:ext cx="224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6" name="Object 58"/>
            <p:cNvGraphicFramePr>
              <a:graphicFrameLocks noChangeAspect="1"/>
            </p:cNvGraphicFramePr>
            <p:nvPr/>
          </p:nvGraphicFramePr>
          <p:xfrm>
            <a:off x="4368" y="1584"/>
            <a:ext cx="120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45" imgW="190500" imgH="190500" progId="Equation.3">
                    <p:embed/>
                  </p:oleObj>
                </mc:Choice>
                <mc:Fallback>
                  <p:oleObj name="" r:id="rId45" imgW="190500" imgH="1905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4368" y="1584"/>
                          <a:ext cx="120" cy="1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" name="Object 10"/>
          <p:cNvGraphicFramePr>
            <a:graphicFrameLocks noChangeAspect="1"/>
          </p:cNvGraphicFramePr>
          <p:nvPr/>
        </p:nvGraphicFramePr>
        <p:xfrm>
          <a:off x="5921375" y="3349625"/>
          <a:ext cx="21320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46" imgW="1054100" imgH="228600" progId="Equation.DSMT4">
                  <p:embed/>
                </p:oleObj>
              </mc:Choice>
              <mc:Fallback>
                <p:oleObj name="" r:id="rId46" imgW="1054100" imgH="2286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921375" y="3349625"/>
                        <a:ext cx="2132013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下箭头 1"/>
          <p:cNvSpPr/>
          <p:nvPr/>
        </p:nvSpPr>
        <p:spPr>
          <a:xfrm>
            <a:off x="6892925" y="3860800"/>
            <a:ext cx="158750" cy="625475"/>
          </a:xfrm>
          <a:prstGeom prst="downArrow">
            <a:avLst>
              <a:gd name="adj1" fmla="val 50000"/>
              <a:gd name="adj2" fmla="val 49906"/>
            </a:avLst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4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4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40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4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4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40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4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7" grpId="0"/>
      <p:bldP spid="140337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3011" name="Object 1027"/>
          <p:cNvGraphicFramePr>
            <a:graphicFrameLocks noChangeAspect="1"/>
          </p:cNvGraphicFramePr>
          <p:nvPr/>
        </p:nvGraphicFramePr>
        <p:xfrm>
          <a:off x="914400" y="1676400"/>
          <a:ext cx="24479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" imgW="2641600" imgH="393700" progId="Equation.3">
                  <p:embed/>
                </p:oleObj>
              </mc:Choice>
              <mc:Fallback>
                <p:oleObj name="" r:id="rId1" imgW="2641600" imgH="3937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1676400"/>
                        <a:ext cx="2447925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1028"/>
          <p:cNvGraphicFramePr>
            <a:graphicFrameLocks noChangeAspect="1"/>
          </p:cNvGraphicFramePr>
          <p:nvPr/>
        </p:nvGraphicFramePr>
        <p:xfrm>
          <a:off x="3505200" y="1511300"/>
          <a:ext cx="210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2108200" imgH="698500" progId="Equation.3">
                  <p:embed/>
                </p:oleObj>
              </mc:Choice>
              <mc:Fallback>
                <p:oleObj name="" r:id="rId3" imgW="2108200" imgH="6985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5200" y="1511300"/>
                        <a:ext cx="21082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1029"/>
          <p:cNvGraphicFramePr>
            <a:graphicFrameLocks noChangeAspect="1"/>
          </p:cNvGraphicFramePr>
          <p:nvPr/>
        </p:nvGraphicFramePr>
        <p:xfrm>
          <a:off x="914400" y="2527300"/>
          <a:ext cx="35210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3797300" imgH="393700" progId="Equation.3">
                  <p:embed/>
                </p:oleObj>
              </mc:Choice>
              <mc:Fallback>
                <p:oleObj name="" r:id="rId5" imgW="3797300" imgH="3937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2527300"/>
                        <a:ext cx="3521075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1030"/>
          <p:cNvGraphicFramePr>
            <a:graphicFrameLocks noChangeAspect="1"/>
          </p:cNvGraphicFramePr>
          <p:nvPr/>
        </p:nvGraphicFramePr>
        <p:xfrm>
          <a:off x="2393950" y="3213100"/>
          <a:ext cx="4089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7" imgW="4089400" imgH="673100" progId="Equation.3">
                  <p:embed/>
                </p:oleObj>
              </mc:Choice>
              <mc:Fallback>
                <p:oleObj name="" r:id="rId7" imgW="4089400" imgH="6731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93950" y="3213100"/>
                        <a:ext cx="4089400" cy="67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1031"/>
          <p:cNvGraphicFramePr>
            <a:graphicFrameLocks noChangeAspect="1"/>
          </p:cNvGraphicFramePr>
          <p:nvPr/>
        </p:nvGraphicFramePr>
        <p:xfrm>
          <a:off x="4445000" y="2514600"/>
          <a:ext cx="1524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9" imgW="1524000" imgH="393700" progId="Equation.3">
                  <p:embed/>
                </p:oleObj>
              </mc:Choice>
              <mc:Fallback>
                <p:oleObj name="" r:id="rId9" imgW="1524000" imgH="3937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45000" y="2514600"/>
                        <a:ext cx="15240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1032"/>
          <p:cNvGraphicFramePr>
            <a:graphicFrameLocks noChangeAspect="1"/>
          </p:cNvGraphicFramePr>
          <p:nvPr/>
        </p:nvGraphicFramePr>
        <p:xfrm>
          <a:off x="2362200" y="4191000"/>
          <a:ext cx="41148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1" imgW="4114800" imgH="698500" progId="Equation.3">
                  <p:embed/>
                </p:oleObj>
              </mc:Choice>
              <mc:Fallback>
                <p:oleObj name="" r:id="rId11" imgW="4114800" imgH="6985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62200" y="4191000"/>
                        <a:ext cx="4114800" cy="696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1033"/>
          <p:cNvGraphicFramePr>
            <a:graphicFrameLocks noChangeAspect="1"/>
          </p:cNvGraphicFramePr>
          <p:nvPr/>
        </p:nvGraphicFramePr>
        <p:xfrm>
          <a:off x="6477000" y="4191000"/>
          <a:ext cx="20193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3" imgW="2019300" imgH="698500" progId="Equation.3">
                  <p:embed/>
                </p:oleObj>
              </mc:Choice>
              <mc:Fallback>
                <p:oleObj name="" r:id="rId13" imgW="2019300" imgH="6985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77000" y="4191000"/>
                        <a:ext cx="2019300" cy="696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1035"/>
          <p:cNvSpPr txBox="1"/>
          <p:nvPr/>
        </p:nvSpPr>
        <p:spPr>
          <a:xfrm>
            <a:off x="860425" y="838200"/>
            <a:ext cx="3940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ahoma" panose="020B0604030504040204" pitchFamily="34" charset="0"/>
                <a:ea typeface="楷体_GB2312" pitchFamily="49" charset="-122"/>
              </a:rPr>
              <a:t>同时得以下计算公式</a:t>
            </a:r>
            <a:endParaRPr lang="zh-CN" altLang="en-US" sz="2800" b="1" dirty="0"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4"/>
          <p:cNvSpPr txBox="1"/>
          <p:nvPr/>
        </p:nvSpPr>
        <p:spPr>
          <a:xfrm>
            <a:off x="684213" y="765175"/>
            <a:ext cx="7775575" cy="5254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r>
              <a:rPr lang="en-US" altLang="zh-CN" sz="2800" b="1" dirty="0">
                <a:latin typeface="楷体_GB2312" pitchFamily="49" charset="-122"/>
              </a:rPr>
              <a:t>   </a:t>
            </a:r>
            <a:r>
              <a:rPr lang="zh-CN" altLang="en-US" sz="2800" b="1" dirty="0">
                <a:latin typeface="楷体_GB2312" pitchFamily="49" charset="-122"/>
              </a:rPr>
              <a:t>由性质</a:t>
            </a:r>
            <a:r>
              <a:rPr lang="en-US" altLang="zh-CN" sz="2800" b="1" dirty="0">
                <a:latin typeface="楷体_GB2312" pitchFamily="49" charset="-122"/>
              </a:rPr>
              <a:t>4°,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的连续点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处有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2124075" y="1485900"/>
          <a:ext cx="4392613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914400" imgH="914400" progId="CorelDRAW.Graphic.9">
                  <p:embed/>
                </p:oleObj>
              </mc:Choice>
              <mc:Fallback>
                <p:oleObj name="" r:id="rId1" imgW="914400" imgH="914400" progId="CorelDRAW.Graphic.9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4075" y="1485900"/>
                        <a:ext cx="4392613" cy="192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Text Box 7"/>
          <p:cNvSpPr txBox="1"/>
          <p:nvPr/>
        </p:nvSpPr>
        <p:spPr>
          <a:xfrm>
            <a:off x="611188" y="3500438"/>
            <a:ext cx="7848600" cy="52546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r>
              <a:rPr lang="zh-CN" altLang="en-US" sz="2800" b="1" dirty="0">
                <a:latin typeface="楷体_GB2312" pitchFamily="49" charset="-122"/>
              </a:rPr>
              <a:t>于是若不计高阶无穷小</a:t>
            </a:r>
            <a:r>
              <a:rPr lang="en-US" altLang="zh-CN" sz="2800" b="1" dirty="0">
                <a:latin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</a:rPr>
              <a:t>有</a:t>
            </a:r>
            <a:endParaRPr lang="zh-CN" altLang="en-US" sz="2800" b="1" dirty="0">
              <a:latin typeface="楷体_GB2312" pitchFamily="49" charset="-122"/>
            </a:endParaRPr>
          </a:p>
        </p:txBody>
      </p:sp>
      <p:graphicFrame>
        <p:nvGraphicFramePr>
          <p:cNvPr id="63498" name="Object 10"/>
          <p:cNvGraphicFramePr>
            <a:graphicFrameLocks noChangeAspect="1"/>
          </p:cNvGraphicFramePr>
          <p:nvPr/>
        </p:nvGraphicFramePr>
        <p:xfrm>
          <a:off x="2700338" y="4292600"/>
          <a:ext cx="39592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3" imgW="1917065" imgH="203200" progId="Equation.3">
                  <p:embed/>
                </p:oleObj>
              </mc:Choice>
              <mc:Fallback>
                <p:oleObj name="" r:id="rId3" imgW="1917065" imgH="2032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0338" y="4292600"/>
                        <a:ext cx="3959225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0" name="Text Box 12"/>
          <p:cNvSpPr txBox="1"/>
          <p:nvPr/>
        </p:nvSpPr>
        <p:spPr>
          <a:xfrm>
            <a:off x="755650" y="4941888"/>
            <a:ext cx="7704138" cy="11715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>
              <a:lnSpc>
                <a:spcPct val="12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这表示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落在小区间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的概率近似于以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为高以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为底的小长方形的面积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199" name="Object 13"/>
          <p:cNvGraphicFramePr>
            <a:graphicFrameLocks noChangeAspect="1"/>
          </p:cNvGraphicFramePr>
          <p:nvPr/>
        </p:nvGraphicFramePr>
        <p:xfrm>
          <a:off x="387350" y="15875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5" imgW="139700" imgH="165100" progId="Equation.DSMT4">
                  <p:embed/>
                </p:oleObj>
              </mc:Choice>
              <mc:Fallback>
                <p:oleObj name="" r:id="rId5" imgW="139700" imgH="1651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7350" y="15875"/>
                        <a:ext cx="139700" cy="16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/>
      <p:bldP spid="635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/>
          <p:nvPr/>
        </p:nvSpPr>
        <p:spPr>
          <a:xfrm>
            <a:off x="827088" y="148431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注意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219" name="Rectangle 3"/>
          <p:cNvSpPr/>
          <p:nvPr/>
        </p:nvSpPr>
        <p:spPr>
          <a:xfrm>
            <a:off x="1631950" y="1512888"/>
            <a:ext cx="30400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对于任意指定值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1316" name="Rectangle 4"/>
          <p:cNvSpPr/>
          <p:nvPr/>
        </p:nvSpPr>
        <p:spPr>
          <a:xfrm>
            <a:off x="4648200" y="1524000"/>
            <a:ext cx="40227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连续型随机变量取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1317" name="Rectangle 5"/>
          <p:cNvSpPr/>
          <p:nvPr/>
        </p:nvSpPr>
        <p:spPr>
          <a:xfrm>
            <a:off x="819150" y="2136775"/>
            <a:ext cx="17018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率等于零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1318" name="Rectangle 6"/>
          <p:cNvSpPr/>
          <p:nvPr/>
        </p:nvSpPr>
        <p:spPr>
          <a:xfrm>
            <a:off x="2420938" y="2124075"/>
            <a:ext cx="5413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1319" name="Object 7"/>
          <p:cNvGraphicFramePr>
            <a:graphicFrameLocks noChangeAspect="1"/>
          </p:cNvGraphicFramePr>
          <p:nvPr/>
        </p:nvGraphicFramePr>
        <p:xfrm>
          <a:off x="2916238" y="2238375"/>
          <a:ext cx="20701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2070100" imgH="381000" progId="Equation.3">
                  <p:embed/>
                </p:oleObj>
              </mc:Choice>
              <mc:Fallback>
                <p:oleObj name="" r:id="rId1" imgW="2070100" imgH="3810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16238" y="2238375"/>
                        <a:ext cx="2070100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0" name="Text Box 8"/>
          <p:cNvSpPr txBox="1"/>
          <p:nvPr/>
        </p:nvSpPr>
        <p:spPr>
          <a:xfrm>
            <a:off x="1512888" y="305276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41321" name="Object 9"/>
          <p:cNvGraphicFramePr>
            <a:graphicFrameLocks noChangeAspect="1"/>
          </p:cNvGraphicFramePr>
          <p:nvPr/>
        </p:nvGraphicFramePr>
        <p:xfrm>
          <a:off x="2484438" y="3190875"/>
          <a:ext cx="1435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3" imgW="1435100" imgH="381000" progId="Equation.3">
                  <p:embed/>
                </p:oleObj>
              </mc:Choice>
              <mc:Fallback>
                <p:oleObj name="" r:id="rId3" imgW="1435100" imgH="3810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4438" y="3190875"/>
                        <a:ext cx="1435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2" name="Object 10"/>
          <p:cNvGraphicFramePr>
            <a:graphicFrameLocks noChangeAspect="1"/>
          </p:cNvGraphicFramePr>
          <p:nvPr/>
        </p:nvGraphicFramePr>
        <p:xfrm>
          <a:off x="4144963" y="2997200"/>
          <a:ext cx="2628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5" imgW="2628900" imgH="723900" progId="Equation.3">
                  <p:embed/>
                </p:oleObj>
              </mc:Choice>
              <mc:Fallback>
                <p:oleObj name="" r:id="rId5" imgW="2628900" imgH="7239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4963" y="2997200"/>
                        <a:ext cx="26289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3" name="Object 11"/>
          <p:cNvGraphicFramePr>
            <a:graphicFrameLocks noChangeAspect="1"/>
          </p:cNvGraphicFramePr>
          <p:nvPr/>
        </p:nvGraphicFramePr>
        <p:xfrm>
          <a:off x="3924300" y="32972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4300" y="32972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4" name="Object 12"/>
          <p:cNvGraphicFramePr>
            <a:graphicFrameLocks noChangeAspect="1"/>
          </p:cNvGraphicFramePr>
          <p:nvPr/>
        </p:nvGraphicFramePr>
        <p:xfrm>
          <a:off x="7118350" y="3200400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9" imgW="292100" imgH="317500" progId="Equation.3">
                  <p:embed/>
                </p:oleObj>
              </mc:Choice>
              <mc:Fallback>
                <p:oleObj name="" r:id="rId9" imgW="292100" imgH="3175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18350" y="3200400"/>
                        <a:ext cx="292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5" name="Object 13"/>
          <p:cNvGraphicFramePr>
            <a:graphicFrameLocks noChangeAspect="1"/>
          </p:cNvGraphicFramePr>
          <p:nvPr/>
        </p:nvGraphicFramePr>
        <p:xfrm>
          <a:off x="6842125" y="32893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42125" y="32893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6" name="Rectangle 14"/>
          <p:cNvSpPr/>
          <p:nvPr/>
        </p:nvSpPr>
        <p:spPr>
          <a:xfrm>
            <a:off x="1624013" y="3984625"/>
            <a:ext cx="6400800" cy="1219200"/>
          </a:xfrm>
          <a:prstGeom prst="rect">
            <a:avLst/>
          </a:prstGeom>
          <a:solidFill>
            <a:srgbClr val="66FFCC">
              <a:alpha val="50195"/>
            </a:srgbClr>
          </a:solidFill>
          <a:ln w="76200" cap="flat" cmpd="tri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1327" name="Object 15"/>
          <p:cNvGraphicFramePr>
            <a:graphicFrameLocks noChangeAspect="1"/>
          </p:cNvGraphicFramePr>
          <p:nvPr/>
        </p:nvGraphicFramePr>
        <p:xfrm>
          <a:off x="1670050" y="4087813"/>
          <a:ext cx="19050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3" imgW="1981200" imgH="381000" progId="Equation.3">
                  <p:embed/>
                </p:oleObj>
              </mc:Choice>
              <mc:Fallback>
                <p:oleObj name="" r:id="rId13" imgW="1981200" imgH="3810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70050" y="4087813"/>
                        <a:ext cx="1905000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8" name="Object 16"/>
          <p:cNvGraphicFramePr>
            <a:graphicFrameLocks noChangeAspect="1"/>
          </p:cNvGraphicFramePr>
          <p:nvPr/>
        </p:nvGraphicFramePr>
        <p:xfrm>
          <a:off x="3575050" y="4087813"/>
          <a:ext cx="20574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5" imgW="2273300" imgH="381000" progId="Equation.3">
                  <p:embed/>
                </p:oleObj>
              </mc:Choice>
              <mc:Fallback>
                <p:oleObj name="" r:id="rId15" imgW="2273300" imgH="3810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75050" y="4087813"/>
                        <a:ext cx="2057400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9" name="Object 17"/>
          <p:cNvGraphicFramePr>
            <a:graphicFrameLocks noChangeAspect="1"/>
          </p:cNvGraphicFramePr>
          <p:nvPr/>
        </p:nvGraphicFramePr>
        <p:xfrm>
          <a:off x="5708650" y="4087813"/>
          <a:ext cx="21336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7" imgW="2273300" imgH="381000" progId="Equation.3">
                  <p:embed/>
                </p:oleObj>
              </mc:Choice>
              <mc:Fallback>
                <p:oleObj name="" r:id="rId17" imgW="2273300" imgH="3810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08650" y="4087813"/>
                        <a:ext cx="2133600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30" name="Object 18"/>
          <p:cNvGraphicFramePr>
            <a:graphicFrameLocks noChangeAspect="1"/>
          </p:cNvGraphicFramePr>
          <p:nvPr/>
        </p:nvGraphicFramePr>
        <p:xfrm>
          <a:off x="3575050" y="4697413"/>
          <a:ext cx="204787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9" imgW="2374900" imgH="381000" progId="Equation.3">
                  <p:embed/>
                </p:oleObj>
              </mc:Choice>
              <mc:Fallback>
                <p:oleObj name="" r:id="rId19" imgW="2374900" imgH="3810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75050" y="4697413"/>
                        <a:ext cx="2047875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31" name="Rectangle 19"/>
          <p:cNvSpPr/>
          <p:nvPr/>
        </p:nvSpPr>
        <p:spPr>
          <a:xfrm>
            <a:off x="801688" y="5305425"/>
            <a:ext cx="83169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连续型随机变量取值落在某区间的概率与端点无关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4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4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4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14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" grpId="0"/>
      <p:bldP spid="141317" grpId="0"/>
      <p:bldP spid="141318" grpId="0"/>
      <p:bldP spid="141320" grpId="0"/>
      <p:bldP spid="141326" grpId="0" animBg="1"/>
      <p:bldP spid="1413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/>
          <p:nvPr/>
        </p:nvSpPr>
        <p:spPr>
          <a:xfrm>
            <a:off x="1031875" y="67468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注意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42339" name="Rectangle 3"/>
          <p:cNvSpPr/>
          <p:nvPr/>
        </p:nvSpPr>
        <p:spPr>
          <a:xfrm>
            <a:off x="1190625" y="1392238"/>
            <a:ext cx="6096000" cy="2895600"/>
          </a:xfrm>
          <a:prstGeom prst="rect">
            <a:avLst/>
          </a:prstGeom>
          <a:noFill/>
          <a:ln w="76200" cap="flat" cmpd="tri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2340" name="Rectangle 4"/>
          <p:cNvSpPr/>
          <p:nvPr/>
        </p:nvSpPr>
        <p:spPr>
          <a:xfrm>
            <a:off x="1119188" y="1362075"/>
            <a:ext cx="39925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是连续型随机变量，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2341" name="Rectangle 5"/>
          <p:cNvSpPr/>
          <p:nvPr/>
        </p:nvSpPr>
        <p:spPr>
          <a:xfrm>
            <a:off x="4862513" y="1328738"/>
            <a:ext cx="23304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{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是不可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2342" name="Rectangle 6"/>
          <p:cNvSpPr/>
          <p:nvPr/>
        </p:nvSpPr>
        <p:spPr>
          <a:xfrm>
            <a:off x="1106488" y="1933575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能事件，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2343" name="Rectangle 7"/>
          <p:cNvSpPr/>
          <p:nvPr/>
        </p:nvSpPr>
        <p:spPr>
          <a:xfrm>
            <a:off x="2436813" y="194151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2344" name="Object 8"/>
          <p:cNvGraphicFramePr>
            <a:graphicFrameLocks noChangeAspect="1"/>
          </p:cNvGraphicFramePr>
          <p:nvPr/>
        </p:nvGraphicFramePr>
        <p:xfrm>
          <a:off x="3227388" y="2085975"/>
          <a:ext cx="20574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" imgW="2057400" imgH="381000" progId="Equation.3">
                  <p:embed/>
                </p:oleObj>
              </mc:Choice>
              <mc:Fallback>
                <p:oleObj name="" r:id="rId1" imgW="2057400" imgH="3810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27388" y="2085975"/>
                        <a:ext cx="2057400" cy="357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5" name="Object 9"/>
          <p:cNvGraphicFramePr>
            <a:graphicFrameLocks noChangeAspect="1"/>
          </p:cNvGraphicFramePr>
          <p:nvPr/>
        </p:nvGraphicFramePr>
        <p:xfrm>
          <a:off x="1190625" y="2873375"/>
          <a:ext cx="24241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" imgW="2501900" imgH="431800" progId="Equation.3">
                  <p:embed/>
                </p:oleObj>
              </mc:Choice>
              <mc:Fallback>
                <p:oleObj name="" r:id="rId3" imgW="2501900" imgH="4318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0625" y="2873375"/>
                        <a:ext cx="2424113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6" name="Object 10"/>
          <p:cNvGraphicFramePr>
            <a:graphicFrameLocks noChangeAspect="1"/>
          </p:cNvGraphicFramePr>
          <p:nvPr/>
        </p:nvGraphicFramePr>
        <p:xfrm>
          <a:off x="1195388" y="3475038"/>
          <a:ext cx="5540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5" imgW="5283200" imgH="444500" progId="Equation.3">
                  <p:embed/>
                </p:oleObj>
              </mc:Choice>
              <mc:Fallback>
                <p:oleObj name="" r:id="rId5" imgW="5283200" imgH="4445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5388" y="3475038"/>
                        <a:ext cx="5540375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2347" name="Picture 11" descr="AG00092_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6625" y="2646363"/>
            <a:ext cx="685800" cy="35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2348" name="Rectangle 12"/>
          <p:cNvSpPr/>
          <p:nvPr/>
        </p:nvSpPr>
        <p:spPr>
          <a:xfrm>
            <a:off x="7896225" y="2090738"/>
            <a:ext cx="636588" cy="1468437"/>
          </a:xfrm>
          <a:prstGeom prst="rect">
            <a:avLst/>
          </a:prstGeom>
          <a:solidFill>
            <a:srgbClr val="66FFCC"/>
          </a:solidFill>
          <a:ln w="95250" cap="flat" cmpd="tri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连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续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型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2349" name="Object 13"/>
          <p:cNvGraphicFramePr>
            <a:graphicFrameLocks noChangeAspect="1"/>
          </p:cNvGraphicFramePr>
          <p:nvPr/>
        </p:nvGraphicFramePr>
        <p:xfrm>
          <a:off x="1412875" y="5475288"/>
          <a:ext cx="33972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8" imgW="3416300" imgH="444500" progId="Equation.3">
                  <p:embed/>
                </p:oleObj>
              </mc:Choice>
              <mc:Fallback>
                <p:oleObj name="" r:id="rId8" imgW="3416300" imgH="4445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12875" y="5475288"/>
                        <a:ext cx="3397250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0" name="Object 14"/>
          <p:cNvGraphicFramePr>
            <a:graphicFrameLocks noChangeAspect="1"/>
          </p:cNvGraphicFramePr>
          <p:nvPr/>
        </p:nvGraphicFramePr>
        <p:xfrm>
          <a:off x="4810125" y="5519738"/>
          <a:ext cx="21780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0" imgW="2540000" imgH="381000" progId="Equation.3">
                  <p:embed/>
                </p:oleObj>
              </mc:Choice>
              <mc:Fallback>
                <p:oleObj name="" r:id="rId10" imgW="2540000" imgH="3810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10125" y="5519738"/>
                        <a:ext cx="2178050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51" name="Text Box 15"/>
          <p:cNvSpPr txBox="1"/>
          <p:nvPr/>
        </p:nvSpPr>
        <p:spPr>
          <a:xfrm>
            <a:off x="1266825" y="4719638"/>
            <a:ext cx="46132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若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为离散型随机变量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       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2352" name="Rectangle 16"/>
          <p:cNvSpPr/>
          <p:nvPr/>
        </p:nvSpPr>
        <p:spPr>
          <a:xfrm>
            <a:off x="1190625" y="4643438"/>
            <a:ext cx="6096000" cy="1371600"/>
          </a:xfrm>
          <a:prstGeom prst="rect">
            <a:avLst/>
          </a:prstGeom>
          <a:noFill/>
          <a:ln w="76200" cap="flat" cmpd="tri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42353" name="Picture 17" descr="AG00092_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850" y="5084763"/>
            <a:ext cx="685800" cy="35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2354" name="Rectangle 18"/>
          <p:cNvSpPr/>
          <p:nvPr/>
        </p:nvSpPr>
        <p:spPr>
          <a:xfrm>
            <a:off x="7896225" y="4567238"/>
            <a:ext cx="636588" cy="1468437"/>
          </a:xfrm>
          <a:prstGeom prst="rect">
            <a:avLst/>
          </a:prstGeom>
          <a:solidFill>
            <a:srgbClr val="66FFCC"/>
          </a:solidFill>
          <a:ln w="95250" cap="flat" cmpd="tri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离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散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型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animBg="1"/>
      <p:bldP spid="142340" grpId="0"/>
      <p:bldP spid="142341" grpId="0"/>
      <p:bldP spid="142342" grpId="0"/>
      <p:bldP spid="142343" grpId="0"/>
      <p:bldP spid="142348" grpId="0" animBg="1"/>
      <p:bldP spid="142351" grpId="0"/>
      <p:bldP spid="142352" grpId="0" animBg="1"/>
      <p:bldP spid="1423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5"/>
          <p:cNvSpPr txBox="1"/>
          <p:nvPr/>
        </p:nvSpPr>
        <p:spPr>
          <a:xfrm>
            <a:off x="1425575" y="708025"/>
            <a:ext cx="9937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43363" name="Object 3"/>
          <p:cNvGraphicFramePr>
            <a:graphicFrameLocks noChangeAspect="1"/>
          </p:cNvGraphicFramePr>
          <p:nvPr/>
        </p:nvGraphicFramePr>
        <p:xfrm>
          <a:off x="2305050" y="779463"/>
          <a:ext cx="47275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" imgW="4495800" imgH="444500" progId="Equation.3">
                  <p:embed/>
                </p:oleObj>
              </mc:Choice>
              <mc:Fallback>
                <p:oleObj name="" r:id="rId1" imgW="4495800" imgH="4445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5050" y="779463"/>
                        <a:ext cx="472757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4" name="Object 2"/>
          <p:cNvGraphicFramePr>
            <a:graphicFrameLocks noChangeAspect="1"/>
          </p:cNvGraphicFramePr>
          <p:nvPr/>
        </p:nvGraphicFramePr>
        <p:xfrm>
          <a:off x="885825" y="4229100"/>
          <a:ext cx="2159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3" imgW="2159000" imgH="825500" progId="Equation.3">
                  <p:embed/>
                </p:oleObj>
              </mc:Choice>
              <mc:Fallback>
                <p:oleObj name="" r:id="rId3" imgW="2159000" imgH="8255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5825" y="4229100"/>
                        <a:ext cx="21590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5" name="Object 5"/>
          <p:cNvGraphicFramePr>
            <a:graphicFrameLocks noChangeAspect="1"/>
          </p:cNvGraphicFramePr>
          <p:nvPr/>
        </p:nvGraphicFramePr>
        <p:xfrm>
          <a:off x="1871663" y="2239963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774065" imgH="393700" progId="Equation.3">
                  <p:embed/>
                </p:oleObj>
              </mc:Choice>
              <mc:Fallback>
                <p:oleObj name="" r:id="rId5" imgW="774065" imgH="3937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71663" y="2239963"/>
                        <a:ext cx="774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6" name="Object 6"/>
          <p:cNvGraphicFramePr>
            <a:graphicFrameLocks noChangeAspect="1"/>
          </p:cNvGraphicFramePr>
          <p:nvPr/>
        </p:nvGraphicFramePr>
        <p:xfrm>
          <a:off x="2700338" y="23479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00338" y="23479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7" name="Object 7"/>
          <p:cNvGraphicFramePr>
            <a:graphicFrameLocks noChangeAspect="1"/>
          </p:cNvGraphicFramePr>
          <p:nvPr/>
        </p:nvGraphicFramePr>
        <p:xfrm>
          <a:off x="2951163" y="1557338"/>
          <a:ext cx="381000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9" imgW="381000" imgH="1511300" progId="Equation.3">
                  <p:embed/>
                </p:oleObj>
              </mc:Choice>
              <mc:Fallback>
                <p:oleObj name="" r:id="rId9" imgW="381000" imgH="15113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51163" y="1557338"/>
                        <a:ext cx="381000" cy="180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8" name="Object 8"/>
          <p:cNvGraphicFramePr>
            <a:graphicFrameLocks noChangeAspect="1"/>
          </p:cNvGraphicFramePr>
          <p:nvPr/>
        </p:nvGraphicFramePr>
        <p:xfrm>
          <a:off x="4418013" y="1470025"/>
          <a:ext cx="15589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1" imgW="1435100" imgH="368300" progId="Equation.3">
                  <p:embed/>
                </p:oleObj>
              </mc:Choice>
              <mc:Fallback>
                <p:oleObj name="" r:id="rId11" imgW="1435100" imgH="3683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18013" y="1470025"/>
                        <a:ext cx="1558925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9" name="Object 9"/>
          <p:cNvGraphicFramePr>
            <a:graphicFrameLocks noChangeAspect="1"/>
          </p:cNvGraphicFramePr>
          <p:nvPr/>
        </p:nvGraphicFramePr>
        <p:xfrm>
          <a:off x="3211513" y="1463675"/>
          <a:ext cx="495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3" imgW="495300" imgH="368300" progId="Equation.3">
                  <p:embed/>
                </p:oleObj>
              </mc:Choice>
              <mc:Fallback>
                <p:oleObj name="" r:id="rId13" imgW="495300" imgH="3683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11513" y="1463675"/>
                        <a:ext cx="4953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0" name="Object 10"/>
          <p:cNvGraphicFramePr>
            <a:graphicFrameLocks noChangeAspect="1"/>
          </p:cNvGraphicFramePr>
          <p:nvPr/>
        </p:nvGraphicFramePr>
        <p:xfrm>
          <a:off x="3138488" y="2003425"/>
          <a:ext cx="914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5" imgW="914400" imgH="825500" progId="Equation.3">
                  <p:embed/>
                </p:oleObj>
              </mc:Choice>
              <mc:Fallback>
                <p:oleObj name="" r:id="rId15" imgW="914400" imgH="8255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38488" y="2003425"/>
                        <a:ext cx="9144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1" name="Object 11"/>
          <p:cNvGraphicFramePr>
            <a:graphicFrameLocks noChangeAspect="1"/>
          </p:cNvGraphicFramePr>
          <p:nvPr/>
        </p:nvGraphicFramePr>
        <p:xfrm>
          <a:off x="4454525" y="2255838"/>
          <a:ext cx="143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7" imgW="1435100" imgH="368300" progId="Equation.3">
                  <p:embed/>
                </p:oleObj>
              </mc:Choice>
              <mc:Fallback>
                <p:oleObj name="" r:id="rId17" imgW="1435100" imgH="3683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4525" y="2255838"/>
                        <a:ext cx="1435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2" name="Object 12"/>
          <p:cNvGraphicFramePr>
            <a:graphicFrameLocks noChangeAspect="1"/>
          </p:cNvGraphicFramePr>
          <p:nvPr/>
        </p:nvGraphicFramePr>
        <p:xfrm>
          <a:off x="3189288" y="3105150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9" imgW="292100" imgH="368300" progId="Equation.3">
                  <p:embed/>
                </p:oleObj>
              </mc:Choice>
              <mc:Fallback>
                <p:oleObj name="" r:id="rId19" imgW="292100" imgH="3683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89288" y="3105150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3" name="Text Box 13"/>
          <p:cNvSpPr txBox="1"/>
          <p:nvPr/>
        </p:nvSpPr>
        <p:spPr>
          <a:xfrm>
            <a:off x="4651375" y="2989263"/>
            <a:ext cx="9874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其他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3374" name="Object 14"/>
          <p:cNvGraphicFramePr>
            <a:graphicFrameLocks noChangeAspect="1"/>
          </p:cNvGraphicFramePr>
          <p:nvPr/>
        </p:nvGraphicFramePr>
        <p:xfrm>
          <a:off x="900113" y="3659188"/>
          <a:ext cx="2438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21" imgW="2438400" imgH="444500" progId="Equation.3">
                  <p:embed/>
                </p:oleObj>
              </mc:Choice>
              <mc:Fallback>
                <p:oleObj name="" r:id="rId21" imgW="2438400" imgH="4445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00113" y="3659188"/>
                        <a:ext cx="24384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5" name="Object 15"/>
          <p:cNvGraphicFramePr>
            <a:graphicFrameLocks noChangeAspect="1"/>
          </p:cNvGraphicFramePr>
          <p:nvPr/>
        </p:nvGraphicFramePr>
        <p:xfrm>
          <a:off x="3441700" y="3652838"/>
          <a:ext cx="35290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23" imgW="3352800" imgH="444500" progId="Equation.3">
                  <p:embed/>
                </p:oleObj>
              </mc:Choice>
              <mc:Fallback>
                <p:oleObj name="" r:id="rId23" imgW="3352800" imgH="4445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41700" y="3652838"/>
                        <a:ext cx="3529013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6" name="Text Box 16"/>
          <p:cNvSpPr txBox="1"/>
          <p:nvPr/>
        </p:nvSpPr>
        <p:spPr>
          <a:xfrm>
            <a:off x="7027863" y="3579813"/>
            <a:ext cx="10461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1427" name="Rectangle 3"/>
          <p:cNvSpPr/>
          <p:nvPr/>
        </p:nvSpPr>
        <p:spPr>
          <a:xfrm>
            <a:off x="1441450" y="5256213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31428" name="Object 4"/>
          <p:cNvGraphicFramePr>
            <a:graphicFrameLocks noChangeAspect="1"/>
          </p:cNvGraphicFramePr>
          <p:nvPr/>
        </p:nvGraphicFramePr>
        <p:xfrm>
          <a:off x="2178050" y="5164138"/>
          <a:ext cx="3175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25" imgW="3175000" imgH="698500" progId="Equation.3">
                  <p:embed/>
                </p:oleObj>
              </mc:Choice>
              <mc:Fallback>
                <p:oleObj name="" r:id="rId25" imgW="3175000" imgH="6985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78050" y="5164138"/>
                        <a:ext cx="31750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9" name="Text Box 19"/>
          <p:cNvSpPr txBox="1"/>
          <p:nvPr/>
        </p:nvSpPr>
        <p:spPr>
          <a:xfrm>
            <a:off x="5434013" y="5214938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4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4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4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4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4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4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14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73" grpId="0"/>
      <p:bldP spid="143376" grpId="0"/>
      <p:bldP spid="231427" grpId="0"/>
      <p:bldP spid="14337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2662238" y="714375"/>
          <a:ext cx="3340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340100" imgH="825500" progId="Equation.3">
                  <p:embed/>
                </p:oleObj>
              </mc:Choice>
              <mc:Fallback>
                <p:oleObj name="" r:id="rId1" imgW="3340100" imgH="8255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2238" y="714375"/>
                        <a:ext cx="33401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7" name="Object 3"/>
          <p:cNvGraphicFramePr>
            <a:graphicFrameLocks noChangeAspect="1"/>
          </p:cNvGraphicFramePr>
          <p:nvPr/>
        </p:nvGraphicFramePr>
        <p:xfrm>
          <a:off x="6024563" y="10969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241300" imgH="152400" progId="Equation.3">
                  <p:embed/>
                </p:oleObj>
              </mc:Choice>
              <mc:Fallback>
                <p:oleObj name="" r:id="rId3" imgW="241300" imgH="1524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24563" y="10969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8" name="Object 4"/>
          <p:cNvGraphicFramePr>
            <a:graphicFrameLocks noChangeAspect="1"/>
          </p:cNvGraphicFramePr>
          <p:nvPr/>
        </p:nvGraphicFramePr>
        <p:xfrm>
          <a:off x="6284913" y="981075"/>
          <a:ext cx="266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266700" imgH="368300" progId="Equation.3">
                  <p:embed/>
                </p:oleObj>
              </mc:Choice>
              <mc:Fallback>
                <p:oleObj name="" r:id="rId5" imgW="266700" imgH="3683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84913" y="981075"/>
                        <a:ext cx="2667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3" name="Object 5"/>
          <p:cNvGraphicFramePr>
            <a:graphicFrameLocks noChangeAspect="1"/>
          </p:cNvGraphicFramePr>
          <p:nvPr/>
        </p:nvGraphicFramePr>
        <p:xfrm>
          <a:off x="1657350" y="1751013"/>
          <a:ext cx="927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927100" imgH="838200" progId="Equation.3">
                  <p:embed/>
                </p:oleObj>
              </mc:Choice>
              <mc:Fallback>
                <p:oleObj name="" r:id="rId7" imgW="927100" imgH="838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57350" y="1751013"/>
                        <a:ext cx="9271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0" name="Text Box 6"/>
          <p:cNvSpPr txBox="1"/>
          <p:nvPr/>
        </p:nvSpPr>
        <p:spPr>
          <a:xfrm>
            <a:off x="841375" y="1844675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解得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32450" name="Object 2"/>
          <p:cNvGraphicFramePr>
            <a:graphicFrameLocks noChangeAspect="1"/>
          </p:cNvGraphicFramePr>
          <p:nvPr/>
        </p:nvGraphicFramePr>
        <p:xfrm>
          <a:off x="2706688" y="1930400"/>
          <a:ext cx="35671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9" imgW="3200400" imgH="444500" progId="Equation.3">
                  <p:embed/>
                </p:oleObj>
              </mc:Choice>
              <mc:Fallback>
                <p:oleObj name="" r:id="rId9" imgW="3200400" imgH="4445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06688" y="1930400"/>
                        <a:ext cx="3567112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2" name="Object 8"/>
          <p:cNvGraphicFramePr>
            <a:graphicFrameLocks noChangeAspect="1"/>
          </p:cNvGraphicFramePr>
          <p:nvPr/>
        </p:nvGraphicFramePr>
        <p:xfrm>
          <a:off x="2525713" y="3732213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1" imgW="774065" imgH="393700" progId="Equation.3">
                  <p:embed/>
                </p:oleObj>
              </mc:Choice>
              <mc:Fallback>
                <p:oleObj name="" r:id="rId11" imgW="774065" imgH="3937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25713" y="3732213"/>
                        <a:ext cx="774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3" name="Object 9"/>
          <p:cNvGraphicFramePr>
            <a:graphicFrameLocks noChangeAspect="1"/>
          </p:cNvGraphicFramePr>
          <p:nvPr/>
        </p:nvGraphicFramePr>
        <p:xfrm>
          <a:off x="3362325" y="38481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3" imgW="241300" imgH="152400" progId="Equation.3">
                  <p:embed/>
                </p:oleObj>
              </mc:Choice>
              <mc:Fallback>
                <p:oleObj name="" r:id="rId13" imgW="241300" imgH="1524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62325" y="38481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4" name="Object 10"/>
          <p:cNvGraphicFramePr>
            <a:graphicFrameLocks noChangeAspect="1"/>
          </p:cNvGraphicFramePr>
          <p:nvPr/>
        </p:nvGraphicFramePr>
        <p:xfrm>
          <a:off x="3621088" y="3076575"/>
          <a:ext cx="3810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5" imgW="381000" imgH="1511300" progId="Equation.3">
                  <p:embed/>
                </p:oleObj>
              </mc:Choice>
              <mc:Fallback>
                <p:oleObj name="" r:id="rId15" imgW="381000" imgH="1511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21088" y="3076575"/>
                        <a:ext cx="381000" cy="172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5" name="Object 11"/>
          <p:cNvGraphicFramePr>
            <a:graphicFrameLocks noChangeAspect="1"/>
          </p:cNvGraphicFramePr>
          <p:nvPr/>
        </p:nvGraphicFramePr>
        <p:xfrm>
          <a:off x="3871913" y="2679700"/>
          <a:ext cx="40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7" imgW="406400" imgH="837565" progId="Equation.3">
                  <p:embed/>
                </p:oleObj>
              </mc:Choice>
              <mc:Fallback>
                <p:oleObj name="" r:id="rId17" imgW="406400" imgH="8375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71913" y="2679700"/>
                        <a:ext cx="4064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6" name="Object 12"/>
          <p:cNvGraphicFramePr>
            <a:graphicFrameLocks noChangeAspect="1"/>
          </p:cNvGraphicFramePr>
          <p:nvPr/>
        </p:nvGraphicFramePr>
        <p:xfrm>
          <a:off x="4994275" y="3025775"/>
          <a:ext cx="143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9" imgW="1435100" imgH="368300" progId="Equation.3">
                  <p:embed/>
                </p:oleObj>
              </mc:Choice>
              <mc:Fallback>
                <p:oleObj name="" r:id="rId19" imgW="1435100" imgH="368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94275" y="3025775"/>
                        <a:ext cx="1435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7" name="Object 13"/>
          <p:cNvGraphicFramePr>
            <a:graphicFrameLocks noChangeAspect="1"/>
          </p:cNvGraphicFramePr>
          <p:nvPr/>
        </p:nvGraphicFramePr>
        <p:xfrm>
          <a:off x="3763963" y="3571875"/>
          <a:ext cx="914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21" imgW="914400" imgH="825500" progId="Equation.3">
                  <p:embed/>
                </p:oleObj>
              </mc:Choice>
              <mc:Fallback>
                <p:oleObj name="" r:id="rId21" imgW="914400" imgH="8255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63963" y="3571875"/>
                        <a:ext cx="9144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8" name="Object 14"/>
          <p:cNvGraphicFramePr>
            <a:graphicFrameLocks noChangeAspect="1"/>
          </p:cNvGraphicFramePr>
          <p:nvPr/>
        </p:nvGraphicFramePr>
        <p:xfrm>
          <a:off x="5008563" y="3811588"/>
          <a:ext cx="143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3" imgW="1435100" imgH="368300" progId="Equation.3">
                  <p:embed/>
                </p:oleObj>
              </mc:Choice>
              <mc:Fallback>
                <p:oleObj name="" r:id="rId23" imgW="1435100" imgH="368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08563" y="3811588"/>
                        <a:ext cx="1435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9" name="Object 15"/>
          <p:cNvGraphicFramePr>
            <a:graphicFrameLocks noChangeAspect="1"/>
          </p:cNvGraphicFramePr>
          <p:nvPr/>
        </p:nvGraphicFramePr>
        <p:xfrm>
          <a:off x="3886200" y="4579938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25" imgW="292100" imgH="368300" progId="Equation.3">
                  <p:embed/>
                </p:oleObj>
              </mc:Choice>
              <mc:Fallback>
                <p:oleObj name="" r:id="rId25" imgW="292100" imgH="3683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886200" y="4579938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0" name="Text Box 16"/>
          <p:cNvSpPr txBox="1"/>
          <p:nvPr/>
        </p:nvSpPr>
        <p:spPr>
          <a:xfrm>
            <a:off x="5160963" y="4451350"/>
            <a:ext cx="987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其他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4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4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14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4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0" grpId="0"/>
      <p:bldP spid="14440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1490663" y="801688"/>
          <a:ext cx="3097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2857500" imgH="431800" progId="Equation.3">
                  <p:embed/>
                </p:oleObj>
              </mc:Choice>
              <mc:Fallback>
                <p:oleObj name="" r:id="rId1" imgW="2857500" imgH="4318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90663" y="801688"/>
                        <a:ext cx="3097212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1" name="Object 3"/>
          <p:cNvGraphicFramePr>
            <a:graphicFrameLocks noChangeAspect="1"/>
          </p:cNvGraphicFramePr>
          <p:nvPr/>
        </p:nvGraphicFramePr>
        <p:xfrm>
          <a:off x="1555750" y="2941638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3" imgW="799465" imgH="393700" progId="Equation.3">
                  <p:embed/>
                </p:oleObj>
              </mc:Choice>
              <mc:Fallback>
                <p:oleObj name="" r:id="rId3" imgW="799465" imgH="3937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5750" y="2941638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2" name="Object 4"/>
          <p:cNvGraphicFramePr>
            <a:graphicFrameLocks noChangeAspect="1"/>
          </p:cNvGraphicFramePr>
          <p:nvPr/>
        </p:nvGraphicFramePr>
        <p:xfrm>
          <a:off x="2363788" y="30495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3788" y="30495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3" name="Object 5"/>
          <p:cNvGraphicFramePr>
            <a:graphicFrameLocks noChangeAspect="1"/>
          </p:cNvGraphicFramePr>
          <p:nvPr/>
        </p:nvGraphicFramePr>
        <p:xfrm>
          <a:off x="2636838" y="1960563"/>
          <a:ext cx="381000" cy="234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7" imgW="381000" imgH="2044700" progId="Equation.3">
                  <p:embed/>
                </p:oleObj>
              </mc:Choice>
              <mc:Fallback>
                <p:oleObj name="" r:id="rId7" imgW="381000" imgH="20447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36838" y="1960563"/>
                        <a:ext cx="381000" cy="234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4" name="Object 6"/>
          <p:cNvGraphicFramePr>
            <a:graphicFrameLocks noChangeAspect="1"/>
          </p:cNvGraphicFramePr>
          <p:nvPr/>
        </p:nvGraphicFramePr>
        <p:xfrm>
          <a:off x="2924175" y="1824038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9" imgW="292100" imgH="368300" progId="Equation.3">
                  <p:embed/>
                </p:oleObj>
              </mc:Choice>
              <mc:Fallback>
                <p:oleObj name="" r:id="rId9" imgW="292100" imgH="368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4175" y="1824038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5" name="Object 7"/>
          <p:cNvGraphicFramePr>
            <a:graphicFrameLocks noChangeAspect="1"/>
          </p:cNvGraphicFramePr>
          <p:nvPr/>
        </p:nvGraphicFramePr>
        <p:xfrm>
          <a:off x="4529138" y="1831975"/>
          <a:ext cx="88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1" imgW="889000" imgH="368300" progId="Equation.3">
                  <p:embed/>
                </p:oleObj>
              </mc:Choice>
              <mc:Fallback>
                <p:oleObj name="" r:id="rId11" imgW="889000" imgH="3683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29138" y="1831975"/>
                        <a:ext cx="8890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6" name="Object 8"/>
          <p:cNvGraphicFramePr>
            <a:graphicFrameLocks noChangeAspect="1"/>
          </p:cNvGraphicFramePr>
          <p:nvPr/>
        </p:nvGraphicFramePr>
        <p:xfrm>
          <a:off x="2906713" y="2271713"/>
          <a:ext cx="121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13" imgW="1219200" imgH="838200" progId="Equation.3">
                  <p:embed/>
                </p:oleObj>
              </mc:Choice>
              <mc:Fallback>
                <p:oleObj name="" r:id="rId13" imgW="1219200" imgH="8382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06713" y="2271713"/>
                        <a:ext cx="1219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7" name="Object 9"/>
          <p:cNvGraphicFramePr>
            <a:graphicFrameLocks noChangeAspect="1"/>
          </p:cNvGraphicFramePr>
          <p:nvPr/>
        </p:nvGraphicFramePr>
        <p:xfrm>
          <a:off x="4535488" y="2522538"/>
          <a:ext cx="143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5" imgW="1435100" imgH="368300" progId="Equation.3">
                  <p:embed/>
                </p:oleObj>
              </mc:Choice>
              <mc:Fallback>
                <p:oleObj name="" r:id="rId15" imgW="1435100" imgH="3683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35488" y="2522538"/>
                        <a:ext cx="1435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8" name="Object 10"/>
          <p:cNvGraphicFramePr>
            <a:graphicFrameLocks noChangeAspect="1"/>
          </p:cNvGraphicFramePr>
          <p:nvPr/>
        </p:nvGraphicFramePr>
        <p:xfrm>
          <a:off x="2892425" y="3149600"/>
          <a:ext cx="337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7" imgW="3378200" imgH="838200" progId="Equation.3">
                  <p:embed/>
                </p:oleObj>
              </mc:Choice>
              <mc:Fallback>
                <p:oleObj name="" r:id="rId17" imgW="3378200" imgH="8382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92425" y="3149600"/>
                        <a:ext cx="3378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9" name="Object 11"/>
          <p:cNvGraphicFramePr>
            <a:graphicFrameLocks noChangeAspect="1"/>
          </p:cNvGraphicFramePr>
          <p:nvPr/>
        </p:nvGraphicFramePr>
        <p:xfrm>
          <a:off x="6637338" y="3402013"/>
          <a:ext cx="143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9" imgW="1435100" imgH="368300" progId="Equation.3">
                  <p:embed/>
                </p:oleObj>
              </mc:Choice>
              <mc:Fallback>
                <p:oleObj name="" r:id="rId19" imgW="1435100" imgH="3683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37338" y="3402013"/>
                        <a:ext cx="1435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0" name="Object 12"/>
          <p:cNvGraphicFramePr>
            <a:graphicFrameLocks noChangeAspect="1"/>
          </p:cNvGraphicFramePr>
          <p:nvPr/>
        </p:nvGraphicFramePr>
        <p:xfrm>
          <a:off x="2938463" y="4121150"/>
          <a:ext cx="266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21" imgW="266700" imgH="368300" progId="Equation.3">
                  <p:embed/>
                </p:oleObj>
              </mc:Choice>
              <mc:Fallback>
                <p:oleObj name="" r:id="rId21" imgW="266700" imgH="3683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38463" y="4121150"/>
                        <a:ext cx="2667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1" name="Object 13"/>
          <p:cNvGraphicFramePr>
            <a:graphicFrameLocks noChangeAspect="1"/>
          </p:cNvGraphicFramePr>
          <p:nvPr/>
        </p:nvGraphicFramePr>
        <p:xfrm>
          <a:off x="4062413" y="4114800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23" imgW="888365" imgH="317500" progId="Equation.3">
                  <p:embed/>
                </p:oleObj>
              </mc:Choice>
              <mc:Fallback>
                <p:oleObj name="" r:id="rId23" imgW="888365" imgH="3175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062413" y="4114800"/>
                        <a:ext cx="889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6434" name="Object 2"/>
          <p:cNvGraphicFramePr>
            <a:graphicFrameLocks noChangeAspect="1"/>
          </p:cNvGraphicFramePr>
          <p:nvPr/>
        </p:nvGraphicFramePr>
        <p:xfrm>
          <a:off x="1871663" y="2420938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" imgW="799465" imgH="393700" progId="Equation.3">
                  <p:embed/>
                </p:oleObj>
              </mc:Choice>
              <mc:Fallback>
                <p:oleObj name="" r:id="rId1" imgW="799465" imgH="3937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1663" y="2420938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5" name="Object 3"/>
          <p:cNvGraphicFramePr>
            <a:graphicFrameLocks noChangeAspect="1"/>
          </p:cNvGraphicFramePr>
          <p:nvPr/>
        </p:nvGraphicFramePr>
        <p:xfrm>
          <a:off x="2679700" y="25288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241300" imgH="152400" progId="Equation.3">
                  <p:embed/>
                </p:oleObj>
              </mc:Choice>
              <mc:Fallback>
                <p:oleObj name="" r:id="rId3" imgW="241300" imgH="1524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79700" y="25288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6" name="Object 4"/>
          <p:cNvGraphicFramePr>
            <a:graphicFrameLocks noChangeAspect="1"/>
          </p:cNvGraphicFramePr>
          <p:nvPr/>
        </p:nvGraphicFramePr>
        <p:xfrm>
          <a:off x="2973388" y="1435100"/>
          <a:ext cx="381000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5" imgW="381000" imgH="2044700" progId="Equation.3">
                  <p:embed/>
                </p:oleObj>
              </mc:Choice>
              <mc:Fallback>
                <p:oleObj name="" r:id="rId5" imgW="381000" imgH="20447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73388" y="1435100"/>
                        <a:ext cx="381000" cy="231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7" name="Object 5"/>
          <p:cNvGraphicFramePr>
            <a:graphicFrameLocks noChangeAspect="1"/>
          </p:cNvGraphicFramePr>
          <p:nvPr/>
        </p:nvGraphicFramePr>
        <p:xfrm>
          <a:off x="3225800" y="1319213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7" imgW="292100" imgH="368300" progId="Equation.3">
                  <p:embed/>
                </p:oleObj>
              </mc:Choice>
              <mc:Fallback>
                <p:oleObj name="" r:id="rId7" imgW="292100" imgH="3683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25800" y="1319213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8" name="Object 6"/>
          <p:cNvGraphicFramePr>
            <a:graphicFrameLocks noChangeAspect="1"/>
          </p:cNvGraphicFramePr>
          <p:nvPr/>
        </p:nvGraphicFramePr>
        <p:xfrm>
          <a:off x="4824413" y="1319213"/>
          <a:ext cx="88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9" imgW="889000" imgH="368300" progId="Equation.3">
                  <p:embed/>
                </p:oleObj>
              </mc:Choice>
              <mc:Fallback>
                <p:oleObj name="" r:id="rId9" imgW="889000" imgH="3683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24413" y="1319213"/>
                        <a:ext cx="8890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9" name="Object 7"/>
          <p:cNvGraphicFramePr>
            <a:graphicFrameLocks noChangeAspect="1"/>
          </p:cNvGraphicFramePr>
          <p:nvPr/>
        </p:nvGraphicFramePr>
        <p:xfrm>
          <a:off x="3167063" y="1722438"/>
          <a:ext cx="431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1" imgW="431800" imgH="876300" progId="Equation.3">
                  <p:embed/>
                </p:oleObj>
              </mc:Choice>
              <mc:Fallback>
                <p:oleObj name="" r:id="rId11" imgW="431800" imgH="8763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67063" y="1722438"/>
                        <a:ext cx="4318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0" name="Object 8"/>
          <p:cNvGraphicFramePr>
            <a:graphicFrameLocks noChangeAspect="1"/>
          </p:cNvGraphicFramePr>
          <p:nvPr/>
        </p:nvGraphicFramePr>
        <p:xfrm>
          <a:off x="4572000" y="2082800"/>
          <a:ext cx="143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3" imgW="1435100" imgH="368300" progId="Equation.3">
                  <p:embed/>
                </p:oleObj>
              </mc:Choice>
              <mc:Fallback>
                <p:oleObj name="" r:id="rId13" imgW="1435100" imgH="3683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72000" y="2082800"/>
                        <a:ext cx="1435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1" name="Object 9"/>
          <p:cNvGraphicFramePr>
            <a:graphicFrameLocks noChangeAspect="1"/>
          </p:cNvGraphicFramePr>
          <p:nvPr/>
        </p:nvGraphicFramePr>
        <p:xfrm>
          <a:off x="3152775" y="2586038"/>
          <a:ext cx="2095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5" imgW="2095500" imgH="876300" progId="Equation.3">
                  <p:embed/>
                </p:oleObj>
              </mc:Choice>
              <mc:Fallback>
                <p:oleObj name="" r:id="rId15" imgW="2095500" imgH="8763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52775" y="2586038"/>
                        <a:ext cx="20955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2" name="Object 10"/>
          <p:cNvGraphicFramePr>
            <a:graphicFrameLocks noChangeAspect="1"/>
          </p:cNvGraphicFramePr>
          <p:nvPr/>
        </p:nvGraphicFramePr>
        <p:xfrm>
          <a:off x="5837238" y="2895600"/>
          <a:ext cx="143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7" imgW="1435100" imgH="368300" progId="Equation.3">
                  <p:embed/>
                </p:oleObj>
              </mc:Choice>
              <mc:Fallback>
                <p:oleObj name="" r:id="rId17" imgW="1435100" imgH="3683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37238" y="2895600"/>
                        <a:ext cx="1435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3" name="Object 11"/>
          <p:cNvGraphicFramePr>
            <a:graphicFrameLocks noChangeAspect="1"/>
          </p:cNvGraphicFramePr>
          <p:nvPr/>
        </p:nvGraphicFramePr>
        <p:xfrm>
          <a:off x="3240088" y="3536950"/>
          <a:ext cx="266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9" imgW="266700" imgH="368300" progId="Equation.3">
                  <p:embed/>
                </p:oleObj>
              </mc:Choice>
              <mc:Fallback>
                <p:oleObj name="" r:id="rId19" imgW="266700" imgH="3683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40088" y="3536950"/>
                        <a:ext cx="2667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4" name="Object 12"/>
          <p:cNvGraphicFramePr>
            <a:graphicFrameLocks noChangeAspect="1"/>
          </p:cNvGraphicFramePr>
          <p:nvPr/>
        </p:nvGraphicFramePr>
        <p:xfrm>
          <a:off x="4895850" y="3551238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21" imgW="888365" imgH="317500" progId="Equation.3">
                  <p:embed/>
                </p:oleObj>
              </mc:Choice>
              <mc:Fallback>
                <p:oleObj name="" r:id="rId21" imgW="888365" imgH="3175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95850" y="3551238"/>
                        <a:ext cx="889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5" name="Text Box 13"/>
          <p:cNvSpPr txBox="1"/>
          <p:nvPr/>
        </p:nvSpPr>
        <p:spPr>
          <a:xfrm>
            <a:off x="1439863" y="4206875"/>
            <a:ext cx="6000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6446" name="Object 14"/>
          <p:cNvGraphicFramePr>
            <a:graphicFrameLocks noChangeAspect="1"/>
          </p:cNvGraphicFramePr>
          <p:nvPr/>
        </p:nvGraphicFramePr>
        <p:xfrm>
          <a:off x="2195513" y="4076700"/>
          <a:ext cx="208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23" imgW="2082800" imgH="901700" progId="Equation.3">
                  <p:embed/>
                </p:oleObj>
              </mc:Choice>
              <mc:Fallback>
                <p:oleObj name="" r:id="rId23" imgW="2082800" imgH="9017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95513" y="4076700"/>
                        <a:ext cx="20828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7" name="Object 15"/>
          <p:cNvGraphicFramePr>
            <a:graphicFrameLocks noChangeAspect="1"/>
          </p:cNvGraphicFramePr>
          <p:nvPr/>
        </p:nvGraphicFramePr>
        <p:xfrm>
          <a:off x="4305300" y="44513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25" imgW="241300" imgH="152400" progId="Equation.3">
                  <p:embed/>
                </p:oleObj>
              </mc:Choice>
              <mc:Fallback>
                <p:oleObj name="" r:id="rId25" imgW="241300" imgH="1524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305300" y="44513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8" name="Object 16"/>
          <p:cNvGraphicFramePr>
            <a:graphicFrameLocks noChangeAspect="1"/>
          </p:cNvGraphicFramePr>
          <p:nvPr/>
        </p:nvGraphicFramePr>
        <p:xfrm>
          <a:off x="4549775" y="4084638"/>
          <a:ext cx="889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27" imgW="888365" imgH="901065" progId="Equation.3">
                  <p:embed/>
                </p:oleObj>
              </mc:Choice>
              <mc:Fallback>
                <p:oleObj name="" r:id="rId27" imgW="888365" imgH="901065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549775" y="4084638"/>
                        <a:ext cx="8890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9" name="Object 17"/>
          <p:cNvGraphicFramePr>
            <a:graphicFrameLocks noChangeAspect="1"/>
          </p:cNvGraphicFramePr>
          <p:nvPr/>
        </p:nvGraphicFramePr>
        <p:xfrm>
          <a:off x="5449888" y="4352925"/>
          <a:ext cx="99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29" imgW="989965" imgH="393700" progId="Equation.3">
                  <p:embed/>
                </p:oleObj>
              </mc:Choice>
              <mc:Fallback>
                <p:oleObj name="" r:id="rId29" imgW="989965" imgH="3937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449888" y="4352925"/>
                        <a:ext cx="9906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0" name="Object 18"/>
          <p:cNvGraphicFramePr>
            <a:graphicFrameLocks noChangeAspect="1"/>
          </p:cNvGraphicFramePr>
          <p:nvPr/>
        </p:nvGraphicFramePr>
        <p:xfrm>
          <a:off x="6500813" y="44434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31" imgW="241300" imgH="152400" progId="Equation.3">
                  <p:embed/>
                </p:oleObj>
              </mc:Choice>
              <mc:Fallback>
                <p:oleObj name="" r:id="rId31" imgW="241300" imgH="1524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500813" y="44434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1" name="Object 19"/>
          <p:cNvGraphicFramePr>
            <a:graphicFrameLocks noChangeAspect="1"/>
          </p:cNvGraphicFramePr>
          <p:nvPr/>
        </p:nvGraphicFramePr>
        <p:xfrm>
          <a:off x="6732588" y="4098925"/>
          <a:ext cx="520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33" imgW="520700" imgH="838200" progId="Equation.3">
                  <p:embed/>
                </p:oleObj>
              </mc:Choice>
              <mc:Fallback>
                <p:oleObj name="" r:id="rId33" imgW="520700" imgH="8382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732588" y="4098925"/>
                        <a:ext cx="5207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Text Box 20"/>
          <p:cNvSpPr txBox="1"/>
          <p:nvPr/>
        </p:nvSpPr>
        <p:spPr>
          <a:xfrm>
            <a:off x="1476375" y="7620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4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4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4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4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4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14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14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14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Box 4"/>
          <p:cNvSpPr txBox="1"/>
          <p:nvPr/>
        </p:nvSpPr>
        <p:spPr>
          <a:xfrm>
            <a:off x="714375" y="1768475"/>
            <a:ext cx="7358063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随机变量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的分布函数为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求常数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;</a:t>
            </a:r>
            <a:r>
              <a:rPr lang="zh-CN" altLang="en-US" b="1" dirty="0">
                <a:latin typeface="Times New Roman" panose="02020603050405020304" pitchFamily="18" charset="0"/>
              </a:rPr>
              <a:t> 求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其概率密度函数；求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&lt;1).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363" name="Object 4"/>
          <p:cNvGraphicFramePr>
            <a:graphicFrameLocks noChangeAspect="1"/>
          </p:cNvGraphicFramePr>
          <p:nvPr/>
        </p:nvGraphicFramePr>
        <p:xfrm>
          <a:off x="3048000" y="2268538"/>
          <a:ext cx="305117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" imgW="1790700" imgH="609600" progId="Equation.DSMT4">
                  <p:embed/>
                </p:oleObj>
              </mc:Choice>
              <mc:Fallback>
                <p:oleObj name="" r:id="rId1" imgW="1790700" imgH="6096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2268538"/>
                        <a:ext cx="3051175" cy="1039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文本框 3"/>
          <p:cNvSpPr txBox="1"/>
          <p:nvPr/>
        </p:nvSpPr>
        <p:spPr>
          <a:xfrm>
            <a:off x="611188" y="769938"/>
            <a:ext cx="512762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课堂练习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/>
          <p:nvPr/>
        </p:nvSpPr>
        <p:spPr>
          <a:xfrm>
            <a:off x="633413" y="657225"/>
            <a:ext cx="9296400" cy="6715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lang="zh-CN" altLang="en-US" sz="3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二、常见连续型随机变量及其概率分布</a:t>
            </a:r>
            <a:endParaRPr lang="zh-CN" altLang="en-US" sz="3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1555" name="Text Box 3"/>
          <p:cNvSpPr txBox="1"/>
          <p:nvPr/>
        </p:nvSpPr>
        <p:spPr>
          <a:xfrm>
            <a:off x="693738" y="1379538"/>
            <a:ext cx="4249737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均匀分布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51556" name="Object 4"/>
          <p:cNvGraphicFramePr>
            <a:graphicFrameLocks noChangeAspect="1"/>
          </p:cNvGraphicFramePr>
          <p:nvPr/>
        </p:nvGraphicFramePr>
        <p:xfrm>
          <a:off x="3203575" y="1484313"/>
          <a:ext cx="56276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" imgW="5334000" imgH="406400" progId="Equation.3">
                  <p:embed/>
                </p:oleObj>
              </mc:Choice>
              <mc:Fallback>
                <p:oleObj name="" r:id="rId1" imgW="5334000" imgH="4064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3575" y="1484313"/>
                        <a:ext cx="5627688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7" name="Object 5"/>
          <p:cNvGraphicFramePr>
            <a:graphicFrameLocks noChangeAspect="1"/>
          </p:cNvGraphicFramePr>
          <p:nvPr/>
        </p:nvGraphicFramePr>
        <p:xfrm>
          <a:off x="2365375" y="2819400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3" imgW="774065" imgH="393700" progId="Equation.3">
                  <p:embed/>
                </p:oleObj>
              </mc:Choice>
              <mc:Fallback>
                <p:oleObj name="" r:id="rId3" imgW="774065" imgH="3937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5375" y="2819400"/>
                        <a:ext cx="774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8" name="Object 6"/>
          <p:cNvGraphicFramePr>
            <a:graphicFrameLocks noChangeAspect="1"/>
          </p:cNvGraphicFramePr>
          <p:nvPr/>
        </p:nvGraphicFramePr>
        <p:xfrm>
          <a:off x="3208338" y="29273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8338" y="29273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9" name="Object 7"/>
          <p:cNvGraphicFramePr>
            <a:graphicFrameLocks noChangeAspect="1"/>
          </p:cNvGraphicFramePr>
          <p:nvPr/>
        </p:nvGraphicFramePr>
        <p:xfrm>
          <a:off x="3506788" y="2398713"/>
          <a:ext cx="381000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7" imgW="381000" imgH="977900" progId="Equation.3">
                  <p:embed/>
                </p:oleObj>
              </mc:Choice>
              <mc:Fallback>
                <p:oleObj name="" r:id="rId7" imgW="381000" imgH="9779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6788" y="2398713"/>
                        <a:ext cx="381000" cy="1246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0" name="Object 8"/>
          <p:cNvGraphicFramePr>
            <a:graphicFrameLocks noChangeAspect="1"/>
          </p:cNvGraphicFramePr>
          <p:nvPr/>
        </p:nvGraphicFramePr>
        <p:xfrm>
          <a:off x="3795713" y="2060575"/>
          <a:ext cx="889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9" imgW="889000" imgH="838200" progId="Equation.3">
                  <p:embed/>
                </p:oleObj>
              </mc:Choice>
              <mc:Fallback>
                <p:oleObj name="" r:id="rId9" imgW="889000" imgH="8382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95713" y="2060575"/>
                        <a:ext cx="8890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1" name="Object 9"/>
          <p:cNvGraphicFramePr>
            <a:graphicFrameLocks noChangeAspect="1"/>
          </p:cNvGraphicFramePr>
          <p:nvPr/>
        </p:nvGraphicFramePr>
        <p:xfrm>
          <a:off x="5307013" y="2457450"/>
          <a:ext cx="1460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11" imgW="1460500" imgH="368300" progId="Equation.3">
                  <p:embed/>
                </p:oleObj>
              </mc:Choice>
              <mc:Fallback>
                <p:oleObj name="" r:id="rId11" imgW="1460500" imgH="3683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07013" y="2457450"/>
                        <a:ext cx="14605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2" name="Object 10"/>
          <p:cNvGraphicFramePr>
            <a:graphicFrameLocks noChangeAspect="1"/>
          </p:cNvGraphicFramePr>
          <p:nvPr/>
        </p:nvGraphicFramePr>
        <p:xfrm>
          <a:off x="3827463" y="339407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13" imgW="292100" imgH="368300" progId="Equation.3">
                  <p:embed/>
                </p:oleObj>
              </mc:Choice>
              <mc:Fallback>
                <p:oleObj name="" r:id="rId13" imgW="292100" imgH="3683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27463" y="3394075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3" name="Text Box 11"/>
          <p:cNvSpPr txBox="1"/>
          <p:nvPr/>
        </p:nvSpPr>
        <p:spPr>
          <a:xfrm>
            <a:off x="5530850" y="3263900"/>
            <a:ext cx="987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其他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1564" name="Text Box 12"/>
          <p:cNvSpPr txBox="1"/>
          <p:nvPr/>
        </p:nvSpPr>
        <p:spPr>
          <a:xfrm>
            <a:off x="7485063" y="2673350"/>
            <a:ext cx="866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(4.5)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1565" name="Object 13"/>
          <p:cNvGraphicFramePr>
            <a:graphicFrameLocks noChangeAspect="1"/>
          </p:cNvGraphicFramePr>
          <p:nvPr/>
        </p:nvGraphicFramePr>
        <p:xfrm>
          <a:off x="887413" y="3919538"/>
          <a:ext cx="48863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15" imgW="4673600" imgH="444500" progId="Equation.3">
                  <p:embed/>
                </p:oleObj>
              </mc:Choice>
              <mc:Fallback>
                <p:oleObj name="" r:id="rId15" imgW="4673600" imgH="4445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87413" y="3919538"/>
                        <a:ext cx="488632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6" name="Object 14"/>
          <p:cNvGraphicFramePr>
            <a:graphicFrameLocks noChangeAspect="1"/>
          </p:cNvGraphicFramePr>
          <p:nvPr/>
        </p:nvGraphicFramePr>
        <p:xfrm>
          <a:off x="5861050" y="3933825"/>
          <a:ext cx="2606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7" imgW="2514600" imgH="431800" progId="Equation.3">
                  <p:embed/>
                </p:oleObj>
              </mc:Choice>
              <mc:Fallback>
                <p:oleObj name="" r:id="rId17" imgW="2514600" imgH="4318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61050" y="3933825"/>
                        <a:ext cx="26066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8" name="Text Box 16"/>
          <p:cNvSpPr txBox="1"/>
          <p:nvPr/>
        </p:nvSpPr>
        <p:spPr>
          <a:xfrm>
            <a:off x="827088" y="4652963"/>
            <a:ext cx="31670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概率密度函数图形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51569" name="Group 17"/>
          <p:cNvGrpSpPr/>
          <p:nvPr/>
        </p:nvGrpSpPr>
        <p:grpSpPr>
          <a:xfrm>
            <a:off x="4468813" y="4581525"/>
            <a:ext cx="2767012" cy="1568450"/>
            <a:chOff x="1911" y="895"/>
            <a:chExt cx="1743" cy="988"/>
          </a:xfrm>
        </p:grpSpPr>
        <p:graphicFrame>
          <p:nvGraphicFramePr>
            <p:cNvPr id="16401" name="Object 18"/>
            <p:cNvGraphicFramePr>
              <a:graphicFrameLocks noChangeAspect="1"/>
            </p:cNvGraphicFramePr>
            <p:nvPr/>
          </p:nvGraphicFramePr>
          <p:xfrm>
            <a:off x="3495" y="1723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19" imgW="254000" imgH="241300" progId="Equation.3">
                    <p:embed/>
                  </p:oleObj>
                </mc:Choice>
                <mc:Fallback>
                  <p:oleObj name="" r:id="rId19" imgW="254000" imgH="241300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95" y="1723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2" name="Line 19"/>
            <p:cNvSpPr/>
            <p:nvPr/>
          </p:nvSpPr>
          <p:spPr>
            <a:xfrm>
              <a:off x="1911" y="1627"/>
              <a:ext cx="17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lg" len="med"/>
            </a:ln>
          </p:spPr>
        </p:sp>
        <p:sp>
          <p:nvSpPr>
            <p:cNvPr id="16403" name="Line 20"/>
            <p:cNvSpPr/>
            <p:nvPr/>
          </p:nvSpPr>
          <p:spPr>
            <a:xfrm flipV="1">
              <a:off x="2727" y="913"/>
              <a:ext cx="0" cy="9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lg" len="med"/>
            </a:ln>
          </p:spPr>
        </p:sp>
        <p:graphicFrame>
          <p:nvGraphicFramePr>
            <p:cNvPr id="16404" name="Object 21"/>
            <p:cNvGraphicFramePr>
              <a:graphicFrameLocks noChangeAspect="1"/>
            </p:cNvGraphicFramePr>
            <p:nvPr/>
          </p:nvGraphicFramePr>
          <p:xfrm>
            <a:off x="2535" y="1627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21" imgW="228600" imgH="254000" progId="Equation.3">
                    <p:embed/>
                  </p:oleObj>
                </mc:Choice>
                <mc:Fallback>
                  <p:oleObj name="" r:id="rId21" imgW="228600" imgH="25400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535" y="1627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5" name="Object 22"/>
            <p:cNvGraphicFramePr>
              <a:graphicFrameLocks noChangeAspect="1"/>
            </p:cNvGraphicFramePr>
            <p:nvPr/>
          </p:nvGraphicFramePr>
          <p:xfrm>
            <a:off x="2727" y="895"/>
            <a:ext cx="432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23" imgW="774065" imgH="393700" progId="Equation.3">
                    <p:embed/>
                  </p:oleObj>
                </mc:Choice>
                <mc:Fallback>
                  <p:oleObj name="" r:id="rId23" imgW="774065" imgH="3937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727" y="895"/>
                          <a:ext cx="432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6" name="Line 23"/>
            <p:cNvSpPr/>
            <p:nvPr/>
          </p:nvSpPr>
          <p:spPr>
            <a:xfrm>
              <a:off x="2151" y="1291"/>
              <a:ext cx="100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6407" name="Object 24"/>
            <p:cNvGraphicFramePr>
              <a:graphicFrameLocks noChangeAspect="1"/>
            </p:cNvGraphicFramePr>
            <p:nvPr/>
          </p:nvGraphicFramePr>
          <p:xfrm>
            <a:off x="2055" y="1531"/>
            <a:ext cx="143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25" imgW="228600" imgH="546100" progId="Equation.3">
                    <p:embed/>
                  </p:oleObj>
                </mc:Choice>
                <mc:Fallback>
                  <p:oleObj name="" r:id="rId25" imgW="228600" imgH="546100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055" y="1531"/>
                          <a:ext cx="143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8" name="Object 25"/>
            <p:cNvGraphicFramePr>
              <a:graphicFrameLocks noChangeAspect="1"/>
            </p:cNvGraphicFramePr>
            <p:nvPr/>
          </p:nvGraphicFramePr>
          <p:xfrm>
            <a:off x="3063" y="1531"/>
            <a:ext cx="139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27" imgW="215900" imgH="545465" progId="Equation.3">
                    <p:embed/>
                  </p:oleObj>
                </mc:Choice>
                <mc:Fallback>
                  <p:oleObj name="" r:id="rId27" imgW="215900" imgH="545465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063" y="1531"/>
                          <a:ext cx="139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5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5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5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15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5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/>
      <p:bldP spid="151563" grpId="0"/>
      <p:bldP spid="151564" grpId="0"/>
      <p:bldP spid="1515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/>
          <p:nvPr/>
        </p:nvSpPr>
        <p:spPr>
          <a:xfrm>
            <a:off x="914400" y="762000"/>
            <a:ext cx="26844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均匀分布的意义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73059" name="Object 3"/>
          <p:cNvGraphicFramePr>
            <a:graphicFrameLocks noChangeAspect="1"/>
          </p:cNvGraphicFramePr>
          <p:nvPr/>
        </p:nvGraphicFramePr>
        <p:xfrm>
          <a:off x="1682750" y="1524000"/>
          <a:ext cx="664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" imgW="6642100" imgH="444500" progId="Equation.3">
                  <p:embed/>
                </p:oleObj>
              </mc:Choice>
              <mc:Fallback>
                <p:oleObj name="" r:id="rId1" imgW="6642100" imgH="4445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82750" y="1524000"/>
                        <a:ext cx="66421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0" name="Object 4"/>
          <p:cNvGraphicFramePr>
            <a:graphicFrameLocks noChangeAspect="1"/>
          </p:cNvGraphicFramePr>
          <p:nvPr/>
        </p:nvGraphicFramePr>
        <p:xfrm>
          <a:off x="939800" y="2051050"/>
          <a:ext cx="7226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3" imgW="7226300" imgH="990600" progId="Equation.3">
                  <p:embed/>
                </p:oleObj>
              </mc:Choice>
              <mc:Fallback>
                <p:oleObj name="" r:id="rId3" imgW="7226300" imgH="9906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9800" y="2051050"/>
                        <a:ext cx="72263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3061" name="Group 5"/>
          <p:cNvGrpSpPr/>
          <p:nvPr/>
        </p:nvGrpSpPr>
        <p:grpSpPr>
          <a:xfrm>
            <a:off x="3014663" y="2924175"/>
            <a:ext cx="3429000" cy="2514600"/>
            <a:chOff x="1776" y="2016"/>
            <a:chExt cx="2160" cy="1584"/>
          </a:xfrm>
        </p:grpSpPr>
        <p:grpSp>
          <p:nvGrpSpPr>
            <p:cNvPr id="17425" name="Group 6"/>
            <p:cNvGrpSpPr/>
            <p:nvPr/>
          </p:nvGrpSpPr>
          <p:grpSpPr>
            <a:xfrm>
              <a:off x="1776" y="2016"/>
              <a:ext cx="2160" cy="1584"/>
              <a:chOff x="1104" y="2688"/>
              <a:chExt cx="2160" cy="1344"/>
            </a:xfrm>
          </p:grpSpPr>
          <p:sp>
            <p:nvSpPr>
              <p:cNvPr id="17430" name="Line 7"/>
              <p:cNvSpPr/>
              <p:nvPr/>
            </p:nvSpPr>
            <p:spPr>
              <a:xfrm>
                <a:off x="1104" y="3696"/>
                <a:ext cx="216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lg" len="med"/>
              </a:ln>
            </p:spPr>
          </p:sp>
          <p:sp>
            <p:nvSpPr>
              <p:cNvPr id="17431" name="Line 8"/>
              <p:cNvSpPr/>
              <p:nvPr/>
            </p:nvSpPr>
            <p:spPr>
              <a:xfrm flipV="1">
                <a:off x="1920" y="2688"/>
                <a:ext cx="0" cy="13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lg" len="med"/>
              </a:ln>
            </p:spPr>
          </p:sp>
        </p:grpSp>
        <p:grpSp>
          <p:nvGrpSpPr>
            <p:cNvPr id="17426" name="Group 9"/>
            <p:cNvGrpSpPr/>
            <p:nvPr/>
          </p:nvGrpSpPr>
          <p:grpSpPr>
            <a:xfrm>
              <a:off x="2448" y="2023"/>
              <a:ext cx="1488" cy="1400"/>
              <a:chOff x="2448" y="2023"/>
              <a:chExt cx="1488" cy="1400"/>
            </a:xfrm>
          </p:grpSpPr>
          <p:graphicFrame>
            <p:nvGraphicFramePr>
              <p:cNvPr id="17427" name="Object 10"/>
              <p:cNvGraphicFramePr>
                <a:graphicFrameLocks noChangeAspect="1"/>
              </p:cNvGraphicFramePr>
              <p:nvPr/>
            </p:nvGraphicFramePr>
            <p:xfrm>
              <a:off x="3772" y="3274"/>
              <a:ext cx="164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6" name="" r:id="rId5" imgW="266700" imgH="254000" progId="Equation.3">
                      <p:embed/>
                    </p:oleObj>
                  </mc:Choice>
                  <mc:Fallback>
                    <p:oleObj name="" r:id="rId5" imgW="266700" imgH="254000" progId="Equation.3">
                      <p:embed/>
                      <p:pic>
                        <p:nvPicPr>
                          <p:cNvPr id="0" name="图片 319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772" y="3274"/>
                            <a:ext cx="164" cy="1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8" name="Object 11"/>
              <p:cNvGraphicFramePr>
                <a:graphicFrameLocks noChangeAspect="1"/>
              </p:cNvGraphicFramePr>
              <p:nvPr/>
            </p:nvGraphicFramePr>
            <p:xfrm>
              <a:off x="2448" y="3229"/>
              <a:ext cx="142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3" name="" r:id="rId7" imgW="228600" imgH="254000" progId="Equation.3">
                      <p:embed/>
                    </p:oleObj>
                  </mc:Choice>
                  <mc:Fallback>
                    <p:oleObj name="" r:id="rId7" imgW="228600" imgH="254000" progId="Equation.3">
                      <p:embed/>
                      <p:pic>
                        <p:nvPicPr>
                          <p:cNvPr id="0" name="图片 3192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448" y="3229"/>
                            <a:ext cx="142" cy="1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9" name="Object 12"/>
              <p:cNvGraphicFramePr>
                <a:graphicFrameLocks noChangeAspect="1"/>
              </p:cNvGraphicFramePr>
              <p:nvPr/>
            </p:nvGraphicFramePr>
            <p:xfrm>
              <a:off x="2637" y="2023"/>
              <a:ext cx="481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2" name="" r:id="rId9" imgW="774065" imgH="393700" progId="Equation.3">
                      <p:embed/>
                    </p:oleObj>
                  </mc:Choice>
                  <mc:Fallback>
                    <p:oleObj name="" r:id="rId9" imgW="774065" imgH="393700" progId="Equation.3">
                      <p:embed/>
                      <p:pic>
                        <p:nvPicPr>
                          <p:cNvPr id="0" name="图片 3201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637" y="2023"/>
                            <a:ext cx="481" cy="23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73069" name="Object 13"/>
          <p:cNvGraphicFramePr>
            <a:graphicFrameLocks noChangeAspect="1"/>
          </p:cNvGraphicFramePr>
          <p:nvPr/>
        </p:nvGraphicFramePr>
        <p:xfrm>
          <a:off x="3319463" y="4676775"/>
          <a:ext cx="2270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1" imgW="228600" imgH="546100" progId="Equation.3">
                  <p:embed/>
                </p:oleObj>
              </mc:Choice>
              <mc:Fallback>
                <p:oleObj name="" r:id="rId11" imgW="228600" imgH="5461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19463" y="4676775"/>
                        <a:ext cx="227012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0" name="Object 14"/>
          <p:cNvGraphicFramePr>
            <a:graphicFrameLocks noChangeAspect="1"/>
          </p:cNvGraphicFramePr>
          <p:nvPr/>
        </p:nvGraphicFramePr>
        <p:xfrm>
          <a:off x="5605463" y="4676775"/>
          <a:ext cx="215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13" imgW="215900" imgH="545465" progId="Equation.3">
                  <p:embed/>
                </p:oleObj>
              </mc:Choice>
              <mc:Fallback>
                <p:oleObj name="" r:id="rId13" imgW="215900" imgH="545465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05463" y="4676775"/>
                        <a:ext cx="2159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71" name="Line 15"/>
          <p:cNvSpPr/>
          <p:nvPr/>
        </p:nvSpPr>
        <p:spPr>
          <a:xfrm>
            <a:off x="3319463" y="4143375"/>
            <a:ext cx="2438400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73072" name="Object 16"/>
          <p:cNvGraphicFramePr>
            <a:graphicFrameLocks noChangeAspect="1"/>
          </p:cNvGraphicFramePr>
          <p:nvPr/>
        </p:nvGraphicFramePr>
        <p:xfrm>
          <a:off x="4572000" y="4114800"/>
          <a:ext cx="5969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5" imgW="761365" imgH="837565" progId="Equation.3">
                  <p:embed/>
                </p:oleObj>
              </mc:Choice>
              <mc:Fallback>
                <p:oleObj name="" r:id="rId15" imgW="761365" imgH="837565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72000" y="4114800"/>
                        <a:ext cx="596900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73" name="Line 17"/>
          <p:cNvSpPr/>
          <p:nvPr/>
        </p:nvSpPr>
        <p:spPr>
          <a:xfrm>
            <a:off x="3700463" y="4143375"/>
            <a:ext cx="8382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73074" name="Object 18"/>
          <p:cNvGraphicFramePr>
            <a:graphicFrameLocks noChangeAspect="1"/>
          </p:cNvGraphicFramePr>
          <p:nvPr/>
        </p:nvGraphicFramePr>
        <p:xfrm>
          <a:off x="3700463" y="3867150"/>
          <a:ext cx="8382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17" imgW="1181100" imgH="914400" progId="Equation.3">
                  <p:embed/>
                </p:oleObj>
              </mc:Choice>
              <mc:Fallback>
                <p:oleObj name="" r:id="rId17" imgW="1181100" imgH="9144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00463" y="3867150"/>
                        <a:ext cx="838200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5" name="Object 19"/>
          <p:cNvGraphicFramePr>
            <a:graphicFrameLocks noChangeAspect="1"/>
          </p:cNvGraphicFramePr>
          <p:nvPr/>
        </p:nvGraphicFramePr>
        <p:xfrm>
          <a:off x="1560513" y="3533775"/>
          <a:ext cx="137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9" imgW="1371600" imgH="838200" progId="Equation.3">
                  <p:embed/>
                </p:oleObj>
              </mc:Choice>
              <mc:Fallback>
                <p:oleObj name="" r:id="rId19" imgW="1371600" imgH="8382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60513" y="3533775"/>
                        <a:ext cx="13716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76" name="Line 20"/>
          <p:cNvSpPr/>
          <p:nvPr/>
        </p:nvSpPr>
        <p:spPr>
          <a:xfrm>
            <a:off x="4157663" y="4143375"/>
            <a:ext cx="762000" cy="0"/>
          </a:xfrm>
          <a:prstGeom prst="line">
            <a:avLst/>
          </a:prstGeom>
          <a:ln w="38100" cap="flat" cmpd="sng">
            <a:solidFill>
              <a:srgbClr val="CC00FF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73077" name="Object 21"/>
          <p:cNvGraphicFramePr>
            <a:graphicFrameLocks noChangeAspect="1"/>
          </p:cNvGraphicFramePr>
          <p:nvPr/>
        </p:nvGraphicFramePr>
        <p:xfrm>
          <a:off x="4157663" y="3717925"/>
          <a:ext cx="7620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21" imgW="1181100" imgH="914400" progId="Equation.3">
                  <p:embed/>
                </p:oleObj>
              </mc:Choice>
              <mc:Fallback>
                <p:oleObj name="" r:id="rId21" imgW="1181100" imgH="9144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57663" y="3717925"/>
                        <a:ext cx="762000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78" name="Line 22"/>
          <p:cNvSpPr/>
          <p:nvPr/>
        </p:nvSpPr>
        <p:spPr>
          <a:xfrm flipH="1" flipV="1">
            <a:off x="2938463" y="4219575"/>
            <a:ext cx="914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  <p:sp>
        <p:nvSpPr>
          <p:cNvPr id="173079" name="Line 23"/>
          <p:cNvSpPr/>
          <p:nvPr/>
        </p:nvSpPr>
        <p:spPr>
          <a:xfrm flipH="1">
            <a:off x="2938463" y="3990975"/>
            <a:ext cx="1295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lg" len="med"/>
          </a:ln>
        </p:spPr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7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7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900113" y="1687513"/>
          <a:ext cx="3962400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" imgW="4013200" imgH="1968500" progId="Equation.3">
                  <p:embed/>
                </p:oleObj>
              </mc:Choice>
              <mc:Fallback>
                <p:oleObj name="" r:id="rId1" imgW="4013200" imgH="19685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1687513"/>
                        <a:ext cx="3962400" cy="202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3"/>
          <p:cNvSpPr/>
          <p:nvPr/>
        </p:nvSpPr>
        <p:spPr>
          <a:xfrm>
            <a:off x="914400" y="762000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分布函数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74084" name="Group 4"/>
          <p:cNvGrpSpPr/>
          <p:nvPr/>
        </p:nvGrpSpPr>
        <p:grpSpPr>
          <a:xfrm>
            <a:off x="4857750" y="1581150"/>
            <a:ext cx="3429000" cy="2438400"/>
            <a:chOff x="1872" y="2304"/>
            <a:chExt cx="2160" cy="1536"/>
          </a:xfrm>
        </p:grpSpPr>
        <p:grpSp>
          <p:nvGrpSpPr>
            <p:cNvPr id="18444" name="Group 5"/>
            <p:cNvGrpSpPr/>
            <p:nvPr/>
          </p:nvGrpSpPr>
          <p:grpSpPr>
            <a:xfrm>
              <a:off x="1872" y="2304"/>
              <a:ext cx="2160" cy="1536"/>
              <a:chOff x="1104" y="2688"/>
              <a:chExt cx="2160" cy="1344"/>
            </a:xfrm>
          </p:grpSpPr>
          <p:sp>
            <p:nvSpPr>
              <p:cNvPr id="18448" name="Line 6"/>
              <p:cNvSpPr/>
              <p:nvPr/>
            </p:nvSpPr>
            <p:spPr>
              <a:xfrm>
                <a:off x="1104" y="3696"/>
                <a:ext cx="216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lg" len="med"/>
              </a:ln>
            </p:spPr>
          </p:sp>
          <p:sp>
            <p:nvSpPr>
              <p:cNvPr id="18449" name="Line 7"/>
              <p:cNvSpPr/>
              <p:nvPr/>
            </p:nvSpPr>
            <p:spPr>
              <a:xfrm flipV="1">
                <a:off x="1920" y="2688"/>
                <a:ext cx="0" cy="13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lg" len="med"/>
              </a:ln>
            </p:spPr>
          </p:sp>
        </p:grpSp>
        <p:graphicFrame>
          <p:nvGraphicFramePr>
            <p:cNvPr id="18445" name="Object 8"/>
            <p:cNvGraphicFramePr>
              <a:graphicFrameLocks noChangeAspect="1"/>
            </p:cNvGraphicFramePr>
            <p:nvPr/>
          </p:nvGraphicFramePr>
          <p:xfrm>
            <a:off x="3844" y="3556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" name="" r:id="rId3" imgW="254000" imgH="241300" progId="Equation.3">
                    <p:embed/>
                  </p:oleObj>
                </mc:Choice>
                <mc:Fallback>
                  <p:oleObj name="" r:id="rId3" imgW="254000" imgH="241300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44" y="3556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6" name="Object 9"/>
            <p:cNvGraphicFramePr>
              <a:graphicFrameLocks noChangeAspect="1"/>
            </p:cNvGraphicFramePr>
            <p:nvPr/>
          </p:nvGraphicFramePr>
          <p:xfrm>
            <a:off x="2496" y="3504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" name="" r:id="rId5" imgW="228600" imgH="254000" progId="Equation.3">
                    <p:embed/>
                  </p:oleObj>
                </mc:Choice>
                <mc:Fallback>
                  <p:oleObj name="" r:id="rId5" imgW="228600" imgH="254000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96" y="3504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7" name="Object 10"/>
            <p:cNvGraphicFramePr>
              <a:graphicFrameLocks noChangeAspect="1"/>
            </p:cNvGraphicFramePr>
            <p:nvPr/>
          </p:nvGraphicFramePr>
          <p:xfrm>
            <a:off x="2732" y="2308"/>
            <a:ext cx="50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5" name="" r:id="rId7" imgW="799465" imgH="393700" progId="Equation.3">
                    <p:embed/>
                  </p:oleObj>
                </mc:Choice>
                <mc:Fallback>
                  <p:oleObj name="" r:id="rId7" imgW="799465" imgH="39370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32" y="2308"/>
                          <a:ext cx="504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091" name="Line 11"/>
          <p:cNvSpPr/>
          <p:nvPr/>
        </p:nvSpPr>
        <p:spPr>
          <a:xfrm>
            <a:off x="7067550" y="2343150"/>
            <a:ext cx="1143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092" name="Line 12"/>
          <p:cNvSpPr/>
          <p:nvPr/>
        </p:nvSpPr>
        <p:spPr>
          <a:xfrm flipH="1">
            <a:off x="5467350" y="2343150"/>
            <a:ext cx="1600200" cy="1066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74093" name="Object 13"/>
          <p:cNvGraphicFramePr>
            <a:graphicFrameLocks noChangeAspect="1"/>
          </p:cNvGraphicFramePr>
          <p:nvPr/>
        </p:nvGraphicFramePr>
        <p:xfrm>
          <a:off x="5391150" y="3257550"/>
          <a:ext cx="2270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9" imgW="228600" imgH="546100" progId="Equation.3">
                  <p:embed/>
                </p:oleObj>
              </mc:Choice>
              <mc:Fallback>
                <p:oleObj name="" r:id="rId9" imgW="228600" imgH="5461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91150" y="3257550"/>
                        <a:ext cx="227013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4" name="Object 14"/>
          <p:cNvGraphicFramePr>
            <a:graphicFrameLocks noChangeAspect="1"/>
          </p:cNvGraphicFramePr>
          <p:nvPr/>
        </p:nvGraphicFramePr>
        <p:xfrm>
          <a:off x="6915150" y="3257550"/>
          <a:ext cx="215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1" imgW="215900" imgH="545465" progId="Equation.3">
                  <p:embed/>
                </p:oleObj>
              </mc:Choice>
              <mc:Fallback>
                <p:oleObj name="" r:id="rId11" imgW="215900" imgH="545465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15150" y="3257550"/>
                        <a:ext cx="2159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5" name="Object 15"/>
          <p:cNvGraphicFramePr>
            <a:graphicFrameLocks noChangeAspect="1"/>
          </p:cNvGraphicFramePr>
          <p:nvPr/>
        </p:nvGraphicFramePr>
        <p:xfrm>
          <a:off x="5880100" y="2190750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13" imgW="393065" imgH="304800" progId="Equation.3">
                  <p:embed/>
                </p:oleObj>
              </mc:Choice>
              <mc:Fallback>
                <p:oleObj name="" r:id="rId13" imgW="393065" imgH="3048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80100" y="2190750"/>
                        <a:ext cx="3937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96" name="Line 16"/>
          <p:cNvSpPr/>
          <p:nvPr/>
        </p:nvSpPr>
        <p:spPr>
          <a:xfrm>
            <a:off x="6153150" y="2343150"/>
            <a:ext cx="1066800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7" name="Line 11"/>
          <p:cNvSpPr/>
          <p:nvPr/>
        </p:nvSpPr>
        <p:spPr>
          <a:xfrm>
            <a:off x="4324350" y="3409950"/>
            <a:ext cx="1143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/>
          <p:nvPr/>
        </p:nvSpPr>
        <p:spPr>
          <a:xfrm>
            <a:off x="1447800" y="684213"/>
            <a:ext cx="11080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1731" name="Object 3"/>
          <p:cNvGraphicFramePr>
            <a:graphicFrameLocks noChangeAspect="1"/>
          </p:cNvGraphicFramePr>
          <p:nvPr/>
        </p:nvGraphicFramePr>
        <p:xfrm>
          <a:off x="2295525" y="781050"/>
          <a:ext cx="46577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1" imgW="4419600" imgH="444500" progId="Equation.3">
                  <p:embed/>
                </p:oleObj>
              </mc:Choice>
              <mc:Fallback>
                <p:oleObj name="" r:id="rId1" imgW="4419600" imgH="4445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95525" y="781050"/>
                        <a:ext cx="465772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2" name="Text Box 4"/>
          <p:cNvSpPr txBox="1"/>
          <p:nvPr/>
        </p:nvSpPr>
        <p:spPr>
          <a:xfrm>
            <a:off x="7062788" y="679450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均匀分布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1733" name="Object 5"/>
          <p:cNvGraphicFramePr>
            <a:graphicFrameLocks noChangeAspect="1"/>
          </p:cNvGraphicFramePr>
          <p:nvPr/>
        </p:nvGraphicFramePr>
        <p:xfrm>
          <a:off x="885825" y="1390650"/>
          <a:ext cx="27146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3" imgW="2641600" imgH="406400" progId="Equation.3">
                  <p:embed/>
                </p:oleObj>
              </mc:Choice>
              <mc:Fallback>
                <p:oleObj name="" r:id="rId3" imgW="2641600" imgH="4064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5825" y="1390650"/>
                        <a:ext cx="2714625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4" name="Object 6"/>
          <p:cNvGraphicFramePr>
            <a:graphicFrameLocks noChangeAspect="1"/>
          </p:cNvGraphicFramePr>
          <p:nvPr/>
        </p:nvGraphicFramePr>
        <p:xfrm>
          <a:off x="3702050" y="1390650"/>
          <a:ext cx="49164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5" imgW="4699000" imgH="444500" progId="Equation.3">
                  <p:embed/>
                </p:oleObj>
              </mc:Choice>
              <mc:Fallback>
                <p:oleObj name="" r:id="rId5" imgW="4699000" imgH="4445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2050" y="1390650"/>
                        <a:ext cx="4916488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5" name="Object 7"/>
          <p:cNvGraphicFramePr>
            <a:graphicFrameLocks noChangeAspect="1"/>
          </p:cNvGraphicFramePr>
          <p:nvPr/>
        </p:nvGraphicFramePr>
        <p:xfrm>
          <a:off x="935038" y="1966913"/>
          <a:ext cx="26304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7" imgW="2451100" imgH="406400" progId="Equation.3">
                  <p:embed/>
                </p:oleObj>
              </mc:Choice>
              <mc:Fallback>
                <p:oleObj name="" r:id="rId7" imgW="2451100" imgH="4064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5038" y="1966913"/>
                        <a:ext cx="2630487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6" name="Text Box 8"/>
          <p:cNvSpPr txBox="1"/>
          <p:nvPr/>
        </p:nvSpPr>
        <p:spPr>
          <a:xfrm>
            <a:off x="1476375" y="2535238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1737" name="Text Box 9"/>
          <p:cNvSpPr txBox="1"/>
          <p:nvPr/>
        </p:nvSpPr>
        <p:spPr>
          <a:xfrm>
            <a:off x="2087563" y="2565400"/>
            <a:ext cx="13446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按题意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1738" name="Object 10"/>
          <p:cNvGraphicFramePr>
            <a:graphicFrameLocks noChangeAspect="1"/>
          </p:cNvGraphicFramePr>
          <p:nvPr/>
        </p:nvGraphicFramePr>
        <p:xfrm>
          <a:off x="3455988" y="2622550"/>
          <a:ext cx="25558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9" imgW="2425700" imgH="444500" progId="Equation.3">
                  <p:embed/>
                </p:oleObj>
              </mc:Choice>
              <mc:Fallback>
                <p:oleObj name="" r:id="rId9" imgW="2425700" imgH="4445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55988" y="2622550"/>
                        <a:ext cx="255587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9" name="Object 11"/>
          <p:cNvGraphicFramePr>
            <a:graphicFrameLocks noChangeAspect="1"/>
          </p:cNvGraphicFramePr>
          <p:nvPr/>
        </p:nvGraphicFramePr>
        <p:xfrm>
          <a:off x="1871663" y="3935413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11" imgW="723900" imgH="393700" progId="Equation.3">
                  <p:embed/>
                </p:oleObj>
              </mc:Choice>
              <mc:Fallback>
                <p:oleObj name="" r:id="rId11" imgW="723900" imgH="393700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71663" y="3935413"/>
                        <a:ext cx="723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0" name="Object 12"/>
          <p:cNvGraphicFramePr>
            <a:graphicFrameLocks noChangeAspect="1"/>
          </p:cNvGraphicFramePr>
          <p:nvPr/>
        </p:nvGraphicFramePr>
        <p:xfrm>
          <a:off x="2627313" y="40624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13" imgW="241300" imgH="152400" progId="Equation.3">
                  <p:embed/>
                </p:oleObj>
              </mc:Choice>
              <mc:Fallback>
                <p:oleObj name="" r:id="rId13" imgW="241300" imgH="1524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27313" y="40624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1" name="Object 13"/>
          <p:cNvGraphicFramePr>
            <a:graphicFrameLocks noChangeAspect="1"/>
          </p:cNvGraphicFramePr>
          <p:nvPr/>
        </p:nvGraphicFramePr>
        <p:xfrm>
          <a:off x="2916238" y="3500438"/>
          <a:ext cx="3810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5" imgW="381000" imgH="977900" progId="Equation.3">
                  <p:embed/>
                </p:oleObj>
              </mc:Choice>
              <mc:Fallback>
                <p:oleObj name="" r:id="rId15" imgW="381000" imgH="9779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16238" y="3500438"/>
                        <a:ext cx="381000" cy="126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2" name="Object 14"/>
          <p:cNvGraphicFramePr>
            <a:graphicFrameLocks noChangeAspect="1"/>
          </p:cNvGraphicFramePr>
          <p:nvPr/>
        </p:nvGraphicFramePr>
        <p:xfrm>
          <a:off x="3203575" y="3176588"/>
          <a:ext cx="1727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7" imgW="1727200" imgH="838200" progId="Equation.3">
                  <p:embed/>
                </p:oleObj>
              </mc:Choice>
              <mc:Fallback>
                <p:oleObj name="" r:id="rId17" imgW="1727200" imgH="8382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03575" y="3176588"/>
                        <a:ext cx="1727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3" name="Object 15"/>
          <p:cNvGraphicFramePr>
            <a:graphicFrameLocks noChangeAspect="1"/>
          </p:cNvGraphicFramePr>
          <p:nvPr/>
        </p:nvGraphicFramePr>
        <p:xfrm>
          <a:off x="5400675" y="3522663"/>
          <a:ext cx="2247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9" imgW="2247900" imgH="368300" progId="Equation.3">
                  <p:embed/>
                </p:oleObj>
              </mc:Choice>
              <mc:Fallback>
                <p:oleObj name="" r:id="rId19" imgW="2247900" imgH="3683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00675" y="3522663"/>
                        <a:ext cx="22479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4" name="Object 16"/>
          <p:cNvGraphicFramePr>
            <a:graphicFrameLocks noChangeAspect="1"/>
          </p:cNvGraphicFramePr>
          <p:nvPr/>
        </p:nvGraphicFramePr>
        <p:xfrm>
          <a:off x="3276600" y="4508500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21" imgW="292100" imgH="368300" progId="Equation.3">
                  <p:embed/>
                </p:oleObj>
              </mc:Choice>
              <mc:Fallback>
                <p:oleObj name="" r:id="rId21" imgW="292100" imgH="3683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76600" y="4508500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45" name="Text Box 17"/>
          <p:cNvSpPr txBox="1"/>
          <p:nvPr/>
        </p:nvSpPr>
        <p:spPr>
          <a:xfrm>
            <a:off x="5313363" y="4400550"/>
            <a:ext cx="987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其他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1746" name="Text Box 18"/>
          <p:cNvSpPr txBox="1"/>
          <p:nvPr/>
        </p:nvSpPr>
        <p:spPr>
          <a:xfrm>
            <a:off x="827088" y="496411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1747" name="Object 19"/>
          <p:cNvGraphicFramePr>
            <a:graphicFrameLocks noChangeAspect="1"/>
          </p:cNvGraphicFramePr>
          <p:nvPr/>
        </p:nvGraphicFramePr>
        <p:xfrm>
          <a:off x="2106613" y="5545138"/>
          <a:ext cx="278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23" imgW="2781300" imgH="381000" progId="Equation.3">
                  <p:embed/>
                </p:oleObj>
              </mc:Choice>
              <mc:Fallback>
                <p:oleObj name="" r:id="rId23" imgW="2781300" imgH="3810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06613" y="5545138"/>
                        <a:ext cx="2781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8" name="Object 20"/>
          <p:cNvGraphicFramePr>
            <a:graphicFrameLocks noChangeAspect="1"/>
          </p:cNvGraphicFramePr>
          <p:nvPr/>
        </p:nvGraphicFramePr>
        <p:xfrm>
          <a:off x="4922838" y="56673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25" imgW="241300" imgH="152400" progId="Equation.3">
                  <p:embed/>
                </p:oleObj>
              </mc:Choice>
              <mc:Fallback>
                <p:oleObj name="" r:id="rId25" imgW="241300" imgH="1524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922838" y="56673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9" name="Object 21"/>
          <p:cNvGraphicFramePr>
            <a:graphicFrameLocks noChangeAspect="1"/>
          </p:cNvGraphicFramePr>
          <p:nvPr/>
        </p:nvGraphicFramePr>
        <p:xfrm>
          <a:off x="5138738" y="5286375"/>
          <a:ext cx="162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27" imgW="1625600" imgH="838200" progId="Equation.3">
                  <p:embed/>
                </p:oleObj>
              </mc:Choice>
              <mc:Fallback>
                <p:oleObj name="" r:id="rId27" imgW="1625600" imgH="8382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38738" y="5286375"/>
                        <a:ext cx="16256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0" name="Object 22"/>
          <p:cNvGraphicFramePr>
            <a:graphicFrameLocks noChangeAspect="1"/>
          </p:cNvGraphicFramePr>
          <p:nvPr/>
        </p:nvGraphicFramePr>
        <p:xfrm>
          <a:off x="6796088" y="56673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29" imgW="241300" imgH="152400" progId="Equation.3">
                  <p:embed/>
                </p:oleObj>
              </mc:Choice>
              <mc:Fallback>
                <p:oleObj name="" r:id="rId29" imgW="241300" imgH="1524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796088" y="56673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1" name="Object 23"/>
          <p:cNvGraphicFramePr>
            <a:graphicFrameLocks noChangeAspect="1"/>
          </p:cNvGraphicFramePr>
          <p:nvPr/>
        </p:nvGraphicFramePr>
        <p:xfrm>
          <a:off x="7054850" y="5567363"/>
          <a:ext cx="469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0" imgW="469900" imgH="317500" progId="Equation.3">
                  <p:embed/>
                </p:oleObj>
              </mc:Choice>
              <mc:Fallback>
                <p:oleObj name="" r:id="rId30" imgW="469900" imgH="3175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054850" y="5567363"/>
                        <a:ext cx="4699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0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0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0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0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0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0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20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0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0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01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201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0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20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20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20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20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20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/>
      <p:bldP spid="201736" grpId="0"/>
      <p:bldP spid="201737" grpId="0"/>
      <p:bldP spid="201745" grpId="0"/>
      <p:bldP spid="2017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2"/>
          <p:cNvSpPr txBox="1"/>
          <p:nvPr/>
        </p:nvSpPr>
        <p:spPr>
          <a:xfrm>
            <a:off x="755650" y="695325"/>
            <a:ext cx="3444875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二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指数分布  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56675" name="Object 3"/>
          <p:cNvGraphicFramePr>
            <a:graphicFrameLocks noChangeAspect="1"/>
          </p:cNvGraphicFramePr>
          <p:nvPr/>
        </p:nvGraphicFramePr>
        <p:xfrm>
          <a:off x="1522413" y="1412875"/>
          <a:ext cx="55895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5397500" imgH="444500" progId="Equation.3">
                  <p:embed/>
                </p:oleObj>
              </mc:Choice>
              <mc:Fallback>
                <p:oleObj name="" r:id="rId1" imgW="5397500" imgH="4445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2413" y="1412875"/>
                        <a:ext cx="5589587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6" name="Object 4"/>
          <p:cNvGraphicFramePr>
            <a:graphicFrameLocks noChangeAspect="1"/>
          </p:cNvGraphicFramePr>
          <p:nvPr/>
        </p:nvGraphicFramePr>
        <p:xfrm>
          <a:off x="2505075" y="2744788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774065" imgH="393700" progId="Equation.3">
                  <p:embed/>
                </p:oleObj>
              </mc:Choice>
              <mc:Fallback>
                <p:oleObj name="" r:id="rId3" imgW="774065" imgH="3937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5075" y="2744788"/>
                        <a:ext cx="774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7" name="Object 5"/>
          <p:cNvGraphicFramePr>
            <a:graphicFrameLocks noChangeAspect="1"/>
          </p:cNvGraphicFramePr>
          <p:nvPr/>
        </p:nvGraphicFramePr>
        <p:xfrm>
          <a:off x="3319463" y="28590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19463" y="28590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8" name="Object 6"/>
          <p:cNvGraphicFramePr>
            <a:graphicFrameLocks noChangeAspect="1"/>
          </p:cNvGraphicFramePr>
          <p:nvPr/>
        </p:nvGraphicFramePr>
        <p:xfrm>
          <a:off x="3592513" y="2284413"/>
          <a:ext cx="381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7" imgW="381000" imgH="977900" progId="Equation.3">
                  <p:embed/>
                </p:oleObj>
              </mc:Choice>
              <mc:Fallback>
                <p:oleObj name="" r:id="rId7" imgW="381000" imgH="9779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92513" y="2284413"/>
                        <a:ext cx="381000" cy="1295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9" name="Object 7"/>
          <p:cNvGraphicFramePr>
            <a:graphicFrameLocks noChangeAspect="1"/>
          </p:cNvGraphicFramePr>
          <p:nvPr/>
        </p:nvGraphicFramePr>
        <p:xfrm>
          <a:off x="3908425" y="1960563"/>
          <a:ext cx="106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9" imgW="1066800" imgH="838200" progId="Equation.3">
                  <p:embed/>
                </p:oleObj>
              </mc:Choice>
              <mc:Fallback>
                <p:oleObj name="" r:id="rId9" imgW="1066800" imgH="8382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08425" y="1960563"/>
                        <a:ext cx="10668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0" name="Object 8"/>
          <p:cNvGraphicFramePr>
            <a:graphicFrameLocks noChangeAspect="1"/>
          </p:cNvGraphicFramePr>
          <p:nvPr/>
        </p:nvGraphicFramePr>
        <p:xfrm>
          <a:off x="5241925" y="2270125"/>
          <a:ext cx="88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1" imgW="889000" imgH="368300" progId="Equation.3">
                  <p:embed/>
                </p:oleObj>
              </mc:Choice>
              <mc:Fallback>
                <p:oleObj name="" r:id="rId11" imgW="889000" imgH="3683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41925" y="2270125"/>
                        <a:ext cx="8890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1" name="Object 9"/>
          <p:cNvGraphicFramePr>
            <a:graphicFrameLocks noChangeAspect="1"/>
          </p:cNvGraphicFramePr>
          <p:nvPr/>
        </p:nvGraphicFramePr>
        <p:xfrm>
          <a:off x="3910013" y="3284538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3" imgW="292100" imgH="368300" progId="Equation.3">
                  <p:embed/>
                </p:oleObj>
              </mc:Choice>
              <mc:Fallback>
                <p:oleObj name="" r:id="rId13" imgW="292100" imgH="3683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10013" y="3284538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2" name="Text Box 10"/>
          <p:cNvSpPr txBox="1"/>
          <p:nvPr/>
        </p:nvSpPr>
        <p:spPr>
          <a:xfrm>
            <a:off x="5168900" y="3190875"/>
            <a:ext cx="9842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其他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6683" name="Object 11"/>
          <p:cNvGraphicFramePr>
            <a:graphicFrameLocks noChangeAspect="1"/>
          </p:cNvGraphicFramePr>
          <p:nvPr/>
        </p:nvGraphicFramePr>
        <p:xfrm>
          <a:off x="871538" y="3844925"/>
          <a:ext cx="25923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5" imgW="2667000" imgH="419100" progId="Equation.3">
                  <p:embed/>
                </p:oleObj>
              </mc:Choice>
              <mc:Fallback>
                <p:oleObj name="" r:id="rId15" imgW="2667000" imgH="4191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1538" y="3844925"/>
                        <a:ext cx="2592387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4" name="Object 12"/>
          <p:cNvGraphicFramePr>
            <a:graphicFrameLocks noChangeAspect="1"/>
          </p:cNvGraphicFramePr>
          <p:nvPr/>
        </p:nvGraphicFramePr>
        <p:xfrm>
          <a:off x="3521075" y="3814763"/>
          <a:ext cx="5118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7" imgW="5118100" imgH="457200" progId="Equation.3">
                  <p:embed/>
                </p:oleObj>
              </mc:Choice>
              <mc:Fallback>
                <p:oleObj name="" r:id="rId17" imgW="5118100" imgH="4572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21075" y="3814763"/>
                        <a:ext cx="51181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5" name="Text Box 13"/>
          <p:cNvSpPr txBox="1"/>
          <p:nvPr/>
        </p:nvSpPr>
        <p:spPr>
          <a:xfrm>
            <a:off x="7092950" y="2554288"/>
            <a:ext cx="8667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(4.7)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6686" name="Object 14"/>
          <p:cNvGraphicFramePr>
            <a:graphicFrameLocks noChangeAspect="1"/>
          </p:cNvGraphicFramePr>
          <p:nvPr/>
        </p:nvGraphicFramePr>
        <p:xfrm>
          <a:off x="1522413" y="4510088"/>
          <a:ext cx="20891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9" imgW="2005965" imgH="444500" progId="Equation.3">
                  <p:embed/>
                </p:oleObj>
              </mc:Choice>
              <mc:Fallback>
                <p:oleObj name="" r:id="rId19" imgW="2005965" imgH="4445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22413" y="4510088"/>
                        <a:ext cx="20891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7" name="Object 15"/>
          <p:cNvGraphicFramePr>
            <a:graphicFrameLocks noChangeAspect="1"/>
          </p:cNvGraphicFramePr>
          <p:nvPr/>
        </p:nvGraphicFramePr>
        <p:xfrm>
          <a:off x="3709988" y="4365625"/>
          <a:ext cx="2616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21" imgW="2616200" imgH="698500" progId="Equation.3">
                  <p:embed/>
                </p:oleObj>
              </mc:Choice>
              <mc:Fallback>
                <p:oleObj name="" r:id="rId21" imgW="2616200" imgH="6985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09988" y="4365625"/>
                        <a:ext cx="26162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8" name="Text Box 16"/>
          <p:cNvSpPr txBox="1"/>
          <p:nvPr/>
        </p:nvSpPr>
        <p:spPr>
          <a:xfrm>
            <a:off x="6456363" y="4449763"/>
            <a:ext cx="22653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图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2-11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画出了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6689" name="Object 17"/>
          <p:cNvGraphicFramePr>
            <a:graphicFrameLocks noChangeAspect="1"/>
          </p:cNvGraphicFramePr>
          <p:nvPr/>
        </p:nvGraphicFramePr>
        <p:xfrm>
          <a:off x="896938" y="5205413"/>
          <a:ext cx="48244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23" imgW="4737100" imgH="838200" progId="Equation.3">
                  <p:embed/>
                </p:oleObj>
              </mc:Choice>
              <mc:Fallback>
                <p:oleObj name="" r:id="rId23" imgW="4737100" imgH="838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96938" y="5205413"/>
                        <a:ext cx="4824412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5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5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5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5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5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15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5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2" grpId="0"/>
      <p:bldP spid="156685" grpId="0"/>
      <p:bldP spid="15668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788" y="777875"/>
            <a:ext cx="7127875" cy="26257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57699" name="Object 3"/>
          <p:cNvGraphicFramePr>
            <a:graphicFrameLocks noChangeAspect="1"/>
          </p:cNvGraphicFramePr>
          <p:nvPr/>
        </p:nvGraphicFramePr>
        <p:xfrm>
          <a:off x="1524000" y="4327525"/>
          <a:ext cx="69008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2" imgW="6616700" imgH="444500" progId="Equation.3">
                  <p:embed/>
                </p:oleObj>
              </mc:Choice>
              <mc:Fallback>
                <p:oleObj name="" r:id="rId2" imgW="6616700" imgH="4445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4327525"/>
                        <a:ext cx="6900863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2159000" y="5365750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4" imgW="799465" imgH="393700" progId="Equation.3">
                  <p:embed/>
                </p:oleObj>
              </mc:Choice>
              <mc:Fallback>
                <p:oleObj name="" r:id="rId4" imgW="799465" imgH="3937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59000" y="5365750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1" name="Object 5"/>
          <p:cNvGraphicFramePr>
            <a:graphicFrameLocks noChangeAspect="1"/>
          </p:cNvGraphicFramePr>
          <p:nvPr/>
        </p:nvGraphicFramePr>
        <p:xfrm>
          <a:off x="2974975" y="54737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6" imgW="241300" imgH="152400" progId="Equation.3">
                  <p:embed/>
                </p:oleObj>
              </mc:Choice>
              <mc:Fallback>
                <p:oleObj name="" r:id="rId6" imgW="241300" imgH="1524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74975" y="54737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2" name="Object 6"/>
          <p:cNvGraphicFramePr>
            <a:graphicFrameLocks noChangeAspect="1"/>
          </p:cNvGraphicFramePr>
          <p:nvPr/>
        </p:nvGraphicFramePr>
        <p:xfrm>
          <a:off x="3275013" y="5054600"/>
          <a:ext cx="3810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8" imgW="381000" imgH="977900" progId="Equation.3">
                  <p:embed/>
                </p:oleObj>
              </mc:Choice>
              <mc:Fallback>
                <p:oleObj name="" r:id="rId8" imgW="381000" imgH="9779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75013" y="5054600"/>
                        <a:ext cx="381000" cy="992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3" name="Object 7"/>
          <p:cNvGraphicFramePr>
            <a:graphicFrameLocks noChangeAspect="1"/>
          </p:cNvGraphicFramePr>
          <p:nvPr/>
        </p:nvGraphicFramePr>
        <p:xfrm>
          <a:off x="3527425" y="4897438"/>
          <a:ext cx="1295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0" imgW="1294765" imgH="444500" progId="Equation.3">
                  <p:embed/>
                </p:oleObj>
              </mc:Choice>
              <mc:Fallback>
                <p:oleObj name="" r:id="rId10" imgW="1294765" imgH="4445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27425" y="4897438"/>
                        <a:ext cx="12954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4" name="Object 8"/>
          <p:cNvGraphicFramePr>
            <a:graphicFrameLocks noChangeAspect="1"/>
          </p:cNvGraphicFramePr>
          <p:nvPr/>
        </p:nvGraphicFramePr>
        <p:xfrm>
          <a:off x="5146675" y="4954588"/>
          <a:ext cx="88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2" imgW="889000" imgH="368300" progId="Equation.3">
                  <p:embed/>
                </p:oleObj>
              </mc:Choice>
              <mc:Fallback>
                <p:oleObj name="" r:id="rId12" imgW="889000" imgH="3683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146675" y="4954588"/>
                        <a:ext cx="8890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5" name="Object 9"/>
          <p:cNvGraphicFramePr>
            <a:graphicFrameLocks noChangeAspect="1"/>
          </p:cNvGraphicFramePr>
          <p:nvPr/>
        </p:nvGraphicFramePr>
        <p:xfrm>
          <a:off x="3503613" y="5786438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4" imgW="292100" imgH="368300" progId="Equation.3">
                  <p:embed/>
                </p:oleObj>
              </mc:Choice>
              <mc:Fallback>
                <p:oleObj name="" r:id="rId14" imgW="292100" imgH="3683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03613" y="5786438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6" name="Text Box 10"/>
          <p:cNvSpPr txBox="1"/>
          <p:nvPr/>
        </p:nvSpPr>
        <p:spPr>
          <a:xfrm>
            <a:off x="5049838" y="5646738"/>
            <a:ext cx="9874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其他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7707" name="Text Box 11"/>
          <p:cNvSpPr txBox="1"/>
          <p:nvPr/>
        </p:nvSpPr>
        <p:spPr>
          <a:xfrm>
            <a:off x="7227888" y="5156200"/>
            <a:ext cx="866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(4.8)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16" name="Text Box 12"/>
          <p:cNvSpPr txBox="1"/>
          <p:nvPr/>
        </p:nvSpPr>
        <p:spPr>
          <a:xfrm>
            <a:off x="3759200" y="3535363"/>
            <a:ext cx="11938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图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ea typeface="楷体_GB2312" pitchFamily="49" charset="-122"/>
              </a:rPr>
              <a:t>2-11</a:t>
            </a:r>
            <a:endParaRPr lang="en-US" altLang="zh-CN" sz="2800" b="1" dirty="0">
              <a:solidFill>
                <a:srgbClr val="CC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5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6" grpId="0"/>
      <p:bldP spid="15770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9747" name="Object 3"/>
          <p:cNvGraphicFramePr>
            <a:graphicFrameLocks noChangeAspect="1"/>
          </p:cNvGraphicFramePr>
          <p:nvPr/>
        </p:nvGraphicFramePr>
        <p:xfrm>
          <a:off x="1514475" y="1354138"/>
          <a:ext cx="262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2540000" imgH="444500" progId="Equation.3">
                  <p:embed/>
                </p:oleObj>
              </mc:Choice>
              <mc:Fallback>
                <p:oleObj name="" r:id="rId1" imgW="2540000" imgH="4445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4475" y="1354138"/>
                        <a:ext cx="26289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48" name="Text Box 4"/>
          <p:cNvSpPr txBox="1"/>
          <p:nvPr/>
        </p:nvSpPr>
        <p:spPr>
          <a:xfrm>
            <a:off x="4175125" y="1271588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9749" name="Object 5"/>
          <p:cNvGraphicFramePr>
            <a:graphicFrameLocks noChangeAspect="1"/>
          </p:cNvGraphicFramePr>
          <p:nvPr/>
        </p:nvGraphicFramePr>
        <p:xfrm>
          <a:off x="2124075" y="1939925"/>
          <a:ext cx="2768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3" imgW="2768600" imgH="444500" progId="Equation.3">
                  <p:embed/>
                </p:oleObj>
              </mc:Choice>
              <mc:Fallback>
                <p:oleObj name="" r:id="rId3" imgW="2768600" imgH="4445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4075" y="1939925"/>
                        <a:ext cx="2768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0" name="Object 6"/>
          <p:cNvGraphicFramePr>
            <a:graphicFrameLocks noChangeAspect="1"/>
          </p:cNvGraphicFramePr>
          <p:nvPr/>
        </p:nvGraphicFramePr>
        <p:xfrm>
          <a:off x="4932363" y="20780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32363" y="20780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1" name="Object 7"/>
          <p:cNvGraphicFramePr>
            <a:graphicFrameLocks noChangeAspect="1"/>
          </p:cNvGraphicFramePr>
          <p:nvPr/>
        </p:nvGraphicFramePr>
        <p:xfrm>
          <a:off x="5200650" y="1987550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7" imgW="1473200" imgH="381000" progId="Equation.3">
                  <p:embed/>
                </p:oleObj>
              </mc:Choice>
              <mc:Fallback>
                <p:oleObj name="" r:id="rId7" imgW="1473200" imgH="3810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00650" y="1987550"/>
                        <a:ext cx="1473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2" name="Text Box 8"/>
          <p:cNvSpPr txBox="1"/>
          <p:nvPr/>
        </p:nvSpPr>
        <p:spPr>
          <a:xfrm>
            <a:off x="7237413" y="1876425"/>
            <a:ext cx="866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(4.9)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9753" name="Text Box 9"/>
          <p:cNvSpPr txBox="1"/>
          <p:nvPr/>
        </p:nvSpPr>
        <p:spPr>
          <a:xfrm>
            <a:off x="814388" y="2466975"/>
            <a:ext cx="12557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事实上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9754" name="Object 10"/>
          <p:cNvGraphicFramePr>
            <a:graphicFrameLocks noChangeAspect="1"/>
          </p:cNvGraphicFramePr>
          <p:nvPr/>
        </p:nvGraphicFramePr>
        <p:xfrm>
          <a:off x="1373188" y="3405188"/>
          <a:ext cx="2768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9" imgW="2768600" imgH="444500" progId="Equation.3">
                  <p:embed/>
                </p:oleObj>
              </mc:Choice>
              <mc:Fallback>
                <p:oleObj name="" r:id="rId9" imgW="2768600" imgH="4445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73188" y="3405188"/>
                        <a:ext cx="2768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5" name="Object 11"/>
          <p:cNvGraphicFramePr>
            <a:graphicFrameLocks noChangeAspect="1"/>
          </p:cNvGraphicFramePr>
          <p:nvPr/>
        </p:nvGraphicFramePr>
        <p:xfrm>
          <a:off x="4181475" y="35528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81475" y="35528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6" name="Object 12"/>
          <p:cNvGraphicFramePr>
            <a:graphicFrameLocks noChangeAspect="1"/>
          </p:cNvGraphicFramePr>
          <p:nvPr/>
        </p:nvGraphicFramePr>
        <p:xfrm>
          <a:off x="4451350" y="3176588"/>
          <a:ext cx="3606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3" imgW="3606800" imgH="901700" progId="Equation.3">
                  <p:embed/>
                </p:oleObj>
              </mc:Choice>
              <mc:Fallback>
                <p:oleObj name="" r:id="rId13" imgW="3606800" imgH="9017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51350" y="3176588"/>
                        <a:ext cx="36068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7" name="Object 13"/>
          <p:cNvGraphicFramePr>
            <a:graphicFrameLocks noChangeAspect="1"/>
          </p:cNvGraphicFramePr>
          <p:nvPr/>
        </p:nvGraphicFramePr>
        <p:xfrm>
          <a:off x="4173538" y="46466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73538" y="46466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8" name="Object 14"/>
          <p:cNvGraphicFramePr>
            <a:graphicFrameLocks noChangeAspect="1"/>
          </p:cNvGraphicFramePr>
          <p:nvPr/>
        </p:nvGraphicFramePr>
        <p:xfrm>
          <a:off x="4471988" y="4251325"/>
          <a:ext cx="1905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7" imgW="1905000" imgH="901700" progId="Equation.3">
                  <p:embed/>
                </p:oleObj>
              </mc:Choice>
              <mc:Fallback>
                <p:oleObj name="" r:id="rId17" imgW="1905000" imgH="9017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71988" y="4251325"/>
                        <a:ext cx="19050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9" name="Object 15"/>
          <p:cNvGraphicFramePr>
            <a:graphicFrameLocks noChangeAspect="1"/>
          </p:cNvGraphicFramePr>
          <p:nvPr/>
        </p:nvGraphicFramePr>
        <p:xfrm>
          <a:off x="4173538" y="57435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9" imgW="241300" imgH="152400" progId="Equation.3">
                  <p:embed/>
                </p:oleObj>
              </mc:Choice>
              <mc:Fallback>
                <p:oleObj name="" r:id="rId19" imgW="241300" imgH="1524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73538" y="57435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0" name="Object 16"/>
          <p:cNvGraphicFramePr>
            <a:graphicFrameLocks noChangeAspect="1"/>
          </p:cNvGraphicFramePr>
          <p:nvPr/>
        </p:nvGraphicFramePr>
        <p:xfrm>
          <a:off x="4479925" y="5356225"/>
          <a:ext cx="1714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20" imgW="1714500" imgH="914400" progId="Equation.3">
                  <p:embed/>
                </p:oleObj>
              </mc:Choice>
              <mc:Fallback>
                <p:oleObj name="" r:id="rId20" imgW="1714500" imgH="9144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79925" y="5356225"/>
                        <a:ext cx="17145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61" name="Rectangle 17"/>
          <p:cNvSpPr/>
          <p:nvPr/>
        </p:nvSpPr>
        <p:spPr>
          <a:xfrm>
            <a:off x="1371600" y="692150"/>
            <a:ext cx="54800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指数分布的重要性质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:“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无记忆性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5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8" grpId="0"/>
      <p:bldP spid="159752" grpId="0"/>
      <p:bldP spid="159753" grpId="0"/>
      <p:bldP spid="1597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1008063" y="965200"/>
          <a:ext cx="2768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2768600" imgH="444500" progId="Equation.3">
                  <p:embed/>
                </p:oleObj>
              </mc:Choice>
              <mc:Fallback>
                <p:oleObj name="" r:id="rId1" imgW="2768600" imgH="4445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08063" y="965200"/>
                        <a:ext cx="2768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1" name="Object 3"/>
          <p:cNvGraphicFramePr>
            <a:graphicFrameLocks noChangeAspect="1"/>
          </p:cNvGraphicFramePr>
          <p:nvPr/>
        </p:nvGraphicFramePr>
        <p:xfrm>
          <a:off x="3816350" y="11128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" imgW="241300" imgH="152400" progId="Equation.3">
                  <p:embed/>
                </p:oleObj>
              </mc:Choice>
              <mc:Fallback>
                <p:oleObj name="" r:id="rId3" imgW="241300" imgH="1524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6350" y="11128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2" name="Object 4"/>
          <p:cNvGraphicFramePr>
            <a:graphicFrameLocks noChangeAspect="1"/>
          </p:cNvGraphicFramePr>
          <p:nvPr/>
        </p:nvGraphicFramePr>
        <p:xfrm>
          <a:off x="4098925" y="736600"/>
          <a:ext cx="3606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5" imgW="3606800" imgH="901700" progId="Equation.3">
                  <p:embed/>
                </p:oleObj>
              </mc:Choice>
              <mc:Fallback>
                <p:oleObj name="" r:id="rId5" imgW="3606800" imgH="9017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98925" y="736600"/>
                        <a:ext cx="36068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3" name="Object 5"/>
          <p:cNvGraphicFramePr>
            <a:graphicFrameLocks noChangeAspect="1"/>
          </p:cNvGraphicFramePr>
          <p:nvPr/>
        </p:nvGraphicFramePr>
        <p:xfrm>
          <a:off x="3816350" y="22002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6350" y="22002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4" name="Object 6"/>
          <p:cNvGraphicFramePr>
            <a:graphicFrameLocks noChangeAspect="1"/>
          </p:cNvGraphicFramePr>
          <p:nvPr/>
        </p:nvGraphicFramePr>
        <p:xfrm>
          <a:off x="4114800" y="1804988"/>
          <a:ext cx="1905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9" imgW="1905000" imgH="901700" progId="Equation.3">
                  <p:embed/>
                </p:oleObj>
              </mc:Choice>
              <mc:Fallback>
                <p:oleObj name="" r:id="rId9" imgW="1905000" imgH="9017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4800" y="1804988"/>
                        <a:ext cx="19050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5" name="Object 7"/>
          <p:cNvGraphicFramePr>
            <a:graphicFrameLocks noChangeAspect="1"/>
          </p:cNvGraphicFramePr>
          <p:nvPr/>
        </p:nvGraphicFramePr>
        <p:xfrm>
          <a:off x="3816350" y="32972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6350" y="32972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6" name="Object 8"/>
          <p:cNvGraphicFramePr>
            <a:graphicFrameLocks noChangeAspect="1"/>
          </p:cNvGraphicFramePr>
          <p:nvPr/>
        </p:nvGraphicFramePr>
        <p:xfrm>
          <a:off x="4122738" y="2909888"/>
          <a:ext cx="1714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2" imgW="1714500" imgH="914400" progId="Equation.3">
                  <p:embed/>
                </p:oleObj>
              </mc:Choice>
              <mc:Fallback>
                <p:oleObj name="" r:id="rId12" imgW="1714500" imgH="9144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22738" y="2909888"/>
                        <a:ext cx="17145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7" name="Object 9"/>
          <p:cNvGraphicFramePr>
            <a:graphicFrameLocks noChangeAspect="1"/>
          </p:cNvGraphicFramePr>
          <p:nvPr/>
        </p:nvGraphicFramePr>
        <p:xfrm>
          <a:off x="3822700" y="44005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4" imgW="241300" imgH="152400" progId="Equation.3">
                  <p:embed/>
                </p:oleObj>
              </mc:Choice>
              <mc:Fallback>
                <p:oleObj name="" r:id="rId14" imgW="241300" imgH="1524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2700" y="44005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8" name="Object 10"/>
          <p:cNvGraphicFramePr>
            <a:graphicFrameLocks noChangeAspect="1"/>
          </p:cNvGraphicFramePr>
          <p:nvPr/>
        </p:nvGraphicFramePr>
        <p:xfrm>
          <a:off x="4110038" y="3979863"/>
          <a:ext cx="1117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5" imgW="1117600" imgH="889000" progId="Equation.3">
                  <p:embed/>
                </p:oleObj>
              </mc:Choice>
              <mc:Fallback>
                <p:oleObj name="" r:id="rId15" imgW="1117600" imgH="8890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10038" y="3979863"/>
                        <a:ext cx="11176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9" name="Object 11"/>
          <p:cNvGraphicFramePr>
            <a:graphicFrameLocks noChangeAspect="1"/>
          </p:cNvGraphicFramePr>
          <p:nvPr/>
        </p:nvGraphicFramePr>
        <p:xfrm>
          <a:off x="3825875" y="52435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7" imgW="241300" imgH="152400" progId="Equation.3">
                  <p:embed/>
                </p:oleObj>
              </mc:Choice>
              <mc:Fallback>
                <p:oleObj name="" r:id="rId17" imgW="241300" imgH="1524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5875" y="52435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0" name="Object 12"/>
          <p:cNvGraphicFramePr>
            <a:graphicFrameLocks noChangeAspect="1"/>
          </p:cNvGraphicFramePr>
          <p:nvPr/>
        </p:nvGraphicFramePr>
        <p:xfrm>
          <a:off x="4125913" y="5059363"/>
          <a:ext cx="635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8" imgW="635000" imgH="393700" progId="Equation.3">
                  <p:embed/>
                </p:oleObj>
              </mc:Choice>
              <mc:Fallback>
                <p:oleObj name="" r:id="rId18" imgW="635000" imgH="3937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125913" y="5059363"/>
                        <a:ext cx="635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1" name="Object 13"/>
          <p:cNvGraphicFramePr>
            <a:graphicFrameLocks noChangeAspect="1"/>
          </p:cNvGraphicFramePr>
          <p:nvPr/>
        </p:nvGraphicFramePr>
        <p:xfrm>
          <a:off x="3825875" y="57292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20" imgW="241300" imgH="152400" progId="Equation.3">
                  <p:embed/>
                </p:oleObj>
              </mc:Choice>
              <mc:Fallback>
                <p:oleObj name="" r:id="rId20" imgW="241300" imgH="1524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5875" y="57292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2" name="Object 14"/>
          <p:cNvGraphicFramePr>
            <a:graphicFrameLocks noChangeAspect="1"/>
          </p:cNvGraphicFramePr>
          <p:nvPr/>
        </p:nvGraphicFramePr>
        <p:xfrm>
          <a:off x="4102100" y="5610225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21" imgW="1473200" imgH="381000" progId="Equation.3">
                  <p:embed/>
                </p:oleObj>
              </mc:Choice>
              <mc:Fallback>
                <p:oleObj name="" r:id="rId21" imgW="1473200" imgH="3810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02100" y="5610225"/>
                        <a:ext cx="1473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ext Box 2"/>
          <p:cNvSpPr txBox="1"/>
          <p:nvPr/>
        </p:nvSpPr>
        <p:spPr>
          <a:xfrm>
            <a:off x="1446213" y="1155700"/>
            <a:ext cx="3813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性质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(4.9)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无记忆性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61795" name="Object 3"/>
          <p:cNvGraphicFramePr>
            <a:graphicFrameLocks noChangeAspect="1"/>
          </p:cNvGraphicFramePr>
          <p:nvPr/>
        </p:nvGraphicFramePr>
        <p:xfrm>
          <a:off x="5422900" y="1225550"/>
          <a:ext cx="33496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3124200" imgH="393700" progId="Equation.3">
                  <p:embed/>
                </p:oleObj>
              </mc:Choice>
              <mc:Fallback>
                <p:oleObj name="" r:id="rId1" imgW="3124200" imgH="3937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22900" y="1225550"/>
                        <a:ext cx="334962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6" name="Text Box 4"/>
          <p:cNvSpPr txBox="1"/>
          <p:nvPr/>
        </p:nvSpPr>
        <p:spPr>
          <a:xfrm>
            <a:off x="812800" y="1757363"/>
            <a:ext cx="13446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的寿命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1797" name="Text Box 5"/>
          <p:cNvSpPr txBox="1"/>
          <p:nvPr/>
        </p:nvSpPr>
        <p:spPr>
          <a:xfrm>
            <a:off x="2144713" y="1770063"/>
            <a:ext cx="27717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那么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(4.9)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式表明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1798" name="Object 6"/>
          <p:cNvGraphicFramePr>
            <a:graphicFrameLocks noChangeAspect="1"/>
          </p:cNvGraphicFramePr>
          <p:nvPr/>
        </p:nvGraphicFramePr>
        <p:xfrm>
          <a:off x="5003800" y="1855788"/>
          <a:ext cx="35766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3441700" imgH="406400" progId="Equation.3">
                  <p:embed/>
                </p:oleObj>
              </mc:Choice>
              <mc:Fallback>
                <p:oleObj name="" r:id="rId3" imgW="3441700" imgH="4064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3800" y="1855788"/>
                        <a:ext cx="3576638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9" name="Object 7"/>
          <p:cNvGraphicFramePr>
            <a:graphicFrameLocks noChangeAspect="1"/>
          </p:cNvGraphicFramePr>
          <p:nvPr/>
        </p:nvGraphicFramePr>
        <p:xfrm>
          <a:off x="911225" y="2479675"/>
          <a:ext cx="63642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6096000" imgH="419100" progId="Equation.3">
                  <p:embed/>
                </p:oleObj>
              </mc:Choice>
              <mc:Fallback>
                <p:oleObj name="" r:id="rId5" imgW="6096000" imgH="4191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1225" y="2479675"/>
                        <a:ext cx="6364288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0" name="Text Box 8"/>
          <p:cNvSpPr txBox="1"/>
          <p:nvPr/>
        </p:nvSpPr>
        <p:spPr>
          <a:xfrm>
            <a:off x="7418388" y="2392363"/>
            <a:ext cx="12557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与从开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1801" name="Object 9"/>
          <p:cNvGraphicFramePr>
            <a:graphicFrameLocks noChangeAspect="1"/>
          </p:cNvGraphicFramePr>
          <p:nvPr/>
        </p:nvGraphicFramePr>
        <p:xfrm>
          <a:off x="887413" y="3092450"/>
          <a:ext cx="73929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7" imgW="7099300" imgH="444500" progId="Equation.3">
                  <p:embed/>
                </p:oleObj>
              </mc:Choice>
              <mc:Fallback>
                <p:oleObj name="" r:id="rId7" imgW="7099300" imgH="4445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7413" y="3092450"/>
                        <a:ext cx="7392987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2" name="Text Box 10"/>
          <p:cNvSpPr txBox="1"/>
          <p:nvPr/>
        </p:nvSpPr>
        <p:spPr>
          <a:xfrm>
            <a:off x="8183563" y="3019425"/>
            <a:ext cx="5413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这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1803" name="Text Box 11"/>
          <p:cNvSpPr txBox="1"/>
          <p:nvPr/>
        </p:nvSpPr>
        <p:spPr>
          <a:xfrm>
            <a:off x="827088" y="3630613"/>
            <a:ext cx="13446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就是说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1804" name="Object 12"/>
          <p:cNvGraphicFramePr>
            <a:graphicFrameLocks noChangeAspect="1"/>
          </p:cNvGraphicFramePr>
          <p:nvPr/>
        </p:nvGraphicFramePr>
        <p:xfrm>
          <a:off x="2195513" y="3714750"/>
          <a:ext cx="55800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9" imgW="5295900" imgH="406400" progId="Equation.3">
                  <p:embed/>
                </p:oleObj>
              </mc:Choice>
              <mc:Fallback>
                <p:oleObj name="" r:id="rId9" imgW="5295900" imgH="4064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95513" y="3714750"/>
                        <a:ext cx="5580062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6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/>
      <p:bldP spid="161797" grpId="0"/>
      <p:bldP spid="161800" grpId="0"/>
      <p:bldP spid="161802" grpId="0"/>
      <p:bldP spid="16180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1026"/>
          <p:cNvSpPr/>
          <p:nvPr/>
        </p:nvSpPr>
        <p:spPr>
          <a:xfrm>
            <a:off x="974725" y="2393950"/>
            <a:ext cx="7543800" cy="1539875"/>
          </a:xfrm>
          <a:prstGeom prst="rect">
            <a:avLst/>
          </a:prstGeom>
          <a:noFill/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某些元件或设备的寿命服从指数分布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例如无线电元件的寿命 、电力设备的寿命、动物的寿命等都服从指数分布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6803" name="Rectangle 1027"/>
          <p:cNvSpPr/>
          <p:nvPr/>
        </p:nvSpPr>
        <p:spPr>
          <a:xfrm>
            <a:off x="914400" y="981075"/>
            <a:ext cx="19700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应用与背景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animBg="1"/>
      <p:bldP spid="7680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/>
          <p:nvPr/>
        </p:nvSpPr>
        <p:spPr>
          <a:xfrm>
            <a:off x="827088" y="893763"/>
            <a:ext cx="80660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三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、正态分布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76134" name="Rectangle 6"/>
          <p:cNvSpPr/>
          <p:nvPr/>
        </p:nvSpPr>
        <p:spPr>
          <a:xfrm>
            <a:off x="981075" y="1700213"/>
            <a:ext cx="43116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正态分布的概率密度函数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76135" name="Object 7"/>
          <p:cNvGraphicFramePr>
            <a:graphicFrameLocks noChangeAspect="1"/>
          </p:cNvGraphicFramePr>
          <p:nvPr/>
        </p:nvGraphicFramePr>
        <p:xfrm>
          <a:off x="4330700" y="4965700"/>
          <a:ext cx="288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2882900" imgH="469900" progId="Equation.3">
                  <p:embed/>
                </p:oleObj>
              </mc:Choice>
              <mc:Fallback>
                <p:oleObj name="" r:id="rId1" imgW="2882900" imgH="4699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30700" y="4965700"/>
                        <a:ext cx="28829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6" name="Object 8"/>
          <p:cNvGraphicFramePr>
            <a:graphicFrameLocks noChangeAspect="1"/>
          </p:cNvGraphicFramePr>
          <p:nvPr/>
        </p:nvGraphicFramePr>
        <p:xfrm>
          <a:off x="1535113" y="2547938"/>
          <a:ext cx="56292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" imgW="5397500" imgH="444500" progId="Equation.3">
                  <p:embed/>
                </p:oleObj>
              </mc:Choice>
              <mc:Fallback>
                <p:oleObj name="" r:id="rId3" imgW="5397500" imgH="4445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5113" y="2547938"/>
                        <a:ext cx="562927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7" name="Object 9"/>
          <p:cNvGraphicFramePr>
            <a:graphicFrameLocks noChangeAspect="1"/>
          </p:cNvGraphicFramePr>
          <p:nvPr/>
        </p:nvGraphicFramePr>
        <p:xfrm>
          <a:off x="2057400" y="3541713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5" imgW="774065" imgH="393700" progId="Equation.3">
                  <p:embed/>
                </p:oleObj>
              </mc:Choice>
              <mc:Fallback>
                <p:oleObj name="" r:id="rId5" imgW="774065" imgH="3937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7400" y="3541713"/>
                        <a:ext cx="774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8" name="Object 10"/>
          <p:cNvGraphicFramePr>
            <a:graphicFrameLocks noChangeAspect="1"/>
          </p:cNvGraphicFramePr>
          <p:nvPr/>
        </p:nvGraphicFramePr>
        <p:xfrm>
          <a:off x="2921000" y="36623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1000" y="36623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9" name="Object 11"/>
          <p:cNvGraphicFramePr>
            <a:graphicFrameLocks noChangeAspect="1"/>
          </p:cNvGraphicFramePr>
          <p:nvPr/>
        </p:nvGraphicFramePr>
        <p:xfrm>
          <a:off x="3209925" y="3140075"/>
          <a:ext cx="21844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9" imgW="2184400" imgH="1003300" progId="Equation.3">
                  <p:embed/>
                </p:oleObj>
              </mc:Choice>
              <mc:Fallback>
                <p:oleObj name="" r:id="rId9" imgW="2184400" imgH="1003300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09925" y="3140075"/>
                        <a:ext cx="21844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40" name="Object 12"/>
          <p:cNvGraphicFramePr>
            <a:graphicFrameLocks noChangeAspect="1"/>
          </p:cNvGraphicFramePr>
          <p:nvPr/>
        </p:nvGraphicFramePr>
        <p:xfrm>
          <a:off x="5472113" y="3640138"/>
          <a:ext cx="1879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" name="" r:id="rId11" imgW="1879600" imgH="292100" progId="Equation.3">
                  <p:embed/>
                </p:oleObj>
              </mc:Choice>
              <mc:Fallback>
                <p:oleObj name="" r:id="rId11" imgW="1879600" imgH="292100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72113" y="3640138"/>
                        <a:ext cx="18796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41" name="Object 13"/>
          <p:cNvGraphicFramePr>
            <a:graphicFrameLocks noChangeAspect="1"/>
          </p:cNvGraphicFramePr>
          <p:nvPr/>
        </p:nvGraphicFramePr>
        <p:xfrm>
          <a:off x="890588" y="4351338"/>
          <a:ext cx="3644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13" imgW="3644900" imgH="444500" progId="Equation.3">
                  <p:embed/>
                </p:oleObj>
              </mc:Choice>
              <mc:Fallback>
                <p:oleObj name="" r:id="rId13" imgW="3644900" imgH="444500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0588" y="4351338"/>
                        <a:ext cx="36449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42" name="Object 14"/>
          <p:cNvGraphicFramePr>
            <a:graphicFrameLocks noChangeAspect="1"/>
          </p:cNvGraphicFramePr>
          <p:nvPr/>
        </p:nvGraphicFramePr>
        <p:xfrm>
          <a:off x="4629150" y="4351338"/>
          <a:ext cx="3975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15" imgW="3975100" imgH="457200" progId="Equation.3">
                  <p:embed/>
                </p:oleObj>
              </mc:Choice>
              <mc:Fallback>
                <p:oleObj name="" r:id="rId15" imgW="3975100" imgH="457200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29150" y="4351338"/>
                        <a:ext cx="39751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43" name="Text Box 15"/>
          <p:cNvSpPr txBox="1"/>
          <p:nvPr/>
        </p:nvSpPr>
        <p:spPr>
          <a:xfrm>
            <a:off x="827088" y="4926013"/>
            <a:ext cx="34877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正态分布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高斯分布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6145" name="AutoShape 17">
            <a:hlinkClick r:id="rId17" action="ppaction://hlinksldjump"/>
          </p:cNvPr>
          <p:cNvSpPr/>
          <p:nvPr/>
        </p:nvSpPr>
        <p:spPr>
          <a:xfrm>
            <a:off x="7235825" y="5445125"/>
            <a:ext cx="1152525" cy="469900"/>
          </a:xfrm>
          <a:prstGeom prst="actionButtonBlank">
            <a:avLst/>
          </a:prstGeom>
          <a:gradFill rotWithShape="1">
            <a:gsLst>
              <a:gs pos="0">
                <a:srgbClr val="156B13">
                  <a:alpha val="100000"/>
                </a:srgbClr>
              </a:gs>
              <a:gs pos="25000">
                <a:srgbClr val="9CB86E">
                  <a:alpha val="100000"/>
                </a:srgbClr>
              </a:gs>
              <a:gs pos="50000">
                <a:srgbClr val="DDEBCF">
                  <a:alpha val="100000"/>
                </a:srgbClr>
              </a:gs>
              <a:gs pos="75000">
                <a:srgbClr val="9CB86E">
                  <a:alpha val="100000"/>
                </a:srgbClr>
              </a:gs>
              <a:gs pos="100000">
                <a:srgbClr val="156B13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zh-CN" altLang="en-US" sz="20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高斯资料</a:t>
            </a:r>
            <a:endParaRPr lang="zh-CN" altLang="en-US" sz="20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7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7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4" grpId="0"/>
      <p:bldP spid="176143" grpId="0"/>
      <p:bldP spid="1761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1522413" y="781050"/>
          <a:ext cx="21955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" r:id="rId1" imgW="2057400" imgH="419100" progId="Equation.3">
                  <p:embed/>
                </p:oleObj>
              </mc:Choice>
              <mc:Fallback>
                <p:oleObj name="" r:id="rId1" imgW="2057400" imgH="419100" progId="Equation.3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2413" y="781050"/>
                        <a:ext cx="2195512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5" name="Object 3"/>
          <p:cNvGraphicFramePr>
            <a:graphicFrameLocks noChangeAspect="1"/>
          </p:cNvGraphicFramePr>
          <p:nvPr/>
        </p:nvGraphicFramePr>
        <p:xfrm>
          <a:off x="3805238" y="620713"/>
          <a:ext cx="41052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" r:id="rId3" imgW="4000500" imgH="698500" progId="Equation.3">
                  <p:embed/>
                </p:oleObj>
              </mc:Choice>
              <mc:Fallback>
                <p:oleObj name="" r:id="rId3" imgW="4000500" imgH="698500" progId="Equation.3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5238" y="620713"/>
                        <a:ext cx="4105275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6" name="Object 4"/>
          <p:cNvGraphicFramePr>
            <a:graphicFrameLocks noChangeAspect="1"/>
          </p:cNvGraphicFramePr>
          <p:nvPr/>
        </p:nvGraphicFramePr>
        <p:xfrm>
          <a:off x="895350" y="1497013"/>
          <a:ext cx="248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" r:id="rId5" imgW="2489200" imgH="431800" progId="Equation.3">
                  <p:embed/>
                </p:oleObj>
              </mc:Choice>
              <mc:Fallback>
                <p:oleObj name="" r:id="rId5" imgW="2489200" imgH="431800" progId="Equation.3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5350" y="1497013"/>
                        <a:ext cx="2489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7" name="Text Box 5"/>
          <p:cNvSpPr txBox="1"/>
          <p:nvPr/>
        </p:nvSpPr>
        <p:spPr>
          <a:xfrm>
            <a:off x="3400425" y="1400175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得到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7158" name="Object 6"/>
          <p:cNvGraphicFramePr>
            <a:graphicFrameLocks noChangeAspect="1"/>
          </p:cNvGraphicFramePr>
          <p:nvPr/>
        </p:nvGraphicFramePr>
        <p:xfrm>
          <a:off x="1833563" y="2114550"/>
          <a:ext cx="2870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7" imgW="2870200" imgH="1003300" progId="Equation.3">
                  <p:embed/>
                </p:oleObj>
              </mc:Choice>
              <mc:Fallback>
                <p:oleObj name="" r:id="rId7" imgW="2870200" imgH="100330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3563" y="2114550"/>
                        <a:ext cx="28702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9" name="Object 7"/>
          <p:cNvGraphicFramePr>
            <a:graphicFrameLocks noChangeAspect="1"/>
          </p:cNvGraphicFramePr>
          <p:nvPr/>
        </p:nvGraphicFramePr>
        <p:xfrm>
          <a:off x="4764088" y="26558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64088" y="26558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0" name="Object 8"/>
          <p:cNvGraphicFramePr>
            <a:graphicFrameLocks noChangeAspect="1"/>
          </p:cNvGraphicFramePr>
          <p:nvPr/>
        </p:nvGraphicFramePr>
        <p:xfrm>
          <a:off x="5041900" y="2257425"/>
          <a:ext cx="2159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11" imgW="2159000" imgH="850900" progId="Equation.3">
                  <p:embed/>
                </p:oleObj>
              </mc:Choice>
              <mc:Fallback>
                <p:oleObj name="" r:id="rId11" imgW="2159000" imgH="85090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41900" y="2257425"/>
                        <a:ext cx="2159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1" name="Object 9"/>
          <p:cNvGraphicFramePr>
            <a:graphicFrameLocks noChangeAspect="1"/>
          </p:cNvGraphicFramePr>
          <p:nvPr/>
        </p:nvGraphicFramePr>
        <p:xfrm>
          <a:off x="898525" y="3257550"/>
          <a:ext cx="2628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" r:id="rId13" imgW="2628900" imgH="698500" progId="Equation.3">
                  <p:embed/>
                </p:oleObj>
              </mc:Choice>
              <mc:Fallback>
                <p:oleObj name="" r:id="rId13" imgW="2628900" imgH="698500" progId="Equation.3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8525" y="3257550"/>
                        <a:ext cx="26289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2" name="Object 10"/>
          <p:cNvGraphicFramePr>
            <a:graphicFrameLocks noChangeAspect="1"/>
          </p:cNvGraphicFramePr>
          <p:nvPr/>
        </p:nvGraphicFramePr>
        <p:xfrm>
          <a:off x="4502150" y="3390900"/>
          <a:ext cx="35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15" imgW="355600" imgH="381000" progId="Equation.3">
                  <p:embed/>
                </p:oleObj>
              </mc:Choice>
              <mc:Fallback>
                <p:oleObj name="" r:id="rId15" imgW="355600" imgH="381000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02150" y="3390900"/>
                        <a:ext cx="355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3" name="Object 11"/>
          <p:cNvGraphicFramePr>
            <a:graphicFrameLocks noChangeAspect="1"/>
          </p:cNvGraphicFramePr>
          <p:nvPr/>
        </p:nvGraphicFramePr>
        <p:xfrm>
          <a:off x="4808538" y="35687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17" imgW="241300" imgH="152400" progId="Equation.3">
                  <p:embed/>
                </p:oleObj>
              </mc:Choice>
              <mc:Fallback>
                <p:oleObj name="" r:id="rId17" imgW="241300" imgH="152400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08538" y="35687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4" name="Object 12"/>
          <p:cNvGraphicFramePr>
            <a:graphicFrameLocks noChangeAspect="1"/>
          </p:cNvGraphicFramePr>
          <p:nvPr/>
        </p:nvGraphicFramePr>
        <p:xfrm>
          <a:off x="5035550" y="3268663"/>
          <a:ext cx="2857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19" imgW="2857500" imgH="698500" progId="Equation.3">
                  <p:embed/>
                </p:oleObj>
              </mc:Choice>
              <mc:Fallback>
                <p:oleObj name="" r:id="rId19" imgW="2857500" imgH="69850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35550" y="3268663"/>
                        <a:ext cx="28575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5" name="Text Box 13"/>
          <p:cNvSpPr txBox="1"/>
          <p:nvPr/>
        </p:nvSpPr>
        <p:spPr>
          <a:xfrm>
            <a:off x="3616325" y="3305175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7166" name="Text Box 14"/>
          <p:cNvSpPr txBox="1"/>
          <p:nvPr/>
        </p:nvSpPr>
        <p:spPr>
          <a:xfrm>
            <a:off x="803275" y="4102100"/>
            <a:ext cx="49164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利用极坐标将它化成累次积分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7167" name="Text Box 15"/>
          <p:cNvSpPr txBox="1"/>
          <p:nvPr/>
        </p:nvSpPr>
        <p:spPr>
          <a:xfrm>
            <a:off x="5675313" y="407670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得到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7168" name="Object 16"/>
          <p:cNvGraphicFramePr>
            <a:graphicFrameLocks noChangeAspect="1"/>
          </p:cNvGraphicFramePr>
          <p:nvPr/>
        </p:nvGraphicFramePr>
        <p:xfrm>
          <a:off x="2771775" y="4841875"/>
          <a:ext cx="35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" r:id="rId21" imgW="355600" imgH="381000" progId="Equation.3">
                  <p:embed/>
                </p:oleObj>
              </mc:Choice>
              <mc:Fallback>
                <p:oleObj name="" r:id="rId21" imgW="355600" imgH="381000" progId="Equation.3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71775" y="4841875"/>
                        <a:ext cx="355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9" name="Object 17"/>
          <p:cNvGraphicFramePr>
            <a:graphicFrameLocks noChangeAspect="1"/>
          </p:cNvGraphicFramePr>
          <p:nvPr/>
        </p:nvGraphicFramePr>
        <p:xfrm>
          <a:off x="3132138" y="50228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" r:id="rId23" imgW="241300" imgH="152400" progId="Equation.3">
                  <p:embed/>
                </p:oleObj>
              </mc:Choice>
              <mc:Fallback>
                <p:oleObj name="" r:id="rId23" imgW="241300" imgH="152400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32138" y="50228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70" name="Object 18"/>
          <p:cNvGraphicFramePr>
            <a:graphicFrameLocks noChangeAspect="1"/>
          </p:cNvGraphicFramePr>
          <p:nvPr/>
        </p:nvGraphicFramePr>
        <p:xfrm>
          <a:off x="3398838" y="4746625"/>
          <a:ext cx="2527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24" imgW="2527300" imgH="698500" progId="Equation.3">
                  <p:embed/>
                </p:oleObj>
              </mc:Choice>
              <mc:Fallback>
                <p:oleObj name="" r:id="rId24" imgW="2527300" imgH="698500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398838" y="4746625"/>
                        <a:ext cx="25273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71" name="Object 19"/>
          <p:cNvGraphicFramePr>
            <a:graphicFrameLocks noChangeAspect="1"/>
          </p:cNvGraphicFramePr>
          <p:nvPr/>
        </p:nvGraphicFramePr>
        <p:xfrm>
          <a:off x="5975350" y="50276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26" imgW="241300" imgH="152400" progId="Equation.3">
                  <p:embed/>
                </p:oleObj>
              </mc:Choice>
              <mc:Fallback>
                <p:oleObj name="" r:id="rId26" imgW="241300" imgH="152400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75350" y="50276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72" name="Object 20"/>
          <p:cNvGraphicFramePr>
            <a:graphicFrameLocks noChangeAspect="1"/>
          </p:cNvGraphicFramePr>
          <p:nvPr/>
        </p:nvGraphicFramePr>
        <p:xfrm>
          <a:off x="6216650" y="4924425"/>
          <a:ext cx="457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27" imgW="457200" imgH="317500" progId="Equation.3">
                  <p:embed/>
                </p:oleObj>
              </mc:Choice>
              <mc:Fallback>
                <p:oleObj name="" r:id="rId27" imgW="457200" imgH="31750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216650" y="4924425"/>
                        <a:ext cx="457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73" name="Object 21"/>
          <p:cNvGraphicFramePr>
            <a:graphicFrameLocks noChangeAspect="1"/>
          </p:cNvGraphicFramePr>
          <p:nvPr/>
        </p:nvGraphicFramePr>
        <p:xfrm>
          <a:off x="900113" y="5678488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29" imgW="1243965" imgH="406400" progId="Equation.3">
                  <p:embed/>
                </p:oleObj>
              </mc:Choice>
              <mc:Fallback>
                <p:oleObj name="" r:id="rId29" imgW="1243965" imgH="406400" progId="Equation.3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00113" y="5678488"/>
                        <a:ext cx="12446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74" name="Object 22"/>
          <p:cNvGraphicFramePr>
            <a:graphicFrameLocks noChangeAspect="1"/>
          </p:cNvGraphicFramePr>
          <p:nvPr/>
        </p:nvGraphicFramePr>
        <p:xfrm>
          <a:off x="3521075" y="5637213"/>
          <a:ext cx="80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31" imgW="799465" imgH="431800" progId="Equation.3">
                  <p:embed/>
                </p:oleObj>
              </mc:Choice>
              <mc:Fallback>
                <p:oleObj name="" r:id="rId31" imgW="799465" imgH="43180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521075" y="5637213"/>
                        <a:ext cx="800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75" name="Text Box 23"/>
          <p:cNvSpPr txBox="1"/>
          <p:nvPr/>
        </p:nvSpPr>
        <p:spPr>
          <a:xfrm>
            <a:off x="2195513" y="555783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7176" name="Object 24"/>
          <p:cNvGraphicFramePr>
            <a:graphicFrameLocks noChangeAspect="1"/>
          </p:cNvGraphicFramePr>
          <p:nvPr/>
        </p:nvGraphicFramePr>
        <p:xfrm>
          <a:off x="3036888" y="5732463"/>
          <a:ext cx="228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33" imgW="228600" imgH="292100" progId="Equation.3">
                  <p:embed/>
                </p:oleObj>
              </mc:Choice>
              <mc:Fallback>
                <p:oleObj name="" r:id="rId33" imgW="228600" imgH="292100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036888" y="5732463"/>
                        <a:ext cx="2286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77" name="Object 25"/>
          <p:cNvGraphicFramePr>
            <a:graphicFrameLocks noChangeAspect="1"/>
          </p:cNvGraphicFramePr>
          <p:nvPr/>
        </p:nvGraphicFramePr>
        <p:xfrm>
          <a:off x="3273425" y="58213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35" imgW="241300" imgH="152400" progId="Equation.3">
                  <p:embed/>
                </p:oleObj>
              </mc:Choice>
              <mc:Fallback>
                <p:oleObj name="" r:id="rId35" imgW="241300" imgH="15240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273425" y="58213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78" name="Text Box 26"/>
          <p:cNvSpPr txBox="1"/>
          <p:nvPr/>
        </p:nvSpPr>
        <p:spPr>
          <a:xfrm>
            <a:off x="4367213" y="555466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7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7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7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7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7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7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7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7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17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17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17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17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17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17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7" grpId="0"/>
      <p:bldP spid="177165" grpId="0"/>
      <p:bldP spid="177166" grpId="0"/>
      <p:bldP spid="177167" grpId="0"/>
      <p:bldP spid="177175" grpId="0"/>
      <p:bldP spid="17717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3105150" y="701675"/>
          <a:ext cx="14224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1" imgW="1422400" imgH="698500" progId="Equation.3">
                  <p:embed/>
                </p:oleObj>
              </mc:Choice>
              <mc:Fallback>
                <p:oleObj name="" r:id="rId1" imgW="1422400" imgH="69850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05150" y="701675"/>
                        <a:ext cx="14224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79" name="Object 3"/>
          <p:cNvGraphicFramePr>
            <a:graphicFrameLocks noChangeAspect="1"/>
          </p:cNvGraphicFramePr>
          <p:nvPr/>
        </p:nvGraphicFramePr>
        <p:xfrm>
          <a:off x="4579938" y="9906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3" imgW="241300" imgH="152400" progId="Equation.3">
                  <p:embed/>
                </p:oleObj>
              </mc:Choice>
              <mc:Fallback>
                <p:oleObj name="" r:id="rId3" imgW="241300" imgH="15240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9938" y="9906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0" name="Object 4"/>
          <p:cNvGraphicFramePr>
            <a:graphicFrameLocks noChangeAspect="1"/>
          </p:cNvGraphicFramePr>
          <p:nvPr/>
        </p:nvGraphicFramePr>
        <p:xfrm>
          <a:off x="4851400" y="849313"/>
          <a:ext cx="80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" r:id="rId5" imgW="799465" imgH="431800" progId="Equation.3">
                  <p:embed/>
                </p:oleObj>
              </mc:Choice>
              <mc:Fallback>
                <p:oleObj name="" r:id="rId5" imgW="799465" imgH="431800" progId="Equation.3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1400" y="849313"/>
                        <a:ext cx="800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2" name="Text Box 6"/>
          <p:cNvSpPr txBox="1"/>
          <p:nvPr/>
        </p:nvSpPr>
        <p:spPr>
          <a:xfrm>
            <a:off x="801688" y="1504950"/>
            <a:ext cx="9620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8183" name="Object 7"/>
          <p:cNvGraphicFramePr>
            <a:graphicFrameLocks noChangeAspect="1"/>
          </p:cNvGraphicFramePr>
          <p:nvPr/>
        </p:nvGraphicFramePr>
        <p:xfrm>
          <a:off x="2025650" y="1916113"/>
          <a:ext cx="27940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" name="" r:id="rId7" imgW="2794000" imgH="1003300" progId="Equation.3">
                  <p:embed/>
                </p:oleObj>
              </mc:Choice>
              <mc:Fallback>
                <p:oleObj name="" r:id="rId7" imgW="2794000" imgH="1003300" progId="Equation.3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25650" y="1916113"/>
                        <a:ext cx="27940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4" name="Object 8"/>
          <p:cNvGraphicFramePr>
            <a:graphicFrameLocks noChangeAspect="1"/>
          </p:cNvGraphicFramePr>
          <p:nvPr/>
        </p:nvGraphicFramePr>
        <p:xfrm>
          <a:off x="4867275" y="24384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67275" y="24384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5" name="Object 9"/>
          <p:cNvGraphicFramePr>
            <a:graphicFrameLocks noChangeAspect="1"/>
          </p:cNvGraphicFramePr>
          <p:nvPr/>
        </p:nvGraphicFramePr>
        <p:xfrm>
          <a:off x="5130800" y="2052638"/>
          <a:ext cx="2159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" name="" r:id="rId11" imgW="2159000" imgH="850900" progId="Equation.3">
                  <p:embed/>
                </p:oleObj>
              </mc:Choice>
              <mc:Fallback>
                <p:oleObj name="" r:id="rId11" imgW="2159000" imgH="850900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30800" y="2052638"/>
                        <a:ext cx="21590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6" name="Object 10"/>
          <p:cNvGraphicFramePr>
            <a:graphicFrameLocks noChangeAspect="1"/>
          </p:cNvGraphicFramePr>
          <p:nvPr/>
        </p:nvGraphicFramePr>
        <p:xfrm>
          <a:off x="7318375" y="24288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13" imgW="241300" imgH="152400" progId="Equation.3">
                  <p:embed/>
                </p:oleObj>
              </mc:Choice>
              <mc:Fallback>
                <p:oleObj name="" r:id="rId13" imgW="241300" imgH="15240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18375" y="24288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7" name="Object 11"/>
          <p:cNvGraphicFramePr>
            <a:graphicFrameLocks noChangeAspect="1"/>
          </p:cNvGraphicFramePr>
          <p:nvPr/>
        </p:nvGraphicFramePr>
        <p:xfrm>
          <a:off x="7605713" y="2324100"/>
          <a:ext cx="279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" r:id="rId15" imgW="279400" imgH="317500" progId="Equation.3">
                  <p:embed/>
                </p:oleObj>
              </mc:Choice>
              <mc:Fallback>
                <p:oleObj name="" r:id="rId15" imgW="279400" imgH="317500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05713" y="2324100"/>
                        <a:ext cx="2794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8" name="Object 12"/>
          <p:cNvGraphicFramePr>
            <a:graphicFrameLocks noChangeAspect="1"/>
          </p:cNvGraphicFramePr>
          <p:nvPr/>
        </p:nvGraphicFramePr>
        <p:xfrm>
          <a:off x="884238" y="3284538"/>
          <a:ext cx="3616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" name="" r:id="rId17" imgW="3365500" imgH="431800" progId="Equation.3">
                  <p:embed/>
                </p:oleObj>
              </mc:Choice>
              <mc:Fallback>
                <p:oleObj name="" r:id="rId17" imgW="3365500" imgH="431800" progId="Equation.3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84238" y="3284538"/>
                        <a:ext cx="36163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8189" name="Picture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03400" y="3946525"/>
            <a:ext cx="6369050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9204" name="Text Box 4"/>
          <p:cNvSpPr txBox="1"/>
          <p:nvPr/>
        </p:nvSpPr>
        <p:spPr>
          <a:xfrm>
            <a:off x="827088" y="836613"/>
            <a:ext cx="23050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性质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9205" name="Object 5"/>
          <p:cNvGraphicFramePr>
            <a:graphicFrameLocks noChangeAspect="1"/>
          </p:cNvGraphicFramePr>
          <p:nvPr/>
        </p:nvGraphicFramePr>
        <p:xfrm>
          <a:off x="1774825" y="1495425"/>
          <a:ext cx="349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name="" r:id="rId1" imgW="3492500" imgH="469900" progId="Equation.3">
                  <p:embed/>
                </p:oleObj>
              </mc:Choice>
              <mc:Fallback>
                <p:oleObj name="" r:id="rId1" imgW="3492500" imgH="469900" progId="Equation.3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4825" y="1495425"/>
                        <a:ext cx="3492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6" name="Object 6"/>
          <p:cNvGraphicFramePr>
            <a:graphicFrameLocks noChangeAspect="1"/>
          </p:cNvGraphicFramePr>
          <p:nvPr/>
        </p:nvGraphicFramePr>
        <p:xfrm>
          <a:off x="5341938" y="1530350"/>
          <a:ext cx="35512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" name="" r:id="rId3" imgW="3378200" imgH="419100" progId="Equation.3">
                  <p:embed/>
                </p:oleObj>
              </mc:Choice>
              <mc:Fallback>
                <p:oleObj name="" r:id="rId3" imgW="3378200" imgH="419100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41938" y="1530350"/>
                        <a:ext cx="3551237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7" name="Text Box 7"/>
          <p:cNvSpPr txBox="1"/>
          <p:nvPr/>
        </p:nvSpPr>
        <p:spPr>
          <a:xfrm>
            <a:off x="936625" y="202565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9208" name="Object 8"/>
          <p:cNvGraphicFramePr>
            <a:graphicFrameLocks noChangeAspect="1"/>
          </p:cNvGraphicFramePr>
          <p:nvPr/>
        </p:nvGraphicFramePr>
        <p:xfrm>
          <a:off x="2136775" y="2133600"/>
          <a:ext cx="2628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" name="" r:id="rId5" imgW="2628900" imgH="381000" progId="Equation.3">
                  <p:embed/>
                </p:oleObj>
              </mc:Choice>
              <mc:Fallback>
                <p:oleObj name="" r:id="rId5" imgW="2628900" imgH="381000" progId="Equation.3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6775" y="2133600"/>
                        <a:ext cx="2628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9" name="Object 9"/>
          <p:cNvGraphicFramePr>
            <a:graphicFrameLocks noChangeAspect="1"/>
          </p:cNvGraphicFramePr>
          <p:nvPr/>
        </p:nvGraphicFramePr>
        <p:xfrm>
          <a:off x="4765675" y="22415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65675" y="22415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0" name="Object 10"/>
          <p:cNvGraphicFramePr>
            <a:graphicFrameLocks noChangeAspect="1"/>
          </p:cNvGraphicFramePr>
          <p:nvPr/>
        </p:nvGraphicFramePr>
        <p:xfrm>
          <a:off x="5006975" y="2133600"/>
          <a:ext cx="273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" name="" r:id="rId9" imgW="2730500" imgH="381000" progId="Equation.3">
                  <p:embed/>
                </p:oleObj>
              </mc:Choice>
              <mc:Fallback>
                <p:oleObj name="" r:id="rId9" imgW="2730500" imgH="381000" progId="Equation.3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6975" y="2133600"/>
                        <a:ext cx="2730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1" name="Object 11"/>
          <p:cNvGraphicFramePr>
            <a:graphicFrameLocks noChangeAspect="1"/>
          </p:cNvGraphicFramePr>
          <p:nvPr/>
        </p:nvGraphicFramePr>
        <p:xfrm>
          <a:off x="1787525" y="3983038"/>
          <a:ext cx="3708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" name="" r:id="rId11" imgW="3708400" imgH="469900" progId="Equation.3">
                  <p:embed/>
                </p:oleObj>
              </mc:Choice>
              <mc:Fallback>
                <p:oleObj name="" r:id="rId11" imgW="3708400" imgH="469900" progId="Equation.3">
                  <p:embed/>
                  <p:pic>
                    <p:nvPicPr>
                      <p:cNvPr id="0" name="图片 330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87525" y="3983038"/>
                        <a:ext cx="37084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2" name="Object 12"/>
          <p:cNvGraphicFramePr>
            <a:graphicFrameLocks noChangeAspect="1"/>
          </p:cNvGraphicFramePr>
          <p:nvPr/>
        </p:nvGraphicFramePr>
        <p:xfrm>
          <a:off x="5773738" y="4037013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" r:id="rId13" imgW="799465" imgH="393700" progId="Equation.3">
                  <p:embed/>
                </p:oleObj>
              </mc:Choice>
              <mc:Fallback>
                <p:oleObj name="" r:id="rId13" imgW="799465" imgH="393700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73738" y="4037013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3" name="Object 13"/>
          <p:cNvGraphicFramePr>
            <a:graphicFrameLocks noChangeAspect="1"/>
          </p:cNvGraphicFramePr>
          <p:nvPr/>
        </p:nvGraphicFramePr>
        <p:xfrm>
          <a:off x="6602413" y="41671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02413" y="41671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4" name="Object 14"/>
          <p:cNvGraphicFramePr>
            <a:graphicFrameLocks noChangeAspect="1"/>
          </p:cNvGraphicFramePr>
          <p:nvPr/>
        </p:nvGraphicFramePr>
        <p:xfrm>
          <a:off x="6865938" y="3805238"/>
          <a:ext cx="1066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" r:id="rId17" imgW="1066800" imgH="850900" progId="Equation.3">
                  <p:embed/>
                </p:oleObj>
              </mc:Choice>
              <mc:Fallback>
                <p:oleObj name="" r:id="rId17" imgW="1066800" imgH="850900" progId="Equation.3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65938" y="3805238"/>
                        <a:ext cx="10668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2" name="Object 22"/>
          <p:cNvGraphicFramePr>
            <a:graphicFrameLocks noChangeAspect="1"/>
          </p:cNvGraphicFramePr>
          <p:nvPr/>
        </p:nvGraphicFramePr>
        <p:xfrm>
          <a:off x="1766888" y="4957763"/>
          <a:ext cx="44910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" r:id="rId19" imgW="4394200" imgH="469900" progId="Equation.3">
                  <p:embed/>
                </p:oleObj>
              </mc:Choice>
              <mc:Fallback>
                <p:oleObj name="" r:id="rId19" imgW="4394200" imgH="469900" progId="Equation.3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66888" y="4957763"/>
                        <a:ext cx="4491037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3" name="Object 23"/>
          <p:cNvGraphicFramePr>
            <a:graphicFrameLocks noChangeAspect="1"/>
          </p:cNvGraphicFramePr>
          <p:nvPr/>
        </p:nvGraphicFramePr>
        <p:xfrm>
          <a:off x="1793875" y="5838825"/>
          <a:ext cx="361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" r:id="rId21" imgW="3619500" imgH="469900" progId="Equation.3">
                  <p:embed/>
                </p:oleObj>
              </mc:Choice>
              <mc:Fallback>
                <p:oleObj name="" r:id="rId21" imgW="3619500" imgH="469900" progId="Equation.3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93875" y="5838825"/>
                        <a:ext cx="3619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304925" y="2805113"/>
          <a:ext cx="64071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" name="" r:id="rId23" imgW="3314700" imgH="228600" progId="Equation.DSMT4">
                  <p:embed/>
                </p:oleObj>
              </mc:Choice>
              <mc:Fallback>
                <p:oleObj name="" r:id="rId23" imgW="3314700" imgH="228600" progId="Equation.DSMT4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04925" y="2805113"/>
                        <a:ext cx="640715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289050" y="3430588"/>
          <a:ext cx="11525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name="" r:id="rId25" imgW="596900" imgH="203200" progId="Equation.DSMT4">
                  <p:embed/>
                </p:oleObj>
              </mc:Choice>
              <mc:Fallback>
                <p:oleObj name="" r:id="rId25" imgW="596900" imgH="203200" progId="Equation.DSMT4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89050" y="3430588"/>
                        <a:ext cx="115252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7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7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7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7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7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7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7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4" grpId="0"/>
      <p:bldP spid="17920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2124075" y="711200"/>
          <a:ext cx="2146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" name="" r:id="rId1" imgW="2146300" imgH="469900" progId="Equation.3">
                  <p:embed/>
                </p:oleObj>
              </mc:Choice>
              <mc:Fallback>
                <p:oleObj name="" r:id="rId1" imgW="2146300" imgH="469900" progId="Equation.3">
                  <p:embed/>
                  <p:pic>
                    <p:nvPicPr>
                      <p:cNvPr id="0" name="图片 33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4075" y="711200"/>
                        <a:ext cx="21463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1" name="Object 3"/>
          <p:cNvGraphicFramePr>
            <a:graphicFrameLocks noChangeAspect="1"/>
          </p:cNvGraphicFramePr>
          <p:nvPr/>
        </p:nvGraphicFramePr>
        <p:xfrm>
          <a:off x="4378325" y="755650"/>
          <a:ext cx="177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0" name="" r:id="rId3" imgW="1777365" imgH="431800" progId="Equation.3">
                  <p:embed/>
                </p:oleObj>
              </mc:Choice>
              <mc:Fallback>
                <p:oleObj name="" r:id="rId3" imgW="1777365" imgH="431800" progId="Equation.3">
                  <p:embed/>
                  <p:pic>
                    <p:nvPicPr>
                      <p:cNvPr id="0" name="图片 33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78325" y="755650"/>
                        <a:ext cx="1778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2" name="Object 4"/>
          <p:cNvGraphicFramePr>
            <a:graphicFrameLocks noChangeAspect="1"/>
          </p:cNvGraphicFramePr>
          <p:nvPr/>
        </p:nvGraphicFramePr>
        <p:xfrm>
          <a:off x="6289675" y="746125"/>
          <a:ext cx="23272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" name="" r:id="rId5" imgW="2286000" imgH="444500" progId="Equation.3">
                  <p:embed/>
                </p:oleObj>
              </mc:Choice>
              <mc:Fallback>
                <p:oleObj name="" r:id="rId5" imgW="2286000" imgH="444500" progId="Equation.3">
                  <p:embed/>
                  <p:pic>
                    <p:nvPicPr>
                      <p:cNvPr id="0" name="图片 33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89675" y="746125"/>
                        <a:ext cx="232727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3" name="Text Box 5"/>
          <p:cNvSpPr txBox="1"/>
          <p:nvPr/>
        </p:nvSpPr>
        <p:spPr>
          <a:xfrm>
            <a:off x="820738" y="1277938"/>
            <a:ext cx="13398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轴平移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1254" name="Text Box 6"/>
          <p:cNvSpPr txBox="1"/>
          <p:nvPr/>
        </p:nvSpPr>
        <p:spPr>
          <a:xfrm>
            <a:off x="2170113" y="1290638"/>
            <a:ext cx="27622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而不改变其形状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1255" name="Text Box 7"/>
          <p:cNvSpPr txBox="1"/>
          <p:nvPr/>
        </p:nvSpPr>
        <p:spPr>
          <a:xfrm>
            <a:off x="4960938" y="1255713"/>
            <a:ext cx="3740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可见正态分布的概率密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1256" name="Object 8"/>
          <p:cNvGraphicFramePr>
            <a:graphicFrameLocks noChangeAspect="1"/>
          </p:cNvGraphicFramePr>
          <p:nvPr/>
        </p:nvGraphicFramePr>
        <p:xfrm>
          <a:off x="900113" y="1939925"/>
          <a:ext cx="70564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2" name="" r:id="rId7" imgW="6858000" imgH="457200" progId="Equation.3">
                  <p:embed/>
                </p:oleObj>
              </mc:Choice>
              <mc:Fallback>
                <p:oleObj name="" r:id="rId7" imgW="6858000" imgH="457200" progId="Equation.3">
                  <p:embed/>
                  <p:pic>
                    <p:nvPicPr>
                      <p:cNvPr id="0" name="图片 33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0113" y="1939925"/>
                        <a:ext cx="7056437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7" name="Object 9"/>
          <p:cNvGraphicFramePr>
            <a:graphicFrameLocks noChangeAspect="1"/>
          </p:cNvGraphicFramePr>
          <p:nvPr/>
        </p:nvGraphicFramePr>
        <p:xfrm>
          <a:off x="7980363" y="1968500"/>
          <a:ext cx="66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" name="" r:id="rId9" imgW="660400" imgH="431800" progId="Equation.3">
                  <p:embed/>
                </p:oleObj>
              </mc:Choice>
              <mc:Fallback>
                <p:oleObj name="" r:id="rId9" imgW="660400" imgH="431800" progId="Equation.3">
                  <p:embed/>
                  <p:pic>
                    <p:nvPicPr>
                      <p:cNvPr id="0" name="图片 33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80363" y="1968500"/>
                        <a:ext cx="660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8" name="Text Box 10"/>
          <p:cNvSpPr txBox="1"/>
          <p:nvPr/>
        </p:nvSpPr>
        <p:spPr>
          <a:xfrm>
            <a:off x="792163" y="2517775"/>
            <a:ext cx="20510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为位置参数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30731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913" y="3357563"/>
            <a:ext cx="7629525" cy="281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8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8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8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3" grpId="0"/>
      <p:bldP spid="181254" grpId="0"/>
      <p:bldP spid="181255" grpId="0"/>
      <p:bldP spid="18125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1671638" y="704850"/>
          <a:ext cx="187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" name="" r:id="rId1" imgW="1879600" imgH="469900" progId="Equation.3">
                  <p:embed/>
                </p:oleObj>
              </mc:Choice>
              <mc:Fallback>
                <p:oleObj name="" r:id="rId1" imgW="1879600" imgH="469900" progId="Equation.3">
                  <p:embed/>
                  <p:pic>
                    <p:nvPicPr>
                      <p:cNvPr id="0" name="图片 33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1638" y="704850"/>
                        <a:ext cx="18796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5" name="Object 3"/>
          <p:cNvGraphicFramePr>
            <a:graphicFrameLocks noChangeAspect="1"/>
          </p:cNvGraphicFramePr>
          <p:nvPr/>
        </p:nvGraphicFramePr>
        <p:xfrm>
          <a:off x="3527425" y="752475"/>
          <a:ext cx="2692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6" name="" r:id="rId3" imgW="2692400" imgH="431800" progId="Equation.3">
                  <p:embed/>
                </p:oleObj>
              </mc:Choice>
              <mc:Fallback>
                <p:oleObj name="" r:id="rId3" imgW="2692400" imgH="431800" progId="Equation.3">
                  <p:embed/>
                  <p:pic>
                    <p:nvPicPr>
                      <p:cNvPr id="0" name="图片 33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27425" y="752475"/>
                        <a:ext cx="2692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6" name="Object 4"/>
          <p:cNvGraphicFramePr>
            <a:graphicFrameLocks noChangeAspect="1"/>
          </p:cNvGraphicFramePr>
          <p:nvPr/>
        </p:nvGraphicFramePr>
        <p:xfrm>
          <a:off x="6084888" y="752475"/>
          <a:ext cx="259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" name="" r:id="rId5" imgW="2362200" imgH="431800" progId="Equation.3">
                  <p:embed/>
                </p:oleObj>
              </mc:Choice>
              <mc:Fallback>
                <p:oleObj name="" r:id="rId5" imgW="2362200" imgH="431800" progId="Equation.3">
                  <p:embed/>
                  <p:pic>
                    <p:nvPicPr>
                      <p:cNvPr id="0" name="图片 33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4888" y="752475"/>
                        <a:ext cx="2590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77" name="Text Box 5"/>
          <p:cNvSpPr txBox="1"/>
          <p:nvPr/>
        </p:nvSpPr>
        <p:spPr>
          <a:xfrm>
            <a:off x="827088" y="1316038"/>
            <a:ext cx="16954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称轴不变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2278" name="Text Box 6"/>
          <p:cNvSpPr txBox="1"/>
          <p:nvPr/>
        </p:nvSpPr>
        <p:spPr>
          <a:xfrm>
            <a:off x="2459038" y="1328738"/>
            <a:ext cx="2406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而形状在改变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2279" name="Object 7"/>
          <p:cNvGraphicFramePr>
            <a:graphicFrameLocks noChangeAspect="1"/>
          </p:cNvGraphicFramePr>
          <p:nvPr/>
        </p:nvGraphicFramePr>
        <p:xfrm>
          <a:off x="4859338" y="1412875"/>
          <a:ext cx="110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" name="" r:id="rId7" imgW="1104900" imgH="431800" progId="Equation.3">
                  <p:embed/>
                </p:oleObj>
              </mc:Choice>
              <mc:Fallback>
                <p:oleObj name="" r:id="rId7" imgW="1104900" imgH="431800" progId="Equation.3">
                  <p:embed/>
                  <p:pic>
                    <p:nvPicPr>
                      <p:cNvPr id="0" name="图片 33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59338" y="1412875"/>
                        <a:ext cx="1104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0" name="Text Box 8"/>
          <p:cNvSpPr txBox="1"/>
          <p:nvPr/>
        </p:nvSpPr>
        <p:spPr>
          <a:xfrm>
            <a:off x="6059488" y="1325563"/>
            <a:ext cx="2406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图形越高越瘦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2281" name="Object 9"/>
          <p:cNvGraphicFramePr>
            <a:graphicFrameLocks noChangeAspect="1"/>
          </p:cNvGraphicFramePr>
          <p:nvPr/>
        </p:nvGraphicFramePr>
        <p:xfrm>
          <a:off x="900113" y="2001838"/>
          <a:ext cx="104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" r:id="rId9" imgW="1040765" imgH="406400" progId="Equation.3">
                  <p:embed/>
                </p:oleObj>
              </mc:Choice>
              <mc:Fallback>
                <p:oleObj name="" r:id="rId9" imgW="1040765" imgH="406400" progId="Equation.3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0113" y="2001838"/>
                        <a:ext cx="1041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2" name="Text Box 10"/>
          <p:cNvSpPr txBox="1"/>
          <p:nvPr/>
        </p:nvSpPr>
        <p:spPr>
          <a:xfrm>
            <a:off x="1966913" y="1928813"/>
            <a:ext cx="2406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图形越矮越胖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82283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475" y="2617788"/>
            <a:ext cx="7661275" cy="3294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7" grpId="0"/>
      <p:bldP spid="182278" grpId="0"/>
      <p:bldP spid="182280" grpId="0"/>
      <p:bldP spid="18228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1042988" y="804863"/>
          <a:ext cx="19335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" name="" r:id="rId1" imgW="1790700" imgH="393700" progId="Equation.3">
                  <p:embed/>
                </p:oleObj>
              </mc:Choice>
              <mc:Fallback>
                <p:oleObj name="" r:id="rId1" imgW="1790700" imgH="393700" progId="Equation.3">
                  <p:embed/>
                  <p:pic>
                    <p:nvPicPr>
                      <p:cNvPr id="0" name="图片 33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988" y="804863"/>
                        <a:ext cx="193357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299" name="Object 3"/>
          <p:cNvGraphicFramePr>
            <a:graphicFrameLocks noChangeAspect="1"/>
          </p:cNvGraphicFramePr>
          <p:nvPr/>
        </p:nvGraphicFramePr>
        <p:xfrm>
          <a:off x="2870200" y="1790700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" r:id="rId3" imgW="799465" imgH="393700" progId="Equation.3">
                  <p:embed/>
                </p:oleObj>
              </mc:Choice>
              <mc:Fallback>
                <p:oleObj name="" r:id="rId3" imgW="799465" imgH="393700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0200" y="1790700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0" name="Object 4"/>
          <p:cNvGraphicFramePr>
            <a:graphicFrameLocks noChangeAspect="1"/>
          </p:cNvGraphicFramePr>
          <p:nvPr/>
        </p:nvGraphicFramePr>
        <p:xfrm>
          <a:off x="3759200" y="18827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3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59200" y="18827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1" name="Object 5"/>
          <p:cNvGraphicFramePr>
            <a:graphicFrameLocks noChangeAspect="1"/>
          </p:cNvGraphicFramePr>
          <p:nvPr/>
        </p:nvGraphicFramePr>
        <p:xfrm>
          <a:off x="4043363" y="1366838"/>
          <a:ext cx="2616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" name="" r:id="rId7" imgW="2616200" imgH="1003300" progId="Equation.3">
                  <p:embed/>
                </p:oleObj>
              </mc:Choice>
              <mc:Fallback>
                <p:oleObj name="" r:id="rId7" imgW="2616200" imgH="1003300" progId="Equation.3">
                  <p:embed/>
                  <p:pic>
                    <p:nvPicPr>
                      <p:cNvPr id="0" name="图片 33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43363" y="1366838"/>
                        <a:ext cx="26162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3303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8" y="2600325"/>
            <a:ext cx="7661275" cy="3311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1814513" y="765175"/>
          <a:ext cx="120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" name="" r:id="rId1" imgW="1206500" imgH="419100" progId="Equation.3">
                  <p:embed/>
                </p:oleObj>
              </mc:Choice>
              <mc:Fallback>
                <p:oleObj name="" r:id="rId1" imgW="1206500" imgH="419100" progId="Equation.3">
                  <p:embed/>
                  <p:pic>
                    <p:nvPicPr>
                      <p:cNvPr id="0" name="图片 33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14513" y="765175"/>
                        <a:ext cx="12065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3" name="Object 3"/>
          <p:cNvGraphicFramePr>
            <a:graphicFrameLocks noChangeAspect="1"/>
          </p:cNvGraphicFramePr>
          <p:nvPr/>
        </p:nvGraphicFramePr>
        <p:xfrm>
          <a:off x="3225800" y="739775"/>
          <a:ext cx="51371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" name="" r:id="rId3" imgW="4876800" imgH="444500" progId="Equation.3">
                  <p:embed/>
                </p:oleObj>
              </mc:Choice>
              <mc:Fallback>
                <p:oleObj name="" r:id="rId3" imgW="4876800" imgH="444500" progId="Equation.3">
                  <p:embed/>
                  <p:pic>
                    <p:nvPicPr>
                      <p:cNvPr id="0" name="图片 33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25800" y="739775"/>
                        <a:ext cx="51371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4" name="Object 4"/>
          <p:cNvGraphicFramePr>
            <a:graphicFrameLocks noChangeAspect="1"/>
          </p:cNvGraphicFramePr>
          <p:nvPr/>
        </p:nvGraphicFramePr>
        <p:xfrm>
          <a:off x="912813" y="1362075"/>
          <a:ext cx="7429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" name="" r:id="rId5" imgW="7124700" imgH="444500" progId="Equation.3">
                  <p:embed/>
                </p:oleObj>
              </mc:Choice>
              <mc:Fallback>
                <p:oleObj name="" r:id="rId5" imgW="7124700" imgH="444500" progId="Equation.3">
                  <p:embed/>
                  <p:pic>
                    <p:nvPicPr>
                      <p:cNvPr id="0" name="图片 33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2813" y="1362075"/>
                        <a:ext cx="74295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5" name="Text Box 5"/>
          <p:cNvSpPr txBox="1"/>
          <p:nvPr/>
        </p:nvSpPr>
        <p:spPr>
          <a:xfrm>
            <a:off x="814388" y="1933575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4326" name="Object 6"/>
          <p:cNvGraphicFramePr>
            <a:graphicFrameLocks noChangeAspect="1"/>
          </p:cNvGraphicFramePr>
          <p:nvPr/>
        </p:nvGraphicFramePr>
        <p:xfrm>
          <a:off x="2811463" y="2805113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4" name="" r:id="rId7" imgW="735965" imgH="393700" progId="Equation.3">
                  <p:embed/>
                </p:oleObj>
              </mc:Choice>
              <mc:Fallback>
                <p:oleObj name="" r:id="rId7" imgW="735965" imgH="393700" progId="Equation.3">
                  <p:embed/>
                  <p:pic>
                    <p:nvPicPr>
                      <p:cNvPr id="0" name="图片 33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1463" y="2805113"/>
                        <a:ext cx="7366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7" name="Object 7"/>
          <p:cNvGraphicFramePr>
            <a:graphicFrameLocks noChangeAspect="1"/>
          </p:cNvGraphicFramePr>
          <p:nvPr/>
        </p:nvGraphicFramePr>
        <p:xfrm>
          <a:off x="3616325" y="29337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1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33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16325" y="29337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8" name="Object 8"/>
          <p:cNvGraphicFramePr>
            <a:graphicFrameLocks noChangeAspect="1"/>
          </p:cNvGraphicFramePr>
          <p:nvPr/>
        </p:nvGraphicFramePr>
        <p:xfrm>
          <a:off x="3851275" y="2565400"/>
          <a:ext cx="175101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2" name="" r:id="rId11" imgW="723900" imgH="419100" progId="Equation.DSMT4">
                  <p:embed/>
                </p:oleObj>
              </mc:Choice>
              <mc:Fallback>
                <p:oleObj name="" r:id="rId11" imgW="723900" imgH="419100" progId="Equation.DSMT4">
                  <p:embed/>
                  <p:pic>
                    <p:nvPicPr>
                      <p:cNvPr id="0" name="图片 333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51275" y="2565400"/>
                        <a:ext cx="1751013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0" name="Object 10"/>
          <p:cNvGraphicFramePr>
            <a:graphicFrameLocks noChangeAspect="1"/>
          </p:cNvGraphicFramePr>
          <p:nvPr/>
        </p:nvGraphicFramePr>
        <p:xfrm>
          <a:off x="2808288" y="3813175"/>
          <a:ext cx="78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7" name="" r:id="rId13" imgW="786765" imgH="393700" progId="Equation.3">
                  <p:embed/>
                </p:oleObj>
              </mc:Choice>
              <mc:Fallback>
                <p:oleObj name="" r:id="rId13" imgW="786765" imgH="393700" progId="Equation.3">
                  <p:embed/>
                  <p:pic>
                    <p:nvPicPr>
                      <p:cNvPr id="0" name="图片 33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08288" y="3813175"/>
                        <a:ext cx="787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1" name="Object 11"/>
          <p:cNvGraphicFramePr>
            <a:graphicFrameLocks noChangeAspect="1"/>
          </p:cNvGraphicFramePr>
          <p:nvPr/>
        </p:nvGraphicFramePr>
        <p:xfrm>
          <a:off x="3636963" y="39433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32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36963" y="39433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2" name="Object 12"/>
          <p:cNvGraphicFramePr>
            <a:graphicFrameLocks noChangeAspect="1"/>
          </p:cNvGraphicFramePr>
          <p:nvPr/>
        </p:nvGraphicFramePr>
        <p:xfrm>
          <a:off x="3919538" y="3578225"/>
          <a:ext cx="2209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" name="" r:id="rId17" imgW="2209800" imgH="850900" progId="Equation.3">
                  <p:embed/>
                </p:oleObj>
              </mc:Choice>
              <mc:Fallback>
                <p:oleObj name="" r:id="rId17" imgW="2209800" imgH="850900" progId="Equation.3">
                  <p:embed/>
                  <p:pic>
                    <p:nvPicPr>
                      <p:cNvPr id="0" name="图片 333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19538" y="3578225"/>
                        <a:ext cx="22098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8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/>
          <p:nvPr/>
        </p:nvSpPr>
        <p:spPr>
          <a:xfrm>
            <a:off x="914400" y="762000"/>
            <a:ext cx="34417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标准正态分布的图形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8944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303338"/>
            <a:ext cx="7704137" cy="241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944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95725"/>
            <a:ext cx="7704138" cy="2413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8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/>
          <p:nvPr/>
        </p:nvSpPr>
        <p:spPr>
          <a:xfrm>
            <a:off x="827088" y="741363"/>
            <a:ext cx="26844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正态分布的计算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86371" name="Object 3"/>
          <p:cNvGraphicFramePr>
            <a:graphicFrameLocks noChangeAspect="1"/>
          </p:cNvGraphicFramePr>
          <p:nvPr/>
        </p:nvGraphicFramePr>
        <p:xfrm>
          <a:off x="2746375" y="1981200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5" name="" r:id="rId1" imgW="799465" imgH="393700" progId="Equation.3">
                  <p:embed/>
                </p:oleObj>
              </mc:Choice>
              <mc:Fallback>
                <p:oleObj name="" r:id="rId1" imgW="799465" imgH="393700" progId="Equation.3">
                  <p:embed/>
                  <p:pic>
                    <p:nvPicPr>
                      <p:cNvPr id="0" name="图片 33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6375" y="1981200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1042988" y="1947863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" name="" r:id="rId3" imgW="1459865" imgH="381000" progId="Equation.3">
                  <p:embed/>
                </p:oleObj>
              </mc:Choice>
              <mc:Fallback>
                <p:oleObj name="" r:id="rId3" imgW="1459865" imgH="381000" progId="Equation.3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2988" y="1947863"/>
                        <a:ext cx="1460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3" name="Object 5"/>
          <p:cNvGraphicFramePr>
            <a:graphicFrameLocks noChangeAspect="1"/>
          </p:cNvGraphicFramePr>
          <p:nvPr/>
        </p:nvGraphicFramePr>
        <p:xfrm>
          <a:off x="2497138" y="2763838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" name="" r:id="rId5" imgW="494665" imgH="317500" progId="Equation.3">
                  <p:embed/>
                </p:oleObj>
              </mc:Choice>
              <mc:Fallback>
                <p:oleObj name="" r:id="rId5" imgW="494665" imgH="317500" progId="Equation.3">
                  <p:embed/>
                  <p:pic>
                    <p:nvPicPr>
                      <p:cNvPr id="0" name="图片 33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7138" y="2763838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4" name="Rectangle 6"/>
          <p:cNvSpPr/>
          <p:nvPr/>
        </p:nvSpPr>
        <p:spPr>
          <a:xfrm>
            <a:off x="4679950" y="1557338"/>
            <a:ext cx="1822450" cy="990600"/>
          </a:xfrm>
          <a:prstGeom prst="rect">
            <a:avLst/>
          </a:prstGeom>
          <a:noFill/>
          <a:ln w="2857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6375" name="Text Box 7"/>
          <p:cNvSpPr txBox="1"/>
          <p:nvPr/>
        </p:nvSpPr>
        <p:spPr>
          <a:xfrm>
            <a:off x="6489700" y="1420813"/>
            <a:ext cx="2114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原函数不是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6376" name="Rectangle 8"/>
          <p:cNvSpPr/>
          <p:nvPr/>
        </p:nvSpPr>
        <p:spPr>
          <a:xfrm>
            <a:off x="6488113" y="1916113"/>
            <a:ext cx="16129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初等函数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6377" name="Object 9"/>
          <p:cNvGraphicFramePr>
            <a:graphicFrameLocks noChangeAspect="1"/>
          </p:cNvGraphicFramePr>
          <p:nvPr/>
        </p:nvGraphicFramePr>
        <p:xfrm>
          <a:off x="3805238" y="1557338"/>
          <a:ext cx="2654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" name="" r:id="rId7" imgW="2654300" imgH="1003300" progId="Equation.3">
                  <p:embed/>
                </p:oleObj>
              </mc:Choice>
              <mc:Fallback>
                <p:oleObj name="" r:id="rId7" imgW="2654300" imgH="1003300" progId="Equation.3">
                  <p:embed/>
                  <p:pic>
                    <p:nvPicPr>
                      <p:cNvPr id="0" name="图片 33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05238" y="1557338"/>
                        <a:ext cx="26543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8" name="Object 10"/>
          <p:cNvGraphicFramePr>
            <a:graphicFrameLocks noChangeAspect="1"/>
          </p:cNvGraphicFramePr>
          <p:nvPr/>
        </p:nvGraphicFramePr>
        <p:xfrm>
          <a:off x="2505075" y="20605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6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3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5075" y="20605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9" name="Object 11"/>
          <p:cNvGraphicFramePr>
            <a:graphicFrameLocks noChangeAspect="1"/>
          </p:cNvGraphicFramePr>
          <p:nvPr/>
        </p:nvGraphicFramePr>
        <p:xfrm>
          <a:off x="3559175" y="20605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32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59175" y="20605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81" name="Text Box 13">
            <a:hlinkClick r:id="rId13"/>
          </p:cNvPr>
          <p:cNvSpPr txBox="1"/>
          <p:nvPr/>
        </p:nvSpPr>
        <p:spPr>
          <a:xfrm>
            <a:off x="1476375" y="3744913"/>
            <a:ext cx="6411913" cy="547687"/>
          </a:xfrm>
          <a:prstGeom prst="rect">
            <a:avLst/>
          </a:prstGeom>
          <a:solidFill>
            <a:srgbClr val="66FFCC"/>
          </a:solidFill>
          <a:ln w="2857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algn="ctr" eaLnBrk="1" hangingPunct="1">
              <a:buNone/>
            </a:pPr>
            <a:r>
              <a:rPr lang="zh-CN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方法一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zh-CN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利用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MATLAB</a:t>
            </a:r>
            <a:r>
              <a:rPr lang="zh-CN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软件包计算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演示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sz="2800" b="1" dirty="0">
              <a:solidFill>
                <a:srgbClr val="CC00CC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86382" name="Text Box 14"/>
          <p:cNvSpPr txBox="1"/>
          <p:nvPr/>
        </p:nvSpPr>
        <p:spPr>
          <a:xfrm>
            <a:off x="1476375" y="4537075"/>
            <a:ext cx="6043613" cy="547688"/>
          </a:xfrm>
          <a:prstGeom prst="rect">
            <a:avLst/>
          </a:prstGeom>
          <a:solidFill>
            <a:srgbClr val="66FFCC"/>
          </a:solidFill>
          <a:ln w="2857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algn="ctr" eaLnBrk="1" hangingPunct="1">
              <a:buNone/>
            </a:pPr>
            <a:r>
              <a:rPr lang="zh-CN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方法二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zh-CN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转化为标准正态分布查表计算</a:t>
            </a:r>
            <a:endParaRPr lang="zh-CN" altLang="en-US" sz="2800" b="1" dirty="0">
              <a:solidFill>
                <a:srgbClr val="CC00CC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4" grpId="0" animBg="1"/>
      <p:bldP spid="186375" grpId="0"/>
      <p:bldP spid="186376" grpId="0"/>
      <p:bldP spid="186381" grpId="0" animBg="1"/>
      <p:bldP spid="18638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ext Box 2"/>
          <p:cNvSpPr txBox="1"/>
          <p:nvPr/>
        </p:nvSpPr>
        <p:spPr>
          <a:xfrm>
            <a:off x="1414463" y="835025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引理</a:t>
            </a:r>
            <a:endParaRPr lang="zh-CN" altLang="en-US" sz="2800" b="1" dirty="0">
              <a:solidFill>
                <a:srgbClr val="660033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87395" name="Object 3"/>
          <p:cNvGraphicFramePr>
            <a:graphicFrameLocks noChangeAspect="1"/>
          </p:cNvGraphicFramePr>
          <p:nvPr/>
        </p:nvGraphicFramePr>
        <p:xfrm>
          <a:off x="2519363" y="892175"/>
          <a:ext cx="2476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4" name="" r:id="rId1" imgW="2476500" imgH="469900" progId="Equation.3">
                  <p:embed/>
                </p:oleObj>
              </mc:Choice>
              <mc:Fallback>
                <p:oleObj name="" r:id="rId1" imgW="2476500" imgH="469900" progId="Equation.3">
                  <p:embed/>
                  <p:pic>
                    <p:nvPicPr>
                      <p:cNvPr id="0" name="图片 33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9363" y="892175"/>
                        <a:ext cx="2476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5424488" y="968375"/>
          <a:ext cx="4222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" name="" r:id="rId3" imgW="406400" imgH="381000" progId="Equation.3">
                  <p:embed/>
                </p:oleObj>
              </mc:Choice>
              <mc:Fallback>
                <p:oleObj name="" r:id="rId3" imgW="406400" imgH="381000" progId="Equation.3">
                  <p:embed/>
                  <p:pic>
                    <p:nvPicPr>
                      <p:cNvPr id="0" name="图片 33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24488" y="968375"/>
                        <a:ext cx="42227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7" name="Text Box 5"/>
          <p:cNvSpPr txBox="1"/>
          <p:nvPr/>
        </p:nvSpPr>
        <p:spPr>
          <a:xfrm>
            <a:off x="1428750" y="1793875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证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87398" name="Object 6"/>
          <p:cNvGraphicFramePr>
            <a:graphicFrameLocks noChangeAspect="1"/>
          </p:cNvGraphicFramePr>
          <p:nvPr/>
        </p:nvGraphicFramePr>
        <p:xfrm>
          <a:off x="2074863" y="1687513"/>
          <a:ext cx="40084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" name="" r:id="rId5" imgW="3848100" imgH="838200" progId="Equation.3">
                  <p:embed/>
                </p:oleObj>
              </mc:Choice>
              <mc:Fallback>
                <p:oleObj name="" r:id="rId5" imgW="3848100" imgH="838200" progId="Equation.3">
                  <p:embed/>
                  <p:pic>
                    <p:nvPicPr>
                      <p:cNvPr id="0" name="图片 33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74863" y="1687513"/>
                        <a:ext cx="4008437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9" name="Object 7"/>
          <p:cNvGraphicFramePr>
            <a:graphicFrameLocks noChangeAspect="1"/>
          </p:cNvGraphicFramePr>
          <p:nvPr/>
        </p:nvGraphicFramePr>
        <p:xfrm>
          <a:off x="1509713" y="2665413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8" name="" r:id="rId7" imgW="1422400" imgH="381000" progId="Equation.3">
                  <p:embed/>
                </p:oleObj>
              </mc:Choice>
              <mc:Fallback>
                <p:oleObj name="" r:id="rId7" imgW="1422400" imgH="381000" progId="Equation.3">
                  <p:embed/>
                  <p:pic>
                    <p:nvPicPr>
                      <p:cNvPr id="0" name="图片 33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9713" y="2665413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0" name="Object 8"/>
          <p:cNvGraphicFramePr>
            <a:graphicFrameLocks noChangeAspect="1"/>
          </p:cNvGraphicFramePr>
          <p:nvPr/>
        </p:nvGraphicFramePr>
        <p:xfrm>
          <a:off x="6103938" y="714375"/>
          <a:ext cx="95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" name="" r:id="rId9" imgW="951865" imgH="837565" progId="Equation.3">
                  <p:embed/>
                </p:oleObj>
              </mc:Choice>
              <mc:Fallback>
                <p:oleObj name="" r:id="rId9" imgW="951865" imgH="837565" progId="Equation.3">
                  <p:embed/>
                  <p:pic>
                    <p:nvPicPr>
                      <p:cNvPr id="0" name="图片 33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03938" y="714375"/>
                        <a:ext cx="9525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1" name="Object 9"/>
          <p:cNvGraphicFramePr>
            <a:graphicFrameLocks noChangeAspect="1"/>
          </p:cNvGraphicFramePr>
          <p:nvPr/>
        </p:nvGraphicFramePr>
        <p:xfrm>
          <a:off x="5826125" y="10779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34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26125" y="10779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2" name="Object 10"/>
          <p:cNvGraphicFramePr>
            <a:graphicFrameLocks noChangeAspect="1"/>
          </p:cNvGraphicFramePr>
          <p:nvPr/>
        </p:nvGraphicFramePr>
        <p:xfrm>
          <a:off x="7100888" y="968375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" name="" r:id="rId13" imgW="1396365" imgH="393700" progId="Equation.3">
                  <p:embed/>
                </p:oleObj>
              </mc:Choice>
              <mc:Fallback>
                <p:oleObj name="" r:id="rId13" imgW="1396365" imgH="393700" progId="Equation.3">
                  <p:embed/>
                  <p:pic>
                    <p:nvPicPr>
                      <p:cNvPr id="0" name="图片 335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00888" y="968375"/>
                        <a:ext cx="1397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3" name="Object 11"/>
          <p:cNvGraphicFramePr>
            <a:graphicFrameLocks noChangeAspect="1"/>
          </p:cNvGraphicFramePr>
          <p:nvPr/>
        </p:nvGraphicFramePr>
        <p:xfrm>
          <a:off x="2951163" y="27797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3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51163" y="27797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4" name="Object 12"/>
          <p:cNvGraphicFramePr>
            <a:graphicFrameLocks noChangeAspect="1"/>
          </p:cNvGraphicFramePr>
          <p:nvPr/>
        </p:nvGraphicFramePr>
        <p:xfrm>
          <a:off x="3167063" y="2420938"/>
          <a:ext cx="2197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5" name="" r:id="rId16" imgW="2197100" imgH="901700" progId="Equation.3">
                  <p:embed/>
                </p:oleObj>
              </mc:Choice>
              <mc:Fallback>
                <p:oleObj name="" r:id="rId16" imgW="2197100" imgH="901700" progId="Equation.3">
                  <p:embed/>
                  <p:pic>
                    <p:nvPicPr>
                      <p:cNvPr id="0" name="图片 335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167063" y="2420938"/>
                        <a:ext cx="21971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5" name="Object 13"/>
          <p:cNvGraphicFramePr>
            <a:graphicFrameLocks noChangeAspect="1"/>
          </p:cNvGraphicFramePr>
          <p:nvPr/>
        </p:nvGraphicFramePr>
        <p:xfrm>
          <a:off x="5376863" y="27828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" name="" r:id="rId18" imgW="241300" imgH="152400" progId="Equation.3">
                  <p:embed/>
                </p:oleObj>
              </mc:Choice>
              <mc:Fallback>
                <p:oleObj name="" r:id="rId18" imgW="241300" imgH="152400" progId="Equation.3">
                  <p:embed/>
                  <p:pic>
                    <p:nvPicPr>
                      <p:cNvPr id="0" name="图片 335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76863" y="27828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6" name="Object 14"/>
          <p:cNvGraphicFramePr>
            <a:graphicFrameLocks noChangeAspect="1"/>
          </p:cNvGraphicFramePr>
          <p:nvPr/>
        </p:nvGraphicFramePr>
        <p:xfrm>
          <a:off x="5649913" y="2689225"/>
          <a:ext cx="2209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" name="" r:id="rId19" imgW="2209800" imgH="381000" progId="Equation.3">
                  <p:embed/>
                </p:oleObj>
              </mc:Choice>
              <mc:Fallback>
                <p:oleObj name="" r:id="rId19" imgW="2209800" imgH="381000" progId="Equation.3">
                  <p:embed/>
                  <p:pic>
                    <p:nvPicPr>
                      <p:cNvPr id="0" name="图片 334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49913" y="2689225"/>
                        <a:ext cx="2209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7" name="Object 15"/>
          <p:cNvGraphicFramePr>
            <a:graphicFrameLocks noChangeAspect="1"/>
          </p:cNvGraphicFramePr>
          <p:nvPr/>
        </p:nvGraphicFramePr>
        <p:xfrm>
          <a:off x="2963863" y="36845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2" name="" r:id="rId21" imgW="241300" imgH="152400" progId="Equation.3">
                  <p:embed/>
                </p:oleObj>
              </mc:Choice>
              <mc:Fallback>
                <p:oleObj name="" r:id="rId21" imgW="241300" imgH="152400" progId="Equation.3">
                  <p:embed/>
                  <p:pic>
                    <p:nvPicPr>
                      <p:cNvPr id="0" name="图片 33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63863" y="36845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8" name="Object 16"/>
          <p:cNvGraphicFramePr>
            <a:graphicFrameLocks noChangeAspect="1"/>
          </p:cNvGraphicFramePr>
          <p:nvPr/>
        </p:nvGraphicFramePr>
        <p:xfrm>
          <a:off x="3248025" y="3146425"/>
          <a:ext cx="30226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3" name="" r:id="rId22" imgW="3022600" imgH="1003300" progId="Equation.3">
                  <p:embed/>
                </p:oleObj>
              </mc:Choice>
              <mc:Fallback>
                <p:oleObj name="" r:id="rId22" imgW="3022600" imgH="1003300" progId="Equation.3">
                  <p:embed/>
                  <p:pic>
                    <p:nvPicPr>
                      <p:cNvPr id="0" name="图片 3352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248025" y="3146425"/>
                        <a:ext cx="30226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9" name="Object 17"/>
          <p:cNvGraphicFramePr>
            <a:graphicFrameLocks noChangeAspect="1"/>
          </p:cNvGraphicFramePr>
          <p:nvPr/>
        </p:nvGraphicFramePr>
        <p:xfrm>
          <a:off x="1439863" y="4149725"/>
          <a:ext cx="1841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4" name="" r:id="rId24" imgW="1841500" imgH="838200" progId="Equation.3">
                  <p:embed/>
                </p:oleObj>
              </mc:Choice>
              <mc:Fallback>
                <p:oleObj name="" r:id="rId24" imgW="1841500" imgH="838200" progId="Equation.3">
                  <p:embed/>
                  <p:pic>
                    <p:nvPicPr>
                      <p:cNvPr id="0" name="图片 3343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39863" y="4149725"/>
                        <a:ext cx="18415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10" name="Text Box 18"/>
          <p:cNvSpPr txBox="1"/>
          <p:nvPr/>
        </p:nvSpPr>
        <p:spPr>
          <a:xfrm>
            <a:off x="3309938" y="4292600"/>
            <a:ext cx="5413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7411" name="Text Box 19"/>
          <p:cNvSpPr txBox="1"/>
          <p:nvPr/>
        </p:nvSpPr>
        <p:spPr>
          <a:xfrm>
            <a:off x="5046663" y="83502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/>
        </p:nvGraphicFramePr>
        <p:xfrm>
          <a:off x="2757488" y="4930775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5" name="" r:id="rId26" imgW="1422400" imgH="381000" progId="Equation.3">
                  <p:embed/>
                </p:oleObj>
              </mc:Choice>
              <mc:Fallback>
                <p:oleObj name="" r:id="rId26" imgW="1422400" imgH="381000" progId="Equation.3">
                  <p:embed/>
                  <p:pic>
                    <p:nvPicPr>
                      <p:cNvPr id="0" name="图片 334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57488" y="4930775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4198938" y="50450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27" imgW="241300" imgH="152400" progId="Equation.3">
                  <p:embed/>
                </p:oleObj>
              </mc:Choice>
              <mc:Fallback>
                <p:oleObj name="" r:id="rId27" imgW="241300" imgH="1524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98938" y="50450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4468813" y="4678363"/>
          <a:ext cx="2247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28" imgW="2247900" imgH="850900" progId="Equation.3">
                  <p:embed/>
                </p:oleObj>
              </mc:Choice>
              <mc:Fallback>
                <p:oleObj name="" r:id="rId28" imgW="2247900" imgH="85090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468813" y="4678363"/>
                        <a:ext cx="22479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/>
        </p:nvGraphicFramePr>
        <p:xfrm>
          <a:off x="6737350" y="50514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30" imgW="241300" imgH="152400" progId="Equation.3">
                  <p:embed/>
                </p:oleObj>
              </mc:Choice>
              <mc:Fallback>
                <p:oleObj name="" r:id="rId30" imgW="241300" imgH="1524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37350" y="50514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7024688" y="4937125"/>
          <a:ext cx="78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31" imgW="786765" imgH="393700" progId="Equation.3">
                  <p:embed/>
                </p:oleObj>
              </mc:Choice>
              <mc:Fallback>
                <p:oleObj name="" r:id="rId31" imgW="786765" imgH="39370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024688" y="4937125"/>
                        <a:ext cx="787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7"/>
          <p:cNvSpPr txBox="1"/>
          <p:nvPr/>
        </p:nvSpPr>
        <p:spPr>
          <a:xfrm>
            <a:off x="1403350" y="5794375"/>
            <a:ext cx="12557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由此知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" name="Object 8"/>
          <p:cNvGraphicFramePr>
            <a:graphicFrameLocks noChangeAspect="1"/>
          </p:cNvGraphicFramePr>
          <p:nvPr/>
        </p:nvGraphicFramePr>
        <p:xfrm>
          <a:off x="2605088" y="5686425"/>
          <a:ext cx="16668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33" imgW="1600200" imgH="838200" progId="Equation.3">
                  <p:embed/>
                </p:oleObj>
              </mc:Choice>
              <mc:Fallback>
                <p:oleObj name="" r:id="rId33" imgW="1600200" imgH="838200" progId="Equation.3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605088" y="5686425"/>
                        <a:ext cx="1666875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"/>
          <p:cNvGraphicFramePr>
            <a:graphicFrameLocks noChangeAspect="1"/>
          </p:cNvGraphicFramePr>
          <p:nvPr/>
        </p:nvGraphicFramePr>
        <p:xfrm>
          <a:off x="4319588" y="5938838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35" imgW="1396365" imgH="393700" progId="Equation.3">
                  <p:embed/>
                </p:oleObj>
              </mc:Choice>
              <mc:Fallback>
                <p:oleObj name="" r:id="rId35" imgW="1396365" imgH="393700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19588" y="5938838"/>
                        <a:ext cx="1397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8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8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8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8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87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8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8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7" grpId="0"/>
      <p:bldP spid="187410" grpId="0"/>
      <p:bldP spid="187411" grpId="0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908050" y="774700"/>
          <a:ext cx="345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1" imgW="3454400" imgH="444500" progId="Equation.3">
                  <p:embed/>
                </p:oleObj>
              </mc:Choice>
              <mc:Fallback>
                <p:oleObj name="" r:id="rId1" imgW="3454400" imgH="444500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8050" y="774700"/>
                        <a:ext cx="34544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67" name="Text Box 3"/>
          <p:cNvSpPr txBox="1"/>
          <p:nvPr/>
        </p:nvSpPr>
        <p:spPr>
          <a:xfrm>
            <a:off x="4322763" y="749300"/>
            <a:ext cx="5413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0468" name="Object 4"/>
          <p:cNvGraphicFramePr>
            <a:graphicFrameLocks noChangeAspect="1"/>
          </p:cNvGraphicFramePr>
          <p:nvPr/>
        </p:nvGraphicFramePr>
        <p:xfrm>
          <a:off x="1370013" y="1660525"/>
          <a:ext cx="231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3" imgW="2311400" imgH="419100" progId="Equation.3">
                  <p:embed/>
                </p:oleObj>
              </mc:Choice>
              <mc:Fallback>
                <p:oleObj name="" r:id="rId3" imgW="2311400" imgH="41910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0013" y="1660525"/>
                        <a:ext cx="2311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9" name="Object 5"/>
          <p:cNvGraphicFramePr>
            <a:graphicFrameLocks noChangeAspect="1"/>
          </p:cNvGraphicFramePr>
          <p:nvPr/>
        </p:nvGraphicFramePr>
        <p:xfrm>
          <a:off x="3686175" y="18049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86175" y="18049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0" name="Object 6"/>
          <p:cNvGraphicFramePr>
            <a:graphicFrameLocks noChangeAspect="1"/>
          </p:cNvGraphicFramePr>
          <p:nvPr/>
        </p:nvGraphicFramePr>
        <p:xfrm>
          <a:off x="3900488" y="1430338"/>
          <a:ext cx="4229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7" imgW="4229100" imgH="901700" progId="Equation.3">
                  <p:embed/>
                </p:oleObj>
              </mc:Choice>
              <mc:Fallback>
                <p:oleObj name="" r:id="rId7" imgW="4229100" imgH="90170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00488" y="1430338"/>
                        <a:ext cx="42291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1" name="Object 7"/>
          <p:cNvGraphicFramePr>
            <a:graphicFrameLocks noChangeAspect="1"/>
          </p:cNvGraphicFramePr>
          <p:nvPr/>
        </p:nvGraphicFramePr>
        <p:xfrm>
          <a:off x="3695700" y="29098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95700" y="29098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2" name="Object 8"/>
          <p:cNvGraphicFramePr>
            <a:graphicFrameLocks noChangeAspect="1"/>
          </p:cNvGraphicFramePr>
          <p:nvPr/>
        </p:nvGraphicFramePr>
        <p:xfrm>
          <a:off x="3957638" y="2536825"/>
          <a:ext cx="3619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1" imgW="3619500" imgH="901700" progId="Equation.3">
                  <p:embed/>
                </p:oleObj>
              </mc:Choice>
              <mc:Fallback>
                <p:oleObj name="" r:id="rId11" imgW="3619500" imgH="90170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57638" y="2536825"/>
                        <a:ext cx="36195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 Box 2"/>
          <p:cNvSpPr txBox="1"/>
          <p:nvPr/>
        </p:nvSpPr>
        <p:spPr>
          <a:xfrm>
            <a:off x="827088" y="66675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性质</a:t>
            </a:r>
            <a:endParaRPr lang="zh-CN" altLang="en-US" sz="2800" b="1" dirty="0">
              <a:solidFill>
                <a:srgbClr val="6600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5587" name="Object 3"/>
          <p:cNvGraphicFramePr>
            <a:graphicFrameLocks noChangeAspect="1"/>
          </p:cNvGraphicFramePr>
          <p:nvPr/>
        </p:nvGraphicFramePr>
        <p:xfrm>
          <a:off x="1857375" y="803275"/>
          <a:ext cx="2717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1" imgW="1870075" imgH="192405" progId="Equation.3">
                  <p:embed/>
                </p:oleObj>
              </mc:Choice>
              <mc:Fallback>
                <p:oleObj name="" r:id="rId1" imgW="1870075" imgH="192405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7375" y="803275"/>
                        <a:ext cx="27178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88" name="Rectangle 4"/>
          <p:cNvSpPr/>
          <p:nvPr/>
        </p:nvSpPr>
        <p:spPr>
          <a:xfrm>
            <a:off x="839788" y="161766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95589" name="Object 5"/>
          <p:cNvGraphicFramePr>
            <a:graphicFrameLocks noChangeAspect="1"/>
          </p:cNvGraphicFramePr>
          <p:nvPr/>
        </p:nvGraphicFramePr>
        <p:xfrm>
          <a:off x="3109913" y="1374775"/>
          <a:ext cx="2260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3" imgW="2260600" imgH="977900" progId="Equation.3">
                  <p:embed/>
                </p:oleObj>
              </mc:Choice>
              <mc:Fallback>
                <p:oleObj name="" r:id="rId3" imgW="2260600" imgH="977900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09913" y="1374775"/>
                        <a:ext cx="2260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0" name="Object 6"/>
          <p:cNvGraphicFramePr>
            <a:graphicFrameLocks noChangeAspect="1"/>
          </p:cNvGraphicFramePr>
          <p:nvPr/>
        </p:nvGraphicFramePr>
        <p:xfrm>
          <a:off x="1830388" y="175260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5" imgW="1002665" imgH="393700" progId="Equation.3">
                  <p:embed/>
                </p:oleObj>
              </mc:Choice>
              <mc:Fallback>
                <p:oleObj name="" r:id="rId5" imgW="1002665" imgH="393700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0388" y="1752600"/>
                        <a:ext cx="1003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1" name="Object 7"/>
          <p:cNvGraphicFramePr>
            <a:graphicFrameLocks noChangeAspect="1"/>
          </p:cNvGraphicFramePr>
          <p:nvPr/>
        </p:nvGraphicFramePr>
        <p:xfrm>
          <a:off x="2860675" y="18589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60675" y="18589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2" name="Object 8"/>
          <p:cNvGraphicFramePr>
            <a:graphicFrameLocks noChangeAspect="1"/>
          </p:cNvGraphicFramePr>
          <p:nvPr/>
        </p:nvGraphicFramePr>
        <p:xfrm>
          <a:off x="5767388" y="1368425"/>
          <a:ext cx="2171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9" imgW="2171700" imgH="977900" progId="Equation.3">
                  <p:embed/>
                </p:oleObj>
              </mc:Choice>
              <mc:Fallback>
                <p:oleObj name="" r:id="rId9" imgW="2171700" imgH="977900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67388" y="1368425"/>
                        <a:ext cx="21717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3" name="Object 9"/>
          <p:cNvGraphicFramePr>
            <a:graphicFrameLocks noChangeAspect="1"/>
          </p:cNvGraphicFramePr>
          <p:nvPr/>
        </p:nvGraphicFramePr>
        <p:xfrm>
          <a:off x="5554663" y="18510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54663" y="18510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4" name="Object 10"/>
          <p:cNvGraphicFramePr>
            <a:graphicFrameLocks noChangeAspect="1"/>
          </p:cNvGraphicFramePr>
          <p:nvPr/>
        </p:nvGraphicFramePr>
        <p:xfrm>
          <a:off x="3092450" y="2352675"/>
          <a:ext cx="2260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13" imgW="2260600" imgH="977900" progId="Equation.3">
                  <p:embed/>
                </p:oleObj>
              </mc:Choice>
              <mc:Fallback>
                <p:oleObj name="" r:id="rId13" imgW="2260600" imgH="977900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92450" y="2352675"/>
                        <a:ext cx="2260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5" name="Object 11"/>
          <p:cNvGraphicFramePr>
            <a:graphicFrameLocks noChangeAspect="1"/>
          </p:cNvGraphicFramePr>
          <p:nvPr/>
        </p:nvGraphicFramePr>
        <p:xfrm>
          <a:off x="2892425" y="28321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92425" y="28321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6" name="Object 12"/>
          <p:cNvGraphicFramePr>
            <a:graphicFrameLocks noChangeAspect="1"/>
          </p:cNvGraphicFramePr>
          <p:nvPr/>
        </p:nvGraphicFramePr>
        <p:xfrm>
          <a:off x="5349875" y="2349500"/>
          <a:ext cx="2527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7" imgW="2527300" imgH="977900" progId="Equation.3">
                  <p:embed/>
                </p:oleObj>
              </mc:Choice>
              <mc:Fallback>
                <p:oleObj name="" r:id="rId17" imgW="2527300" imgH="97790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49875" y="2349500"/>
                        <a:ext cx="25273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7" name="Object 13"/>
          <p:cNvGraphicFramePr>
            <a:graphicFrameLocks noChangeAspect="1"/>
          </p:cNvGraphicFramePr>
          <p:nvPr/>
        </p:nvGraphicFramePr>
        <p:xfrm>
          <a:off x="3181350" y="3468688"/>
          <a:ext cx="15557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19" imgW="609600" imgH="203200" progId="Equation.DSMT4">
                  <p:embed/>
                </p:oleObj>
              </mc:Choice>
              <mc:Fallback>
                <p:oleObj name="" r:id="rId19" imgW="609600" imgH="203200" progId="Equation.DSMT4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81350" y="3468688"/>
                        <a:ext cx="155575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8" name="Object 14"/>
          <p:cNvGraphicFramePr>
            <a:graphicFrameLocks noChangeAspect="1"/>
          </p:cNvGraphicFramePr>
          <p:nvPr/>
        </p:nvGraphicFramePr>
        <p:xfrm>
          <a:off x="2889250" y="36576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21" imgW="241300" imgH="152400" progId="Equation.3">
                  <p:embed/>
                </p:oleObj>
              </mc:Choice>
              <mc:Fallback>
                <p:oleObj name="" r:id="rId21" imgW="241300" imgH="1524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89250" y="36576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27088" y="4306888"/>
            <a:ext cx="7404100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若手边没有正态分布表，</a:t>
            </a:r>
            <a:r>
              <a:rPr lang="en-US" altLang="zh-CN" b="1" dirty="0">
                <a:latin typeface="Times New Roman" panose="02020603050405020304" pitchFamily="18" charset="0"/>
              </a:rPr>
              <a:t>Shah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1985</a:t>
            </a:r>
            <a:r>
              <a:rPr lang="zh-CN" altLang="en-US" b="1" dirty="0">
                <a:latin typeface="Times New Roman" panose="02020603050405020304" pitchFamily="18" charset="0"/>
              </a:rPr>
              <a:t>）推荐的如下近似公式可达很高精度：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857375" y="5305425"/>
          <a:ext cx="617696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23" imgW="3162300" imgH="406400" progId="Equation.DSMT4">
                  <p:embed/>
                </p:oleObj>
              </mc:Choice>
              <mc:Fallback>
                <p:oleObj name="" r:id="rId23" imgW="3162300" imgH="406400" progId="Equation.DSMT4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57375" y="5305425"/>
                        <a:ext cx="6176963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9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9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9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/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ext Box 2"/>
          <p:cNvSpPr txBox="1"/>
          <p:nvPr/>
        </p:nvSpPr>
        <p:spPr>
          <a:xfrm>
            <a:off x="1439863" y="703263"/>
            <a:ext cx="7175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6611" name="Text Box 3"/>
          <p:cNvSpPr txBox="1"/>
          <p:nvPr/>
        </p:nvSpPr>
        <p:spPr>
          <a:xfrm>
            <a:off x="2119313" y="679450"/>
            <a:ext cx="6613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将一温度调节器放置在贮存着某种液体的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6612" name="Text Box 4"/>
          <p:cNvSpPr txBox="1"/>
          <p:nvPr/>
        </p:nvSpPr>
        <p:spPr>
          <a:xfrm>
            <a:off x="827088" y="1300163"/>
            <a:ext cx="13446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容器内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6613" name="Object 5"/>
          <p:cNvGraphicFramePr>
            <a:graphicFrameLocks noChangeAspect="1"/>
          </p:cNvGraphicFramePr>
          <p:nvPr/>
        </p:nvGraphicFramePr>
        <p:xfrm>
          <a:off x="2170113" y="1338263"/>
          <a:ext cx="292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1" imgW="2921000" imgH="469900" progId="Equation.3">
                  <p:embed/>
                </p:oleObj>
              </mc:Choice>
              <mc:Fallback>
                <p:oleObj name="" r:id="rId1" imgW="2921000" imgH="4699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70113" y="1338263"/>
                        <a:ext cx="29210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4" name="Object 6"/>
          <p:cNvGraphicFramePr>
            <a:graphicFrameLocks noChangeAspect="1"/>
          </p:cNvGraphicFramePr>
          <p:nvPr/>
        </p:nvGraphicFramePr>
        <p:xfrm>
          <a:off x="5111750" y="1338263"/>
          <a:ext cx="35274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3" imgW="3390900" imgH="469900" progId="Equation.3">
                  <p:embed/>
                </p:oleObj>
              </mc:Choice>
              <mc:Fallback>
                <p:oleObj name="" r:id="rId3" imgW="3390900" imgH="469900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1750" y="1338263"/>
                        <a:ext cx="3527425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5" name="Text Box 7"/>
          <p:cNvSpPr txBox="1"/>
          <p:nvPr/>
        </p:nvSpPr>
        <p:spPr>
          <a:xfrm>
            <a:off x="825500" y="1901825"/>
            <a:ext cx="27733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是一个随机变量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6616" name="Object 8"/>
          <p:cNvGraphicFramePr>
            <a:graphicFrameLocks noChangeAspect="1"/>
          </p:cNvGraphicFramePr>
          <p:nvPr/>
        </p:nvGraphicFramePr>
        <p:xfrm>
          <a:off x="3595688" y="1939925"/>
          <a:ext cx="2679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5" imgW="2679700" imgH="469900" progId="Equation.3">
                  <p:embed/>
                </p:oleObj>
              </mc:Choice>
              <mc:Fallback>
                <p:oleObj name="" r:id="rId5" imgW="2679700" imgH="469900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95688" y="1939925"/>
                        <a:ext cx="26797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7" name="Object 9"/>
          <p:cNvGraphicFramePr>
            <a:graphicFrameLocks noChangeAspect="1"/>
          </p:cNvGraphicFramePr>
          <p:nvPr/>
        </p:nvGraphicFramePr>
        <p:xfrm>
          <a:off x="6410325" y="1976438"/>
          <a:ext cx="1997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7" imgW="1905000" imgH="431800" progId="Equation.3">
                  <p:embed/>
                </p:oleObj>
              </mc:Choice>
              <mc:Fallback>
                <p:oleObj name="" r:id="rId7" imgW="1905000" imgH="43180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10325" y="1976438"/>
                        <a:ext cx="19970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8" name="Object 10"/>
          <p:cNvGraphicFramePr>
            <a:graphicFrameLocks noChangeAspect="1"/>
          </p:cNvGraphicFramePr>
          <p:nvPr/>
        </p:nvGraphicFramePr>
        <p:xfrm>
          <a:off x="884238" y="2574925"/>
          <a:ext cx="29225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9" imgW="2819400" imgH="406400" progId="Equation.3">
                  <p:embed/>
                </p:oleObj>
              </mc:Choice>
              <mc:Fallback>
                <p:oleObj name="" r:id="rId9" imgW="2819400" imgH="406400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4238" y="2574925"/>
                        <a:ext cx="2922587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9" name="Text Box 11"/>
          <p:cNvSpPr txBox="1"/>
          <p:nvPr/>
        </p:nvSpPr>
        <p:spPr>
          <a:xfrm>
            <a:off x="3749675" y="2516188"/>
            <a:ext cx="49752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若要求保持液体的温度至少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6620" name="Object 12"/>
          <p:cNvGraphicFramePr>
            <a:graphicFrameLocks noChangeAspect="1"/>
          </p:cNvGraphicFramePr>
          <p:nvPr/>
        </p:nvGraphicFramePr>
        <p:xfrm>
          <a:off x="884238" y="3122613"/>
          <a:ext cx="39100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11" imgW="1727200" imgH="228600" progId="Equation.DSMT4">
                  <p:embed/>
                </p:oleObj>
              </mc:Choice>
              <mc:Fallback>
                <p:oleObj name="" r:id="rId11" imgW="1727200" imgH="228600" progId="Equation.DSMT4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84238" y="3122613"/>
                        <a:ext cx="3910012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1" name="Object 13"/>
          <p:cNvGraphicFramePr>
            <a:graphicFrameLocks noChangeAspect="1"/>
          </p:cNvGraphicFramePr>
          <p:nvPr/>
        </p:nvGraphicFramePr>
        <p:xfrm>
          <a:off x="4806950" y="3167063"/>
          <a:ext cx="250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13" imgW="2501900" imgH="406400" progId="Equation.3">
                  <p:embed/>
                </p:oleObj>
              </mc:Choice>
              <mc:Fallback>
                <p:oleObj name="" r:id="rId13" imgW="2501900" imgH="40640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06950" y="3167063"/>
                        <a:ext cx="25019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22" name="Text Box 14"/>
          <p:cNvSpPr txBox="1"/>
          <p:nvPr/>
        </p:nvSpPr>
        <p:spPr>
          <a:xfrm>
            <a:off x="1501775" y="3687763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96623" name="Text Box 15"/>
          <p:cNvSpPr txBox="1"/>
          <p:nvPr/>
        </p:nvSpPr>
        <p:spPr>
          <a:xfrm>
            <a:off x="2087563" y="3694113"/>
            <a:ext cx="24749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所求概率为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6624" name="Object 16"/>
          <p:cNvGraphicFramePr>
            <a:graphicFrameLocks noChangeAspect="1"/>
          </p:cNvGraphicFramePr>
          <p:nvPr/>
        </p:nvGraphicFramePr>
        <p:xfrm>
          <a:off x="2232025" y="4608513"/>
          <a:ext cx="160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15" imgW="1600200" imgH="381000" progId="Equation.3">
                  <p:embed/>
                </p:oleObj>
              </mc:Choice>
              <mc:Fallback>
                <p:oleObj name="" r:id="rId15" imgW="1600200" imgH="38100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32025" y="4608513"/>
                        <a:ext cx="1600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5" name="Object 17"/>
          <p:cNvGraphicFramePr>
            <a:graphicFrameLocks noChangeAspect="1"/>
          </p:cNvGraphicFramePr>
          <p:nvPr/>
        </p:nvGraphicFramePr>
        <p:xfrm>
          <a:off x="3827463" y="47132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17" imgW="241300" imgH="152400" progId="Equation.3">
                  <p:embed/>
                </p:oleObj>
              </mc:Choice>
              <mc:Fallback>
                <p:oleObj name="" r:id="rId17" imgW="241300" imgH="15240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27463" y="47132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6" name="Object 18"/>
          <p:cNvGraphicFramePr>
            <a:graphicFrameLocks noChangeAspect="1"/>
          </p:cNvGraphicFramePr>
          <p:nvPr/>
        </p:nvGraphicFramePr>
        <p:xfrm>
          <a:off x="4067175" y="4343400"/>
          <a:ext cx="3149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19" imgW="3149600" imgH="901700" progId="Equation.3">
                  <p:embed/>
                </p:oleObj>
              </mc:Choice>
              <mc:Fallback>
                <p:oleObj name="" r:id="rId19" imgW="3149600" imgH="901700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67175" y="4343400"/>
                        <a:ext cx="31496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9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9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9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9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9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9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9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19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/>
      <p:bldP spid="196612" grpId="0"/>
      <p:bldP spid="196615" grpId="0"/>
      <p:bldP spid="196619" grpId="0"/>
      <p:bldP spid="196622" grpId="0"/>
      <p:bldP spid="19662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2195513" y="1006475"/>
          <a:ext cx="160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1" imgW="1600200" imgH="381000" progId="Equation.3">
                  <p:embed/>
                </p:oleObj>
              </mc:Choice>
              <mc:Fallback>
                <p:oleObj name="" r:id="rId1" imgW="1600200" imgH="38100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513" y="1006475"/>
                        <a:ext cx="1600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5" name="Object 3"/>
          <p:cNvGraphicFramePr>
            <a:graphicFrameLocks noChangeAspect="1"/>
          </p:cNvGraphicFramePr>
          <p:nvPr/>
        </p:nvGraphicFramePr>
        <p:xfrm>
          <a:off x="3790950" y="11112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3" imgW="241300" imgH="152400" progId="Equation.3">
                  <p:embed/>
                </p:oleObj>
              </mc:Choice>
              <mc:Fallback>
                <p:oleObj name="" r:id="rId3" imgW="241300" imgH="152400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0950" y="11112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6" name="Object 4"/>
          <p:cNvGraphicFramePr>
            <a:graphicFrameLocks noChangeAspect="1"/>
          </p:cNvGraphicFramePr>
          <p:nvPr/>
        </p:nvGraphicFramePr>
        <p:xfrm>
          <a:off x="4030663" y="741363"/>
          <a:ext cx="3149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5" imgW="3149600" imgH="901700" progId="Equation.3">
                  <p:embed/>
                </p:oleObj>
              </mc:Choice>
              <mc:Fallback>
                <p:oleObj name="" r:id="rId5" imgW="3149600" imgH="90170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30663" y="741363"/>
                        <a:ext cx="31496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7" name="Object 5"/>
          <p:cNvGraphicFramePr>
            <a:graphicFrameLocks noChangeAspect="1"/>
          </p:cNvGraphicFramePr>
          <p:nvPr/>
        </p:nvGraphicFramePr>
        <p:xfrm>
          <a:off x="3805238" y="22129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5238" y="22129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8" name="Object 6"/>
          <p:cNvGraphicFramePr>
            <a:graphicFrameLocks noChangeAspect="1"/>
          </p:cNvGraphicFramePr>
          <p:nvPr/>
        </p:nvGraphicFramePr>
        <p:xfrm>
          <a:off x="4090988" y="1851025"/>
          <a:ext cx="1727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8" imgW="1727200" imgH="901700" progId="Equation.3">
                  <p:embed/>
                </p:oleObj>
              </mc:Choice>
              <mc:Fallback>
                <p:oleObj name="" r:id="rId8" imgW="1727200" imgH="90170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90988" y="1851025"/>
                        <a:ext cx="17272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9" name="Object 7"/>
          <p:cNvGraphicFramePr>
            <a:graphicFrameLocks noChangeAspect="1"/>
          </p:cNvGraphicFramePr>
          <p:nvPr/>
        </p:nvGraphicFramePr>
        <p:xfrm>
          <a:off x="3825875" y="30273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10" imgW="241300" imgH="152400" progId="Equation.3">
                  <p:embed/>
                </p:oleObj>
              </mc:Choice>
              <mc:Fallback>
                <p:oleObj name="" r:id="rId10" imgW="241300" imgH="152400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5875" y="30273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0" name="Object 8"/>
          <p:cNvGraphicFramePr>
            <a:graphicFrameLocks noChangeAspect="1"/>
          </p:cNvGraphicFramePr>
          <p:nvPr/>
        </p:nvGraphicFramePr>
        <p:xfrm>
          <a:off x="4076700" y="2936875"/>
          <a:ext cx="93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1" imgW="939165" imgH="393700" progId="Equation.3">
                  <p:embed/>
                </p:oleObj>
              </mc:Choice>
              <mc:Fallback>
                <p:oleObj name="" r:id="rId11" imgW="939165" imgH="393700" progId="Equation.3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76700" y="2936875"/>
                        <a:ext cx="939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1" name="Object 9"/>
          <p:cNvGraphicFramePr>
            <a:graphicFrameLocks noChangeAspect="1"/>
          </p:cNvGraphicFramePr>
          <p:nvPr/>
        </p:nvGraphicFramePr>
        <p:xfrm>
          <a:off x="3829050" y="35956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13" imgW="241300" imgH="152400" progId="Equation.3">
                  <p:embed/>
                </p:oleObj>
              </mc:Choice>
              <mc:Fallback>
                <p:oleObj name="" r:id="rId13" imgW="241300" imgH="152400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9050" y="35956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2" name="Object 10"/>
          <p:cNvGraphicFramePr>
            <a:graphicFrameLocks noChangeAspect="1"/>
          </p:cNvGraphicFramePr>
          <p:nvPr/>
        </p:nvGraphicFramePr>
        <p:xfrm>
          <a:off x="4078288" y="3500438"/>
          <a:ext cx="121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" name="" r:id="rId14" imgW="1218565" imgH="393700" progId="Equation.3">
                  <p:embed/>
                </p:oleObj>
              </mc:Choice>
              <mc:Fallback>
                <p:oleObj name="" r:id="rId14" imgW="1218565" imgH="393700" progId="Equation.3">
                  <p:embed/>
                  <p:pic>
                    <p:nvPicPr>
                      <p:cNvPr id="0" name="图片 331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078288" y="3500438"/>
                        <a:ext cx="12192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3" name="Object 11"/>
          <p:cNvGraphicFramePr>
            <a:graphicFrameLocks noChangeAspect="1"/>
          </p:cNvGraphicFramePr>
          <p:nvPr/>
        </p:nvGraphicFramePr>
        <p:xfrm>
          <a:off x="3838575" y="41370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" name="" r:id="rId16" imgW="241300" imgH="152400" progId="Equation.3">
                  <p:embed/>
                </p:oleObj>
              </mc:Choice>
              <mc:Fallback>
                <p:oleObj name="" r:id="rId16" imgW="241300" imgH="152400" progId="Equation.3">
                  <p:embed/>
                  <p:pic>
                    <p:nvPicPr>
                      <p:cNvPr id="0" name="图片 33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38575" y="41370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4" name="Object 12"/>
          <p:cNvGraphicFramePr>
            <a:graphicFrameLocks noChangeAspect="1"/>
          </p:cNvGraphicFramePr>
          <p:nvPr/>
        </p:nvGraphicFramePr>
        <p:xfrm>
          <a:off x="4054475" y="4041775"/>
          <a:ext cx="148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17" imgW="1485265" imgH="317500" progId="Equation.3">
                  <p:embed/>
                </p:oleObj>
              </mc:Choice>
              <mc:Fallback>
                <p:oleObj name="" r:id="rId17" imgW="1485265" imgH="317500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54475" y="4041775"/>
                        <a:ext cx="14859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5" name="Object 13"/>
          <p:cNvGraphicFramePr>
            <a:graphicFrameLocks noChangeAspect="1"/>
          </p:cNvGraphicFramePr>
          <p:nvPr/>
        </p:nvGraphicFramePr>
        <p:xfrm>
          <a:off x="3829050" y="46767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" name="" r:id="rId19" imgW="241300" imgH="152400" progId="Equation.3">
                  <p:embed/>
                </p:oleObj>
              </mc:Choice>
              <mc:Fallback>
                <p:oleObj name="" r:id="rId19" imgW="241300" imgH="152400" progId="Equation.3">
                  <p:embed/>
                  <p:pic>
                    <p:nvPicPr>
                      <p:cNvPr id="0" name="图片 33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9050" y="46767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6" name="Object 14"/>
          <p:cNvGraphicFramePr>
            <a:graphicFrameLocks noChangeAspect="1"/>
          </p:cNvGraphicFramePr>
          <p:nvPr/>
        </p:nvGraphicFramePr>
        <p:xfrm>
          <a:off x="4040188" y="4587875"/>
          <a:ext cx="1092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" name="" r:id="rId20" imgW="1091565" imgH="317500" progId="Equation.3">
                  <p:embed/>
                </p:oleObj>
              </mc:Choice>
              <mc:Fallback>
                <p:oleObj name="" r:id="rId20" imgW="1091565" imgH="317500" progId="Equation.3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40188" y="4587875"/>
                        <a:ext cx="1092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7" name="Object 15"/>
          <p:cNvGraphicFramePr>
            <a:graphicFrameLocks noChangeAspect="1"/>
          </p:cNvGraphicFramePr>
          <p:nvPr/>
        </p:nvGraphicFramePr>
        <p:xfrm>
          <a:off x="1509713" y="5108575"/>
          <a:ext cx="3422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22" imgW="3340100" imgH="444500" progId="Equation.3">
                  <p:embed/>
                </p:oleObj>
              </mc:Choice>
              <mc:Fallback>
                <p:oleObj name="" r:id="rId22" imgW="3340100" imgH="44450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09713" y="5108575"/>
                        <a:ext cx="34226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9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9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9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1871663" y="1011238"/>
          <a:ext cx="647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8" name="" r:id="rId1" imgW="647700" imgH="317500" progId="Equation.3">
                  <p:embed/>
                </p:oleObj>
              </mc:Choice>
              <mc:Fallback>
                <p:oleObj name="" r:id="rId1" imgW="647700" imgH="317500" progId="Equation.3">
                  <p:embed/>
                  <p:pic>
                    <p:nvPicPr>
                      <p:cNvPr id="0" name="图片 33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1663" y="1011238"/>
                        <a:ext cx="6477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59" name="Object 3"/>
          <p:cNvGraphicFramePr>
            <a:graphicFrameLocks noChangeAspect="1"/>
          </p:cNvGraphicFramePr>
          <p:nvPr/>
        </p:nvGraphicFramePr>
        <p:xfrm>
          <a:off x="2544763" y="1050925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" name="" r:id="rId3" imgW="241300" imgH="279400" progId="Equation.3">
                  <p:embed/>
                </p:oleObj>
              </mc:Choice>
              <mc:Fallback>
                <p:oleObj name="" r:id="rId3" imgW="241300" imgH="279400" progId="Equation.3">
                  <p:embed/>
                  <p:pic>
                    <p:nvPicPr>
                      <p:cNvPr id="0" name="图片 33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44763" y="1050925"/>
                        <a:ext cx="241300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0" name="Object 4"/>
          <p:cNvGraphicFramePr>
            <a:graphicFrameLocks noChangeAspect="1"/>
          </p:cNvGraphicFramePr>
          <p:nvPr/>
        </p:nvGraphicFramePr>
        <p:xfrm>
          <a:off x="2779713" y="1012825"/>
          <a:ext cx="160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" name="" r:id="rId5" imgW="1600200" imgH="381000" progId="Equation.3">
                  <p:embed/>
                </p:oleObj>
              </mc:Choice>
              <mc:Fallback>
                <p:oleObj name="" r:id="rId5" imgW="1600200" imgH="381000" progId="Equation.3">
                  <p:embed/>
                  <p:pic>
                    <p:nvPicPr>
                      <p:cNvPr id="0" name="图片 336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79713" y="1012825"/>
                        <a:ext cx="1600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1" name="Object 5"/>
          <p:cNvGraphicFramePr>
            <a:graphicFrameLocks noChangeAspect="1"/>
          </p:cNvGraphicFramePr>
          <p:nvPr/>
        </p:nvGraphicFramePr>
        <p:xfrm>
          <a:off x="4389438" y="11350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35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89438" y="11350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2" name="Object 6"/>
          <p:cNvGraphicFramePr>
            <a:graphicFrameLocks noChangeAspect="1"/>
          </p:cNvGraphicFramePr>
          <p:nvPr/>
        </p:nvGraphicFramePr>
        <p:xfrm>
          <a:off x="4621213" y="738188"/>
          <a:ext cx="2870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5" name="" r:id="rId9" imgW="2870200" imgH="901700" progId="Equation.3">
                  <p:embed/>
                </p:oleObj>
              </mc:Choice>
              <mc:Fallback>
                <p:oleObj name="" r:id="rId9" imgW="2870200" imgH="901700" progId="Equation.3">
                  <p:embed/>
                  <p:pic>
                    <p:nvPicPr>
                      <p:cNvPr id="0" name="图片 336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21213" y="738188"/>
                        <a:ext cx="28702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3" name="Object 7"/>
          <p:cNvGraphicFramePr>
            <a:graphicFrameLocks noChangeAspect="1"/>
          </p:cNvGraphicFramePr>
          <p:nvPr/>
        </p:nvGraphicFramePr>
        <p:xfrm>
          <a:off x="1403350" y="21955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6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36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3350" y="21955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4" name="Object 8"/>
          <p:cNvGraphicFramePr>
            <a:graphicFrameLocks noChangeAspect="1"/>
          </p:cNvGraphicFramePr>
          <p:nvPr/>
        </p:nvGraphicFramePr>
        <p:xfrm>
          <a:off x="1624013" y="1830388"/>
          <a:ext cx="335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1" name="" r:id="rId13" imgW="3352800" imgH="901700" progId="Equation.3">
                  <p:embed/>
                </p:oleObj>
              </mc:Choice>
              <mc:Fallback>
                <p:oleObj name="" r:id="rId13" imgW="3352800" imgH="901700" progId="Equation.3">
                  <p:embed/>
                  <p:pic>
                    <p:nvPicPr>
                      <p:cNvPr id="0" name="图片 337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24013" y="1830388"/>
                        <a:ext cx="33528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5" name="Object 9"/>
          <p:cNvGraphicFramePr>
            <a:graphicFrameLocks noChangeAspect="1"/>
          </p:cNvGraphicFramePr>
          <p:nvPr/>
        </p:nvGraphicFramePr>
        <p:xfrm>
          <a:off x="5076825" y="21955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7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36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76825" y="21955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6" name="Object 10"/>
          <p:cNvGraphicFramePr>
            <a:graphicFrameLocks noChangeAspect="1"/>
          </p:cNvGraphicFramePr>
          <p:nvPr/>
        </p:nvGraphicFramePr>
        <p:xfrm>
          <a:off x="5297488" y="1844675"/>
          <a:ext cx="1968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" name="" r:id="rId16" imgW="1968500" imgH="838200" progId="Equation.3">
                  <p:embed/>
                </p:oleObj>
              </mc:Choice>
              <mc:Fallback>
                <p:oleObj name="" r:id="rId16" imgW="1968500" imgH="838200" progId="Equation.3">
                  <p:embed/>
                  <p:pic>
                    <p:nvPicPr>
                      <p:cNvPr id="0" name="图片 335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297488" y="1844675"/>
                        <a:ext cx="19685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7" name="Text Box 11"/>
          <p:cNvSpPr txBox="1"/>
          <p:nvPr/>
        </p:nvSpPr>
        <p:spPr>
          <a:xfrm>
            <a:off x="1006475" y="3270250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8668" name="Object 12"/>
          <p:cNvGraphicFramePr>
            <a:graphicFrameLocks noChangeAspect="1"/>
          </p:cNvGraphicFramePr>
          <p:nvPr/>
        </p:nvGraphicFramePr>
        <p:xfrm>
          <a:off x="2592388" y="3141663"/>
          <a:ext cx="1600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7" name="" r:id="rId18" imgW="1600200" imgH="901700" progId="Equation.3">
                  <p:embed/>
                </p:oleObj>
              </mc:Choice>
              <mc:Fallback>
                <p:oleObj name="" r:id="rId18" imgW="1600200" imgH="901700" progId="Equation.3">
                  <p:embed/>
                  <p:pic>
                    <p:nvPicPr>
                      <p:cNvPr id="0" name="图片 335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92388" y="3141663"/>
                        <a:ext cx="16002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9" name="Object 13"/>
          <p:cNvGraphicFramePr>
            <a:graphicFrameLocks noChangeAspect="1"/>
          </p:cNvGraphicFramePr>
          <p:nvPr/>
        </p:nvGraphicFramePr>
        <p:xfrm>
          <a:off x="4227513" y="3440113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" name="" r:id="rId20" imgW="241300" imgH="279400" progId="Equation.3">
                  <p:embed/>
                </p:oleObj>
              </mc:Choice>
              <mc:Fallback>
                <p:oleObj name="" r:id="rId20" imgW="241300" imgH="279400" progId="Equation.3">
                  <p:embed/>
                  <p:pic>
                    <p:nvPicPr>
                      <p:cNvPr id="0" name="图片 336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227513" y="3440113"/>
                        <a:ext cx="241300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70" name="Object 14"/>
          <p:cNvGraphicFramePr>
            <a:graphicFrameLocks noChangeAspect="1"/>
          </p:cNvGraphicFramePr>
          <p:nvPr/>
        </p:nvGraphicFramePr>
        <p:xfrm>
          <a:off x="4527550" y="3416300"/>
          <a:ext cx="647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" name="" r:id="rId22" imgW="647700" imgH="317500" progId="Equation.3">
                  <p:embed/>
                </p:oleObj>
              </mc:Choice>
              <mc:Fallback>
                <p:oleObj name="" r:id="rId22" imgW="647700" imgH="317500" progId="Equation.3">
                  <p:embed/>
                  <p:pic>
                    <p:nvPicPr>
                      <p:cNvPr id="0" name="图片 337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27550" y="3416300"/>
                        <a:ext cx="6477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71" name="Object 15"/>
          <p:cNvGraphicFramePr>
            <a:graphicFrameLocks noChangeAspect="1"/>
          </p:cNvGraphicFramePr>
          <p:nvPr/>
        </p:nvGraphicFramePr>
        <p:xfrm>
          <a:off x="5222875" y="35004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1" name="" r:id="rId24" imgW="241300" imgH="152400" progId="Equation.3">
                  <p:embed/>
                </p:oleObj>
              </mc:Choice>
              <mc:Fallback>
                <p:oleObj name="" r:id="rId24" imgW="241300" imgH="152400" progId="Equation.3">
                  <p:embed/>
                  <p:pic>
                    <p:nvPicPr>
                      <p:cNvPr id="0" name="图片 336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22875" y="35004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72" name="Object 16"/>
          <p:cNvGraphicFramePr>
            <a:graphicFrameLocks noChangeAspect="1"/>
          </p:cNvGraphicFramePr>
          <p:nvPr/>
        </p:nvGraphicFramePr>
        <p:xfrm>
          <a:off x="5513388" y="3398838"/>
          <a:ext cx="146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3" name="" r:id="rId25" imgW="1459865" imgH="393700" progId="Equation.3">
                  <p:embed/>
                </p:oleObj>
              </mc:Choice>
              <mc:Fallback>
                <p:oleObj name="" r:id="rId25" imgW="1459865" imgH="393700" progId="Equation.3">
                  <p:embed/>
                  <p:pic>
                    <p:nvPicPr>
                      <p:cNvPr id="0" name="图片 336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513388" y="3398838"/>
                        <a:ext cx="1460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73" name="Text Box 17"/>
          <p:cNvSpPr txBox="1"/>
          <p:nvPr/>
        </p:nvSpPr>
        <p:spPr>
          <a:xfrm>
            <a:off x="981075" y="4422775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亦即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8674" name="Object 18"/>
          <p:cNvGraphicFramePr>
            <a:graphicFrameLocks noChangeAspect="1"/>
          </p:cNvGraphicFramePr>
          <p:nvPr/>
        </p:nvGraphicFramePr>
        <p:xfrm>
          <a:off x="3175000" y="4298950"/>
          <a:ext cx="965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" name="" r:id="rId27" imgW="965200" imgH="838200" progId="Equation.3">
                  <p:embed/>
                </p:oleObj>
              </mc:Choice>
              <mc:Fallback>
                <p:oleObj name="" r:id="rId27" imgW="965200" imgH="838200" progId="Equation.3">
                  <p:embed/>
                  <p:pic>
                    <p:nvPicPr>
                      <p:cNvPr id="0" name="图片 336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175000" y="4298950"/>
                        <a:ext cx="965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75" name="Object 19"/>
          <p:cNvGraphicFramePr>
            <a:graphicFrameLocks noChangeAspect="1"/>
          </p:cNvGraphicFramePr>
          <p:nvPr/>
        </p:nvGraphicFramePr>
        <p:xfrm>
          <a:off x="4146550" y="4622800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4" name="" r:id="rId29" imgW="241300" imgH="279400" progId="Equation.3">
                  <p:embed/>
                </p:oleObj>
              </mc:Choice>
              <mc:Fallback>
                <p:oleObj name="" r:id="rId29" imgW="241300" imgH="279400" progId="Equation.3">
                  <p:embed/>
                  <p:pic>
                    <p:nvPicPr>
                      <p:cNvPr id="0" name="图片 3363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146550" y="4622800"/>
                        <a:ext cx="241300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76" name="Object 20"/>
          <p:cNvGraphicFramePr>
            <a:graphicFrameLocks noChangeAspect="1"/>
          </p:cNvGraphicFramePr>
          <p:nvPr/>
        </p:nvGraphicFramePr>
        <p:xfrm>
          <a:off x="4430713" y="4573588"/>
          <a:ext cx="914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6" name="" r:id="rId31" imgW="913765" imgH="317500" progId="Equation.3">
                  <p:embed/>
                </p:oleObj>
              </mc:Choice>
              <mc:Fallback>
                <p:oleObj name="" r:id="rId31" imgW="913765" imgH="317500" progId="Equation.3">
                  <p:embed/>
                  <p:pic>
                    <p:nvPicPr>
                      <p:cNvPr id="0" name="图片 3375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430713" y="4573588"/>
                        <a:ext cx="9144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77" name="Text Box 21"/>
          <p:cNvSpPr txBox="1"/>
          <p:nvPr/>
        </p:nvSpPr>
        <p:spPr>
          <a:xfrm>
            <a:off x="1042988" y="530066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故需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8678" name="Object 22"/>
          <p:cNvGraphicFramePr>
            <a:graphicFrameLocks noChangeAspect="1"/>
          </p:cNvGraphicFramePr>
          <p:nvPr/>
        </p:nvGraphicFramePr>
        <p:xfrm>
          <a:off x="3203575" y="5461000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" name="" r:id="rId33" imgW="241300" imgH="317500" progId="Equation.3">
                  <p:embed/>
                </p:oleObj>
              </mc:Choice>
              <mc:Fallback>
                <p:oleObj name="" r:id="rId33" imgW="241300" imgH="317500" progId="Equation.3">
                  <p:embed/>
                  <p:pic>
                    <p:nvPicPr>
                      <p:cNvPr id="0" name="图片 3372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203575" y="5461000"/>
                        <a:ext cx="241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79" name="Object 23"/>
          <p:cNvGraphicFramePr>
            <a:graphicFrameLocks noChangeAspect="1"/>
          </p:cNvGraphicFramePr>
          <p:nvPr/>
        </p:nvGraphicFramePr>
        <p:xfrm>
          <a:off x="3454400" y="5521325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5" name="" r:id="rId35" imgW="241300" imgH="228600" progId="Equation.3">
                  <p:embed/>
                </p:oleObj>
              </mc:Choice>
              <mc:Fallback>
                <p:oleObj name="" r:id="rId35" imgW="241300" imgH="228600" progId="Equation.3">
                  <p:embed/>
                  <p:pic>
                    <p:nvPicPr>
                      <p:cNvPr id="0" name="图片 3374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454400" y="5521325"/>
                        <a:ext cx="2413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80" name="Object 24"/>
          <p:cNvGraphicFramePr>
            <a:graphicFrameLocks noChangeAspect="1"/>
          </p:cNvGraphicFramePr>
          <p:nvPr/>
        </p:nvGraphicFramePr>
        <p:xfrm>
          <a:off x="3683000" y="5459413"/>
          <a:ext cx="1270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" name="" r:id="rId37" imgW="1269365" imgH="317500" progId="Equation.3">
                  <p:embed/>
                </p:oleObj>
              </mc:Choice>
              <mc:Fallback>
                <p:oleObj name="" r:id="rId37" imgW="1269365" imgH="317500" progId="Equation.3">
                  <p:embed/>
                  <p:pic>
                    <p:nvPicPr>
                      <p:cNvPr id="0" name="图片 3373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683000" y="5459413"/>
                        <a:ext cx="1270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9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9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9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98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9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9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9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9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19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19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19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19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7" grpId="0"/>
      <p:bldP spid="198673" grpId="0"/>
      <p:bldP spid="19867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ext Box 2"/>
          <p:cNvSpPr txBox="1"/>
          <p:nvPr/>
        </p:nvSpPr>
        <p:spPr>
          <a:xfrm>
            <a:off x="1439863" y="688975"/>
            <a:ext cx="38449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对于标准正态随机变量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0707" name="Object 3"/>
          <p:cNvGraphicFramePr>
            <a:graphicFrameLocks noChangeAspect="1"/>
          </p:cNvGraphicFramePr>
          <p:nvPr/>
        </p:nvGraphicFramePr>
        <p:xfrm>
          <a:off x="5353050" y="752475"/>
          <a:ext cx="33131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6" name="" r:id="rId1" imgW="3187700" imgH="444500" progId="Equation.3">
                  <p:embed/>
                </p:oleObj>
              </mc:Choice>
              <mc:Fallback>
                <p:oleObj name="" r:id="rId1" imgW="3187700" imgH="444500" progId="Equation.3">
                  <p:embed/>
                  <p:pic>
                    <p:nvPicPr>
                      <p:cNvPr id="0" name="图片 33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53050" y="752475"/>
                        <a:ext cx="3313113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8" name="Text Box 4"/>
          <p:cNvSpPr txBox="1"/>
          <p:nvPr/>
        </p:nvSpPr>
        <p:spPr>
          <a:xfrm>
            <a:off x="814388" y="1239838"/>
            <a:ext cx="13398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的定义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0709" name="Object 5"/>
          <p:cNvGraphicFramePr>
            <a:graphicFrameLocks noChangeAspect="1"/>
          </p:cNvGraphicFramePr>
          <p:nvPr/>
        </p:nvGraphicFramePr>
        <p:xfrm>
          <a:off x="1514475" y="1887538"/>
          <a:ext cx="23018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" name="" r:id="rId3" imgW="2235200" imgH="419100" progId="Equation.3">
                  <p:embed/>
                </p:oleObj>
              </mc:Choice>
              <mc:Fallback>
                <p:oleObj name="" r:id="rId3" imgW="2235200" imgH="419100" progId="Equation.3">
                  <p:embed/>
                  <p:pic>
                    <p:nvPicPr>
                      <p:cNvPr id="0" name="图片 33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14475" y="1887538"/>
                        <a:ext cx="230187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0" name="Object 6"/>
          <p:cNvGraphicFramePr>
            <a:graphicFrameLocks noChangeAspect="1"/>
          </p:cNvGraphicFramePr>
          <p:nvPr/>
        </p:nvGraphicFramePr>
        <p:xfrm>
          <a:off x="3963988" y="1876425"/>
          <a:ext cx="209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" name="" r:id="rId5" imgW="2095500" imgH="457200" progId="Equation.3">
                  <p:embed/>
                </p:oleObj>
              </mc:Choice>
              <mc:Fallback>
                <p:oleObj name="" r:id="rId5" imgW="2095500" imgH="457200" progId="Equation.3">
                  <p:embed/>
                  <p:pic>
                    <p:nvPicPr>
                      <p:cNvPr id="0" name="图片 33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3988" y="1876425"/>
                        <a:ext cx="20955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1" name="Object 7"/>
          <p:cNvGraphicFramePr>
            <a:graphicFrameLocks noChangeAspect="1"/>
          </p:cNvGraphicFramePr>
          <p:nvPr/>
        </p:nvGraphicFramePr>
        <p:xfrm>
          <a:off x="1908175" y="2486025"/>
          <a:ext cx="158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" name="" r:id="rId7" imgW="1587500" imgH="431800" progId="Equation.3">
                  <p:embed/>
                </p:oleObj>
              </mc:Choice>
              <mc:Fallback>
                <p:oleObj name="" r:id="rId7" imgW="1587500" imgH="431800" progId="Equation.3">
                  <p:embed/>
                  <p:pic>
                    <p:nvPicPr>
                      <p:cNvPr id="0" name="图片 339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8175" y="2486025"/>
                        <a:ext cx="1587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2" name="Object 8"/>
          <p:cNvGraphicFramePr>
            <a:graphicFrameLocks noChangeAspect="1"/>
          </p:cNvGraphicFramePr>
          <p:nvPr/>
        </p:nvGraphicFramePr>
        <p:xfrm>
          <a:off x="3492500" y="26447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3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92500" y="26447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3" name="Object 9"/>
          <p:cNvGraphicFramePr>
            <a:graphicFrameLocks noChangeAspect="1"/>
          </p:cNvGraphicFramePr>
          <p:nvPr/>
        </p:nvGraphicFramePr>
        <p:xfrm>
          <a:off x="3749675" y="2605088"/>
          <a:ext cx="368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" name="" r:id="rId11" imgW="368300" imgH="292100" progId="Equation.3">
                  <p:embed/>
                </p:oleObj>
              </mc:Choice>
              <mc:Fallback>
                <p:oleObj name="" r:id="rId11" imgW="368300" imgH="292100" progId="Equation.3">
                  <p:embed/>
                  <p:pic>
                    <p:nvPicPr>
                      <p:cNvPr id="0" name="图片 339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49675" y="2605088"/>
                        <a:ext cx="3683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4" name="Object 10"/>
          <p:cNvGraphicFramePr>
            <a:graphicFrameLocks noChangeAspect="1"/>
          </p:cNvGraphicFramePr>
          <p:nvPr/>
        </p:nvGraphicFramePr>
        <p:xfrm>
          <a:off x="4429125" y="2517775"/>
          <a:ext cx="1422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" name="" r:id="rId13" imgW="1422400" imgH="368300" progId="Equation.3">
                  <p:embed/>
                </p:oleObj>
              </mc:Choice>
              <mc:Fallback>
                <p:oleObj name="" r:id="rId13" imgW="1422400" imgH="368300" progId="Equation.3">
                  <p:embed/>
                  <p:pic>
                    <p:nvPicPr>
                      <p:cNvPr id="0" name="图片 337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29125" y="2517775"/>
                        <a:ext cx="14224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6" name="Object 12"/>
          <p:cNvGraphicFramePr>
            <a:graphicFrameLocks noChangeAspect="1"/>
          </p:cNvGraphicFramePr>
          <p:nvPr/>
        </p:nvGraphicFramePr>
        <p:xfrm>
          <a:off x="914400" y="3084513"/>
          <a:ext cx="607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" name="" r:id="rId15" imgW="6070600" imgH="457200" progId="Equation.3">
                  <p:embed/>
                </p:oleObj>
              </mc:Choice>
              <mc:Fallback>
                <p:oleObj name="" r:id="rId15" imgW="6070600" imgH="457200" progId="Equation.3">
                  <p:embed/>
                  <p:pic>
                    <p:nvPicPr>
                      <p:cNvPr id="0" name="图片 339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14400" y="3084513"/>
                        <a:ext cx="60706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7" name="Object 13"/>
          <p:cNvGraphicFramePr>
            <a:graphicFrameLocks noChangeAspect="1"/>
          </p:cNvGraphicFramePr>
          <p:nvPr/>
        </p:nvGraphicFramePr>
        <p:xfrm>
          <a:off x="887413" y="3719513"/>
          <a:ext cx="49799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" name="" r:id="rId17" imgW="4775200" imgH="457200" progId="Equation.3">
                  <p:embed/>
                </p:oleObj>
              </mc:Choice>
              <mc:Fallback>
                <p:oleObj name="" r:id="rId17" imgW="4775200" imgH="457200" progId="Equation.3">
                  <p:embed/>
                  <p:pic>
                    <p:nvPicPr>
                      <p:cNvPr id="0" name="图片 338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87413" y="3719513"/>
                        <a:ext cx="4979987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8" name="Object 14"/>
          <p:cNvGraphicFramePr>
            <a:graphicFrameLocks noChangeAspect="1"/>
          </p:cNvGraphicFramePr>
          <p:nvPr/>
        </p:nvGraphicFramePr>
        <p:xfrm>
          <a:off x="979488" y="5691188"/>
          <a:ext cx="5394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" name="" r:id="rId19" imgW="2362200" imgH="228600" progId="Equation.DSMT4">
                  <p:embed/>
                </p:oleObj>
              </mc:Choice>
              <mc:Fallback>
                <p:oleObj name="" r:id="rId19" imgW="2362200" imgH="228600" progId="Equation.DSMT4">
                  <p:embed/>
                  <p:pic>
                    <p:nvPicPr>
                      <p:cNvPr id="0" name="图片 338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79488" y="5691188"/>
                        <a:ext cx="53943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0719" name="Group 15"/>
          <p:cNvGrpSpPr/>
          <p:nvPr/>
        </p:nvGrpSpPr>
        <p:grpSpPr>
          <a:xfrm>
            <a:off x="1116013" y="4337050"/>
            <a:ext cx="7272337" cy="1079500"/>
            <a:chOff x="703" y="2732"/>
            <a:chExt cx="4581" cy="680"/>
          </a:xfrm>
        </p:grpSpPr>
        <p:sp>
          <p:nvSpPr>
            <p:cNvPr id="43025" name="Line 16"/>
            <p:cNvSpPr/>
            <p:nvPr/>
          </p:nvSpPr>
          <p:spPr>
            <a:xfrm>
              <a:off x="703" y="3067"/>
              <a:ext cx="4581" cy="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6" name="Line 17"/>
            <p:cNvSpPr/>
            <p:nvPr/>
          </p:nvSpPr>
          <p:spPr>
            <a:xfrm>
              <a:off x="1111" y="2732"/>
              <a:ext cx="0" cy="68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3027" name="Object 18"/>
            <p:cNvGraphicFramePr>
              <a:graphicFrameLocks noChangeAspect="1"/>
            </p:cNvGraphicFramePr>
            <p:nvPr/>
          </p:nvGraphicFramePr>
          <p:xfrm>
            <a:off x="857" y="2842"/>
            <a:ext cx="17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" name="" r:id="rId21" imgW="279400" imgH="241300" progId="Equation.3">
                    <p:embed/>
                  </p:oleObj>
                </mc:Choice>
                <mc:Fallback>
                  <p:oleObj name="" r:id="rId21" imgW="279400" imgH="241300" progId="Equation.3">
                    <p:embed/>
                    <p:pic>
                      <p:nvPicPr>
                        <p:cNvPr id="0" name="图片 338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57" y="2842"/>
                          <a:ext cx="176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8" name="Object 19"/>
            <p:cNvGraphicFramePr>
              <a:graphicFrameLocks noChangeAspect="1"/>
            </p:cNvGraphicFramePr>
            <p:nvPr/>
          </p:nvGraphicFramePr>
          <p:xfrm>
            <a:off x="830" y="3086"/>
            <a:ext cx="2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8" name="" r:id="rId23" imgW="342900" imgH="431800" progId="Equation.3">
                    <p:embed/>
                  </p:oleObj>
                </mc:Choice>
                <mc:Fallback>
                  <p:oleObj name="" r:id="rId23" imgW="342900" imgH="431800" progId="Equation.3">
                    <p:embed/>
                    <p:pic>
                      <p:nvPicPr>
                        <p:cNvPr id="0" name="图片 3397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830" y="3086"/>
                          <a:ext cx="21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9" name="Object 20"/>
            <p:cNvGraphicFramePr>
              <a:graphicFrameLocks noChangeAspect="1"/>
            </p:cNvGraphicFramePr>
            <p:nvPr/>
          </p:nvGraphicFramePr>
          <p:xfrm>
            <a:off x="1192" y="2804"/>
            <a:ext cx="51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" name="" r:id="rId25" imgW="812165" imgH="317500" progId="Equation.3">
                    <p:embed/>
                  </p:oleObj>
                </mc:Choice>
                <mc:Fallback>
                  <p:oleObj name="" r:id="rId25" imgW="812165" imgH="317500" progId="Equation.3">
                    <p:embed/>
                    <p:pic>
                      <p:nvPicPr>
                        <p:cNvPr id="0" name="图片 338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192" y="2804"/>
                          <a:ext cx="51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0" name="Object 21"/>
            <p:cNvGraphicFramePr>
              <a:graphicFrameLocks noChangeAspect="1"/>
            </p:cNvGraphicFramePr>
            <p:nvPr/>
          </p:nvGraphicFramePr>
          <p:xfrm>
            <a:off x="1864" y="2804"/>
            <a:ext cx="5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8" name="" r:id="rId27" imgW="824865" imgH="317500" progId="Equation.3">
                    <p:embed/>
                  </p:oleObj>
                </mc:Choice>
                <mc:Fallback>
                  <p:oleObj name="" r:id="rId27" imgW="824865" imgH="317500" progId="Equation.3">
                    <p:embed/>
                    <p:pic>
                      <p:nvPicPr>
                        <p:cNvPr id="0" name="图片 3387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864" y="2804"/>
                          <a:ext cx="52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1" name="Object 22"/>
            <p:cNvGraphicFramePr>
              <a:graphicFrameLocks noChangeAspect="1"/>
            </p:cNvGraphicFramePr>
            <p:nvPr/>
          </p:nvGraphicFramePr>
          <p:xfrm>
            <a:off x="2562" y="2804"/>
            <a:ext cx="4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8" name="" r:id="rId29" imgW="634365" imgH="317500" progId="Equation.3">
                    <p:embed/>
                  </p:oleObj>
                </mc:Choice>
                <mc:Fallback>
                  <p:oleObj name="" r:id="rId29" imgW="634365" imgH="317500" progId="Equation.3">
                    <p:embed/>
                    <p:pic>
                      <p:nvPicPr>
                        <p:cNvPr id="0" name="图片 3377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562" y="2804"/>
                          <a:ext cx="40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2" name="Object 23"/>
            <p:cNvGraphicFramePr>
              <a:graphicFrameLocks noChangeAspect="1"/>
            </p:cNvGraphicFramePr>
            <p:nvPr/>
          </p:nvGraphicFramePr>
          <p:xfrm>
            <a:off x="3107" y="2803"/>
            <a:ext cx="5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" name="" r:id="rId31" imgW="824865" imgH="317500" progId="Equation.3">
                    <p:embed/>
                  </p:oleObj>
                </mc:Choice>
                <mc:Fallback>
                  <p:oleObj name="" r:id="rId31" imgW="824865" imgH="317500" progId="Equation.3">
                    <p:embed/>
                    <p:pic>
                      <p:nvPicPr>
                        <p:cNvPr id="0" name="图片 3381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107" y="2803"/>
                          <a:ext cx="52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3" name="Object 24"/>
            <p:cNvGraphicFramePr>
              <a:graphicFrameLocks noChangeAspect="1"/>
            </p:cNvGraphicFramePr>
            <p:nvPr/>
          </p:nvGraphicFramePr>
          <p:xfrm>
            <a:off x="3833" y="2803"/>
            <a:ext cx="40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0" name="" r:id="rId33" imgW="647700" imgH="317500" progId="Equation.3">
                    <p:embed/>
                  </p:oleObj>
                </mc:Choice>
                <mc:Fallback>
                  <p:oleObj name="" r:id="rId33" imgW="647700" imgH="317500" progId="Equation.3">
                    <p:embed/>
                    <p:pic>
                      <p:nvPicPr>
                        <p:cNvPr id="0" name="图片 3389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3833" y="2803"/>
                          <a:ext cx="40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4" name="Object 25"/>
            <p:cNvGraphicFramePr>
              <a:graphicFrameLocks noChangeAspect="1"/>
            </p:cNvGraphicFramePr>
            <p:nvPr/>
          </p:nvGraphicFramePr>
          <p:xfrm>
            <a:off x="4450" y="2794"/>
            <a:ext cx="40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1" name="" r:id="rId35" imgW="647700" imgH="317500" progId="Equation.3">
                    <p:embed/>
                  </p:oleObj>
                </mc:Choice>
                <mc:Fallback>
                  <p:oleObj name="" r:id="rId35" imgW="647700" imgH="317500" progId="Equation.3">
                    <p:embed/>
                    <p:pic>
                      <p:nvPicPr>
                        <p:cNvPr id="0" name="图片 3390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4450" y="2794"/>
                          <a:ext cx="40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5" name="Object 26"/>
            <p:cNvGraphicFramePr>
              <a:graphicFrameLocks noChangeAspect="1"/>
            </p:cNvGraphicFramePr>
            <p:nvPr/>
          </p:nvGraphicFramePr>
          <p:xfrm>
            <a:off x="1174" y="3140"/>
            <a:ext cx="5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" name="" r:id="rId37" imgW="837565" imgH="317500" progId="Equation.3">
                    <p:embed/>
                  </p:oleObj>
                </mc:Choice>
                <mc:Fallback>
                  <p:oleObj name="" r:id="rId37" imgW="837565" imgH="317500" progId="Equation.3">
                    <p:embed/>
                    <p:pic>
                      <p:nvPicPr>
                        <p:cNvPr id="0" name="图片 3398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1174" y="3140"/>
                          <a:ext cx="5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6" name="Object 27"/>
            <p:cNvGraphicFramePr>
              <a:graphicFrameLocks noChangeAspect="1"/>
            </p:cNvGraphicFramePr>
            <p:nvPr/>
          </p:nvGraphicFramePr>
          <p:xfrm>
            <a:off x="1853" y="3140"/>
            <a:ext cx="5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7" name="" r:id="rId39" imgW="837565" imgH="317500" progId="Equation.3">
                    <p:embed/>
                  </p:oleObj>
                </mc:Choice>
                <mc:Fallback>
                  <p:oleObj name="" r:id="rId39" imgW="837565" imgH="317500" progId="Equation.3">
                    <p:embed/>
                    <p:pic>
                      <p:nvPicPr>
                        <p:cNvPr id="0" name="图片 3376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853" y="3140"/>
                          <a:ext cx="5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7" name="Object 28"/>
            <p:cNvGraphicFramePr>
              <a:graphicFrameLocks noChangeAspect="1"/>
            </p:cNvGraphicFramePr>
            <p:nvPr/>
          </p:nvGraphicFramePr>
          <p:xfrm>
            <a:off x="2499" y="3139"/>
            <a:ext cx="5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2" name="" r:id="rId41" imgW="837565" imgH="317500" progId="Equation.3">
                    <p:embed/>
                  </p:oleObj>
                </mc:Choice>
                <mc:Fallback>
                  <p:oleObj name="" r:id="rId41" imgW="837565" imgH="317500" progId="Equation.3">
                    <p:embed/>
                    <p:pic>
                      <p:nvPicPr>
                        <p:cNvPr id="0" name="图片 3391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2499" y="3139"/>
                          <a:ext cx="5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8" name="Object 29"/>
            <p:cNvGraphicFramePr>
              <a:graphicFrameLocks noChangeAspect="1"/>
            </p:cNvGraphicFramePr>
            <p:nvPr/>
          </p:nvGraphicFramePr>
          <p:xfrm>
            <a:off x="3125" y="3139"/>
            <a:ext cx="51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" name="" r:id="rId43" imgW="812165" imgH="317500" progId="Equation.3">
                    <p:embed/>
                  </p:oleObj>
                </mc:Choice>
                <mc:Fallback>
                  <p:oleObj name="" r:id="rId43" imgW="812165" imgH="317500" progId="Equation.3">
                    <p:embed/>
                    <p:pic>
                      <p:nvPicPr>
                        <p:cNvPr id="0" name="图片 3385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3125" y="3139"/>
                          <a:ext cx="51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9" name="Object 30"/>
            <p:cNvGraphicFramePr>
              <a:graphicFrameLocks noChangeAspect="1"/>
            </p:cNvGraphicFramePr>
            <p:nvPr/>
          </p:nvGraphicFramePr>
          <p:xfrm>
            <a:off x="3779" y="3139"/>
            <a:ext cx="51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" name="" r:id="rId45" imgW="812165" imgH="317500" progId="Equation.3">
                    <p:embed/>
                  </p:oleObj>
                </mc:Choice>
                <mc:Fallback>
                  <p:oleObj name="" r:id="rId45" imgW="812165" imgH="317500" progId="Equation.3">
                    <p:embed/>
                    <p:pic>
                      <p:nvPicPr>
                        <p:cNvPr id="0" name="图片 3383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3779" y="3139"/>
                          <a:ext cx="51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0" name="Object 31"/>
            <p:cNvGraphicFramePr>
              <a:graphicFrameLocks noChangeAspect="1"/>
            </p:cNvGraphicFramePr>
            <p:nvPr/>
          </p:nvGraphicFramePr>
          <p:xfrm>
            <a:off x="4422" y="3139"/>
            <a:ext cx="51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" name="" r:id="rId47" imgW="812165" imgH="317500" progId="Equation.3">
                    <p:embed/>
                  </p:oleObj>
                </mc:Choice>
                <mc:Fallback>
                  <p:oleObj name="" r:id="rId47" imgW="812165" imgH="317500" progId="Equation.3">
                    <p:embed/>
                    <p:pic>
                      <p:nvPicPr>
                        <p:cNvPr id="0" name="图片 3384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4422" y="3139"/>
                          <a:ext cx="51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0736" name="AutoShape 32">
            <a:hlinkClick r:id="rId49" action="ppaction://hlinkpres?slideindex=1&amp;slidetitle="/>
          </p:cNvPr>
          <p:cNvSpPr/>
          <p:nvPr/>
        </p:nvSpPr>
        <p:spPr>
          <a:xfrm>
            <a:off x="7308850" y="5589588"/>
            <a:ext cx="1152525" cy="469900"/>
          </a:xfrm>
          <a:prstGeom prst="actionButtonBlank">
            <a:avLst/>
          </a:prstGeom>
          <a:gradFill rotWithShape="1">
            <a:gsLst>
              <a:gs pos="0">
                <a:srgbClr val="156B13">
                  <a:alpha val="100000"/>
                </a:srgbClr>
              </a:gs>
              <a:gs pos="25000">
                <a:srgbClr val="9CB86E">
                  <a:alpha val="100000"/>
                </a:srgbClr>
              </a:gs>
              <a:gs pos="50000">
                <a:srgbClr val="DDEBCF">
                  <a:alpha val="100000"/>
                </a:srgbClr>
              </a:gs>
              <a:gs pos="75000">
                <a:srgbClr val="9CB86E">
                  <a:alpha val="100000"/>
                </a:srgbClr>
              </a:gs>
              <a:gs pos="100000">
                <a:srgbClr val="156B13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zh-CN" altLang="en-US" sz="20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补充例题</a:t>
            </a:r>
            <a:endParaRPr lang="zh-CN" altLang="en-US" sz="20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246813" y="1414463"/>
            <a:ext cx="2863850" cy="152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0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0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0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0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0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00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00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0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/>
      <p:bldP spid="20073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/>
          <p:nvPr/>
        </p:nvSpPr>
        <p:spPr>
          <a:xfrm>
            <a:off x="827088" y="661988"/>
            <a:ext cx="38449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正态分布的应用与背景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47" name="Rectangle 3"/>
          <p:cNvSpPr/>
          <p:nvPr/>
        </p:nvSpPr>
        <p:spPr>
          <a:xfrm>
            <a:off x="1476375" y="1268413"/>
            <a:ext cx="5962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正态分布是最常见最重要的一种分布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48" name="Rectangle 4"/>
          <p:cNvSpPr/>
          <p:nvPr/>
        </p:nvSpPr>
        <p:spPr>
          <a:xfrm>
            <a:off x="7380288" y="1254125"/>
            <a:ext cx="1295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例如测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49" name="Rectangle 5"/>
          <p:cNvSpPr/>
          <p:nvPr/>
        </p:nvSpPr>
        <p:spPr>
          <a:xfrm>
            <a:off x="822325" y="1876425"/>
            <a:ext cx="13398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量误差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50" name="Rectangle 6"/>
          <p:cNvSpPr/>
          <p:nvPr/>
        </p:nvSpPr>
        <p:spPr>
          <a:xfrm>
            <a:off x="2085975" y="1868488"/>
            <a:ext cx="57261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人的生理特征尺寸如身高、体重等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51" name="Rectangle 7"/>
          <p:cNvSpPr/>
          <p:nvPr/>
        </p:nvSpPr>
        <p:spPr>
          <a:xfrm>
            <a:off x="7780338" y="1855788"/>
            <a:ext cx="9683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正常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52" name="Rectangle 8"/>
          <p:cNvSpPr/>
          <p:nvPr/>
        </p:nvSpPr>
        <p:spPr>
          <a:xfrm>
            <a:off x="827088" y="2463800"/>
            <a:ext cx="48974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情况下生产的产品尺寸、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53" name="Rectangle 9"/>
          <p:cNvSpPr/>
          <p:nvPr/>
        </p:nvSpPr>
        <p:spPr>
          <a:xfrm>
            <a:off x="4787900" y="2466975"/>
            <a:ext cx="12922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直径、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54" name="Rectangle 10"/>
          <p:cNvSpPr/>
          <p:nvPr/>
        </p:nvSpPr>
        <p:spPr>
          <a:xfrm>
            <a:off x="6011863" y="2471738"/>
            <a:ext cx="13255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长度、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55" name="Rectangle 11"/>
          <p:cNvSpPr/>
          <p:nvPr/>
        </p:nvSpPr>
        <p:spPr>
          <a:xfrm>
            <a:off x="7096125" y="2454275"/>
            <a:ext cx="17287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重量高度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5356" name="Rectangle 12"/>
          <p:cNvSpPr/>
          <p:nvPr/>
        </p:nvSpPr>
        <p:spPr>
          <a:xfrm>
            <a:off x="827088" y="3078163"/>
            <a:ext cx="38449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等都近似服从正态分布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85357" name="Picture 13" descr="称体重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200" y="3843338"/>
            <a:ext cx="873125" cy="220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5358" name="Picture 14" descr="量身高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0" y="3792538"/>
            <a:ext cx="960438" cy="2286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85359" name="Group 15"/>
          <p:cNvGrpSpPr/>
          <p:nvPr/>
        </p:nvGrpSpPr>
        <p:grpSpPr>
          <a:xfrm>
            <a:off x="6121400" y="3944938"/>
            <a:ext cx="1295400" cy="2133600"/>
            <a:chOff x="3264" y="2496"/>
            <a:chExt cx="816" cy="1344"/>
          </a:xfrm>
        </p:grpSpPr>
        <p:pic>
          <p:nvPicPr>
            <p:cNvPr id="44048" name="Picture 16" descr="BD07686_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" y="2496"/>
              <a:ext cx="816" cy="13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4049" name="Picture 17" descr="WB01740_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" y="2928"/>
              <a:ext cx="384" cy="384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8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8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/>
      <p:bldP spid="185348" grpId="0"/>
      <p:bldP spid="185349" grpId="0"/>
      <p:bldP spid="185350" grpId="0"/>
      <p:bldP spid="185351" grpId="0"/>
      <p:bldP spid="185352" grpId="0"/>
      <p:bldP spid="185353" grpId="0"/>
      <p:bldP spid="185354" grpId="0"/>
      <p:bldP spid="185355" grpId="0"/>
      <p:bldP spid="18535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1941" name="Group 21"/>
          <p:cNvGrpSpPr/>
          <p:nvPr/>
        </p:nvGrpSpPr>
        <p:grpSpPr>
          <a:xfrm>
            <a:off x="3810000" y="1506538"/>
            <a:ext cx="1612900" cy="1509712"/>
            <a:chOff x="2400" y="1152"/>
            <a:chExt cx="1016" cy="951"/>
          </a:xfrm>
        </p:grpSpPr>
        <p:sp>
          <p:nvSpPr>
            <p:cNvPr id="45072" name="Rectangle 12"/>
            <p:cNvSpPr/>
            <p:nvPr/>
          </p:nvSpPr>
          <p:spPr>
            <a:xfrm>
              <a:off x="2688" y="1152"/>
              <a:ext cx="432" cy="288"/>
            </a:xfrm>
            <a:prstGeom prst="rect">
              <a:avLst/>
            </a:prstGeom>
            <a:solidFill>
              <a:srgbClr val="66FF33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73" name="Rectangle 15"/>
            <p:cNvSpPr/>
            <p:nvPr/>
          </p:nvSpPr>
          <p:spPr>
            <a:xfrm>
              <a:off x="2400" y="1776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分布函数</a:t>
              </a:r>
              <a:endParaRPr lang="zh-CN" altLang="en-US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5074" name="AutoShape 16"/>
            <p:cNvSpPr/>
            <p:nvPr/>
          </p:nvSpPr>
          <p:spPr>
            <a:xfrm>
              <a:off x="2784" y="1440"/>
              <a:ext cx="144" cy="384"/>
            </a:xfrm>
            <a:prstGeom prst="downArrow">
              <a:avLst>
                <a:gd name="adj1" fmla="val 50000"/>
                <a:gd name="adj2" fmla="val 66666"/>
              </a:avLst>
            </a:prstGeom>
            <a:solidFill>
              <a:srgbClr val="CC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1942" name="Group 22"/>
          <p:cNvGrpSpPr/>
          <p:nvPr/>
        </p:nvGrpSpPr>
        <p:grpSpPr>
          <a:xfrm>
            <a:off x="5473700" y="1506538"/>
            <a:ext cx="1485900" cy="1473200"/>
            <a:chOff x="3448" y="1152"/>
            <a:chExt cx="936" cy="928"/>
          </a:xfrm>
        </p:grpSpPr>
        <p:sp>
          <p:nvSpPr>
            <p:cNvPr id="45069" name="Rectangle 13"/>
            <p:cNvSpPr/>
            <p:nvPr/>
          </p:nvSpPr>
          <p:spPr>
            <a:xfrm>
              <a:off x="3648" y="1152"/>
              <a:ext cx="432" cy="288"/>
            </a:xfrm>
            <a:prstGeom prst="rect">
              <a:avLst/>
            </a:prstGeom>
            <a:solidFill>
              <a:srgbClr val="66FF33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5070" name="Object 17"/>
            <p:cNvGraphicFramePr>
              <a:graphicFrameLocks noChangeAspect="1"/>
            </p:cNvGraphicFramePr>
            <p:nvPr/>
          </p:nvGraphicFramePr>
          <p:xfrm>
            <a:off x="3448" y="1824"/>
            <a:ext cx="93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" name="" r:id="rId1" imgW="1485265" imgH="406400" progId="Equation.3">
                    <p:embed/>
                  </p:oleObj>
                </mc:Choice>
                <mc:Fallback>
                  <p:oleObj name="" r:id="rId1" imgW="1485265" imgH="406400" progId="Equation.3">
                    <p:embed/>
                    <p:pic>
                      <p:nvPicPr>
                        <p:cNvPr id="0" name="图片 340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448" y="1824"/>
                          <a:ext cx="936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1" name="AutoShape 18"/>
            <p:cNvSpPr/>
            <p:nvPr/>
          </p:nvSpPr>
          <p:spPr>
            <a:xfrm>
              <a:off x="3744" y="1440"/>
              <a:ext cx="144" cy="384"/>
            </a:xfrm>
            <a:prstGeom prst="downArrow">
              <a:avLst>
                <a:gd name="adj1" fmla="val 50000"/>
                <a:gd name="adj2" fmla="val 66666"/>
              </a:avLst>
            </a:prstGeom>
            <a:solidFill>
              <a:srgbClr val="CC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060" name="Rectangle 3"/>
          <p:cNvSpPr/>
          <p:nvPr/>
        </p:nvSpPr>
        <p:spPr>
          <a:xfrm>
            <a:off x="914400" y="709613"/>
            <a:ext cx="184150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endParaRPr lang="zh-CN" altLang="zh-CN" sz="40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5061" name="Rectangle 6"/>
          <p:cNvSpPr/>
          <p:nvPr>
            <p:ph type="title"/>
          </p:nvPr>
        </p:nvSpPr>
        <p:spPr>
          <a:xfrm>
            <a:off x="827088" y="581025"/>
            <a:ext cx="7793037" cy="701675"/>
          </a:xfrm>
          <a:noFill/>
          <a:ln w="12700">
            <a:noFill/>
          </a:ln>
        </p:spPr>
        <p:txBody>
          <a:bodyPr anchor="ctr" anchorCtr="0">
            <a:spAutoFit/>
          </a:bodyPr>
          <a:p>
            <a:pPr algn="l"/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三、小结</a:t>
            </a:r>
            <a:endParaRPr lang="zh-CN" alt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1930" name="Rectangle 10"/>
          <p:cNvSpPr/>
          <p:nvPr/>
        </p:nvSpPr>
        <p:spPr>
          <a:xfrm>
            <a:off x="838200" y="3335338"/>
            <a:ext cx="5257800" cy="519112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常见连续型随机变量的分布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1934" name="Object 14"/>
          <p:cNvGraphicFramePr>
            <a:graphicFrameLocks noChangeAspect="1"/>
          </p:cNvGraphicFramePr>
          <p:nvPr/>
        </p:nvGraphicFramePr>
        <p:xfrm>
          <a:off x="914400" y="1341438"/>
          <a:ext cx="5930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" name="" r:id="rId3" imgW="5930900" imgH="698500" progId="Equation.3">
                  <p:embed/>
                </p:oleObj>
              </mc:Choice>
              <mc:Fallback>
                <p:oleObj name="" r:id="rId3" imgW="5930900" imgH="698500" progId="Equation.3">
                  <p:embed/>
                  <p:pic>
                    <p:nvPicPr>
                      <p:cNvPr id="0" name="图片 34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341438"/>
                        <a:ext cx="59309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43" name="Group 23"/>
          <p:cNvGrpSpPr/>
          <p:nvPr/>
        </p:nvGrpSpPr>
        <p:grpSpPr>
          <a:xfrm>
            <a:off x="1905000" y="4035425"/>
            <a:ext cx="3910013" cy="1585913"/>
            <a:chOff x="1200" y="2745"/>
            <a:chExt cx="2463" cy="999"/>
          </a:xfrm>
        </p:grpSpPr>
        <p:sp>
          <p:nvSpPr>
            <p:cNvPr id="45065" name="Rectangle 7"/>
            <p:cNvSpPr/>
            <p:nvPr/>
          </p:nvSpPr>
          <p:spPr>
            <a:xfrm>
              <a:off x="1296" y="2745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均匀分布</a:t>
              </a:r>
              <a:endPara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5066" name="Rectangle 8"/>
            <p:cNvSpPr/>
            <p:nvPr/>
          </p:nvSpPr>
          <p:spPr>
            <a:xfrm>
              <a:off x="1296" y="3067"/>
              <a:ext cx="236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正态分布</a:t>
              </a:r>
              <a:r>
                <a:rPr lang="en-US" altLang="zh-CN" sz="2800" b="1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en-US" sz="2800" b="1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或高斯分布</a:t>
              </a:r>
              <a:r>
                <a:rPr lang="en-US" altLang="zh-CN" sz="2800" b="1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)</a:t>
              </a:r>
              <a:endPara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5067" name="Rectangle 9"/>
            <p:cNvSpPr/>
            <p:nvPr/>
          </p:nvSpPr>
          <p:spPr>
            <a:xfrm>
              <a:off x="1296" y="3417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指数分布</a:t>
              </a:r>
              <a:endPara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45068" name="Object 20"/>
            <p:cNvGraphicFramePr>
              <a:graphicFrameLocks noChangeAspect="1"/>
            </p:cNvGraphicFramePr>
            <p:nvPr/>
          </p:nvGraphicFramePr>
          <p:xfrm>
            <a:off x="1200" y="2792"/>
            <a:ext cx="240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0" name="" r:id="rId5" imgW="381000" imgH="1511300" progId="Equation.3">
                    <p:embed/>
                  </p:oleObj>
                </mc:Choice>
                <mc:Fallback>
                  <p:oleObj name="" r:id="rId5" imgW="381000" imgH="1511300" progId="Equation.3">
                    <p:embed/>
                    <p:pic>
                      <p:nvPicPr>
                        <p:cNvPr id="0" name="图片 339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00" y="2792"/>
                          <a:ext cx="240" cy="9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9" name="Rectangle 7"/>
          <p:cNvSpPr/>
          <p:nvPr/>
        </p:nvSpPr>
        <p:spPr>
          <a:xfrm>
            <a:off x="914400" y="1628775"/>
            <a:ext cx="7689850" cy="214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正态分布有极其广泛的实际背景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是自然界和社会现象中最为常见的一种分布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一个变量如果受到大量微小的、独立的随机因素的影响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那么这个变量一般是一个正态随机变量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083" name="Text Box 9"/>
          <p:cNvSpPr txBox="1"/>
          <p:nvPr/>
        </p:nvSpPr>
        <p:spPr>
          <a:xfrm>
            <a:off x="914400" y="815975"/>
            <a:ext cx="66182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正态分布是概率论中最重要的分布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5723" name="Text Box 11"/>
          <p:cNvSpPr txBox="1"/>
          <p:nvPr/>
        </p:nvSpPr>
        <p:spPr>
          <a:xfrm>
            <a:off x="822325" y="3860800"/>
            <a:ext cx="7853363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　　二项分布、泊松分布等的极限分布是正态分布．所以，无论在实践中，还是在理论上，正态分布是概率论中最重要的一种分布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4400" y="5732463"/>
            <a:ext cx="71866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作业：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19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；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23,24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；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26,29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31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9" grpId="0"/>
      <p:bldP spid="115723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7106" name="Picture 4" descr="Gau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2078038"/>
            <a:ext cx="2614613" cy="3179762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7107" name="Text Box 5"/>
          <p:cNvSpPr txBox="1"/>
          <p:nvPr/>
        </p:nvSpPr>
        <p:spPr>
          <a:xfrm>
            <a:off x="4191000" y="2743200"/>
            <a:ext cx="4343400" cy="2868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Born: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30 Apr. 1777 in Brunswick, Duchy of Brunswick (now Germany)</a:t>
            </a:r>
            <a:endParaRPr lang="en-US" altLang="zh-CN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Died:</a:t>
            </a:r>
            <a:r>
              <a:rPr lang="en-US" altLang="zh-CN" sz="28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23 Feb.  1855 in Göttingen, Hanover (now Germany)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47108" name="Text Box 6"/>
          <p:cNvSpPr txBox="1"/>
          <p:nvPr/>
        </p:nvSpPr>
        <p:spPr>
          <a:xfrm>
            <a:off x="4038600" y="1981200"/>
            <a:ext cx="4419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Carl Friedrich Gauss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47109" name="Rectangle 7"/>
          <p:cNvSpPr>
            <a:spLocks noGrp="1"/>
          </p:cNvSpPr>
          <p:nvPr>
            <p:ph type="title"/>
          </p:nvPr>
        </p:nvSpPr>
        <p:spPr>
          <a:xfrm>
            <a:off x="2884488" y="692150"/>
            <a:ext cx="3594100" cy="701675"/>
          </a:xfrm>
          <a:noFill/>
          <a:ln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高斯资料</a:t>
            </a:r>
            <a:endParaRPr lang="zh-CN" altLang="en-US" sz="40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9816" name="AutoShape 8">
            <a:hlinkClick r:id="rId2" action="ppaction://hlinksldjump"/>
          </p:cNvPr>
          <p:cNvSpPr/>
          <p:nvPr/>
        </p:nvSpPr>
        <p:spPr>
          <a:xfrm>
            <a:off x="7308850" y="5516563"/>
            <a:ext cx="1152525" cy="469900"/>
          </a:xfrm>
          <a:prstGeom prst="actionButtonBlank">
            <a:avLst/>
          </a:prstGeom>
          <a:gradFill rotWithShape="1">
            <a:gsLst>
              <a:gs pos="0">
                <a:srgbClr val="156B13">
                  <a:alpha val="100000"/>
                </a:srgbClr>
              </a:gs>
              <a:gs pos="25000">
                <a:srgbClr val="9CB86E">
                  <a:alpha val="100000"/>
                </a:srgbClr>
              </a:gs>
              <a:gs pos="50000">
                <a:srgbClr val="DDEBCF">
                  <a:alpha val="100000"/>
                </a:srgbClr>
              </a:gs>
              <a:gs pos="75000">
                <a:srgbClr val="9CB86E">
                  <a:alpha val="100000"/>
                </a:srgbClr>
              </a:gs>
              <a:gs pos="100000">
                <a:srgbClr val="156B13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zh-CN" altLang="en-US" sz="20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返回</a:t>
            </a:r>
            <a:endParaRPr lang="zh-CN" altLang="en-US" sz="20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6" grpId="0" animBg="1"/>
    </p:bldLst>
  </p:timing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Settings\a\Application Data\Microsoft\Templates\jy3.pot</Template>
  <TotalTime>0</TotalTime>
  <Words>1478</Words>
  <Application>WPS 演示</Application>
  <PresentationFormat>全屏显示(4:3)</PresentationFormat>
  <Paragraphs>321</Paragraphs>
  <Slides>45</Slides>
  <Notes>0</Notes>
  <HiddenSlides>1</HiddenSlides>
  <MMClips>0</MMClips>
  <ScaleCrop>false</ScaleCrop>
  <HeadingPairs>
    <vt:vector size="10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408</vt:i4>
      </vt:variant>
      <vt:variant>
        <vt:lpstr>幻灯片标题</vt:lpstr>
      </vt:variant>
      <vt:variant>
        <vt:i4>45</vt:i4>
      </vt:variant>
      <vt:variant>
        <vt:lpstr>自定义放映</vt:lpstr>
      </vt:variant>
      <vt:variant>
        <vt:i4>1</vt:i4>
      </vt:variant>
    </vt:vector>
  </HeadingPairs>
  <TitlesOfParts>
    <vt:vector size="469" baseType="lpstr">
      <vt:lpstr>Arial</vt:lpstr>
      <vt:lpstr>宋体</vt:lpstr>
      <vt:lpstr>Wingdings</vt:lpstr>
      <vt:lpstr>Times New Roman</vt:lpstr>
      <vt:lpstr>Calibri</vt:lpstr>
      <vt:lpstr>黑体</vt:lpstr>
      <vt:lpstr>楷体_GB2312</vt:lpstr>
      <vt:lpstr>新宋体</vt:lpstr>
      <vt:lpstr>Tahoma</vt:lpstr>
      <vt:lpstr>Symbol</vt:lpstr>
      <vt:lpstr>Arial Unicode MS</vt:lpstr>
      <vt:lpstr>微软雅黑</vt:lpstr>
      <vt:lpstr>Arial Unicode MS</vt:lpstr>
      <vt:lpstr>1_自定义设计方案</vt:lpstr>
      <vt:lpstr>自定义设计方案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CorelDRAW.Graphic.9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高斯资料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2.4 连续型随机变量及其概率密度</dc:title>
  <dc:creator>ty</dc:creator>
  <cp:lastModifiedBy>欧蜜（2和11）</cp:lastModifiedBy>
  <cp:revision>339</cp:revision>
  <dcterms:created xsi:type="dcterms:W3CDTF">2000-03-24T11:27:28Z</dcterms:created>
  <dcterms:modified xsi:type="dcterms:W3CDTF">2024-09-27T02:52:02Z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7D0C493A60EA4E709DA311E507A38722_13</vt:lpwstr>
  </property>
  <property fmtid="{D5CDD505-2E9C-101B-9397-08002B2CF9AE}" pid="3" name="KSOProductBuildVer">
    <vt:lpwstr>2052-12.1.0.18276</vt:lpwstr>
  </property>
</Properties>
</file>
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handoutMasterIdLst>
    <p:handoutMasterId r:id="rId43"/>
  </p:handoutMasterIdLst>
  <p:sldIdLst>
    <p:sldId id="373" r:id="rId4"/>
    <p:sldId id="323" r:id="rId5"/>
    <p:sldId id="324" r:id="rId6"/>
    <p:sldId id="326" r:id="rId7"/>
    <p:sldId id="379" r:id="rId8"/>
    <p:sldId id="328" r:id="rId9"/>
    <p:sldId id="329" r:id="rId10"/>
    <p:sldId id="332" r:id="rId11"/>
    <p:sldId id="335" r:id="rId12"/>
    <p:sldId id="364" r:id="rId13"/>
    <p:sldId id="365" r:id="rId14"/>
    <p:sldId id="366" r:id="rId15"/>
    <p:sldId id="367" r:id="rId16"/>
    <p:sldId id="368" r:id="rId17"/>
    <p:sldId id="341" r:id="rId18"/>
    <p:sldId id="342" r:id="rId19"/>
    <p:sldId id="343" r:id="rId20"/>
    <p:sldId id="345" r:id="rId21"/>
    <p:sldId id="346" r:id="rId22"/>
    <p:sldId id="348" r:id="rId23"/>
    <p:sldId id="349" r:id="rId24"/>
    <p:sldId id="350" r:id="rId25"/>
    <p:sldId id="351" r:id="rId26"/>
    <p:sldId id="352" r:id="rId27"/>
    <p:sldId id="363" r:id="rId28"/>
    <p:sldId id="354" r:id="rId29"/>
    <p:sldId id="377" r:id="rId30"/>
    <p:sldId id="356" r:id="rId31"/>
    <p:sldId id="357" r:id="rId32"/>
    <p:sldId id="358" r:id="rId33"/>
    <p:sldId id="359" r:id="rId34"/>
    <p:sldId id="360" r:id="rId35"/>
    <p:sldId id="361" r:id="rId36"/>
    <p:sldId id="376" r:id="rId37"/>
    <p:sldId id="370" r:id="rId38"/>
    <p:sldId id="371" r:id="rId39"/>
    <p:sldId id="372" r:id="rId40"/>
    <p:sldId id="303" r:id="rId41"/>
    <p:sldId id="304" r:id="rId4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9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F00FF"/>
    <a:srgbClr val="CCCC00"/>
    <a:srgbClr val="000000"/>
    <a:srgbClr val="990000"/>
    <a:srgbClr val="66FFCC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44"/>
    <p:restoredTop sz="94673"/>
  </p:normalViewPr>
  <p:slideViewPr>
    <p:cSldViewPr showGuides="1">
      <p:cViewPr varScale="1">
        <p:scale>
          <a:sx n="90" d="100"/>
          <a:sy n="90" d="100"/>
        </p:scale>
        <p:origin x="932" y="60"/>
      </p:cViewPr>
      <p:guideLst>
        <p:guide orient="horz" pos="2205"/>
        <p:guide pos="9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.wmf"/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2" Type="http://schemas.openxmlformats.org/officeDocument/2006/relationships/image" Target="../media/image14.wmf"/><Relationship Id="rId11" Type="http://schemas.openxmlformats.org/officeDocument/2006/relationships/image" Target="../media/image13.wmf"/><Relationship Id="rId10" Type="http://schemas.openxmlformats.org/officeDocument/2006/relationships/image" Target="../media/image12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emf"/><Relationship Id="rId3" Type="http://schemas.openxmlformats.org/officeDocument/2006/relationships/image" Target="../media/image17.emf"/><Relationship Id="rId2" Type="http://schemas.openxmlformats.org/officeDocument/2006/relationships/image" Target="../media/image16.wmf"/><Relationship Id="rId1" Type="http://schemas.openxmlformats.org/officeDocument/2006/relationships/image" Target="../media/image15.e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.wmf"/><Relationship Id="rId8" Type="http://schemas.openxmlformats.org/officeDocument/2006/relationships/image" Target="../media/image30.wmf"/><Relationship Id="rId7" Type="http://schemas.openxmlformats.org/officeDocument/2006/relationships/image" Target="../media/image29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Relationship Id="rId3" Type="http://schemas.openxmlformats.org/officeDocument/2006/relationships/image" Target="../media/image25.wmf"/><Relationship Id="rId2" Type="http://schemas.openxmlformats.org/officeDocument/2006/relationships/image" Target="../media/image22.wmf"/><Relationship Id="rId10" Type="http://schemas.openxmlformats.org/officeDocument/2006/relationships/image" Target="../media/image32.wmf"/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3" Type="http://schemas.openxmlformats.org/officeDocument/2006/relationships/image" Target="../media/image46.wmf"/><Relationship Id="rId12" Type="http://schemas.openxmlformats.org/officeDocument/2006/relationships/image" Target="../media/image45.wmf"/><Relationship Id="rId11" Type="http://schemas.openxmlformats.org/officeDocument/2006/relationships/image" Target="../media/image44.wmf"/><Relationship Id="rId10" Type="http://schemas.openxmlformats.org/officeDocument/2006/relationships/image" Target="../media/image43.wmf"/><Relationship Id="rId1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.wmf"/><Relationship Id="rId8" Type="http://schemas.openxmlformats.org/officeDocument/2006/relationships/image" Target="../media/image53.wmf"/><Relationship Id="rId7" Type="http://schemas.openxmlformats.org/officeDocument/2006/relationships/image" Target="../media/image16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1" Type="http://schemas.openxmlformats.org/officeDocument/2006/relationships/image" Target="../media/image56.wmf"/><Relationship Id="rId10" Type="http://schemas.openxmlformats.org/officeDocument/2006/relationships/image" Target="../media/image55.wmf"/><Relationship Id="rId1" Type="http://schemas.openxmlformats.org/officeDocument/2006/relationships/image" Target="../media/image47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image" Target="../media/image68.wmf"/><Relationship Id="rId7" Type="http://schemas.openxmlformats.org/officeDocument/2006/relationships/image" Target="../media/image67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7" Type="http://schemas.openxmlformats.org/officeDocument/2006/relationships/image" Target="../media/image76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89.wmf"/><Relationship Id="rId8" Type="http://schemas.openxmlformats.org/officeDocument/2006/relationships/image" Target="../media/image88.emf"/><Relationship Id="rId7" Type="http://schemas.openxmlformats.org/officeDocument/2006/relationships/image" Target="../media/image87.emf"/><Relationship Id="rId6" Type="http://schemas.openxmlformats.org/officeDocument/2006/relationships/image" Target="../media/image86.emf"/><Relationship Id="rId5" Type="http://schemas.openxmlformats.org/officeDocument/2006/relationships/image" Target="../media/image85.emf"/><Relationship Id="rId4" Type="http://schemas.openxmlformats.org/officeDocument/2006/relationships/image" Target="../media/image84.emf"/><Relationship Id="rId3" Type="http://schemas.openxmlformats.org/officeDocument/2006/relationships/image" Target="../media/image83.emf"/><Relationship Id="rId2" Type="http://schemas.openxmlformats.org/officeDocument/2006/relationships/image" Target="../media/image82.wmf"/><Relationship Id="rId11" Type="http://schemas.openxmlformats.org/officeDocument/2006/relationships/image" Target="../media/image91.wmf"/><Relationship Id="rId10" Type="http://schemas.openxmlformats.org/officeDocument/2006/relationships/image" Target="../media/image90.wmf"/><Relationship Id="rId1" Type="http://schemas.openxmlformats.org/officeDocument/2006/relationships/image" Target="../media/image8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7" Type="http://schemas.openxmlformats.org/officeDocument/2006/relationships/image" Target="../media/image98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wmf"/><Relationship Id="rId8" Type="http://schemas.openxmlformats.org/officeDocument/2006/relationships/image" Target="../media/image111.wmf"/><Relationship Id="rId7" Type="http://schemas.openxmlformats.org/officeDocument/2006/relationships/image" Target="../media/image110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4" Type="http://schemas.openxmlformats.org/officeDocument/2006/relationships/image" Target="../media/image117.wmf"/><Relationship Id="rId13" Type="http://schemas.openxmlformats.org/officeDocument/2006/relationships/image" Target="../media/image116.wmf"/><Relationship Id="rId12" Type="http://schemas.openxmlformats.org/officeDocument/2006/relationships/image" Target="../media/image115.wmf"/><Relationship Id="rId11" Type="http://schemas.openxmlformats.org/officeDocument/2006/relationships/image" Target="../media/image114.wmf"/><Relationship Id="rId10" Type="http://schemas.openxmlformats.org/officeDocument/2006/relationships/image" Target="../media/image113.wmf"/><Relationship Id="rId1" Type="http://schemas.openxmlformats.org/officeDocument/2006/relationships/image" Target="../media/image10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8.wmf"/></Relationships>
</file>

<file path=ppt/drawings/_rels/vmlDrawing14.vml.rels><?xml version="1.0" encoding="UTF-8" standalone="yes"?>
<Relationships xmlns="http://schemas.openxmlformats.org/package/2006/relationships"><Relationship Id="rId7" Type="http://schemas.openxmlformats.org/officeDocument/2006/relationships/image" Target="../media/image125.wmf"/><Relationship Id="rId6" Type="http://schemas.openxmlformats.org/officeDocument/2006/relationships/image" Target="../media/image124.wmf"/><Relationship Id="rId5" Type="http://schemas.openxmlformats.org/officeDocument/2006/relationships/image" Target="../media/image123.wmf"/><Relationship Id="rId4" Type="http://schemas.openxmlformats.org/officeDocument/2006/relationships/image" Target="../media/image122.wmf"/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wmf"/><Relationship Id="rId8" Type="http://schemas.openxmlformats.org/officeDocument/2006/relationships/image" Target="../media/image133.wmf"/><Relationship Id="rId7" Type="http://schemas.openxmlformats.org/officeDocument/2006/relationships/image" Target="../media/image132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2" Type="http://schemas.openxmlformats.org/officeDocument/2006/relationships/image" Target="../media/image137.wmf"/><Relationship Id="rId11" Type="http://schemas.openxmlformats.org/officeDocument/2006/relationships/image" Target="../media/image136.wmf"/><Relationship Id="rId10" Type="http://schemas.openxmlformats.org/officeDocument/2006/relationships/image" Target="../media/image135.wmf"/><Relationship Id="rId1" Type="http://schemas.openxmlformats.org/officeDocument/2006/relationships/image" Target="../media/image126.wmf"/></Relationships>
</file>

<file path=ppt/drawings/_rels/vmlDrawing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46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17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3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wmf"/><Relationship Id="rId8" Type="http://schemas.openxmlformats.org/officeDocument/2006/relationships/image" Target="../media/image164.wmf"/><Relationship Id="rId7" Type="http://schemas.openxmlformats.org/officeDocument/2006/relationships/image" Target="../media/image163.wmf"/><Relationship Id="rId6" Type="http://schemas.openxmlformats.org/officeDocument/2006/relationships/image" Target="../media/image162.wmf"/><Relationship Id="rId5" Type="http://schemas.openxmlformats.org/officeDocument/2006/relationships/image" Target="../media/image161.wmf"/><Relationship Id="rId4" Type="http://schemas.openxmlformats.org/officeDocument/2006/relationships/image" Target="../media/image160.wmf"/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3" Type="http://schemas.openxmlformats.org/officeDocument/2006/relationships/image" Target="../media/image169.wmf"/><Relationship Id="rId12" Type="http://schemas.openxmlformats.org/officeDocument/2006/relationships/image" Target="../media/image168.wmf"/><Relationship Id="rId11" Type="http://schemas.openxmlformats.org/officeDocument/2006/relationships/image" Target="../media/image167.wmf"/><Relationship Id="rId10" Type="http://schemas.openxmlformats.org/officeDocument/2006/relationships/image" Target="../media/image166.wmf"/><Relationship Id="rId1" Type="http://schemas.openxmlformats.org/officeDocument/2006/relationships/image" Target="../media/image157.wmf"/></Relationships>
</file>

<file path=ppt/drawings/_rels/vmlDrawing20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6.wmf"/><Relationship Id="rId6" Type="http://schemas.openxmlformats.org/officeDocument/2006/relationships/image" Target="../media/image175.wmf"/><Relationship Id="rId5" Type="http://schemas.openxmlformats.org/officeDocument/2006/relationships/image" Target="../media/image174.wmf"/><Relationship Id="rId4" Type="http://schemas.openxmlformats.org/officeDocument/2006/relationships/image" Target="../media/image173.wmf"/><Relationship Id="rId3" Type="http://schemas.openxmlformats.org/officeDocument/2006/relationships/image" Target="../media/image172.wmf"/><Relationship Id="rId2" Type="http://schemas.openxmlformats.org/officeDocument/2006/relationships/image" Target="../media/image171.wmf"/><Relationship Id="rId1" Type="http://schemas.openxmlformats.org/officeDocument/2006/relationships/image" Target="../media/image17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7" Type="http://schemas.openxmlformats.org/officeDocument/2006/relationships/image" Target="../media/image183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7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6.wmf"/><Relationship Id="rId8" Type="http://schemas.openxmlformats.org/officeDocument/2006/relationships/image" Target="../media/image205.wmf"/><Relationship Id="rId7" Type="http://schemas.openxmlformats.org/officeDocument/2006/relationships/image" Target="../media/image204.w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01.wmf"/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1" Type="http://schemas.openxmlformats.org/officeDocument/2006/relationships/image" Target="../media/image208.wmf"/><Relationship Id="rId10" Type="http://schemas.openxmlformats.org/officeDocument/2006/relationships/image" Target="../media/image207.wmf"/><Relationship Id="rId1" Type="http://schemas.openxmlformats.org/officeDocument/2006/relationships/image" Target="../media/image19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wmf"/><Relationship Id="rId7" Type="http://schemas.openxmlformats.org/officeDocument/2006/relationships/image" Target="../media/image212.wmf"/><Relationship Id="rId6" Type="http://schemas.openxmlformats.org/officeDocument/2006/relationships/image" Target="../media/image211.wmf"/><Relationship Id="rId5" Type="http://schemas.openxmlformats.org/officeDocument/2006/relationships/image" Target="../media/image210.wmf"/><Relationship Id="rId4" Type="http://schemas.openxmlformats.org/officeDocument/2006/relationships/image" Target="../media/image209.wmf"/><Relationship Id="rId3" Type="http://schemas.openxmlformats.org/officeDocument/2006/relationships/image" Target="../media/image208.wmf"/><Relationship Id="rId2" Type="http://schemas.openxmlformats.org/officeDocument/2006/relationships/image" Target="../media/image206.wmf"/><Relationship Id="rId1" Type="http://schemas.openxmlformats.org/officeDocument/2006/relationships/image" Target="../media/image207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9.wmf"/><Relationship Id="rId8" Type="http://schemas.openxmlformats.org/officeDocument/2006/relationships/image" Target="../media/image218.wmf"/><Relationship Id="rId7" Type="http://schemas.openxmlformats.org/officeDocument/2006/relationships/image" Target="../media/image204.wmf"/><Relationship Id="rId6" Type="http://schemas.openxmlformats.org/officeDocument/2006/relationships/image" Target="../media/image203.wmf"/><Relationship Id="rId5" Type="http://schemas.openxmlformats.org/officeDocument/2006/relationships/image" Target="../media/image202.wmf"/><Relationship Id="rId4" Type="http://schemas.openxmlformats.org/officeDocument/2006/relationships/image" Target="../media/image217.wmf"/><Relationship Id="rId3" Type="http://schemas.openxmlformats.org/officeDocument/2006/relationships/image" Target="../media/image216.wmf"/><Relationship Id="rId2" Type="http://schemas.openxmlformats.org/officeDocument/2006/relationships/image" Target="../media/image215.wmf"/><Relationship Id="rId11" Type="http://schemas.openxmlformats.org/officeDocument/2006/relationships/image" Target="../media/image221.wmf"/><Relationship Id="rId10" Type="http://schemas.openxmlformats.org/officeDocument/2006/relationships/image" Target="../media/image220.wmf"/><Relationship Id="rId1" Type="http://schemas.openxmlformats.org/officeDocument/2006/relationships/image" Target="../media/image214.wmf"/></Relationships>
</file>

<file path=ppt/drawings/_rels/vmlDrawing2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5.wmf"/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34.wmf"/><Relationship Id="rId8" Type="http://schemas.openxmlformats.org/officeDocument/2006/relationships/image" Target="../media/image233.wmf"/><Relationship Id="rId7" Type="http://schemas.openxmlformats.org/officeDocument/2006/relationships/image" Target="../media/image232.wmf"/><Relationship Id="rId6" Type="http://schemas.openxmlformats.org/officeDocument/2006/relationships/image" Target="../media/image231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0" Type="http://schemas.openxmlformats.org/officeDocument/2006/relationships/image" Target="../media/image235.wmf"/><Relationship Id="rId1" Type="http://schemas.openxmlformats.org/officeDocument/2006/relationships/image" Target="../media/image226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1.wmf"/><Relationship Id="rId8" Type="http://schemas.openxmlformats.org/officeDocument/2006/relationships/image" Target="../media/image240.wmf"/><Relationship Id="rId7" Type="http://schemas.openxmlformats.org/officeDocument/2006/relationships/image" Target="../media/image230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4" Type="http://schemas.openxmlformats.org/officeDocument/2006/relationships/image" Target="../media/image239.wmf"/><Relationship Id="rId3" Type="http://schemas.openxmlformats.org/officeDocument/2006/relationships/image" Target="../media/image238.wmf"/><Relationship Id="rId2" Type="http://schemas.openxmlformats.org/officeDocument/2006/relationships/image" Target="../media/image237.wmf"/><Relationship Id="rId13" Type="http://schemas.openxmlformats.org/officeDocument/2006/relationships/image" Target="../media/image245.wmf"/><Relationship Id="rId12" Type="http://schemas.openxmlformats.org/officeDocument/2006/relationships/image" Target="../media/image244.wmf"/><Relationship Id="rId11" Type="http://schemas.openxmlformats.org/officeDocument/2006/relationships/image" Target="../media/image243.wmf"/><Relationship Id="rId10" Type="http://schemas.openxmlformats.org/officeDocument/2006/relationships/image" Target="../media/image242.wmf"/><Relationship Id="rId1" Type="http://schemas.openxmlformats.org/officeDocument/2006/relationships/image" Target="../media/image236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wmf"/><Relationship Id="rId1" Type="http://schemas.openxmlformats.org/officeDocument/2006/relationships/image" Target="../media/image246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2" Type="http://schemas.openxmlformats.org/officeDocument/2006/relationships/image" Target="../media/image249.wmf"/><Relationship Id="rId1" Type="http://schemas.openxmlformats.org/officeDocument/2006/relationships/image" Target="../media/image248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2.wmf"/><Relationship Id="rId1" Type="http://schemas.openxmlformats.org/officeDocument/2006/relationships/image" Target="../media/image251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6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AutoShape 7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5999163" y="6381750"/>
            <a:ext cx="660400" cy="215900"/>
          </a:xfrm>
          <a:prstGeom prst="actionButtonBackPrevious">
            <a:avLst/>
          </a:prstGeom>
          <a:gradFill rotWithShape="1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AutoShape 8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007225" y="6381750"/>
            <a:ext cx="660400" cy="215900"/>
          </a:xfrm>
          <a:prstGeom prst="actionButtonForwardNext">
            <a:avLst/>
          </a:prstGeom>
          <a:gradFill rotWithShape="1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8" name="AutoShape 9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5003800" y="6381750"/>
            <a:ext cx="661988" cy="215900"/>
          </a:xfrm>
          <a:prstGeom prst="actionButtonBeginning">
            <a:avLst/>
          </a:prstGeom>
          <a:gradFill rotWithShape="0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9" name="AutoShape 10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7977188" y="6381750"/>
            <a:ext cx="661988" cy="215900"/>
          </a:xfrm>
          <a:prstGeom prst="actionButtonEnd">
            <a:avLst/>
          </a:prstGeom>
          <a:gradFill rotWithShape="1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6" Type="http://schemas.openxmlformats.org/officeDocument/2006/relationships/vmlDrawing" Target="../drawings/vmlDrawing1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4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3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2.wmf"/><Relationship Id="rId2" Type="http://schemas.openxmlformats.org/officeDocument/2006/relationships/image" Target="../media/image3.w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1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18.e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5.e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20.wmf"/><Relationship Id="rId11" Type="http://schemas.openxmlformats.org/officeDocument/2006/relationships/oleObject" Target="../embeddings/oleObject18.bin"/><Relationship Id="rId10" Type="http://schemas.openxmlformats.org/officeDocument/2006/relationships/image" Target="../media/image19.wmf"/><Relationship Id="rId1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25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4.GI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oleObject" Target="../embeddings/oleObject20.bin"/><Relationship Id="rId24" Type="http://schemas.openxmlformats.org/officeDocument/2006/relationships/vmlDrawing" Target="../drawings/vmlDrawing3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32.wmf"/><Relationship Id="rId21" Type="http://schemas.openxmlformats.org/officeDocument/2006/relationships/oleObject" Target="../embeddings/oleObject28.bin"/><Relationship Id="rId20" Type="http://schemas.openxmlformats.org/officeDocument/2006/relationships/image" Target="../media/image31.wmf"/><Relationship Id="rId2" Type="http://schemas.openxmlformats.org/officeDocument/2006/relationships/image" Target="../media/image21.wmf"/><Relationship Id="rId19" Type="http://schemas.openxmlformats.org/officeDocument/2006/relationships/oleObject" Target="../embeddings/oleObject27.bin"/><Relationship Id="rId18" Type="http://schemas.openxmlformats.org/officeDocument/2006/relationships/image" Target="../media/image30.wmf"/><Relationship Id="rId17" Type="http://schemas.openxmlformats.org/officeDocument/2006/relationships/oleObject" Target="../embeddings/oleObject26.bin"/><Relationship Id="rId16" Type="http://schemas.openxmlformats.org/officeDocument/2006/relationships/image" Target="../media/image29.wmf"/><Relationship Id="rId15" Type="http://schemas.openxmlformats.org/officeDocument/2006/relationships/oleObject" Target="../embeddings/oleObject25.bin"/><Relationship Id="rId14" Type="http://schemas.openxmlformats.org/officeDocument/2006/relationships/image" Target="../media/image28.wmf"/><Relationship Id="rId13" Type="http://schemas.openxmlformats.org/officeDocument/2006/relationships/oleObject" Target="../embeddings/oleObject24.bin"/><Relationship Id="rId12" Type="http://schemas.openxmlformats.org/officeDocument/2006/relationships/image" Target="../media/image27.w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6.wmf"/><Relationship Id="rId1" Type="http://schemas.openxmlformats.org/officeDocument/2006/relationships/oleObject" Target="../embeddings/oleObject19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29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1.bin"/><Relationship Id="rId28" Type="http://schemas.openxmlformats.org/officeDocument/2006/relationships/vmlDrawing" Target="../drawings/vmlDrawing5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46.wmf"/><Relationship Id="rId25" Type="http://schemas.openxmlformats.org/officeDocument/2006/relationships/oleObject" Target="../embeddings/oleObject42.bin"/><Relationship Id="rId24" Type="http://schemas.openxmlformats.org/officeDocument/2006/relationships/image" Target="../media/image45.wmf"/><Relationship Id="rId23" Type="http://schemas.openxmlformats.org/officeDocument/2006/relationships/oleObject" Target="../embeddings/oleObject41.bin"/><Relationship Id="rId22" Type="http://schemas.openxmlformats.org/officeDocument/2006/relationships/image" Target="../media/image44.wmf"/><Relationship Id="rId21" Type="http://schemas.openxmlformats.org/officeDocument/2006/relationships/oleObject" Target="../embeddings/oleObject40.bin"/><Relationship Id="rId20" Type="http://schemas.openxmlformats.org/officeDocument/2006/relationships/image" Target="../media/image43.wmf"/><Relationship Id="rId2" Type="http://schemas.openxmlformats.org/officeDocument/2006/relationships/image" Target="../media/image34.wmf"/><Relationship Id="rId19" Type="http://schemas.openxmlformats.org/officeDocument/2006/relationships/oleObject" Target="../embeddings/oleObject39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38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37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36.bin"/><Relationship Id="rId12" Type="http://schemas.openxmlformats.org/officeDocument/2006/relationships/image" Target="../media/image39.wmf"/><Relationship Id="rId11" Type="http://schemas.openxmlformats.org/officeDocument/2006/relationships/oleObject" Target="../embeddings/oleObject35.bin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30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4.bin"/><Relationship Id="rId24" Type="http://schemas.openxmlformats.org/officeDocument/2006/relationships/vmlDrawing" Target="../drawings/vmlDrawing6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56.wmf"/><Relationship Id="rId21" Type="http://schemas.openxmlformats.org/officeDocument/2006/relationships/oleObject" Target="../embeddings/oleObject53.bin"/><Relationship Id="rId20" Type="http://schemas.openxmlformats.org/officeDocument/2006/relationships/image" Target="../media/image55.wmf"/><Relationship Id="rId2" Type="http://schemas.openxmlformats.org/officeDocument/2006/relationships/image" Target="../media/image47.wmf"/><Relationship Id="rId19" Type="http://schemas.openxmlformats.org/officeDocument/2006/relationships/oleObject" Target="../embeddings/oleObject52.bin"/><Relationship Id="rId18" Type="http://schemas.openxmlformats.org/officeDocument/2006/relationships/image" Target="../media/image54.wmf"/><Relationship Id="rId17" Type="http://schemas.openxmlformats.org/officeDocument/2006/relationships/oleObject" Target="../embeddings/oleObject51.bin"/><Relationship Id="rId16" Type="http://schemas.openxmlformats.org/officeDocument/2006/relationships/image" Target="../media/image53.wmf"/><Relationship Id="rId15" Type="http://schemas.openxmlformats.org/officeDocument/2006/relationships/oleObject" Target="../embeddings/oleObject50.bin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49.bin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48.bin"/><Relationship Id="rId10" Type="http://schemas.openxmlformats.org/officeDocument/2006/relationships/image" Target="../media/image51.wmf"/><Relationship Id="rId1" Type="http://schemas.openxmlformats.org/officeDocument/2006/relationships/oleObject" Target="../embeddings/oleObject43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6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55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0.png"/><Relationship Id="rId3" Type="http://schemas.openxmlformats.org/officeDocument/2006/relationships/image" Target="../media/image59.wmf"/><Relationship Id="rId24" Type="http://schemas.openxmlformats.org/officeDocument/2006/relationships/vmlDrawing" Target="../drawings/vmlDrawing7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69.wmf"/><Relationship Id="rId21" Type="http://schemas.openxmlformats.org/officeDocument/2006/relationships/oleObject" Target="../embeddings/oleObject62.bin"/><Relationship Id="rId20" Type="http://schemas.openxmlformats.org/officeDocument/2006/relationships/image" Target="../media/image68.wmf"/><Relationship Id="rId2" Type="http://schemas.openxmlformats.org/officeDocument/2006/relationships/image" Target="../media/image58.GIF"/><Relationship Id="rId19" Type="http://schemas.openxmlformats.org/officeDocument/2006/relationships/oleObject" Target="../embeddings/oleObject61.bin"/><Relationship Id="rId18" Type="http://schemas.openxmlformats.org/officeDocument/2006/relationships/image" Target="../media/image67.wmf"/><Relationship Id="rId17" Type="http://schemas.openxmlformats.org/officeDocument/2006/relationships/oleObject" Target="../embeddings/oleObject60.bin"/><Relationship Id="rId16" Type="http://schemas.openxmlformats.org/officeDocument/2006/relationships/image" Target="../media/image66.wmf"/><Relationship Id="rId15" Type="http://schemas.openxmlformats.org/officeDocument/2006/relationships/oleObject" Target="../embeddings/oleObject59.bin"/><Relationship Id="rId14" Type="http://schemas.openxmlformats.org/officeDocument/2006/relationships/image" Target="../media/image65.wmf"/><Relationship Id="rId13" Type="http://schemas.openxmlformats.org/officeDocument/2006/relationships/oleObject" Target="../embeddings/oleObject58.bin"/><Relationship Id="rId12" Type="http://schemas.openxmlformats.org/officeDocument/2006/relationships/image" Target="../media/image64.wmf"/><Relationship Id="rId11" Type="http://schemas.openxmlformats.org/officeDocument/2006/relationships/oleObject" Target="../embeddings/oleObject57.bin"/><Relationship Id="rId10" Type="http://schemas.openxmlformats.org/officeDocument/2006/relationships/image" Target="../media/image63.wmf"/><Relationship Id="rId1" Type="http://schemas.openxmlformats.org/officeDocument/2006/relationships/image" Target="../media/image57.GIF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7.bin"/><Relationship Id="rId8" Type="http://schemas.openxmlformats.org/officeDocument/2006/relationships/image" Target="../media/image73.wmf"/><Relationship Id="rId7" Type="http://schemas.openxmlformats.org/officeDocument/2006/relationships/oleObject" Target="../embeddings/oleObject66.bin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1.w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70.wmf"/><Relationship Id="rId19" Type="http://schemas.openxmlformats.org/officeDocument/2006/relationships/vmlDrawing" Target="../drawings/vmlDrawing8.vml"/><Relationship Id="rId18" Type="http://schemas.openxmlformats.org/officeDocument/2006/relationships/slideLayout" Target="../slideLayouts/slideLayout18.xml"/><Relationship Id="rId17" Type="http://schemas.openxmlformats.org/officeDocument/2006/relationships/slide" Target="slide38.xml"/><Relationship Id="rId16" Type="http://schemas.openxmlformats.org/officeDocument/2006/relationships/image" Target="../media/image77.wmf"/><Relationship Id="rId15" Type="http://schemas.openxmlformats.org/officeDocument/2006/relationships/oleObject" Target="../embeddings/oleObject70.bin"/><Relationship Id="rId14" Type="http://schemas.openxmlformats.org/officeDocument/2006/relationships/image" Target="../media/image76.wmf"/><Relationship Id="rId13" Type="http://schemas.openxmlformats.org/officeDocument/2006/relationships/oleObject" Target="../embeddings/oleObject69.bin"/><Relationship Id="rId12" Type="http://schemas.openxmlformats.org/officeDocument/2006/relationships/image" Target="../media/image75.wmf"/><Relationship Id="rId11" Type="http://schemas.openxmlformats.org/officeDocument/2006/relationships/oleObject" Target="../embeddings/oleObject68.bin"/><Relationship Id="rId10" Type="http://schemas.openxmlformats.org/officeDocument/2006/relationships/image" Target="../media/image74.wmf"/><Relationship Id="rId1" Type="http://schemas.openxmlformats.org/officeDocument/2006/relationships/oleObject" Target="../embeddings/oleObject6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80.e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78.wmf"/><Relationship Id="rId1" Type="http://schemas.openxmlformats.org/officeDocument/2006/relationships/oleObject" Target="../embeddings/oleObject71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84.e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83.e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75.bin"/><Relationship Id="rId24" Type="http://schemas.openxmlformats.org/officeDocument/2006/relationships/vmlDrawing" Target="../drawings/vmlDrawing10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91.wmf"/><Relationship Id="rId21" Type="http://schemas.openxmlformats.org/officeDocument/2006/relationships/oleObject" Target="../embeddings/oleObject84.bin"/><Relationship Id="rId20" Type="http://schemas.openxmlformats.org/officeDocument/2006/relationships/image" Target="../media/image90.wmf"/><Relationship Id="rId2" Type="http://schemas.openxmlformats.org/officeDocument/2006/relationships/image" Target="../media/image81.wmf"/><Relationship Id="rId19" Type="http://schemas.openxmlformats.org/officeDocument/2006/relationships/oleObject" Target="../embeddings/oleObject83.bin"/><Relationship Id="rId18" Type="http://schemas.openxmlformats.org/officeDocument/2006/relationships/image" Target="../media/image89.wmf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88.e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87.e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86.e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85.emf"/><Relationship Id="rId1" Type="http://schemas.openxmlformats.org/officeDocument/2006/relationships/oleObject" Target="../embeddings/oleObject74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9.bin"/><Relationship Id="rId8" Type="http://schemas.openxmlformats.org/officeDocument/2006/relationships/image" Target="../media/image95.w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94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93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92.emf"/><Relationship Id="rId18" Type="http://schemas.openxmlformats.org/officeDocument/2006/relationships/vmlDrawing" Target="../drawings/vmlDrawing1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99.wmf"/><Relationship Id="rId15" Type="http://schemas.openxmlformats.org/officeDocument/2006/relationships/oleObject" Target="../embeddings/oleObject92.bin"/><Relationship Id="rId14" Type="http://schemas.openxmlformats.org/officeDocument/2006/relationships/image" Target="../media/image98.wmf"/><Relationship Id="rId13" Type="http://schemas.openxmlformats.org/officeDocument/2006/relationships/oleObject" Target="../embeddings/oleObject91.bin"/><Relationship Id="rId12" Type="http://schemas.openxmlformats.org/officeDocument/2006/relationships/image" Target="../media/image97.wmf"/><Relationship Id="rId11" Type="http://schemas.openxmlformats.org/officeDocument/2006/relationships/oleObject" Target="../embeddings/oleObject90.bin"/><Relationship Id="rId10" Type="http://schemas.openxmlformats.org/officeDocument/2006/relationships/image" Target="../media/image96.wmf"/><Relationship Id="rId1" Type="http://schemas.openxmlformats.org/officeDocument/2006/relationships/oleObject" Target="../embeddings/oleObject85.bin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03.png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7.bin"/><Relationship Id="rId8" Type="http://schemas.openxmlformats.org/officeDocument/2006/relationships/image" Target="../media/image107.wmf"/><Relationship Id="rId7" Type="http://schemas.openxmlformats.org/officeDocument/2006/relationships/oleObject" Target="../embeddings/oleObject96.bin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105.wmf"/><Relationship Id="rId30" Type="http://schemas.openxmlformats.org/officeDocument/2006/relationships/vmlDrawing" Target="../drawings/vmlDrawing12.vml"/><Relationship Id="rId3" Type="http://schemas.openxmlformats.org/officeDocument/2006/relationships/oleObject" Target="../embeddings/oleObject94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17.wmf"/><Relationship Id="rId27" Type="http://schemas.openxmlformats.org/officeDocument/2006/relationships/oleObject" Target="../embeddings/oleObject106.bin"/><Relationship Id="rId26" Type="http://schemas.openxmlformats.org/officeDocument/2006/relationships/image" Target="../media/image116.wmf"/><Relationship Id="rId25" Type="http://schemas.openxmlformats.org/officeDocument/2006/relationships/oleObject" Target="../embeddings/oleObject105.bin"/><Relationship Id="rId24" Type="http://schemas.openxmlformats.org/officeDocument/2006/relationships/image" Target="../media/image115.wmf"/><Relationship Id="rId23" Type="http://schemas.openxmlformats.org/officeDocument/2006/relationships/oleObject" Target="../embeddings/oleObject104.bin"/><Relationship Id="rId22" Type="http://schemas.openxmlformats.org/officeDocument/2006/relationships/image" Target="../media/image114.wmf"/><Relationship Id="rId21" Type="http://schemas.openxmlformats.org/officeDocument/2006/relationships/oleObject" Target="../embeddings/oleObject103.bin"/><Relationship Id="rId20" Type="http://schemas.openxmlformats.org/officeDocument/2006/relationships/image" Target="../media/image113.wmf"/><Relationship Id="rId2" Type="http://schemas.openxmlformats.org/officeDocument/2006/relationships/image" Target="../media/image104.wmf"/><Relationship Id="rId19" Type="http://schemas.openxmlformats.org/officeDocument/2006/relationships/oleObject" Target="../embeddings/oleObject102.bin"/><Relationship Id="rId18" Type="http://schemas.openxmlformats.org/officeDocument/2006/relationships/image" Target="../media/image112.wmf"/><Relationship Id="rId17" Type="http://schemas.openxmlformats.org/officeDocument/2006/relationships/oleObject" Target="../embeddings/oleObject101.bin"/><Relationship Id="rId16" Type="http://schemas.openxmlformats.org/officeDocument/2006/relationships/image" Target="../media/image111.wmf"/><Relationship Id="rId15" Type="http://schemas.openxmlformats.org/officeDocument/2006/relationships/oleObject" Target="../embeddings/oleObject100.bin"/><Relationship Id="rId14" Type="http://schemas.openxmlformats.org/officeDocument/2006/relationships/image" Target="../media/image110.wmf"/><Relationship Id="rId13" Type="http://schemas.openxmlformats.org/officeDocument/2006/relationships/oleObject" Target="../embeddings/oleObject99.bin"/><Relationship Id="rId12" Type="http://schemas.openxmlformats.org/officeDocument/2006/relationships/image" Target="../media/image109.wmf"/><Relationship Id="rId11" Type="http://schemas.openxmlformats.org/officeDocument/2006/relationships/oleObject" Target="../embeddings/oleObject98.bin"/><Relationship Id="rId10" Type="http://schemas.openxmlformats.org/officeDocument/2006/relationships/image" Target="../media/image108.wmf"/><Relationship Id="rId1" Type="http://schemas.openxmlformats.org/officeDocument/2006/relationships/oleObject" Target="../embeddings/oleObject93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18.wmf"/><Relationship Id="rId1" Type="http://schemas.openxmlformats.org/officeDocument/2006/relationships/oleObject" Target="../embeddings/oleObject107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122.w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21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20.wmf"/><Relationship Id="rId3" Type="http://schemas.openxmlformats.org/officeDocument/2006/relationships/oleObject" Target="../embeddings/oleObject109.bin"/><Relationship Id="rId2" Type="http://schemas.openxmlformats.org/officeDocument/2006/relationships/image" Target="../media/image119.wmf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25.wmf"/><Relationship Id="rId13" Type="http://schemas.openxmlformats.org/officeDocument/2006/relationships/oleObject" Target="../embeddings/oleObject114.bin"/><Relationship Id="rId12" Type="http://schemas.openxmlformats.org/officeDocument/2006/relationships/image" Target="../media/image124.wmf"/><Relationship Id="rId11" Type="http://schemas.openxmlformats.org/officeDocument/2006/relationships/oleObject" Target="../embeddings/oleObject113.bin"/><Relationship Id="rId10" Type="http://schemas.openxmlformats.org/officeDocument/2006/relationships/image" Target="../media/image123.wmf"/><Relationship Id="rId1" Type="http://schemas.openxmlformats.org/officeDocument/2006/relationships/oleObject" Target="../embeddings/oleObject108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9.bin"/><Relationship Id="rId8" Type="http://schemas.openxmlformats.org/officeDocument/2006/relationships/image" Target="../media/image129.wmf"/><Relationship Id="rId7" Type="http://schemas.openxmlformats.org/officeDocument/2006/relationships/oleObject" Target="../embeddings/oleObject118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27.wmf"/><Relationship Id="rId3" Type="http://schemas.openxmlformats.org/officeDocument/2006/relationships/oleObject" Target="../embeddings/oleObject116.bin"/><Relationship Id="rId27" Type="http://schemas.openxmlformats.org/officeDocument/2006/relationships/vmlDrawing" Target="../drawings/vmlDrawing15.vml"/><Relationship Id="rId26" Type="http://schemas.openxmlformats.org/officeDocument/2006/relationships/slideLayout" Target="../slideLayouts/slideLayout18.xml"/><Relationship Id="rId25" Type="http://schemas.openxmlformats.org/officeDocument/2006/relationships/image" Target="../media/image138.png"/><Relationship Id="rId24" Type="http://schemas.openxmlformats.org/officeDocument/2006/relationships/image" Target="../media/image137.wmf"/><Relationship Id="rId23" Type="http://schemas.openxmlformats.org/officeDocument/2006/relationships/oleObject" Target="../embeddings/oleObject126.bin"/><Relationship Id="rId22" Type="http://schemas.openxmlformats.org/officeDocument/2006/relationships/image" Target="../media/image136.wmf"/><Relationship Id="rId21" Type="http://schemas.openxmlformats.org/officeDocument/2006/relationships/oleObject" Target="../embeddings/oleObject125.bin"/><Relationship Id="rId20" Type="http://schemas.openxmlformats.org/officeDocument/2006/relationships/image" Target="../media/image135.wmf"/><Relationship Id="rId2" Type="http://schemas.openxmlformats.org/officeDocument/2006/relationships/image" Target="../media/image126.wmf"/><Relationship Id="rId19" Type="http://schemas.openxmlformats.org/officeDocument/2006/relationships/oleObject" Target="../embeddings/oleObject124.bin"/><Relationship Id="rId18" Type="http://schemas.openxmlformats.org/officeDocument/2006/relationships/image" Target="../media/image134.wmf"/><Relationship Id="rId17" Type="http://schemas.openxmlformats.org/officeDocument/2006/relationships/oleObject" Target="../embeddings/oleObject123.bin"/><Relationship Id="rId16" Type="http://schemas.openxmlformats.org/officeDocument/2006/relationships/image" Target="../media/image133.wmf"/><Relationship Id="rId15" Type="http://schemas.openxmlformats.org/officeDocument/2006/relationships/oleObject" Target="../embeddings/oleObject122.bin"/><Relationship Id="rId14" Type="http://schemas.openxmlformats.org/officeDocument/2006/relationships/image" Target="../media/image132.wmf"/><Relationship Id="rId13" Type="http://schemas.openxmlformats.org/officeDocument/2006/relationships/oleObject" Target="../embeddings/oleObject121.bin"/><Relationship Id="rId12" Type="http://schemas.openxmlformats.org/officeDocument/2006/relationships/image" Target="../media/image131.wmf"/><Relationship Id="rId11" Type="http://schemas.openxmlformats.org/officeDocument/2006/relationships/oleObject" Target="../embeddings/oleObject120.bin"/><Relationship Id="rId10" Type="http://schemas.openxmlformats.org/officeDocument/2006/relationships/image" Target="../media/image130.wmf"/><Relationship Id="rId1" Type="http://schemas.openxmlformats.org/officeDocument/2006/relationships/oleObject" Target="../embeddings/oleObject11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wmf"/><Relationship Id="rId8" Type="http://schemas.openxmlformats.org/officeDocument/2006/relationships/oleObject" Target="../embeddings/oleObject130.bin"/><Relationship Id="rId7" Type="http://schemas.openxmlformats.org/officeDocument/2006/relationships/image" Target="../media/image142.wmf"/><Relationship Id="rId6" Type="http://schemas.openxmlformats.org/officeDocument/2006/relationships/oleObject" Target="../embeddings/oleObject129.bin"/><Relationship Id="rId5" Type="http://schemas.openxmlformats.org/officeDocument/2006/relationships/image" Target="../media/image141.wmf"/><Relationship Id="rId4" Type="http://schemas.openxmlformats.org/officeDocument/2006/relationships/oleObject" Target="../embeddings/oleObject128.bin"/><Relationship Id="rId3" Type="http://schemas.openxmlformats.org/officeDocument/2006/relationships/image" Target="../media/image140.wmf"/><Relationship Id="rId2" Type="http://schemas.openxmlformats.org/officeDocument/2006/relationships/oleObject" Target="../embeddings/oleObject127.bin"/><Relationship Id="rId17" Type="http://schemas.openxmlformats.org/officeDocument/2006/relationships/vmlDrawing" Target="../drawings/vmlDrawing16.vml"/><Relationship Id="rId16" Type="http://schemas.openxmlformats.org/officeDocument/2006/relationships/slideLayout" Target="../slideLayouts/slideLayout18.xml"/><Relationship Id="rId15" Type="http://schemas.openxmlformats.org/officeDocument/2006/relationships/image" Target="../media/image146.wmf"/><Relationship Id="rId14" Type="http://schemas.openxmlformats.org/officeDocument/2006/relationships/oleObject" Target="../embeddings/oleObject133.bin"/><Relationship Id="rId13" Type="http://schemas.openxmlformats.org/officeDocument/2006/relationships/image" Target="../media/image145.wmf"/><Relationship Id="rId12" Type="http://schemas.openxmlformats.org/officeDocument/2006/relationships/oleObject" Target="../embeddings/oleObject132.bin"/><Relationship Id="rId11" Type="http://schemas.openxmlformats.org/officeDocument/2006/relationships/image" Target="../media/image144.wmf"/><Relationship Id="rId10" Type="http://schemas.openxmlformats.org/officeDocument/2006/relationships/oleObject" Target="../embeddings/oleObject131.bin"/><Relationship Id="rId1" Type="http://schemas.openxmlformats.org/officeDocument/2006/relationships/image" Target="../media/image139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8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37.bin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48.wmf"/><Relationship Id="rId3" Type="http://schemas.openxmlformats.org/officeDocument/2006/relationships/oleObject" Target="../embeddings/oleObject135.bin"/><Relationship Id="rId2" Type="http://schemas.openxmlformats.org/officeDocument/2006/relationships/image" Target="../media/image147.wmf"/><Relationship Id="rId18" Type="http://schemas.openxmlformats.org/officeDocument/2006/relationships/vmlDrawing" Target="../drawings/vmlDrawing17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53.wmf"/><Relationship Id="rId15" Type="http://schemas.openxmlformats.org/officeDocument/2006/relationships/oleObject" Target="../embeddings/oleObject142.bin"/><Relationship Id="rId14" Type="http://schemas.openxmlformats.org/officeDocument/2006/relationships/oleObject" Target="../embeddings/oleObject141.bin"/><Relationship Id="rId13" Type="http://schemas.openxmlformats.org/officeDocument/2006/relationships/image" Target="../media/image152.wmf"/><Relationship Id="rId12" Type="http://schemas.openxmlformats.org/officeDocument/2006/relationships/oleObject" Target="../embeddings/oleObject140.bin"/><Relationship Id="rId11" Type="http://schemas.openxmlformats.org/officeDocument/2006/relationships/oleObject" Target="../embeddings/oleObject139.bin"/><Relationship Id="rId10" Type="http://schemas.openxmlformats.org/officeDocument/2006/relationships/image" Target="../media/image151.wmf"/><Relationship Id="rId1" Type="http://schemas.openxmlformats.org/officeDocument/2006/relationships/oleObject" Target="../embeddings/oleObject134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55.wmf"/><Relationship Id="rId3" Type="http://schemas.openxmlformats.org/officeDocument/2006/relationships/oleObject" Target="../embeddings/oleObject144.bin"/><Relationship Id="rId2" Type="http://schemas.openxmlformats.org/officeDocument/2006/relationships/image" Target="../media/image154.wmf"/><Relationship Id="rId1" Type="http://schemas.openxmlformats.org/officeDocument/2006/relationships/oleObject" Target="../embeddings/oleObject143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0.bin"/><Relationship Id="rId8" Type="http://schemas.openxmlformats.org/officeDocument/2006/relationships/image" Target="../media/image160.wmf"/><Relationship Id="rId7" Type="http://schemas.openxmlformats.org/officeDocument/2006/relationships/oleObject" Target="../embeddings/oleObject149.bin"/><Relationship Id="rId6" Type="http://schemas.openxmlformats.org/officeDocument/2006/relationships/image" Target="../media/image159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58.wmf"/><Relationship Id="rId3" Type="http://schemas.openxmlformats.org/officeDocument/2006/relationships/oleObject" Target="../embeddings/oleObject147.bin"/><Relationship Id="rId28" Type="http://schemas.openxmlformats.org/officeDocument/2006/relationships/vmlDrawing" Target="../drawings/vmlDrawing19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69.wmf"/><Relationship Id="rId25" Type="http://schemas.openxmlformats.org/officeDocument/2006/relationships/oleObject" Target="../embeddings/oleObject158.bin"/><Relationship Id="rId24" Type="http://schemas.openxmlformats.org/officeDocument/2006/relationships/image" Target="../media/image168.wmf"/><Relationship Id="rId23" Type="http://schemas.openxmlformats.org/officeDocument/2006/relationships/oleObject" Target="../embeddings/oleObject157.bin"/><Relationship Id="rId22" Type="http://schemas.openxmlformats.org/officeDocument/2006/relationships/image" Target="../media/image167.wmf"/><Relationship Id="rId21" Type="http://schemas.openxmlformats.org/officeDocument/2006/relationships/oleObject" Target="../embeddings/oleObject156.bin"/><Relationship Id="rId20" Type="http://schemas.openxmlformats.org/officeDocument/2006/relationships/image" Target="../media/image166.wmf"/><Relationship Id="rId2" Type="http://schemas.openxmlformats.org/officeDocument/2006/relationships/image" Target="../media/image157.wmf"/><Relationship Id="rId19" Type="http://schemas.openxmlformats.org/officeDocument/2006/relationships/oleObject" Target="../embeddings/oleObject155.bin"/><Relationship Id="rId18" Type="http://schemas.openxmlformats.org/officeDocument/2006/relationships/image" Target="../media/image165.wmf"/><Relationship Id="rId17" Type="http://schemas.openxmlformats.org/officeDocument/2006/relationships/oleObject" Target="../embeddings/oleObject154.bin"/><Relationship Id="rId16" Type="http://schemas.openxmlformats.org/officeDocument/2006/relationships/image" Target="../media/image164.wmf"/><Relationship Id="rId15" Type="http://schemas.openxmlformats.org/officeDocument/2006/relationships/oleObject" Target="../embeddings/oleObject153.bin"/><Relationship Id="rId14" Type="http://schemas.openxmlformats.org/officeDocument/2006/relationships/image" Target="../media/image163.wmf"/><Relationship Id="rId13" Type="http://schemas.openxmlformats.org/officeDocument/2006/relationships/oleObject" Target="../embeddings/oleObject152.bin"/><Relationship Id="rId12" Type="http://schemas.openxmlformats.org/officeDocument/2006/relationships/image" Target="../media/image162.wmf"/><Relationship Id="rId11" Type="http://schemas.openxmlformats.org/officeDocument/2006/relationships/oleObject" Target="../embeddings/oleObject151.bin"/><Relationship Id="rId10" Type="http://schemas.openxmlformats.org/officeDocument/2006/relationships/image" Target="../media/image161.wmf"/><Relationship Id="rId1" Type="http://schemas.openxmlformats.org/officeDocument/2006/relationships/oleObject" Target="../embeddings/oleObject146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73.w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72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71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70.wmf"/><Relationship Id="rId16" Type="http://schemas.openxmlformats.org/officeDocument/2006/relationships/vmlDrawing" Target="../drawings/vmlDrawing20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176.wmf"/><Relationship Id="rId13" Type="http://schemas.openxmlformats.org/officeDocument/2006/relationships/oleObject" Target="../embeddings/oleObject165.bin"/><Relationship Id="rId12" Type="http://schemas.openxmlformats.org/officeDocument/2006/relationships/image" Target="../media/image175.wmf"/><Relationship Id="rId11" Type="http://schemas.openxmlformats.org/officeDocument/2006/relationships/oleObject" Target="../embeddings/oleObject164.bin"/><Relationship Id="rId10" Type="http://schemas.openxmlformats.org/officeDocument/2006/relationships/image" Target="../media/image174.wmf"/><Relationship Id="rId1" Type="http://schemas.openxmlformats.org/officeDocument/2006/relationships/oleObject" Target="../embeddings/oleObject15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80.w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78.wmf"/><Relationship Id="rId3" Type="http://schemas.openxmlformats.org/officeDocument/2006/relationships/oleObject" Target="../embeddings/oleObject167.bin"/><Relationship Id="rId2" Type="http://schemas.openxmlformats.org/officeDocument/2006/relationships/image" Target="../media/image177.wmf"/><Relationship Id="rId18" Type="http://schemas.openxmlformats.org/officeDocument/2006/relationships/vmlDrawing" Target="../drawings/vmlDrawing21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84.wmf"/><Relationship Id="rId15" Type="http://schemas.openxmlformats.org/officeDocument/2006/relationships/oleObject" Target="../embeddings/oleObject173.bin"/><Relationship Id="rId14" Type="http://schemas.openxmlformats.org/officeDocument/2006/relationships/image" Target="../media/image183.wmf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82.w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81.wmf"/><Relationship Id="rId1" Type="http://schemas.openxmlformats.org/officeDocument/2006/relationships/oleObject" Target="../embeddings/oleObject166.bin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88.png"/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image" Target="../media/image18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89.jpe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95.jpeg"/><Relationship Id="rId5" Type="http://schemas.openxmlformats.org/officeDocument/2006/relationships/image" Target="../media/image194.jpeg"/><Relationship Id="rId4" Type="http://schemas.openxmlformats.org/officeDocument/2006/relationships/image" Target="../media/image193.jpeg"/><Relationship Id="rId3" Type="http://schemas.openxmlformats.org/officeDocument/2006/relationships/image" Target="../media/image192.wmf"/><Relationship Id="rId2" Type="http://schemas.openxmlformats.org/officeDocument/2006/relationships/image" Target="../media/image191.jpeg"/><Relationship Id="rId1" Type="http://schemas.openxmlformats.org/officeDocument/2006/relationships/image" Target="../media/image190.jpe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2.v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197.wmf"/><Relationship Id="rId4" Type="http://schemas.openxmlformats.org/officeDocument/2006/relationships/oleObject" Target="../embeddings/oleObject174.bin"/><Relationship Id="rId3" Type="http://schemas.openxmlformats.org/officeDocument/2006/relationships/image" Target="../media/image196.png"/><Relationship Id="rId2" Type="http://schemas.microsoft.com/office/2007/relationships/media" Target="file:///D:\&#31532;&#20108;&#31456;\&#31532;&#20108;&#33410;%20&#31163;&#25955;&#22411;&#38543;&#26426;&#21464;&#37327;&#21450;&#20854;&#20998;&#24067;&#24459;\2-2&#27850;&#26494;&#20998;&#24067;&#36924;&#36817;&#20108;&#39033;&#20998;&#24067;.wmv" TargetMode="External"/><Relationship Id="rId1" Type="http://schemas.openxmlformats.org/officeDocument/2006/relationships/video" Target="file:///D:\&#31532;&#20108;&#31456;\&#31532;&#20108;&#33410;%20&#31163;&#25955;&#22411;&#38543;&#26426;&#21464;&#37327;&#21450;&#20854;&#20998;&#24067;&#24459;\2-2&#27850;&#26494;&#20998;&#24067;&#36924;&#36817;&#20108;&#39033;&#20998;&#24067;.wmv" TargetMode="Externa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9.bin"/><Relationship Id="rId8" Type="http://schemas.openxmlformats.org/officeDocument/2006/relationships/image" Target="../media/image201.wmf"/><Relationship Id="rId7" Type="http://schemas.openxmlformats.org/officeDocument/2006/relationships/oleObject" Target="../embeddings/oleObject178.bin"/><Relationship Id="rId6" Type="http://schemas.openxmlformats.org/officeDocument/2006/relationships/image" Target="../media/image200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99.wmf"/><Relationship Id="rId3" Type="http://schemas.openxmlformats.org/officeDocument/2006/relationships/oleObject" Target="../embeddings/oleObject176.bin"/><Relationship Id="rId24" Type="http://schemas.openxmlformats.org/officeDocument/2006/relationships/vmlDrawing" Target="../drawings/vmlDrawing23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08.wmf"/><Relationship Id="rId21" Type="http://schemas.openxmlformats.org/officeDocument/2006/relationships/oleObject" Target="../embeddings/oleObject185.bin"/><Relationship Id="rId20" Type="http://schemas.openxmlformats.org/officeDocument/2006/relationships/image" Target="../media/image207.wmf"/><Relationship Id="rId2" Type="http://schemas.openxmlformats.org/officeDocument/2006/relationships/image" Target="../media/image198.wmf"/><Relationship Id="rId19" Type="http://schemas.openxmlformats.org/officeDocument/2006/relationships/oleObject" Target="../embeddings/oleObject184.bin"/><Relationship Id="rId18" Type="http://schemas.openxmlformats.org/officeDocument/2006/relationships/image" Target="../media/image206.wmf"/><Relationship Id="rId17" Type="http://schemas.openxmlformats.org/officeDocument/2006/relationships/oleObject" Target="../embeddings/oleObject183.bin"/><Relationship Id="rId16" Type="http://schemas.openxmlformats.org/officeDocument/2006/relationships/image" Target="../media/image205.wmf"/><Relationship Id="rId15" Type="http://schemas.openxmlformats.org/officeDocument/2006/relationships/oleObject" Target="../embeddings/oleObject182.bin"/><Relationship Id="rId14" Type="http://schemas.openxmlformats.org/officeDocument/2006/relationships/image" Target="../media/image204.wmf"/><Relationship Id="rId13" Type="http://schemas.openxmlformats.org/officeDocument/2006/relationships/oleObject" Target="../embeddings/oleObject181.bin"/><Relationship Id="rId12" Type="http://schemas.openxmlformats.org/officeDocument/2006/relationships/image" Target="../media/image203.wmf"/><Relationship Id="rId11" Type="http://schemas.openxmlformats.org/officeDocument/2006/relationships/oleObject" Target="../embeddings/oleObject180.bin"/><Relationship Id="rId10" Type="http://schemas.openxmlformats.org/officeDocument/2006/relationships/image" Target="../media/image202.wmf"/><Relationship Id="rId1" Type="http://schemas.openxmlformats.org/officeDocument/2006/relationships/oleObject" Target="../embeddings/oleObject175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9.wmf"/><Relationship Id="rId8" Type="http://schemas.openxmlformats.org/officeDocument/2006/relationships/oleObject" Target="../embeddings/oleObject190.bin"/><Relationship Id="rId7" Type="http://schemas.openxmlformats.org/officeDocument/2006/relationships/image" Target="../media/image208.wmf"/><Relationship Id="rId6" Type="http://schemas.openxmlformats.org/officeDocument/2006/relationships/oleObject" Target="../embeddings/oleObject189.bin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206.wmf"/><Relationship Id="rId3" Type="http://schemas.openxmlformats.org/officeDocument/2006/relationships/oleObject" Target="../embeddings/oleObject187.bin"/><Relationship Id="rId2" Type="http://schemas.openxmlformats.org/officeDocument/2006/relationships/image" Target="../media/image207.wmf"/><Relationship Id="rId19" Type="http://schemas.openxmlformats.org/officeDocument/2006/relationships/vmlDrawing" Target="../drawings/vmlDrawing24.vml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213.wmf"/><Relationship Id="rId16" Type="http://schemas.openxmlformats.org/officeDocument/2006/relationships/oleObject" Target="../embeddings/oleObject194.bin"/><Relationship Id="rId15" Type="http://schemas.openxmlformats.org/officeDocument/2006/relationships/image" Target="../media/image212.wmf"/><Relationship Id="rId14" Type="http://schemas.openxmlformats.org/officeDocument/2006/relationships/oleObject" Target="../embeddings/oleObject193.bin"/><Relationship Id="rId13" Type="http://schemas.openxmlformats.org/officeDocument/2006/relationships/image" Target="../media/image211.wmf"/><Relationship Id="rId12" Type="http://schemas.openxmlformats.org/officeDocument/2006/relationships/oleObject" Target="../embeddings/oleObject192.bin"/><Relationship Id="rId11" Type="http://schemas.openxmlformats.org/officeDocument/2006/relationships/image" Target="../media/image210.wmf"/><Relationship Id="rId10" Type="http://schemas.openxmlformats.org/officeDocument/2006/relationships/oleObject" Target="../embeddings/oleObject191.bin"/><Relationship Id="rId1" Type="http://schemas.openxmlformats.org/officeDocument/2006/relationships/oleObject" Target="../embeddings/oleObject186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9.bin"/><Relationship Id="rId8" Type="http://schemas.openxmlformats.org/officeDocument/2006/relationships/image" Target="../media/image217.wmf"/><Relationship Id="rId7" Type="http://schemas.openxmlformats.org/officeDocument/2006/relationships/oleObject" Target="../embeddings/oleObject198.bin"/><Relationship Id="rId6" Type="http://schemas.openxmlformats.org/officeDocument/2006/relationships/image" Target="../media/image216.wmf"/><Relationship Id="rId5" Type="http://schemas.openxmlformats.org/officeDocument/2006/relationships/oleObject" Target="../embeddings/oleObject197.bin"/><Relationship Id="rId4" Type="http://schemas.openxmlformats.org/officeDocument/2006/relationships/image" Target="../media/image215.wmf"/><Relationship Id="rId3" Type="http://schemas.openxmlformats.org/officeDocument/2006/relationships/oleObject" Target="../embeddings/oleObject196.bin"/><Relationship Id="rId24" Type="http://schemas.openxmlformats.org/officeDocument/2006/relationships/vmlDrawing" Target="../drawings/vmlDrawing25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21.wmf"/><Relationship Id="rId21" Type="http://schemas.openxmlformats.org/officeDocument/2006/relationships/oleObject" Target="../embeddings/oleObject205.bin"/><Relationship Id="rId20" Type="http://schemas.openxmlformats.org/officeDocument/2006/relationships/image" Target="../media/image220.wmf"/><Relationship Id="rId2" Type="http://schemas.openxmlformats.org/officeDocument/2006/relationships/image" Target="../media/image214.wmf"/><Relationship Id="rId19" Type="http://schemas.openxmlformats.org/officeDocument/2006/relationships/oleObject" Target="../embeddings/oleObject204.bin"/><Relationship Id="rId18" Type="http://schemas.openxmlformats.org/officeDocument/2006/relationships/image" Target="../media/image219.wmf"/><Relationship Id="rId17" Type="http://schemas.openxmlformats.org/officeDocument/2006/relationships/oleObject" Target="../embeddings/oleObject203.bin"/><Relationship Id="rId16" Type="http://schemas.openxmlformats.org/officeDocument/2006/relationships/image" Target="../media/image218.wmf"/><Relationship Id="rId15" Type="http://schemas.openxmlformats.org/officeDocument/2006/relationships/oleObject" Target="../embeddings/oleObject202.bin"/><Relationship Id="rId14" Type="http://schemas.openxmlformats.org/officeDocument/2006/relationships/image" Target="../media/image204.wmf"/><Relationship Id="rId13" Type="http://schemas.openxmlformats.org/officeDocument/2006/relationships/oleObject" Target="../embeddings/oleObject201.bin"/><Relationship Id="rId12" Type="http://schemas.openxmlformats.org/officeDocument/2006/relationships/image" Target="../media/image203.wmf"/><Relationship Id="rId11" Type="http://schemas.openxmlformats.org/officeDocument/2006/relationships/oleObject" Target="../embeddings/oleObject200.bin"/><Relationship Id="rId10" Type="http://schemas.openxmlformats.org/officeDocument/2006/relationships/image" Target="../media/image202.wmf"/><Relationship Id="rId1" Type="http://schemas.openxmlformats.org/officeDocument/2006/relationships/oleObject" Target="../embeddings/oleObject195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image" Target="../media/image225.wmf"/><Relationship Id="rId7" Type="http://schemas.openxmlformats.org/officeDocument/2006/relationships/oleObject" Target="../embeddings/oleObject209.bin"/><Relationship Id="rId6" Type="http://schemas.openxmlformats.org/officeDocument/2006/relationships/image" Target="../media/image224.wmf"/><Relationship Id="rId5" Type="http://schemas.openxmlformats.org/officeDocument/2006/relationships/oleObject" Target="../embeddings/oleObject208.bin"/><Relationship Id="rId4" Type="http://schemas.openxmlformats.org/officeDocument/2006/relationships/image" Target="../media/image223.wmf"/><Relationship Id="rId3" Type="http://schemas.openxmlformats.org/officeDocument/2006/relationships/oleObject" Target="../embeddings/oleObject207.bin"/><Relationship Id="rId2" Type="http://schemas.openxmlformats.org/officeDocument/2006/relationships/image" Target="../media/image222.wmf"/><Relationship Id="rId10" Type="http://schemas.openxmlformats.org/officeDocument/2006/relationships/vmlDrawing" Target="../drawings/vmlDrawing26.vml"/><Relationship Id="rId1" Type="http://schemas.openxmlformats.org/officeDocument/2006/relationships/oleObject" Target="../embeddings/oleObject206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4.bin"/><Relationship Id="rId8" Type="http://schemas.openxmlformats.org/officeDocument/2006/relationships/image" Target="../media/image229.wmf"/><Relationship Id="rId7" Type="http://schemas.openxmlformats.org/officeDocument/2006/relationships/oleObject" Target="../embeddings/oleObject213.bin"/><Relationship Id="rId6" Type="http://schemas.openxmlformats.org/officeDocument/2006/relationships/image" Target="../media/image228.w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227.wmf"/><Relationship Id="rId3" Type="http://schemas.openxmlformats.org/officeDocument/2006/relationships/oleObject" Target="../embeddings/oleObject211.bin"/><Relationship Id="rId23" Type="http://schemas.openxmlformats.org/officeDocument/2006/relationships/vmlDrawing" Target="../drawings/vmlDrawing27.vml"/><Relationship Id="rId22" Type="http://schemas.openxmlformats.org/officeDocument/2006/relationships/slideLayout" Target="../slideLayouts/slideLayout18.xml"/><Relationship Id="rId21" Type="http://schemas.openxmlformats.org/officeDocument/2006/relationships/image" Target="../media/image235.wmf"/><Relationship Id="rId20" Type="http://schemas.openxmlformats.org/officeDocument/2006/relationships/oleObject" Target="../embeddings/oleObject220.bin"/><Relationship Id="rId2" Type="http://schemas.openxmlformats.org/officeDocument/2006/relationships/image" Target="../media/image226.wmf"/><Relationship Id="rId19" Type="http://schemas.openxmlformats.org/officeDocument/2006/relationships/oleObject" Target="../embeddings/oleObject219.bin"/><Relationship Id="rId18" Type="http://schemas.openxmlformats.org/officeDocument/2006/relationships/image" Target="../media/image234.wmf"/><Relationship Id="rId17" Type="http://schemas.openxmlformats.org/officeDocument/2006/relationships/oleObject" Target="../embeddings/oleObject218.bin"/><Relationship Id="rId16" Type="http://schemas.openxmlformats.org/officeDocument/2006/relationships/image" Target="../media/image233.wmf"/><Relationship Id="rId15" Type="http://schemas.openxmlformats.org/officeDocument/2006/relationships/oleObject" Target="../embeddings/oleObject217.bin"/><Relationship Id="rId14" Type="http://schemas.openxmlformats.org/officeDocument/2006/relationships/image" Target="../media/image232.wmf"/><Relationship Id="rId13" Type="http://schemas.openxmlformats.org/officeDocument/2006/relationships/oleObject" Target="../embeddings/oleObject216.bin"/><Relationship Id="rId12" Type="http://schemas.openxmlformats.org/officeDocument/2006/relationships/image" Target="../media/image231.wmf"/><Relationship Id="rId11" Type="http://schemas.openxmlformats.org/officeDocument/2006/relationships/oleObject" Target="../embeddings/oleObject215.bin"/><Relationship Id="rId10" Type="http://schemas.openxmlformats.org/officeDocument/2006/relationships/image" Target="../media/image230.wmf"/><Relationship Id="rId1" Type="http://schemas.openxmlformats.org/officeDocument/2006/relationships/oleObject" Target="../embeddings/oleObject210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9.wmf"/><Relationship Id="rId8" Type="http://schemas.openxmlformats.org/officeDocument/2006/relationships/oleObject" Target="../embeddings/oleObject225.bin"/><Relationship Id="rId7" Type="http://schemas.openxmlformats.org/officeDocument/2006/relationships/oleObject" Target="../embeddings/oleObject224.bin"/><Relationship Id="rId6" Type="http://schemas.openxmlformats.org/officeDocument/2006/relationships/image" Target="../media/image238.wmf"/><Relationship Id="rId5" Type="http://schemas.openxmlformats.org/officeDocument/2006/relationships/oleObject" Target="../embeddings/oleObject223.bin"/><Relationship Id="rId4" Type="http://schemas.openxmlformats.org/officeDocument/2006/relationships/image" Target="../media/image237.wmf"/><Relationship Id="rId3" Type="http://schemas.openxmlformats.org/officeDocument/2006/relationships/oleObject" Target="../embeddings/oleObject222.bin"/><Relationship Id="rId29" Type="http://schemas.openxmlformats.org/officeDocument/2006/relationships/vmlDrawing" Target="../drawings/vmlDrawing28.vml"/><Relationship Id="rId28" Type="http://schemas.openxmlformats.org/officeDocument/2006/relationships/slideLayout" Target="../slideLayouts/slideLayout18.xml"/><Relationship Id="rId27" Type="http://schemas.openxmlformats.org/officeDocument/2006/relationships/image" Target="../media/image245.wmf"/><Relationship Id="rId26" Type="http://schemas.openxmlformats.org/officeDocument/2006/relationships/oleObject" Target="../embeddings/oleObject234.bin"/><Relationship Id="rId25" Type="http://schemas.openxmlformats.org/officeDocument/2006/relationships/image" Target="../media/image244.wmf"/><Relationship Id="rId24" Type="http://schemas.openxmlformats.org/officeDocument/2006/relationships/oleObject" Target="../embeddings/oleObject233.bin"/><Relationship Id="rId23" Type="http://schemas.openxmlformats.org/officeDocument/2006/relationships/image" Target="../media/image243.wmf"/><Relationship Id="rId22" Type="http://schemas.openxmlformats.org/officeDocument/2006/relationships/oleObject" Target="../embeddings/oleObject232.bin"/><Relationship Id="rId21" Type="http://schemas.openxmlformats.org/officeDocument/2006/relationships/image" Target="../media/image242.wmf"/><Relationship Id="rId20" Type="http://schemas.openxmlformats.org/officeDocument/2006/relationships/oleObject" Target="../embeddings/oleObject231.bin"/><Relationship Id="rId2" Type="http://schemas.openxmlformats.org/officeDocument/2006/relationships/image" Target="../media/image236.wmf"/><Relationship Id="rId19" Type="http://schemas.openxmlformats.org/officeDocument/2006/relationships/image" Target="../media/image241.wmf"/><Relationship Id="rId18" Type="http://schemas.openxmlformats.org/officeDocument/2006/relationships/oleObject" Target="../embeddings/oleObject230.bin"/><Relationship Id="rId17" Type="http://schemas.openxmlformats.org/officeDocument/2006/relationships/image" Target="../media/image240.wmf"/><Relationship Id="rId16" Type="http://schemas.openxmlformats.org/officeDocument/2006/relationships/oleObject" Target="../embeddings/oleObject229.bin"/><Relationship Id="rId15" Type="http://schemas.openxmlformats.org/officeDocument/2006/relationships/image" Target="../media/image230.wmf"/><Relationship Id="rId14" Type="http://schemas.openxmlformats.org/officeDocument/2006/relationships/oleObject" Target="../embeddings/oleObject228.bin"/><Relationship Id="rId13" Type="http://schemas.openxmlformats.org/officeDocument/2006/relationships/image" Target="../media/image229.wmf"/><Relationship Id="rId12" Type="http://schemas.openxmlformats.org/officeDocument/2006/relationships/oleObject" Target="../embeddings/oleObject227.bin"/><Relationship Id="rId11" Type="http://schemas.openxmlformats.org/officeDocument/2006/relationships/image" Target="../media/image228.wmf"/><Relationship Id="rId10" Type="http://schemas.openxmlformats.org/officeDocument/2006/relationships/oleObject" Target="../embeddings/oleObject226.bin"/><Relationship Id="rId1" Type="http://schemas.openxmlformats.org/officeDocument/2006/relationships/oleObject" Target="../embeddings/oleObject221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9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47.wmf"/><Relationship Id="rId3" Type="http://schemas.openxmlformats.org/officeDocument/2006/relationships/oleObject" Target="../embeddings/oleObject236.bin"/><Relationship Id="rId2" Type="http://schemas.openxmlformats.org/officeDocument/2006/relationships/image" Target="../media/image246.wmf"/><Relationship Id="rId1" Type="http://schemas.openxmlformats.org/officeDocument/2006/relationships/oleObject" Target="../embeddings/oleObject23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0.vml"/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250.wmf"/><Relationship Id="rId5" Type="http://schemas.openxmlformats.org/officeDocument/2006/relationships/oleObject" Target="../embeddings/oleObject239.bin"/><Relationship Id="rId4" Type="http://schemas.openxmlformats.org/officeDocument/2006/relationships/image" Target="../media/image249.wmf"/><Relationship Id="rId3" Type="http://schemas.openxmlformats.org/officeDocument/2006/relationships/oleObject" Target="../embeddings/oleObject238.bin"/><Relationship Id="rId2" Type="http://schemas.openxmlformats.org/officeDocument/2006/relationships/image" Target="../media/image248.wmf"/><Relationship Id="rId1" Type="http://schemas.openxmlformats.org/officeDocument/2006/relationships/oleObject" Target="../embeddings/oleObject237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1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252.wmf"/><Relationship Id="rId3" Type="http://schemas.openxmlformats.org/officeDocument/2006/relationships/oleObject" Target="../embeddings/oleObject241.bin"/><Relationship Id="rId2" Type="http://schemas.openxmlformats.org/officeDocument/2006/relationships/image" Target="../media/image251.wmf"/><Relationship Id="rId1" Type="http://schemas.openxmlformats.org/officeDocument/2006/relationships/oleObject" Target="../embeddings/oleObject240.bin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53.wmf"/><Relationship Id="rId1" Type="http://schemas.openxmlformats.org/officeDocument/2006/relationships/oleObject" Target="../embeddings/oleObject242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" Target="slide9.xml"/><Relationship Id="rId1" Type="http://schemas.openxmlformats.org/officeDocument/2006/relationships/image" Target="../media/image25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" Target="slide23.xml"/><Relationship Id="rId1" Type="http://schemas.openxmlformats.org/officeDocument/2006/relationships/image" Target="../media/image25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/>
          <p:nvPr/>
        </p:nvSpPr>
        <p:spPr>
          <a:xfrm>
            <a:off x="1655763" y="2773363"/>
            <a:ext cx="611663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一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离散型随机变量的分布律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75" name="Rectangle 3"/>
          <p:cNvSpPr/>
          <p:nvPr/>
        </p:nvSpPr>
        <p:spPr>
          <a:xfrm>
            <a:off x="1655763" y="3535363"/>
            <a:ext cx="710723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二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常见离散型随机变量的概率分布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76" name="Rectangle 4"/>
          <p:cNvSpPr/>
          <p:nvPr/>
        </p:nvSpPr>
        <p:spPr>
          <a:xfrm>
            <a:off x="1655763" y="4297363"/>
            <a:ext cx="291623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三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rPr>
              <a:t>小结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77" name="Rectangle 5"/>
          <p:cNvSpPr>
            <a:spLocks noGrp="1"/>
          </p:cNvSpPr>
          <p:nvPr>
            <p:ph type="title"/>
          </p:nvPr>
        </p:nvSpPr>
        <p:spPr>
          <a:xfrm>
            <a:off x="0" y="1358900"/>
            <a:ext cx="9144000" cy="701675"/>
          </a:xfrm>
          <a:noFill/>
          <a:ln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0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第二节  离散型随机变量及其分布律</a:t>
            </a:r>
            <a:endParaRPr lang="zh-CN" altLang="en-US" sz="4000" b="1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78" name="AutoShape 6">
            <a:hlinkClick r:id="" action="ppaction://hlinkshowjump?jump=endshow"/>
          </p:cNvPr>
          <p:cNvSpPr/>
          <p:nvPr/>
        </p:nvSpPr>
        <p:spPr>
          <a:xfrm>
            <a:off x="8234363" y="6096000"/>
            <a:ext cx="506412" cy="506413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79" name="Rectangle 7">
            <a:hlinkClick r:id="" action="ppaction://noaction"/>
          </p:cNvPr>
          <p:cNvSpPr/>
          <p:nvPr/>
        </p:nvSpPr>
        <p:spPr>
          <a:xfrm>
            <a:off x="1752600" y="2894013"/>
            <a:ext cx="5257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0" name="Rectangle 8">
            <a:hlinkClick r:id="" action="ppaction://noaction"/>
          </p:cNvPr>
          <p:cNvSpPr/>
          <p:nvPr/>
        </p:nvSpPr>
        <p:spPr>
          <a:xfrm>
            <a:off x="1828800" y="3641725"/>
            <a:ext cx="64008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081" name="Rectangle 9">
            <a:hlinkClick r:id="" action="ppaction://noaction"/>
          </p:cNvPr>
          <p:cNvSpPr/>
          <p:nvPr/>
        </p:nvSpPr>
        <p:spPr>
          <a:xfrm>
            <a:off x="1828800" y="4403725"/>
            <a:ext cx="15240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4"/>
          <p:cNvSpPr/>
          <p:nvPr/>
        </p:nvSpPr>
        <p:spPr>
          <a:xfrm>
            <a:off x="827088" y="623888"/>
            <a:ext cx="7848600" cy="70167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lang="zh-CN" alt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一、离散型随机变量的分布律</a:t>
            </a:r>
            <a:endParaRPr lang="zh-CN" altLang="en-US" sz="4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30406" name="Object 6"/>
          <p:cNvGraphicFramePr>
            <a:graphicFrameLocks noChangeAspect="1"/>
          </p:cNvGraphicFramePr>
          <p:nvPr/>
        </p:nvGraphicFramePr>
        <p:xfrm>
          <a:off x="1547813" y="1447800"/>
          <a:ext cx="70167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6731000" imgH="457200" progId="Equation.3">
                  <p:embed/>
                </p:oleObj>
              </mc:Choice>
              <mc:Fallback>
                <p:oleObj name="" r:id="rId1" imgW="6731000" imgH="4572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47813" y="1447800"/>
                        <a:ext cx="701675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7" name="Object 7"/>
          <p:cNvGraphicFramePr>
            <a:graphicFrameLocks noChangeAspect="1"/>
          </p:cNvGraphicFramePr>
          <p:nvPr/>
        </p:nvGraphicFramePr>
        <p:xfrm>
          <a:off x="892175" y="2047875"/>
          <a:ext cx="1384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1384300" imgH="393700" progId="Equation.3">
                  <p:embed/>
                </p:oleObj>
              </mc:Choice>
              <mc:Fallback>
                <p:oleObj name="" r:id="rId3" imgW="1384300" imgH="3937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2175" y="2047875"/>
                        <a:ext cx="1384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8" name="Object 8"/>
          <p:cNvGraphicFramePr>
            <a:graphicFrameLocks noChangeAspect="1"/>
          </p:cNvGraphicFramePr>
          <p:nvPr/>
        </p:nvGraphicFramePr>
        <p:xfrm>
          <a:off x="2305050" y="2044700"/>
          <a:ext cx="39401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3632200" imgH="419100" progId="Equation.3">
                  <p:embed/>
                </p:oleObj>
              </mc:Choice>
              <mc:Fallback>
                <p:oleObj name="" r:id="rId5" imgW="3632200" imgH="4191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05050" y="2044700"/>
                        <a:ext cx="394017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9" name="Object 9"/>
          <p:cNvGraphicFramePr>
            <a:graphicFrameLocks noChangeAspect="1"/>
          </p:cNvGraphicFramePr>
          <p:nvPr/>
        </p:nvGraphicFramePr>
        <p:xfrm>
          <a:off x="6257925" y="2030413"/>
          <a:ext cx="2400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7" imgW="2400300" imgH="457200" progId="Equation.3">
                  <p:embed/>
                </p:oleObj>
              </mc:Choice>
              <mc:Fallback>
                <p:oleObj name="" r:id="rId7" imgW="2400300" imgH="4572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57925" y="2030413"/>
                        <a:ext cx="24003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0" name="Text Box 10"/>
          <p:cNvSpPr txBox="1"/>
          <p:nvPr/>
        </p:nvSpPr>
        <p:spPr>
          <a:xfrm>
            <a:off x="808038" y="2603500"/>
            <a:ext cx="13446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的概率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30411" name="Text Box 11"/>
          <p:cNvSpPr txBox="1"/>
          <p:nvPr/>
        </p:nvSpPr>
        <p:spPr>
          <a:xfrm>
            <a:off x="2081213" y="2582863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0412" name="Object 12"/>
          <p:cNvGraphicFramePr>
            <a:graphicFrameLocks noChangeAspect="1"/>
          </p:cNvGraphicFramePr>
          <p:nvPr/>
        </p:nvGraphicFramePr>
        <p:xfrm>
          <a:off x="2195513" y="3276600"/>
          <a:ext cx="1612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9" imgW="1612900" imgH="431800" progId="Equation.3">
                  <p:embed/>
                </p:oleObj>
              </mc:Choice>
              <mc:Fallback>
                <p:oleObj name="" r:id="rId9" imgW="1612900" imgH="4318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95513" y="3276600"/>
                        <a:ext cx="1612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3" name="Object 13"/>
          <p:cNvGraphicFramePr>
            <a:graphicFrameLocks noChangeAspect="1"/>
          </p:cNvGraphicFramePr>
          <p:nvPr/>
        </p:nvGraphicFramePr>
        <p:xfrm>
          <a:off x="3844925" y="34274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44925" y="34274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4" name="Object 14"/>
          <p:cNvGraphicFramePr>
            <a:graphicFrameLocks noChangeAspect="1"/>
          </p:cNvGraphicFramePr>
          <p:nvPr/>
        </p:nvGraphicFramePr>
        <p:xfrm>
          <a:off x="4067175" y="3213100"/>
          <a:ext cx="393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3" imgW="393700" imgH="431800" progId="Equation.3">
                  <p:embed/>
                </p:oleObj>
              </mc:Choice>
              <mc:Fallback>
                <p:oleObj name="" r:id="rId13" imgW="393700" imgH="4318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67175" y="3213100"/>
                        <a:ext cx="3937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5" name="Object 15"/>
          <p:cNvGraphicFramePr>
            <a:graphicFrameLocks noChangeAspect="1"/>
          </p:cNvGraphicFramePr>
          <p:nvPr/>
        </p:nvGraphicFramePr>
        <p:xfrm>
          <a:off x="4905375" y="3298825"/>
          <a:ext cx="1574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5" imgW="1574800" imgH="368300" progId="Equation.3">
                  <p:embed/>
                </p:oleObj>
              </mc:Choice>
              <mc:Fallback>
                <p:oleObj name="" r:id="rId15" imgW="1574800" imgH="3683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05375" y="3298825"/>
                        <a:ext cx="15748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7" name="Text Box 17"/>
          <p:cNvSpPr txBox="1"/>
          <p:nvPr/>
        </p:nvSpPr>
        <p:spPr>
          <a:xfrm>
            <a:off x="1971675" y="4495800"/>
            <a:ext cx="2416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由概率的定义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0418" name="Object 18"/>
          <p:cNvGraphicFramePr>
            <a:graphicFrameLocks noChangeAspect="1"/>
          </p:cNvGraphicFramePr>
          <p:nvPr/>
        </p:nvGraphicFramePr>
        <p:xfrm>
          <a:off x="4308475" y="4586288"/>
          <a:ext cx="3503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7" imgW="3416300" imgH="457200" progId="Equation.3">
                  <p:embed/>
                </p:oleObj>
              </mc:Choice>
              <mc:Fallback>
                <p:oleObj name="" r:id="rId17" imgW="3416300" imgH="4572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08475" y="4586288"/>
                        <a:ext cx="3503613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9" name="Object 19"/>
          <p:cNvGraphicFramePr>
            <a:graphicFrameLocks noChangeAspect="1"/>
          </p:cNvGraphicFramePr>
          <p:nvPr/>
        </p:nvGraphicFramePr>
        <p:xfrm>
          <a:off x="1763713" y="5073650"/>
          <a:ext cx="34194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9" imgW="3289300" imgH="482600" progId="Equation.3">
                  <p:embed/>
                </p:oleObj>
              </mc:Choice>
              <mc:Fallback>
                <p:oleObj name="" r:id="rId19" imgW="3289300" imgH="4826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763713" y="5073650"/>
                        <a:ext cx="341947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21" name="Object 21"/>
          <p:cNvGraphicFramePr>
            <a:graphicFrameLocks noChangeAspect="1"/>
          </p:cNvGraphicFramePr>
          <p:nvPr/>
        </p:nvGraphicFramePr>
        <p:xfrm>
          <a:off x="1755775" y="5661025"/>
          <a:ext cx="1943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21" imgW="1943100" imgH="952500" progId="Equation.3">
                  <p:embed/>
                </p:oleObj>
              </mc:Choice>
              <mc:Fallback>
                <p:oleObj name="" r:id="rId21" imgW="1943100" imgH="9525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55775" y="5661025"/>
                        <a:ext cx="19431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24" name="Object 24"/>
          <p:cNvGraphicFramePr>
            <a:graphicFrameLocks noChangeAspect="1"/>
          </p:cNvGraphicFramePr>
          <p:nvPr/>
        </p:nvGraphicFramePr>
        <p:xfrm>
          <a:off x="971550" y="3922713"/>
          <a:ext cx="599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23" imgW="5994400" imgH="444500" progId="Equation.3">
                  <p:embed/>
                </p:oleObj>
              </mc:Choice>
              <mc:Fallback>
                <p:oleObj name="" r:id="rId23" imgW="5994400" imgH="4445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71550" y="3922713"/>
                        <a:ext cx="59944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5" name="Text Box 25"/>
          <p:cNvSpPr txBox="1"/>
          <p:nvPr/>
        </p:nvSpPr>
        <p:spPr>
          <a:xfrm>
            <a:off x="879475" y="4508500"/>
            <a:ext cx="1676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说明</a:t>
            </a:r>
            <a:r>
              <a:rPr lang="zh-CN" altLang="en-US" dirty="0">
                <a:solidFill>
                  <a:srgbClr val="990000"/>
                </a:solidFill>
                <a:latin typeface="Times New Roman" panose="02020603050405020304" pitchFamily="18" charset="0"/>
              </a:rPr>
              <a:t>：</a:t>
            </a:r>
            <a:endParaRPr lang="zh-CN" altLang="en-US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3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3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3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3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3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3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3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3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23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10" grpId="0"/>
      <p:bldP spid="230411" grpId="0"/>
      <p:bldP spid="230417" grpId="0"/>
      <p:bldP spid="2304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ext Box 16"/>
          <p:cNvSpPr txBox="1"/>
          <p:nvPr/>
        </p:nvSpPr>
        <p:spPr>
          <a:xfrm>
            <a:off x="827088" y="765175"/>
            <a:ext cx="56610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分布律也可以用表格的形式来表示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231445" name="Group 21"/>
          <p:cNvGrpSpPr/>
          <p:nvPr/>
        </p:nvGrpSpPr>
        <p:grpSpPr>
          <a:xfrm>
            <a:off x="2286000" y="1485900"/>
            <a:ext cx="4648200" cy="1295400"/>
            <a:chOff x="1344" y="2592"/>
            <a:chExt cx="2928" cy="816"/>
          </a:xfrm>
        </p:grpSpPr>
        <p:grpSp>
          <p:nvGrpSpPr>
            <p:cNvPr id="5132" name="Group 22"/>
            <p:cNvGrpSpPr/>
            <p:nvPr/>
          </p:nvGrpSpPr>
          <p:grpSpPr>
            <a:xfrm>
              <a:off x="1344" y="2592"/>
              <a:ext cx="2928" cy="816"/>
              <a:chOff x="1104" y="1680"/>
              <a:chExt cx="2928" cy="816"/>
            </a:xfrm>
          </p:grpSpPr>
          <p:sp>
            <p:nvSpPr>
              <p:cNvPr id="5137" name="Line 23"/>
              <p:cNvSpPr/>
              <p:nvPr/>
            </p:nvSpPr>
            <p:spPr>
              <a:xfrm>
                <a:off x="1104" y="2064"/>
                <a:ext cx="2928" cy="0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5138" name="Line 24"/>
              <p:cNvSpPr/>
              <p:nvPr/>
            </p:nvSpPr>
            <p:spPr>
              <a:xfrm>
                <a:off x="1680" y="1680"/>
                <a:ext cx="0" cy="816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5133" name="Object 25"/>
            <p:cNvGraphicFramePr>
              <a:graphicFrameLocks noChangeAspect="1"/>
            </p:cNvGraphicFramePr>
            <p:nvPr/>
          </p:nvGraphicFramePr>
          <p:xfrm>
            <a:off x="1536" y="2736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1" imgW="192405" imgH="144145" progId="Equation.3">
                    <p:embed/>
                  </p:oleObj>
                </mc:Choice>
                <mc:Fallback>
                  <p:oleObj name="" r:id="rId1" imgW="192405" imgH="144145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536" y="2736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4" name="Object 26"/>
            <p:cNvGraphicFramePr>
              <a:graphicFrameLocks noChangeAspect="1"/>
            </p:cNvGraphicFramePr>
            <p:nvPr/>
          </p:nvGraphicFramePr>
          <p:xfrm>
            <a:off x="1536" y="3072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3" imgW="381000" imgH="431800" progId="Equation.3">
                    <p:embed/>
                  </p:oleObj>
                </mc:Choice>
                <mc:Fallback>
                  <p:oleObj name="" r:id="rId3" imgW="381000" imgH="4318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36" y="3072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5" name="Object 27"/>
            <p:cNvGraphicFramePr>
              <a:graphicFrameLocks noChangeAspect="1"/>
            </p:cNvGraphicFramePr>
            <p:nvPr/>
          </p:nvGraphicFramePr>
          <p:xfrm>
            <a:off x="2160" y="2688"/>
            <a:ext cx="170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8" name="" r:id="rId5" imgW="1968500" imgH="250190" progId="Equation.3">
                    <p:embed/>
                  </p:oleObj>
                </mc:Choice>
                <mc:Fallback>
                  <p:oleObj name="" r:id="rId5" imgW="1968500" imgH="250190" progId="Equation.3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60" y="2688"/>
                          <a:ext cx="1704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6" name="Object 28"/>
            <p:cNvGraphicFramePr>
              <a:graphicFrameLocks noChangeAspect="1"/>
            </p:cNvGraphicFramePr>
            <p:nvPr/>
          </p:nvGraphicFramePr>
          <p:xfrm>
            <a:off x="2160" y="3072"/>
            <a:ext cx="17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1" name="" r:id="rId7" imgW="1992630" imgH="250190" progId="Equation.3">
                    <p:embed/>
                  </p:oleObj>
                </mc:Choice>
                <mc:Fallback>
                  <p:oleObj name="" r:id="rId7" imgW="1992630" imgH="25019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0000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60" y="3072"/>
                          <a:ext cx="172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1453" name="Object 29"/>
          <p:cNvGraphicFramePr>
            <a:graphicFrameLocks noChangeAspect="1"/>
          </p:cNvGraphicFramePr>
          <p:nvPr/>
        </p:nvGraphicFramePr>
        <p:xfrm>
          <a:off x="1657350" y="3127375"/>
          <a:ext cx="6946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9" imgW="6781800" imgH="406400" progId="Equation.3">
                  <p:embed/>
                </p:oleObj>
              </mc:Choice>
              <mc:Fallback>
                <p:oleObj name="" r:id="rId9" imgW="6781800" imgH="4064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57350" y="3127375"/>
                        <a:ext cx="69469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54" name="Text Box 30"/>
          <p:cNvSpPr txBox="1"/>
          <p:nvPr/>
        </p:nvSpPr>
        <p:spPr>
          <a:xfrm>
            <a:off x="806450" y="3649663"/>
            <a:ext cx="17018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率的规律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1455" name="Object 31"/>
          <p:cNvGraphicFramePr>
            <a:graphicFrameLocks noChangeAspect="1"/>
          </p:cNvGraphicFramePr>
          <p:nvPr/>
        </p:nvGraphicFramePr>
        <p:xfrm>
          <a:off x="2519363" y="3692525"/>
          <a:ext cx="41894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1" imgW="3987800" imgH="419100" progId="Equation.3">
                  <p:embed/>
                </p:oleObj>
              </mc:Choice>
              <mc:Fallback>
                <p:oleObj name="" r:id="rId11" imgW="3987800" imgH="4191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19363" y="3692525"/>
                        <a:ext cx="4189412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56" name="Text Box 32"/>
          <p:cNvSpPr txBox="1"/>
          <p:nvPr/>
        </p:nvSpPr>
        <p:spPr>
          <a:xfrm>
            <a:off x="6742113" y="3621088"/>
            <a:ext cx="19700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这些概率合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1457" name="Text Box 33"/>
          <p:cNvSpPr txBox="1"/>
          <p:nvPr/>
        </p:nvSpPr>
        <p:spPr>
          <a:xfrm>
            <a:off x="835025" y="4256088"/>
            <a:ext cx="15224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起来是</a:t>
            </a:r>
            <a:r>
              <a:rPr lang="en-US" altLang="zh-CN" dirty="0">
                <a:latin typeface="Times New Roman" panose="02020603050405020304" pitchFamily="18" charset="0"/>
              </a:rPr>
              <a:t>1.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31458" name="Text Box 34"/>
          <p:cNvSpPr txBox="1"/>
          <p:nvPr/>
        </p:nvSpPr>
        <p:spPr>
          <a:xfrm>
            <a:off x="2295525" y="4256088"/>
            <a:ext cx="2089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可以想象成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31459" name="Text Box 35"/>
          <p:cNvSpPr txBox="1"/>
          <p:nvPr/>
        </p:nvSpPr>
        <p:spPr>
          <a:xfrm>
            <a:off x="4419600" y="4240213"/>
            <a:ext cx="44005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概率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以一定的规律分布在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1460" name="Text Box 36"/>
          <p:cNvSpPr txBox="1"/>
          <p:nvPr/>
        </p:nvSpPr>
        <p:spPr>
          <a:xfrm>
            <a:off x="820738" y="4852988"/>
            <a:ext cx="24161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各个可能值上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1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3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3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3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3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3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54" grpId="0"/>
      <p:bldP spid="231456" grpId="0"/>
      <p:bldP spid="231457" grpId="0"/>
      <p:bldP spid="231458" grpId="0"/>
      <p:bldP spid="231459" grpId="0"/>
      <p:bldP spid="23146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ext Box 4"/>
          <p:cNvSpPr txBox="1"/>
          <p:nvPr/>
        </p:nvSpPr>
        <p:spPr>
          <a:xfrm>
            <a:off x="1433513" y="693738"/>
            <a:ext cx="7191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33477" name="Text Box 5"/>
          <p:cNvSpPr txBox="1"/>
          <p:nvPr/>
        </p:nvSpPr>
        <p:spPr>
          <a:xfrm>
            <a:off x="2195513" y="701675"/>
            <a:ext cx="64341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设一汽车在开往目的地的道路上需经过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33478" name="Text Box 6"/>
          <p:cNvSpPr txBox="1"/>
          <p:nvPr/>
        </p:nvSpPr>
        <p:spPr>
          <a:xfrm>
            <a:off x="792163" y="1333500"/>
            <a:ext cx="80152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组信号灯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每组灯以</a:t>
            </a:r>
            <a:r>
              <a:rPr lang="en-US" altLang="zh-CN" dirty="0">
                <a:latin typeface="Times New Roman" panose="02020603050405020304" pitchFamily="18" charset="0"/>
              </a:rPr>
              <a:t>0.5</a:t>
            </a:r>
            <a:r>
              <a:rPr lang="zh-CN" altLang="en-US" dirty="0">
                <a:latin typeface="Times New Roman" panose="02020603050405020304" pitchFamily="18" charset="0"/>
              </a:rPr>
              <a:t>的概率允许或禁止汽车通过，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3480" name="Object 8"/>
          <p:cNvGraphicFramePr>
            <a:graphicFrameLocks noChangeAspect="1"/>
          </p:cNvGraphicFramePr>
          <p:nvPr/>
        </p:nvGraphicFramePr>
        <p:xfrm>
          <a:off x="892175" y="2003425"/>
          <a:ext cx="41576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3924300" imgH="419100" progId="Equation.3">
                  <p:embed/>
                </p:oleObj>
              </mc:Choice>
              <mc:Fallback>
                <p:oleObj name="" r:id="rId1" imgW="3924300" imgH="4191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2175" y="2003425"/>
                        <a:ext cx="4157663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1" name="Text Box 9"/>
          <p:cNvSpPr txBox="1"/>
          <p:nvPr/>
        </p:nvSpPr>
        <p:spPr>
          <a:xfrm>
            <a:off x="4956175" y="1924050"/>
            <a:ext cx="37401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它已通过的信号灯组数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3482" name="Text Box 10"/>
          <p:cNvSpPr txBox="1"/>
          <p:nvPr/>
        </p:nvSpPr>
        <p:spPr>
          <a:xfrm>
            <a:off x="806450" y="2557463"/>
            <a:ext cx="58451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设各组信号灯的工作是相互独立的</a:t>
            </a:r>
            <a:r>
              <a:rPr lang="en-US" altLang="zh-CN" dirty="0">
                <a:latin typeface="Times New Roman" panose="02020603050405020304" pitchFamily="18" charset="0"/>
              </a:rPr>
              <a:t>),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3483" name="Object 11"/>
          <p:cNvGraphicFramePr>
            <a:graphicFrameLocks noChangeAspect="1"/>
          </p:cNvGraphicFramePr>
          <p:nvPr/>
        </p:nvGraphicFramePr>
        <p:xfrm>
          <a:off x="6565900" y="2586038"/>
          <a:ext cx="21304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3" imgW="965200" imgH="203200" progId="Equation.DSMT4">
                  <p:embed/>
                </p:oleObj>
              </mc:Choice>
              <mc:Fallback>
                <p:oleObj name="" r:id="rId3" imgW="965200" imgH="2032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65900" y="2586038"/>
                        <a:ext cx="2130425" cy="449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4" name="Text Box 12"/>
          <p:cNvSpPr txBox="1"/>
          <p:nvPr/>
        </p:nvSpPr>
        <p:spPr>
          <a:xfrm>
            <a:off x="877888" y="4202113"/>
            <a:ext cx="906462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解：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pic>
        <p:nvPicPr>
          <p:cNvPr id="233487" name="Picture 15" descr="BD07304_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600" y="3213100"/>
            <a:ext cx="1371600" cy="1365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3488" name="Picture 16" descr="j00762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9113" y="3573463"/>
            <a:ext cx="1371600" cy="8239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5" name="Group 26"/>
          <p:cNvGrpSpPr/>
          <p:nvPr/>
        </p:nvGrpSpPr>
        <p:grpSpPr>
          <a:xfrm>
            <a:off x="1344613" y="4725988"/>
            <a:ext cx="7620000" cy="1371600"/>
            <a:chOff x="576" y="2688"/>
            <a:chExt cx="4800" cy="864"/>
          </a:xfrm>
        </p:grpSpPr>
        <p:sp>
          <p:nvSpPr>
            <p:cNvPr id="6162" name="Line 27"/>
            <p:cNvSpPr/>
            <p:nvPr/>
          </p:nvSpPr>
          <p:spPr>
            <a:xfrm>
              <a:off x="576" y="3072"/>
              <a:ext cx="4800" cy="0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6163" name="Line 28"/>
            <p:cNvSpPr/>
            <p:nvPr/>
          </p:nvSpPr>
          <p:spPr>
            <a:xfrm>
              <a:off x="1008" y="2688"/>
              <a:ext cx="0" cy="864"/>
            </a:xfrm>
            <a:prstGeom prst="line">
              <a:avLst/>
            </a:prstGeom>
            <a:ln w="25400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6164" name="Object 29"/>
            <p:cNvGraphicFramePr>
              <a:graphicFrameLocks noChangeAspect="1"/>
            </p:cNvGraphicFramePr>
            <p:nvPr/>
          </p:nvGraphicFramePr>
          <p:xfrm>
            <a:off x="723" y="2788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7" imgW="355600" imgH="292100" progId="Equation.3">
                    <p:embed/>
                  </p:oleObj>
                </mc:Choice>
                <mc:Fallback>
                  <p:oleObj name="" r:id="rId7" imgW="355600" imgH="292100" progId="Equation.3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23" y="2788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5" name="Object 30"/>
            <p:cNvGraphicFramePr>
              <a:graphicFrameLocks noChangeAspect="1"/>
            </p:cNvGraphicFramePr>
            <p:nvPr/>
          </p:nvGraphicFramePr>
          <p:xfrm>
            <a:off x="720" y="3184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2" name="" r:id="rId9" imgW="381000" imgH="431800" progId="Equation.3">
                    <p:embed/>
                  </p:oleObj>
                </mc:Choice>
                <mc:Fallback>
                  <p:oleObj name="" r:id="rId9" imgW="381000" imgH="431800" progId="Equation.3">
                    <p:embed/>
                    <p:pic>
                      <p:nvPicPr>
                        <p:cNvPr id="0" name="图片 309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720" y="3184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6" name="Object 31"/>
            <p:cNvGraphicFramePr>
              <a:graphicFrameLocks noChangeAspect="1"/>
            </p:cNvGraphicFramePr>
            <p:nvPr/>
          </p:nvGraphicFramePr>
          <p:xfrm>
            <a:off x="1152" y="2784"/>
            <a:ext cx="3723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1" imgW="6223000" imgH="393700" progId="Equation.3">
                    <p:embed/>
                  </p:oleObj>
                </mc:Choice>
                <mc:Fallback>
                  <p:oleObj name="" r:id="rId11" imgW="6223000" imgH="3937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52" y="2784"/>
                          <a:ext cx="3723" cy="2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Object 32"/>
          <p:cNvGraphicFramePr>
            <a:graphicFrameLocks noChangeAspect="1"/>
          </p:cNvGraphicFramePr>
          <p:nvPr/>
        </p:nvGraphicFramePr>
        <p:xfrm>
          <a:off x="2222500" y="5619750"/>
          <a:ext cx="469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3" imgW="469900" imgH="317500" progId="Equation.3">
                  <p:embed/>
                </p:oleObj>
              </mc:Choice>
              <mc:Fallback>
                <p:oleObj name="" r:id="rId13" imgW="469900" imgH="3175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22500" y="5619750"/>
                        <a:ext cx="4699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3"/>
          <p:cNvGraphicFramePr>
            <a:graphicFrameLocks noChangeAspect="1"/>
          </p:cNvGraphicFramePr>
          <p:nvPr/>
        </p:nvGraphicFramePr>
        <p:xfrm>
          <a:off x="3276600" y="5619750"/>
          <a:ext cx="647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5" imgW="647700" imgH="317500" progId="Equation.3">
                  <p:embed/>
                </p:oleObj>
              </mc:Choice>
              <mc:Fallback>
                <p:oleObj name="" r:id="rId15" imgW="647700" imgH="3175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76600" y="5619750"/>
                        <a:ext cx="6477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4"/>
          <p:cNvGraphicFramePr>
            <a:graphicFrameLocks noChangeAspect="1"/>
          </p:cNvGraphicFramePr>
          <p:nvPr/>
        </p:nvGraphicFramePr>
        <p:xfrm>
          <a:off x="4697413" y="5619750"/>
          <a:ext cx="80962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7" imgW="913765" imgH="317500" progId="Equation.3">
                  <p:embed/>
                </p:oleObj>
              </mc:Choice>
              <mc:Fallback>
                <p:oleObj name="" r:id="rId17" imgW="913765" imgH="3175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697413" y="5619750"/>
                        <a:ext cx="809625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5"/>
          <p:cNvGraphicFramePr>
            <a:graphicFrameLocks noChangeAspect="1"/>
          </p:cNvGraphicFramePr>
          <p:nvPr/>
        </p:nvGraphicFramePr>
        <p:xfrm>
          <a:off x="6189663" y="5613400"/>
          <a:ext cx="1031875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9" imgW="1091565" imgH="317500" progId="Equation.3">
                  <p:embed/>
                </p:oleObj>
              </mc:Choice>
              <mc:Fallback>
                <p:oleObj name="" r:id="rId19" imgW="1091565" imgH="3175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189663" y="5613400"/>
                        <a:ext cx="1031875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6"/>
          <p:cNvGraphicFramePr>
            <a:graphicFrameLocks noChangeAspect="1"/>
          </p:cNvGraphicFramePr>
          <p:nvPr/>
        </p:nvGraphicFramePr>
        <p:xfrm>
          <a:off x="7715250" y="5613400"/>
          <a:ext cx="1092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21" imgW="1091565" imgH="317500" progId="Equation.3">
                  <p:embed/>
                </p:oleObj>
              </mc:Choice>
              <mc:Fallback>
                <p:oleObj name="" r:id="rId21" imgW="1091565" imgH="3175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15250" y="5613400"/>
                        <a:ext cx="1092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3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33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3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3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3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3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7" grpId="0"/>
      <p:bldP spid="233478" grpId="0"/>
      <p:bldP spid="233481" grpId="0"/>
      <p:bldP spid="233482" grpId="0"/>
      <p:bldP spid="23348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文本框 1"/>
          <p:cNvSpPr txBox="1"/>
          <p:nvPr/>
        </p:nvSpPr>
        <p:spPr>
          <a:xfrm>
            <a:off x="969963" y="676275"/>
            <a:ext cx="71310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课堂思考：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文本框 2"/>
          <p:cNvSpPr txBox="1"/>
          <p:nvPr/>
        </p:nvSpPr>
        <p:spPr>
          <a:xfrm>
            <a:off x="969963" y="1277938"/>
            <a:ext cx="7848600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下列哪些序列可以是某个离散型随机变量的分布律？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172" name="对象 3"/>
          <p:cNvGraphicFramePr>
            <a:graphicFrameLocks noChangeAspect="1"/>
          </p:cNvGraphicFramePr>
          <p:nvPr/>
        </p:nvGraphicFramePr>
        <p:xfrm>
          <a:off x="1258888" y="2232025"/>
          <a:ext cx="6553200" cy="378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2921000" imgH="1689100" progId="Equation.DSMT4">
                  <p:embed/>
                </p:oleObj>
              </mc:Choice>
              <mc:Fallback>
                <p:oleObj name="" r:id="rId1" imgW="2921000" imgH="16891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8888" y="2232025"/>
                        <a:ext cx="6553200" cy="3789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4"/>
          <p:cNvSpPr/>
          <p:nvPr/>
        </p:nvSpPr>
        <p:spPr>
          <a:xfrm>
            <a:off x="684213" y="652463"/>
            <a:ext cx="8342312" cy="70167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lang="zh-CN" altLang="en-US" sz="4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二、常见离散型随机变量的概率分布</a:t>
            </a:r>
            <a:endParaRPr lang="zh-CN" altLang="en-US" sz="40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35527" name="Text Box 7"/>
          <p:cNvSpPr txBox="1"/>
          <p:nvPr/>
        </p:nvSpPr>
        <p:spPr>
          <a:xfrm>
            <a:off x="1530350" y="1390650"/>
            <a:ext cx="4481513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>
              <a:buNone/>
            </a:pP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 (0―1)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分布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35528" name="Object 8"/>
          <p:cNvGraphicFramePr>
            <a:graphicFrameLocks noChangeAspect="1"/>
          </p:cNvGraphicFramePr>
          <p:nvPr/>
        </p:nvGraphicFramePr>
        <p:xfrm>
          <a:off x="1504950" y="2109788"/>
          <a:ext cx="5613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5321300" imgH="419100" progId="Equation.3">
                  <p:embed/>
                </p:oleObj>
              </mc:Choice>
              <mc:Fallback>
                <p:oleObj name="" r:id="rId1" imgW="5321300" imgH="4191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4950" y="2109788"/>
                        <a:ext cx="5613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29" name="Text Box 9"/>
          <p:cNvSpPr txBox="1"/>
          <p:nvPr/>
        </p:nvSpPr>
        <p:spPr>
          <a:xfrm>
            <a:off x="7070725" y="2022475"/>
            <a:ext cx="16779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其分布是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5530" name="Object 10"/>
          <p:cNvGraphicFramePr>
            <a:graphicFrameLocks noChangeAspect="1"/>
          </p:cNvGraphicFramePr>
          <p:nvPr/>
        </p:nvGraphicFramePr>
        <p:xfrm>
          <a:off x="1843088" y="2784475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" imgW="1459865" imgH="381000" progId="Equation.3">
                  <p:embed/>
                </p:oleObj>
              </mc:Choice>
              <mc:Fallback>
                <p:oleObj name="" r:id="rId3" imgW="1459865" imgH="3810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3088" y="2784475"/>
                        <a:ext cx="1460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1" name="Object 11"/>
          <p:cNvGraphicFramePr>
            <a:graphicFrameLocks noChangeAspect="1"/>
          </p:cNvGraphicFramePr>
          <p:nvPr/>
        </p:nvGraphicFramePr>
        <p:xfrm>
          <a:off x="3319463" y="28781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19463" y="28781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2" name="Object 12"/>
          <p:cNvGraphicFramePr>
            <a:graphicFrameLocks noChangeAspect="1"/>
          </p:cNvGraphicFramePr>
          <p:nvPr/>
        </p:nvGraphicFramePr>
        <p:xfrm>
          <a:off x="3498850" y="2686050"/>
          <a:ext cx="1892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7" imgW="1892300" imgH="469900" progId="Equation.3">
                  <p:embed/>
                </p:oleObj>
              </mc:Choice>
              <mc:Fallback>
                <p:oleObj name="" r:id="rId7" imgW="1892300" imgH="4699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8850" y="2686050"/>
                        <a:ext cx="18923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3" name="Object 13"/>
          <p:cNvGraphicFramePr>
            <a:graphicFrameLocks noChangeAspect="1"/>
          </p:cNvGraphicFramePr>
          <p:nvPr/>
        </p:nvGraphicFramePr>
        <p:xfrm>
          <a:off x="5559425" y="2800350"/>
          <a:ext cx="1028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9" imgW="1028700" imgH="368300" progId="Equation.3">
                  <p:embed/>
                </p:oleObj>
              </mc:Choice>
              <mc:Fallback>
                <p:oleObj name="" r:id="rId9" imgW="1028700" imgH="3683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559425" y="2800350"/>
                        <a:ext cx="10287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4" name="Object 14"/>
          <p:cNvGraphicFramePr>
            <a:graphicFrameLocks noChangeAspect="1"/>
          </p:cNvGraphicFramePr>
          <p:nvPr/>
        </p:nvGraphicFramePr>
        <p:xfrm>
          <a:off x="6840538" y="2771775"/>
          <a:ext cx="166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1" imgW="1663700" imgH="393700" progId="Equation.3">
                  <p:embed/>
                </p:oleObj>
              </mc:Choice>
              <mc:Fallback>
                <p:oleObj name="" r:id="rId11" imgW="1663700" imgH="3937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40538" y="2771775"/>
                        <a:ext cx="1663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35" name="Object 15"/>
          <p:cNvGraphicFramePr>
            <a:graphicFrameLocks noChangeAspect="1"/>
          </p:cNvGraphicFramePr>
          <p:nvPr/>
        </p:nvGraphicFramePr>
        <p:xfrm>
          <a:off x="892175" y="3370263"/>
          <a:ext cx="73453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3" imgW="7162800" imgH="457200" progId="Equation.3">
                  <p:embed/>
                </p:oleObj>
              </mc:Choice>
              <mc:Fallback>
                <p:oleObj name="" r:id="rId13" imgW="7162800" imgH="4572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2175" y="3370263"/>
                        <a:ext cx="7345363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36" name="Rectangle 16"/>
          <p:cNvSpPr/>
          <p:nvPr/>
        </p:nvSpPr>
        <p:spPr>
          <a:xfrm>
            <a:off x="1439863" y="3968750"/>
            <a:ext cx="47069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(0―1)</a:t>
            </a:r>
            <a:r>
              <a:rPr lang="zh-CN" altLang="en-US" dirty="0">
                <a:latin typeface="Times New Roman" panose="02020603050405020304" pitchFamily="18" charset="0"/>
              </a:rPr>
              <a:t>分布的分布律也可写成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35547" name="Group 27"/>
          <p:cNvGrpSpPr/>
          <p:nvPr/>
        </p:nvGrpSpPr>
        <p:grpSpPr>
          <a:xfrm>
            <a:off x="2786063" y="4692650"/>
            <a:ext cx="3505200" cy="1219200"/>
            <a:chOff x="1536" y="2064"/>
            <a:chExt cx="2208" cy="768"/>
          </a:xfrm>
        </p:grpSpPr>
        <p:grpSp>
          <p:nvGrpSpPr>
            <p:cNvPr id="8206" name="Group 28"/>
            <p:cNvGrpSpPr/>
            <p:nvPr/>
          </p:nvGrpSpPr>
          <p:grpSpPr>
            <a:xfrm>
              <a:off x="1536" y="2064"/>
              <a:ext cx="2208" cy="768"/>
              <a:chOff x="1104" y="1680"/>
              <a:chExt cx="2928" cy="816"/>
            </a:xfrm>
          </p:grpSpPr>
          <p:sp>
            <p:nvSpPr>
              <p:cNvPr id="8213" name="Line 29"/>
              <p:cNvSpPr/>
              <p:nvPr/>
            </p:nvSpPr>
            <p:spPr>
              <a:xfrm>
                <a:off x="1104" y="2064"/>
                <a:ext cx="2928" cy="0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8214" name="Line 30"/>
              <p:cNvSpPr/>
              <p:nvPr/>
            </p:nvSpPr>
            <p:spPr>
              <a:xfrm>
                <a:off x="1680" y="1680"/>
                <a:ext cx="0" cy="816"/>
              </a:xfrm>
              <a:prstGeom prst="line">
                <a:avLst/>
              </a:prstGeom>
              <a:ln w="28575" cap="flat" cmpd="sng">
                <a:solidFill>
                  <a:srgbClr val="FF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8207" name="Object 31"/>
            <p:cNvGraphicFramePr>
              <a:graphicFrameLocks noChangeAspect="1"/>
            </p:cNvGraphicFramePr>
            <p:nvPr/>
          </p:nvGraphicFramePr>
          <p:xfrm>
            <a:off x="1628" y="2204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5" imgW="355600" imgH="292100" progId="Equation.3">
                    <p:embed/>
                  </p:oleObj>
                </mc:Choice>
                <mc:Fallback>
                  <p:oleObj name="" r:id="rId15" imgW="355600" imgH="2921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628" y="2204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8" name="Object 32"/>
            <p:cNvGraphicFramePr>
              <a:graphicFrameLocks noChangeAspect="1"/>
            </p:cNvGraphicFramePr>
            <p:nvPr/>
          </p:nvGraphicFramePr>
          <p:xfrm>
            <a:off x="1632" y="2416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17" imgW="381000" imgH="431800" progId="Equation.3">
                    <p:embed/>
                  </p:oleObj>
                </mc:Choice>
                <mc:Fallback>
                  <p:oleObj name="" r:id="rId17" imgW="381000" imgH="4318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632" y="2416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9" name="Object 33"/>
            <p:cNvGraphicFramePr>
              <a:graphicFrameLocks noChangeAspect="1"/>
            </p:cNvGraphicFramePr>
            <p:nvPr/>
          </p:nvGraphicFramePr>
          <p:xfrm>
            <a:off x="2400" y="22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19" imgW="203200" imgH="317500" progId="Equation.3">
                    <p:embed/>
                  </p:oleObj>
                </mc:Choice>
                <mc:Fallback>
                  <p:oleObj name="" r:id="rId19" imgW="203200" imgH="3175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400" y="22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0" name="Object 34"/>
            <p:cNvGraphicFramePr>
              <a:graphicFrameLocks noChangeAspect="1"/>
            </p:cNvGraphicFramePr>
            <p:nvPr/>
          </p:nvGraphicFramePr>
          <p:xfrm>
            <a:off x="2256" y="2440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21" imgW="735965" imgH="393700" progId="Equation.3">
                    <p:embed/>
                  </p:oleObj>
                </mc:Choice>
                <mc:Fallback>
                  <p:oleObj name="" r:id="rId21" imgW="735965" imgH="3937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256" y="2440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1" name="Object 35"/>
            <p:cNvGraphicFramePr>
              <a:graphicFrameLocks noChangeAspect="1"/>
            </p:cNvGraphicFramePr>
            <p:nvPr/>
          </p:nvGraphicFramePr>
          <p:xfrm>
            <a:off x="3408" y="2208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23" imgW="177800" imgH="304165" progId="Equation.3">
                    <p:embed/>
                  </p:oleObj>
                </mc:Choice>
                <mc:Fallback>
                  <p:oleObj name="" r:id="rId23" imgW="177800" imgH="304165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408" y="2208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2" name="Object 36"/>
            <p:cNvGraphicFramePr>
              <a:graphicFrameLocks noChangeAspect="1"/>
            </p:cNvGraphicFramePr>
            <p:nvPr/>
          </p:nvGraphicFramePr>
          <p:xfrm>
            <a:off x="3408" y="2496"/>
            <a:ext cx="1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25" imgW="266065" imgH="316865" progId="Equation.3">
                    <p:embed/>
                  </p:oleObj>
                </mc:Choice>
                <mc:Fallback>
                  <p:oleObj name="" r:id="rId25" imgW="266065" imgH="316865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3408" y="2496"/>
                          <a:ext cx="16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3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3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3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3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3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7" grpId="0"/>
      <p:bldP spid="235529" grpId="0"/>
      <p:bldP spid="2355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4"/>
          <p:cNvSpPr/>
          <p:nvPr/>
        </p:nvSpPr>
        <p:spPr>
          <a:xfrm>
            <a:off x="1411288" y="684213"/>
            <a:ext cx="14319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实例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6549" name="Rectangle 5"/>
          <p:cNvSpPr/>
          <p:nvPr/>
        </p:nvSpPr>
        <p:spPr>
          <a:xfrm>
            <a:off x="2301875" y="688975"/>
            <a:ext cx="24145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</a:rPr>
              <a:t>抛硬币”试验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36550" name="Rectangle 6"/>
          <p:cNvSpPr/>
          <p:nvPr/>
        </p:nvSpPr>
        <p:spPr>
          <a:xfrm>
            <a:off x="4737100" y="701675"/>
            <a:ext cx="34877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观察正、反两面情况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6555" name="Object 11"/>
          <p:cNvGraphicFramePr>
            <a:graphicFrameLocks noChangeAspect="1"/>
          </p:cNvGraphicFramePr>
          <p:nvPr/>
        </p:nvGraphicFramePr>
        <p:xfrm>
          <a:off x="2555875" y="1703388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" imgW="1447165" imgH="393700" progId="Equation.3">
                  <p:embed/>
                </p:oleObj>
              </mc:Choice>
              <mc:Fallback>
                <p:oleObj name="" r:id="rId1" imgW="1447165" imgH="3937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5875" y="1703388"/>
                        <a:ext cx="1447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6571" name="Group 27"/>
          <p:cNvGrpSpPr/>
          <p:nvPr/>
        </p:nvGrpSpPr>
        <p:grpSpPr>
          <a:xfrm>
            <a:off x="4003675" y="1379538"/>
            <a:ext cx="2597150" cy="977900"/>
            <a:chOff x="2522" y="869"/>
            <a:chExt cx="1636" cy="616"/>
          </a:xfrm>
        </p:grpSpPr>
        <p:graphicFrame>
          <p:nvGraphicFramePr>
            <p:cNvPr id="9235" name="Object 9"/>
            <p:cNvGraphicFramePr>
              <a:graphicFrameLocks noChangeAspect="1"/>
            </p:cNvGraphicFramePr>
            <p:nvPr/>
          </p:nvGraphicFramePr>
          <p:xfrm>
            <a:off x="2858" y="1205"/>
            <a:ext cx="16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3" imgW="266700" imgH="368300" progId="Equation.3">
                    <p:embed/>
                  </p:oleObj>
                </mc:Choice>
                <mc:Fallback>
                  <p:oleObj name="" r:id="rId3" imgW="266700" imgH="3683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858" y="1205"/>
                          <a:ext cx="168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6" name="Object 12"/>
            <p:cNvGraphicFramePr>
              <a:graphicFrameLocks noChangeAspect="1"/>
            </p:cNvGraphicFramePr>
            <p:nvPr/>
          </p:nvGraphicFramePr>
          <p:xfrm>
            <a:off x="2522" y="869"/>
            <a:ext cx="488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5" imgW="774065" imgH="977265" progId="Equation.3">
                    <p:embed/>
                  </p:oleObj>
                </mc:Choice>
                <mc:Fallback>
                  <p:oleObj name="" r:id="rId5" imgW="774065" imgH="977265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22" y="869"/>
                          <a:ext cx="488" cy="6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7" name="Object 13"/>
            <p:cNvGraphicFramePr>
              <a:graphicFrameLocks noChangeAspect="1"/>
            </p:cNvGraphicFramePr>
            <p:nvPr/>
          </p:nvGraphicFramePr>
          <p:xfrm>
            <a:off x="3110" y="869"/>
            <a:ext cx="104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7" imgW="1663065" imgH="406400" progId="Equation.3">
                    <p:embed/>
                  </p:oleObj>
                </mc:Choice>
                <mc:Fallback>
                  <p:oleObj name="" r:id="rId7" imgW="1663065" imgH="4064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110" y="869"/>
                          <a:ext cx="1048" cy="2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8" name="Object 14"/>
            <p:cNvGraphicFramePr>
              <a:graphicFrameLocks noChangeAspect="1"/>
            </p:cNvGraphicFramePr>
            <p:nvPr/>
          </p:nvGraphicFramePr>
          <p:xfrm>
            <a:off x="3106" y="1209"/>
            <a:ext cx="104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2" name="" r:id="rId9" imgW="1663700" imgH="368300" progId="Equation.3">
                    <p:embed/>
                  </p:oleObj>
                </mc:Choice>
                <mc:Fallback>
                  <p:oleObj name="" r:id="rId9" imgW="1663700" imgH="368300" progId="Equation.3">
                    <p:embed/>
                    <p:pic>
                      <p:nvPicPr>
                        <p:cNvPr id="0" name="图片 313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106" y="1209"/>
                          <a:ext cx="1048" cy="23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6559" name="Rectangle 15"/>
          <p:cNvSpPr/>
          <p:nvPr/>
        </p:nvSpPr>
        <p:spPr>
          <a:xfrm>
            <a:off x="298450" y="2573338"/>
            <a:ext cx="5410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dirty="0">
                <a:latin typeface="楷体_GB2312" pitchFamily="49" charset="-122"/>
              </a:rPr>
              <a:t>   </a:t>
            </a:r>
            <a:r>
              <a:rPr lang="zh-CN" altLang="en-US" dirty="0">
                <a:latin typeface="楷体_GB2312" pitchFamily="49" charset="-122"/>
              </a:rPr>
              <a:t>随机变量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楷体_GB2312" pitchFamily="49" charset="-122"/>
              </a:rPr>
              <a:t>服从</a:t>
            </a:r>
            <a:r>
              <a:rPr lang="en-US" altLang="zh-CN" dirty="0">
                <a:latin typeface="楷体_GB2312" pitchFamily="49" charset="-12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</a:rPr>
              <a:t>0―1</a:t>
            </a:r>
            <a:r>
              <a:rPr lang="en-US" altLang="zh-CN" dirty="0">
                <a:latin typeface="楷体_GB2312" pitchFamily="49" charset="-122"/>
              </a:rPr>
              <a:t>)</a:t>
            </a:r>
            <a:r>
              <a:rPr lang="zh-CN" altLang="en-US" dirty="0">
                <a:latin typeface="楷体_GB2312" pitchFamily="49" charset="-122"/>
              </a:rPr>
              <a:t>分布</a:t>
            </a:r>
            <a:r>
              <a:rPr lang="en-US" altLang="zh-CN" dirty="0">
                <a:latin typeface="楷体_GB2312" pitchFamily="49" charset="-122"/>
              </a:rPr>
              <a:t>.</a:t>
            </a:r>
            <a:endParaRPr lang="en-US" altLang="zh-CN" dirty="0">
              <a:latin typeface="楷体_GB2312" pitchFamily="49" charset="-122"/>
            </a:endParaRPr>
          </a:p>
        </p:txBody>
      </p:sp>
      <p:grpSp>
        <p:nvGrpSpPr>
          <p:cNvPr id="236560" name="Group 16"/>
          <p:cNvGrpSpPr/>
          <p:nvPr/>
        </p:nvGrpSpPr>
        <p:grpSpPr>
          <a:xfrm>
            <a:off x="1692275" y="3309938"/>
            <a:ext cx="5181600" cy="1371600"/>
            <a:chOff x="576" y="2614"/>
            <a:chExt cx="3264" cy="864"/>
          </a:xfrm>
        </p:grpSpPr>
        <p:grpSp>
          <p:nvGrpSpPr>
            <p:cNvPr id="9225" name="Group 17"/>
            <p:cNvGrpSpPr/>
            <p:nvPr/>
          </p:nvGrpSpPr>
          <p:grpSpPr>
            <a:xfrm>
              <a:off x="2112" y="2614"/>
              <a:ext cx="1728" cy="864"/>
              <a:chOff x="2112" y="2832"/>
              <a:chExt cx="1728" cy="864"/>
            </a:xfrm>
          </p:grpSpPr>
          <p:sp>
            <p:nvSpPr>
              <p:cNvPr id="9233" name="Line 18"/>
              <p:cNvSpPr/>
              <p:nvPr/>
            </p:nvSpPr>
            <p:spPr>
              <a:xfrm>
                <a:off x="2112" y="3168"/>
                <a:ext cx="1728" cy="0"/>
              </a:xfrm>
              <a:prstGeom prst="line">
                <a:avLst/>
              </a:prstGeom>
              <a:ln w="28575" cap="flat" cmpd="sng">
                <a:solidFill>
                  <a:srgbClr val="66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9234" name="Line 19"/>
              <p:cNvSpPr/>
              <p:nvPr/>
            </p:nvSpPr>
            <p:spPr>
              <a:xfrm>
                <a:off x="2544" y="2832"/>
                <a:ext cx="0" cy="864"/>
              </a:xfrm>
              <a:prstGeom prst="line">
                <a:avLst/>
              </a:prstGeom>
              <a:ln w="28575" cap="flat" cmpd="sng">
                <a:solidFill>
                  <a:srgbClr val="6600CC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9226" name="Object 20"/>
            <p:cNvGraphicFramePr>
              <a:graphicFrameLocks noChangeAspect="1"/>
            </p:cNvGraphicFramePr>
            <p:nvPr/>
          </p:nvGraphicFramePr>
          <p:xfrm>
            <a:off x="2212" y="2718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11" imgW="355600" imgH="292100" progId="Equation.3">
                    <p:embed/>
                  </p:oleObj>
                </mc:Choice>
                <mc:Fallback>
                  <p:oleObj name="" r:id="rId11" imgW="355600" imgH="2921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12" y="2718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7" name="Object 21"/>
            <p:cNvGraphicFramePr>
              <a:graphicFrameLocks noChangeAspect="1"/>
            </p:cNvGraphicFramePr>
            <p:nvPr/>
          </p:nvGraphicFramePr>
          <p:xfrm>
            <a:off x="2208" y="3094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13" imgW="381000" imgH="431800" progId="Equation.3">
                    <p:embed/>
                  </p:oleObj>
                </mc:Choice>
                <mc:Fallback>
                  <p:oleObj name="" r:id="rId13" imgW="381000" imgH="4318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08" y="3094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8" name="Object 22"/>
            <p:cNvGraphicFramePr>
              <a:graphicFrameLocks noChangeAspect="1"/>
            </p:cNvGraphicFramePr>
            <p:nvPr/>
          </p:nvGraphicFramePr>
          <p:xfrm>
            <a:off x="2836" y="2714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15" imgW="203200" imgH="317500" progId="Equation.3">
                    <p:embed/>
                  </p:oleObj>
                </mc:Choice>
                <mc:Fallback>
                  <p:oleObj name="" r:id="rId15" imgW="203200" imgH="3175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836" y="2714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9" name="Object 23"/>
            <p:cNvGraphicFramePr>
              <a:graphicFrameLocks noChangeAspect="1"/>
            </p:cNvGraphicFramePr>
            <p:nvPr/>
          </p:nvGraphicFramePr>
          <p:xfrm>
            <a:off x="3504" y="2710"/>
            <a:ext cx="12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17" imgW="190500" imgH="317500" progId="Equation.3">
                    <p:embed/>
                  </p:oleObj>
                </mc:Choice>
                <mc:Fallback>
                  <p:oleObj name="" r:id="rId17" imgW="190500" imgH="3175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504" y="2710"/>
                          <a:ext cx="120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0" name="Object 24"/>
            <p:cNvGraphicFramePr>
              <a:graphicFrameLocks noChangeAspect="1"/>
            </p:cNvGraphicFramePr>
            <p:nvPr/>
          </p:nvGraphicFramePr>
          <p:xfrm>
            <a:off x="2812" y="2918"/>
            <a:ext cx="1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19" imgW="241300" imgH="825500" progId="Equation.3">
                    <p:embed/>
                  </p:oleObj>
                </mc:Choice>
                <mc:Fallback>
                  <p:oleObj name="" r:id="rId19" imgW="241300" imgH="8255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812" y="2918"/>
                          <a:ext cx="152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1" name="Object 25"/>
            <p:cNvGraphicFramePr>
              <a:graphicFrameLocks noChangeAspect="1"/>
            </p:cNvGraphicFramePr>
            <p:nvPr/>
          </p:nvGraphicFramePr>
          <p:xfrm>
            <a:off x="3484" y="2918"/>
            <a:ext cx="1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0" name="" r:id="rId21" imgW="241300" imgH="825500" progId="Equation.3">
                    <p:embed/>
                  </p:oleObj>
                </mc:Choice>
                <mc:Fallback>
                  <p:oleObj name="" r:id="rId21" imgW="241300" imgH="825500" progId="Equation.3">
                    <p:embed/>
                    <p:pic>
                      <p:nvPicPr>
                        <p:cNvPr id="0" name="图片 313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484" y="2918"/>
                          <a:ext cx="152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2" name="Rectangle 26"/>
            <p:cNvSpPr/>
            <p:nvPr/>
          </p:nvSpPr>
          <p:spPr>
            <a:xfrm>
              <a:off x="576" y="2758"/>
              <a:ext cx="1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楷体_GB2312" pitchFamily="49" charset="-122"/>
                </a:rPr>
                <a:t>其分布律为</a:t>
              </a:r>
              <a:endParaRPr lang="zh-CN" altLang="en-US" dirty="0">
                <a:latin typeface="楷体_GB2312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6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9" grpId="0"/>
      <p:bldP spid="236550" grpId="0"/>
      <p:bldP spid="2365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2" name="Picture 4" descr="AG00433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5200" y="841375"/>
            <a:ext cx="1295400" cy="1020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3" name="Picture 5" descr="AG00434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993775"/>
            <a:ext cx="1219200" cy="876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765175"/>
            <a:ext cx="1233488" cy="1447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5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057275"/>
            <a:ext cx="1752600" cy="557213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39625" name="Text Box 9"/>
          <p:cNvSpPr txBox="1"/>
          <p:nvPr/>
        </p:nvSpPr>
        <p:spPr>
          <a:xfrm>
            <a:off x="1447800" y="2378075"/>
            <a:ext cx="3130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对于一个随机试验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39626" name="Text Box 10"/>
          <p:cNvSpPr txBox="1"/>
          <p:nvPr/>
        </p:nvSpPr>
        <p:spPr>
          <a:xfrm>
            <a:off x="4564063" y="2363788"/>
            <a:ext cx="41132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如果它的样本空间只包含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9627" name="Text Box 11"/>
          <p:cNvSpPr txBox="1"/>
          <p:nvPr/>
        </p:nvSpPr>
        <p:spPr>
          <a:xfrm>
            <a:off x="792163" y="2997200"/>
            <a:ext cx="17018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两个元素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9628" name="Object 12"/>
          <p:cNvGraphicFramePr>
            <a:graphicFrameLocks noChangeAspect="1"/>
          </p:cNvGraphicFramePr>
          <p:nvPr/>
        </p:nvGraphicFramePr>
        <p:xfrm>
          <a:off x="2519363" y="3074988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5" imgW="2019300" imgH="419100" progId="Equation.3">
                  <p:embed/>
                </p:oleObj>
              </mc:Choice>
              <mc:Fallback>
                <p:oleObj name="" r:id="rId5" imgW="2019300" imgH="4191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19363" y="3074988"/>
                        <a:ext cx="20193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29" name="Object 13"/>
          <p:cNvGraphicFramePr>
            <a:graphicFrameLocks noChangeAspect="1"/>
          </p:cNvGraphicFramePr>
          <p:nvPr/>
        </p:nvGraphicFramePr>
        <p:xfrm>
          <a:off x="4614863" y="3068638"/>
          <a:ext cx="40322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7" imgW="3835400" imgH="406400" progId="Equation.3">
                  <p:embed/>
                </p:oleObj>
              </mc:Choice>
              <mc:Fallback>
                <p:oleObj name="" r:id="rId7" imgW="3835400" imgH="4064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14863" y="3068638"/>
                        <a:ext cx="403225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0" name="Text Box 14"/>
          <p:cNvSpPr txBox="1"/>
          <p:nvPr/>
        </p:nvSpPr>
        <p:spPr>
          <a:xfrm>
            <a:off x="827088" y="3587750"/>
            <a:ext cx="434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服从</a:t>
            </a:r>
            <a:r>
              <a:rPr lang="en-US" altLang="zh-CN" dirty="0">
                <a:latin typeface="Times New Roman" panose="02020603050405020304" pitchFamily="18" charset="0"/>
              </a:rPr>
              <a:t>(0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―1)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分布的随机变量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39631" name="Object 15"/>
          <p:cNvGraphicFramePr>
            <a:graphicFrameLocks noChangeAspect="1"/>
          </p:cNvGraphicFramePr>
          <p:nvPr/>
        </p:nvGraphicFramePr>
        <p:xfrm>
          <a:off x="2822575" y="4619625"/>
          <a:ext cx="355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9" imgW="355600" imgH="292100" progId="Equation.3">
                  <p:embed/>
                </p:oleObj>
              </mc:Choice>
              <mc:Fallback>
                <p:oleObj name="" r:id="rId9" imgW="355600" imgH="2921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22575" y="4619625"/>
                        <a:ext cx="355600" cy="292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2" name="Object 16"/>
          <p:cNvGraphicFramePr>
            <a:graphicFrameLocks noChangeAspect="1"/>
          </p:cNvGraphicFramePr>
          <p:nvPr/>
        </p:nvGraphicFramePr>
        <p:xfrm>
          <a:off x="3160713" y="47053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60713" y="47053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3" name="Object 17"/>
          <p:cNvGraphicFramePr>
            <a:graphicFrameLocks noChangeAspect="1"/>
          </p:cNvGraphicFramePr>
          <p:nvPr/>
        </p:nvGraphicFramePr>
        <p:xfrm>
          <a:off x="3378200" y="4611688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3" imgW="774065" imgH="393700" progId="Equation.3">
                  <p:embed/>
                </p:oleObj>
              </mc:Choice>
              <mc:Fallback>
                <p:oleObj name="" r:id="rId13" imgW="774065" imgH="3937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378200" y="4611688"/>
                        <a:ext cx="774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4" name="Object 18"/>
          <p:cNvGraphicFramePr>
            <a:graphicFrameLocks noChangeAspect="1"/>
          </p:cNvGraphicFramePr>
          <p:nvPr/>
        </p:nvGraphicFramePr>
        <p:xfrm>
          <a:off x="4154488" y="46847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54488" y="46847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5" name="Object 19"/>
          <p:cNvGraphicFramePr>
            <a:graphicFrameLocks noChangeAspect="1"/>
          </p:cNvGraphicFramePr>
          <p:nvPr/>
        </p:nvGraphicFramePr>
        <p:xfrm>
          <a:off x="4378325" y="4284663"/>
          <a:ext cx="38100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17" imgW="381000" imgH="977900" progId="Equation.3">
                  <p:embed/>
                </p:oleObj>
              </mc:Choice>
              <mc:Fallback>
                <p:oleObj name="" r:id="rId17" imgW="381000" imgH="9779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78325" y="4284663"/>
                        <a:ext cx="381000" cy="957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6" name="Object 20"/>
          <p:cNvGraphicFramePr>
            <a:graphicFrameLocks noChangeAspect="1"/>
          </p:cNvGraphicFramePr>
          <p:nvPr/>
        </p:nvGraphicFramePr>
        <p:xfrm>
          <a:off x="4622800" y="4170363"/>
          <a:ext cx="170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9" imgW="1701800" imgH="431800" progId="Equation.3">
                  <p:embed/>
                </p:oleObj>
              </mc:Choice>
              <mc:Fallback>
                <p:oleObj name="" r:id="rId19" imgW="1701800" imgH="4318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622800" y="4170363"/>
                        <a:ext cx="1701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9637" name="Object 21"/>
          <p:cNvGraphicFramePr>
            <a:graphicFrameLocks noChangeAspect="1"/>
          </p:cNvGraphicFramePr>
          <p:nvPr/>
        </p:nvGraphicFramePr>
        <p:xfrm>
          <a:off x="4651375" y="4926013"/>
          <a:ext cx="168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21" imgW="1688465" imgH="431800" progId="Equation.3">
                  <p:embed/>
                </p:oleObj>
              </mc:Choice>
              <mc:Fallback>
                <p:oleObj name="" r:id="rId21" imgW="1688465" imgH="4318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51375" y="4926013"/>
                        <a:ext cx="16891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9638" name="Text Box 22"/>
          <p:cNvSpPr txBox="1"/>
          <p:nvPr/>
        </p:nvSpPr>
        <p:spPr>
          <a:xfrm>
            <a:off x="806450" y="5535613"/>
            <a:ext cx="45593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来描述这个随机试验的结果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3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3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3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39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39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3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3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1000"/>
                                        <p:tgtEl>
                                          <p:spTgt spid="23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3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3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3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5" grpId="0"/>
      <p:bldP spid="239626" grpId="0"/>
      <p:bldP spid="239627" grpId="0"/>
      <p:bldP spid="239630" grpId="0"/>
      <p:bldP spid="2396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4"/>
          <p:cNvSpPr txBox="1"/>
          <p:nvPr/>
        </p:nvSpPr>
        <p:spPr>
          <a:xfrm>
            <a:off x="1331913" y="688975"/>
            <a:ext cx="6119812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二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 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伯努利试验、二项分布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42694" name="Object 6"/>
          <p:cNvGraphicFramePr>
            <a:graphicFrameLocks noChangeAspect="1"/>
          </p:cNvGraphicFramePr>
          <p:nvPr/>
        </p:nvGraphicFramePr>
        <p:xfrm>
          <a:off x="1504950" y="1557338"/>
          <a:ext cx="45799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4406900" imgH="406400" progId="Equation.3">
                  <p:embed/>
                </p:oleObj>
              </mc:Choice>
              <mc:Fallback>
                <p:oleObj name="" r:id="rId1" imgW="4406900" imgH="4064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4950" y="1557338"/>
                        <a:ext cx="4579938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5" name="Object 7"/>
          <p:cNvGraphicFramePr>
            <a:graphicFrameLocks noChangeAspect="1"/>
          </p:cNvGraphicFramePr>
          <p:nvPr/>
        </p:nvGraphicFramePr>
        <p:xfrm>
          <a:off x="6170613" y="1571625"/>
          <a:ext cx="10842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1016000" imgH="393700" progId="Equation.3">
                  <p:embed/>
                </p:oleObj>
              </mc:Choice>
              <mc:Fallback>
                <p:oleObj name="" r:id="rId3" imgW="1016000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70613" y="1571625"/>
                        <a:ext cx="1084262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696" name="Object 8"/>
          <p:cNvGraphicFramePr>
            <a:graphicFrameLocks noChangeAspect="1"/>
          </p:cNvGraphicFramePr>
          <p:nvPr/>
        </p:nvGraphicFramePr>
        <p:xfrm>
          <a:off x="7280275" y="1557338"/>
          <a:ext cx="13684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1295400" imgH="381000" progId="Equation.3">
                  <p:embed/>
                </p:oleObj>
              </mc:Choice>
              <mc:Fallback>
                <p:oleObj name="" r:id="rId5" imgW="1295400" imgH="3810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80275" y="1557338"/>
                        <a:ext cx="136842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697" name="Text Box 9"/>
          <p:cNvSpPr txBox="1"/>
          <p:nvPr/>
        </p:nvSpPr>
        <p:spPr>
          <a:xfrm>
            <a:off x="827088" y="2097088"/>
            <a:ext cx="37179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伯努利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(Bernoulli)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实验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.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42698" name="Object 10"/>
          <p:cNvGraphicFramePr>
            <a:graphicFrameLocks noChangeAspect="1"/>
          </p:cNvGraphicFramePr>
          <p:nvPr/>
        </p:nvGraphicFramePr>
        <p:xfrm>
          <a:off x="4545013" y="2133600"/>
          <a:ext cx="35909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1485265" imgH="215900" progId="Equation.DSMT4">
                  <p:embed/>
                </p:oleObj>
              </mc:Choice>
              <mc:Fallback>
                <p:oleObj name="" r:id="rId7" imgW="1485265" imgH="2159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45013" y="2133600"/>
                        <a:ext cx="3590925" cy="50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699" name="Text Box 11"/>
          <p:cNvSpPr txBox="1"/>
          <p:nvPr/>
        </p:nvSpPr>
        <p:spPr>
          <a:xfrm>
            <a:off x="8135938" y="2097088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此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2700" name="Object 12"/>
          <p:cNvGraphicFramePr>
            <a:graphicFrameLocks noChangeAspect="1"/>
          </p:cNvGraphicFramePr>
          <p:nvPr/>
        </p:nvGraphicFramePr>
        <p:xfrm>
          <a:off x="906463" y="2767013"/>
          <a:ext cx="24574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9" imgW="2324100" imgH="431800" progId="Equation.3">
                  <p:embed/>
                </p:oleObj>
              </mc:Choice>
              <mc:Fallback>
                <p:oleObj name="" r:id="rId9" imgW="2324100" imgH="4318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06463" y="2767013"/>
                        <a:ext cx="245745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01" name="Object 13"/>
          <p:cNvGraphicFramePr>
            <a:graphicFrameLocks noChangeAspect="1"/>
          </p:cNvGraphicFramePr>
          <p:nvPr/>
        </p:nvGraphicFramePr>
        <p:xfrm>
          <a:off x="3455988" y="2759075"/>
          <a:ext cx="36655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1" imgW="3441700" imgH="419100" progId="Equation.3">
                  <p:embed/>
                </p:oleObj>
              </mc:Choice>
              <mc:Fallback>
                <p:oleObj name="" r:id="rId11" imgW="3441700" imgH="4191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55988" y="2759075"/>
                        <a:ext cx="3665537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02" name="Text Box 14"/>
          <p:cNvSpPr txBox="1"/>
          <p:nvPr/>
        </p:nvSpPr>
        <p:spPr>
          <a:xfrm>
            <a:off x="7099300" y="2681288"/>
            <a:ext cx="16129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则称这一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2703" name="Object 15"/>
          <p:cNvGraphicFramePr>
            <a:graphicFrameLocks noChangeAspect="1"/>
          </p:cNvGraphicFramePr>
          <p:nvPr/>
        </p:nvGraphicFramePr>
        <p:xfrm>
          <a:off x="892175" y="3386138"/>
          <a:ext cx="5940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3" imgW="5676900" imgH="406400" progId="Equation.3">
                  <p:embed/>
                </p:oleObj>
              </mc:Choice>
              <mc:Fallback>
                <p:oleObj name="" r:id="rId13" imgW="5676900" imgH="4064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2175" y="3386138"/>
                        <a:ext cx="5940425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2710" name="Object 22"/>
          <p:cNvGraphicFramePr>
            <a:graphicFrameLocks noChangeAspect="1"/>
          </p:cNvGraphicFramePr>
          <p:nvPr/>
        </p:nvGraphicFramePr>
        <p:xfrm>
          <a:off x="1498600" y="4205288"/>
          <a:ext cx="69754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5" imgW="2794000" imgH="215900" progId="Equation.DSMT4">
                  <p:embed/>
                </p:oleObj>
              </mc:Choice>
              <mc:Fallback>
                <p:oleObj name="" r:id="rId15" imgW="2794000" imgH="2159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98600" y="4205288"/>
                        <a:ext cx="6975475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2711" name="Text Box 23"/>
          <p:cNvSpPr txBox="1"/>
          <p:nvPr/>
        </p:nvSpPr>
        <p:spPr>
          <a:xfrm>
            <a:off x="812800" y="4775200"/>
            <a:ext cx="27733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它有广泛的应用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2712" name="Text Box 24"/>
          <p:cNvSpPr txBox="1"/>
          <p:nvPr/>
        </p:nvSpPr>
        <p:spPr>
          <a:xfrm>
            <a:off x="3535363" y="4781550"/>
            <a:ext cx="38449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是研究最多的模型之一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2714" name="AutoShape 26">
            <a:hlinkClick r:id="rId17" action="ppaction://hlinksldjump"/>
          </p:cNvPr>
          <p:cNvSpPr/>
          <p:nvPr/>
        </p:nvSpPr>
        <p:spPr>
          <a:xfrm>
            <a:off x="6877050" y="765175"/>
            <a:ext cx="1439863" cy="576263"/>
          </a:xfrm>
          <a:prstGeom prst="actionButtonBlank">
            <a:avLst/>
          </a:prstGeom>
          <a:gradFill rotWithShape="1">
            <a:gsLst>
              <a:gs pos="0">
                <a:srgbClr val="156B13">
                  <a:alpha val="100000"/>
                </a:srgbClr>
              </a:gs>
              <a:gs pos="25000">
                <a:srgbClr val="9CB86E">
                  <a:alpha val="100000"/>
                </a:srgbClr>
              </a:gs>
              <a:gs pos="50000">
                <a:srgbClr val="DDEBCF">
                  <a:alpha val="100000"/>
                </a:srgbClr>
              </a:gs>
              <a:gs pos="75000">
                <a:srgbClr val="9CB86E">
                  <a:alpha val="100000"/>
                </a:srgbClr>
              </a:gs>
              <a:gs pos="100000">
                <a:srgbClr val="156B13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zh-CN" altLang="en-US" sz="2000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伯努利资料</a:t>
            </a:r>
            <a:endParaRPr lang="zh-CN" altLang="en-US" sz="2000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4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4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4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4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4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4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4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4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4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4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4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7" grpId="0"/>
      <p:bldP spid="242699" grpId="0"/>
      <p:bldP spid="242702" grpId="0"/>
      <p:bldP spid="242711" grpId="0"/>
      <p:bldP spid="242712" grpId="0"/>
      <p:bldP spid="2427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838200" y="914400"/>
            <a:ext cx="76200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实例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抛一枚硬币观察得到正面或反面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若将硬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　　　币抛 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</a:rPr>
              <a:t>次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就是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重伯努利试验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0579" name="Rectangle 3"/>
          <p:cNvSpPr/>
          <p:nvPr/>
        </p:nvSpPr>
        <p:spPr>
          <a:xfrm>
            <a:off x="838200" y="2286000"/>
            <a:ext cx="7696200" cy="11699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实例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</a:rPr>
              <a:t>抛一颗骰子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次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观察是否 “出现 </a:t>
            </a:r>
            <a:r>
              <a:rPr lang="en-US" altLang="zh-CN" dirty="0">
                <a:latin typeface="Times New Roman" panose="02020603050405020304" pitchFamily="18" charset="0"/>
              </a:rPr>
              <a:t>1 </a:t>
            </a:r>
            <a:r>
              <a:rPr lang="zh-CN" altLang="en-US" dirty="0">
                <a:latin typeface="Times New Roman" panose="02020603050405020304" pitchFamily="18" charset="0"/>
              </a:rPr>
              <a:t>点”</a:t>
            </a:r>
            <a:r>
              <a:rPr lang="en-US" altLang="zh-CN" dirty="0">
                <a:latin typeface="Times New Roman" panose="02020603050405020304" pitchFamily="18" charset="0"/>
              </a:rPr>
              <a:t>,   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            </a:t>
            </a:r>
            <a:r>
              <a:rPr lang="zh-CN" altLang="en-US" dirty="0">
                <a:latin typeface="Times New Roman" panose="02020603050405020304" pitchFamily="18" charset="0"/>
              </a:rPr>
              <a:t>就是 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重伯努利试验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80580" name="Rectangle 4"/>
          <p:cNvSpPr/>
          <p:nvPr/>
        </p:nvSpPr>
        <p:spPr>
          <a:xfrm>
            <a:off x="881063" y="3933825"/>
            <a:ext cx="23272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二项概率公式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80581" name="Object 5"/>
          <p:cNvGraphicFramePr>
            <a:graphicFrameLocks noChangeAspect="1"/>
          </p:cNvGraphicFramePr>
          <p:nvPr/>
        </p:nvGraphicFramePr>
        <p:xfrm>
          <a:off x="912813" y="4703763"/>
          <a:ext cx="7467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7467600" imgH="444500" progId="Equation.3">
                  <p:embed/>
                </p:oleObj>
              </mc:Choice>
              <mc:Fallback>
                <p:oleObj name="" r:id="rId1" imgW="7467600" imgH="444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2813" y="4703763"/>
                        <a:ext cx="7467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2" name="Object 6"/>
          <p:cNvGraphicFramePr>
            <a:graphicFrameLocks noChangeAspect="1"/>
          </p:cNvGraphicFramePr>
          <p:nvPr/>
        </p:nvGraphicFramePr>
        <p:xfrm>
          <a:off x="946150" y="5294313"/>
          <a:ext cx="3746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3746500" imgH="444500" progId="Equation.3">
                  <p:embed/>
                </p:oleObj>
              </mc:Choice>
              <mc:Fallback>
                <p:oleObj name="" r:id="rId3" imgW="3746500" imgH="4445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6150" y="5294313"/>
                        <a:ext cx="37465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3" name="Object 7"/>
          <p:cNvGraphicFramePr>
            <a:graphicFrameLocks noChangeAspect="1"/>
          </p:cNvGraphicFramePr>
          <p:nvPr/>
        </p:nvGraphicFramePr>
        <p:xfrm>
          <a:off x="2836863" y="5915025"/>
          <a:ext cx="295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5" imgW="2165985" imgH="221615" progId="Equation.3">
                  <p:embed/>
                </p:oleObj>
              </mc:Choice>
              <mc:Fallback>
                <p:oleObj name="" r:id="rId5" imgW="2165985" imgH="221615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36863" y="5915025"/>
                        <a:ext cx="2959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0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/>
      <p:bldP spid="28058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971550" y="762000"/>
          <a:ext cx="3365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1" imgW="3365500" imgH="431800" progId="Equation.3">
                  <p:embed/>
                </p:oleObj>
              </mc:Choice>
              <mc:Fallback>
                <p:oleObj name="" r:id="rId1" imgW="3365500" imgH="431800" progId="Equation.3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762000"/>
                        <a:ext cx="33655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3" name="Object 3"/>
          <p:cNvGraphicFramePr>
            <a:graphicFrameLocks noChangeAspect="1"/>
          </p:cNvGraphicFramePr>
          <p:nvPr/>
        </p:nvGraphicFramePr>
        <p:xfrm>
          <a:off x="946150" y="1335088"/>
          <a:ext cx="4699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3" imgW="4699000" imgH="444500" progId="Equation.3">
                  <p:embed/>
                </p:oleObj>
              </mc:Choice>
              <mc:Fallback>
                <p:oleObj name="" r:id="rId3" imgW="4699000" imgH="44450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6150" y="1335088"/>
                        <a:ext cx="46990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4" name="Object 4"/>
          <p:cNvGraphicFramePr>
            <a:graphicFrameLocks noChangeAspect="1"/>
          </p:cNvGraphicFramePr>
          <p:nvPr/>
        </p:nvGraphicFramePr>
        <p:xfrm>
          <a:off x="1371600" y="2133600"/>
          <a:ext cx="1270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5" imgW="885825" imgH="529590" progId="Equation.3">
                  <p:embed/>
                </p:oleObj>
              </mc:Choice>
              <mc:Fallback>
                <p:oleObj name="" r:id="rId5" imgW="885825" imgH="52959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2133600"/>
                        <a:ext cx="1270000" cy="80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5" name="Object 5"/>
          <p:cNvGraphicFramePr>
            <a:graphicFrameLocks noChangeAspect="1"/>
          </p:cNvGraphicFramePr>
          <p:nvPr/>
        </p:nvGraphicFramePr>
        <p:xfrm>
          <a:off x="2819400" y="2133600"/>
          <a:ext cx="1422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7" imgW="1000760" imgH="596900" progId="Equation.3">
                  <p:embed/>
                </p:oleObj>
              </mc:Choice>
              <mc:Fallback>
                <p:oleObj name="" r:id="rId7" imgW="1000760" imgH="5969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2133600"/>
                        <a:ext cx="14224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6" name="Object 6"/>
          <p:cNvGraphicFramePr>
            <a:graphicFrameLocks noChangeAspect="1"/>
          </p:cNvGraphicFramePr>
          <p:nvPr/>
        </p:nvGraphicFramePr>
        <p:xfrm>
          <a:off x="1371600" y="3390900"/>
          <a:ext cx="1371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9" imgW="962660" imgH="567690" progId="Equation.3">
                  <p:embed/>
                </p:oleObj>
              </mc:Choice>
              <mc:Fallback>
                <p:oleObj name="" r:id="rId9" imgW="962660" imgH="56769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71600" y="3390900"/>
                        <a:ext cx="1371600" cy="850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7" name="Object 7"/>
          <p:cNvGraphicFramePr>
            <a:graphicFrameLocks noChangeAspect="1"/>
          </p:cNvGraphicFramePr>
          <p:nvPr/>
        </p:nvGraphicFramePr>
        <p:xfrm>
          <a:off x="2819400" y="3352800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1" imgW="144145" imgH="201930" progId="Equation.3">
                  <p:embed/>
                </p:oleObj>
              </mc:Choice>
              <mc:Fallback>
                <p:oleObj name="" r:id="rId11" imgW="144145" imgH="20193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19400" y="3352800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8" name="Object 8"/>
          <p:cNvGraphicFramePr>
            <a:graphicFrameLocks noChangeAspect="1"/>
          </p:cNvGraphicFramePr>
          <p:nvPr/>
        </p:nvGraphicFramePr>
        <p:xfrm>
          <a:off x="3276600" y="3429000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3" imgW="144145" imgH="149225" progId="Equation.3">
                  <p:embed/>
                </p:oleObj>
              </mc:Choice>
              <mc:Fallback>
                <p:oleObj name="" r:id="rId13" imgW="144145" imgH="149225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4">
                        <a:clrChange>
                          <a:clrFrom>
                            <a:srgbClr val="000000"/>
                          </a:clrFrom>
                          <a:clrTo>
                            <a:srgbClr val="FF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3429000"/>
                        <a:ext cx="292100" cy="30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9" name="Object 9"/>
          <p:cNvGraphicFramePr>
            <a:graphicFrameLocks noChangeAspect="1"/>
          </p:cNvGraphicFramePr>
          <p:nvPr/>
        </p:nvGraphicFramePr>
        <p:xfrm>
          <a:off x="3733800" y="3340100"/>
          <a:ext cx="12700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5" imgW="885825" imgH="596900" progId="Equation.3">
                  <p:embed/>
                </p:oleObj>
              </mc:Choice>
              <mc:Fallback>
                <p:oleObj name="" r:id="rId15" imgW="885825" imgH="5969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16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733800" y="3340100"/>
                        <a:ext cx="12700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0" name="Object 10"/>
          <p:cNvGraphicFramePr>
            <a:graphicFrameLocks noChangeAspect="1"/>
          </p:cNvGraphicFramePr>
          <p:nvPr/>
        </p:nvGraphicFramePr>
        <p:xfrm>
          <a:off x="5391150" y="3543300"/>
          <a:ext cx="6731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7" imgW="673100" imgH="101600" progId="Equation.3">
                  <p:embed/>
                </p:oleObj>
              </mc:Choice>
              <mc:Fallback>
                <p:oleObj name="" r:id="rId17" imgW="673100" imgH="101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91150" y="3543300"/>
                        <a:ext cx="673100" cy="101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1" name="Object 11"/>
          <p:cNvGraphicFramePr>
            <a:graphicFrameLocks noChangeAspect="1"/>
          </p:cNvGraphicFramePr>
          <p:nvPr/>
        </p:nvGraphicFramePr>
        <p:xfrm>
          <a:off x="925513" y="4575175"/>
          <a:ext cx="6146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9" imgW="6146800" imgH="444500" progId="Equation.3">
                  <p:embed/>
                </p:oleObj>
              </mc:Choice>
              <mc:Fallback>
                <p:oleObj name="" r:id="rId19" imgW="6146800" imgH="4445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25513" y="4575175"/>
                        <a:ext cx="61468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2" name="Object 12"/>
          <p:cNvGraphicFramePr>
            <a:graphicFrameLocks noChangeAspect="1"/>
          </p:cNvGraphicFramePr>
          <p:nvPr/>
        </p:nvGraphicFramePr>
        <p:xfrm>
          <a:off x="7194550" y="4279900"/>
          <a:ext cx="11049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21" imgW="1104900" imgH="977900" progId="Equation.3">
                  <p:embed/>
                </p:oleObj>
              </mc:Choice>
              <mc:Fallback>
                <p:oleObj name="" r:id="rId21" imgW="1104900" imgH="9779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94550" y="4279900"/>
                        <a:ext cx="11049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3" name="Text Box 13"/>
          <p:cNvSpPr txBox="1"/>
          <p:nvPr/>
        </p:nvSpPr>
        <p:spPr>
          <a:xfrm>
            <a:off x="823913" y="5207000"/>
            <a:ext cx="28638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楷体_GB2312" pitchFamily="49" charset="-122"/>
              </a:rPr>
              <a:t>且两两互不相容</a:t>
            </a:r>
            <a:r>
              <a:rPr lang="en-US" altLang="zh-CN" dirty="0">
                <a:latin typeface="楷体_GB2312" pitchFamily="49" charset="-122"/>
              </a:rPr>
              <a:t>.</a:t>
            </a:r>
            <a:endParaRPr lang="en-US" altLang="zh-CN" dirty="0">
              <a:latin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2627" name="Rectangle 3"/>
          <p:cNvSpPr/>
          <p:nvPr/>
        </p:nvSpPr>
        <p:spPr>
          <a:xfrm>
            <a:off x="827088" y="4559300"/>
            <a:ext cx="50069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楷体_GB2312" pitchFamily="49" charset="-122"/>
              </a:rPr>
              <a:t>称这样的分布为</a:t>
            </a:r>
            <a:r>
              <a:rPr lang="zh-CN" altLang="en-US" dirty="0">
                <a:solidFill>
                  <a:srgbClr val="0000FF"/>
                </a:solidFill>
                <a:latin typeface="楷体_GB2312" pitchFamily="49" charset="-122"/>
              </a:rPr>
              <a:t>二项分布</a:t>
            </a:r>
            <a:r>
              <a:rPr lang="en-US" altLang="zh-CN" dirty="0">
                <a:latin typeface="楷体_GB2312" pitchFamily="49" charset="-122"/>
              </a:rPr>
              <a:t>.</a:t>
            </a:r>
            <a:r>
              <a:rPr lang="zh-CN" altLang="en-US" dirty="0">
                <a:latin typeface="楷体_GB2312" pitchFamily="49" charset="-122"/>
              </a:rPr>
              <a:t>记为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282628" name="Object 4"/>
          <p:cNvGraphicFramePr>
            <a:graphicFrameLocks noChangeAspect="1"/>
          </p:cNvGraphicFramePr>
          <p:nvPr/>
        </p:nvGraphicFramePr>
        <p:xfrm>
          <a:off x="5737225" y="4686300"/>
          <a:ext cx="1790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280160" imgH="221615" progId="Equation.3">
                  <p:embed/>
                </p:oleObj>
              </mc:Choice>
              <mc:Fallback>
                <p:oleObj name="" r:id="rId1" imgW="1280160" imgH="22161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737225" y="4686300"/>
                        <a:ext cx="17907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5"/>
          <p:cNvGraphicFramePr>
            <a:graphicFrameLocks noChangeAspect="1"/>
          </p:cNvGraphicFramePr>
          <p:nvPr/>
        </p:nvGraphicFramePr>
        <p:xfrm>
          <a:off x="971550" y="755650"/>
          <a:ext cx="6007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6007100" imgH="444500" progId="Equation.3">
                  <p:embed/>
                </p:oleObj>
              </mc:Choice>
              <mc:Fallback>
                <p:oleObj name="" r:id="rId3" imgW="6007100" imgH="4445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550" y="755650"/>
                        <a:ext cx="60071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0" name="Object 6"/>
          <p:cNvGraphicFramePr>
            <a:graphicFrameLocks noChangeAspect="1"/>
          </p:cNvGraphicFramePr>
          <p:nvPr/>
        </p:nvGraphicFramePr>
        <p:xfrm>
          <a:off x="1143000" y="1524000"/>
          <a:ext cx="2387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5" imgW="2387600" imgH="977900" progId="Equation.3">
                  <p:embed/>
                </p:oleObj>
              </mc:Choice>
              <mc:Fallback>
                <p:oleObj name="" r:id="rId5" imgW="2387600" imgH="9779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3000" y="1524000"/>
                        <a:ext cx="2387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1" name="AutoShape 7"/>
          <p:cNvSpPr/>
          <p:nvPr/>
        </p:nvSpPr>
        <p:spPr>
          <a:xfrm>
            <a:off x="3733800" y="2057400"/>
            <a:ext cx="1981200" cy="152400"/>
          </a:xfrm>
          <a:prstGeom prst="rightArrow">
            <a:avLst>
              <a:gd name="adj1" fmla="val 50000"/>
              <a:gd name="adj2" fmla="val 325000"/>
            </a:avLst>
          </a:prstGeom>
          <a:solidFill>
            <a:srgbClr val="00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2632" name="Object 8"/>
          <p:cNvGraphicFramePr>
            <a:graphicFrameLocks noChangeAspect="1"/>
          </p:cNvGraphicFramePr>
          <p:nvPr/>
        </p:nvGraphicFramePr>
        <p:xfrm>
          <a:off x="3752850" y="16002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7" imgW="1739900" imgH="431800" progId="Equation.3">
                  <p:embed/>
                </p:oleObj>
              </mc:Choice>
              <mc:Fallback>
                <p:oleObj name="" r:id="rId7" imgW="1739900" imgH="4318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52850" y="1600200"/>
                        <a:ext cx="1739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3" name="Object 9"/>
          <p:cNvGraphicFramePr>
            <a:graphicFrameLocks noChangeAspect="1"/>
          </p:cNvGraphicFramePr>
          <p:nvPr/>
        </p:nvGraphicFramePr>
        <p:xfrm>
          <a:off x="6011863" y="1524000"/>
          <a:ext cx="1587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1587500" imgH="977900" progId="Equation.3">
                  <p:embed/>
                </p:oleObj>
              </mc:Choice>
              <mc:Fallback>
                <p:oleObj name="" r:id="rId9" imgW="1587500" imgH="9779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11863" y="1524000"/>
                        <a:ext cx="15875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4" name="Object 10"/>
          <p:cNvGraphicFramePr>
            <a:graphicFrameLocks noChangeAspect="1"/>
          </p:cNvGraphicFramePr>
          <p:nvPr/>
        </p:nvGraphicFramePr>
        <p:xfrm>
          <a:off x="908050" y="2701925"/>
          <a:ext cx="2527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1" imgW="2527300" imgH="444500" progId="Equation.3">
                  <p:embed/>
                </p:oleObj>
              </mc:Choice>
              <mc:Fallback>
                <p:oleObj name="" r:id="rId11" imgW="2527300" imgH="4445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8050" y="2701925"/>
                        <a:ext cx="25273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2635" name="Group 11"/>
          <p:cNvGrpSpPr/>
          <p:nvPr/>
        </p:nvGrpSpPr>
        <p:grpSpPr>
          <a:xfrm>
            <a:off x="2133600" y="5373688"/>
            <a:ext cx="4584700" cy="595312"/>
            <a:chOff x="1344" y="3327"/>
            <a:chExt cx="2888" cy="375"/>
          </a:xfrm>
        </p:grpSpPr>
        <p:sp>
          <p:nvSpPr>
            <p:cNvPr id="14348" name="Text Box 12"/>
            <p:cNvSpPr txBox="1"/>
            <p:nvPr/>
          </p:nvSpPr>
          <p:spPr>
            <a:xfrm>
              <a:off x="1344" y="3375"/>
              <a:ext cx="10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solidFill>
                    <a:srgbClr val="0000FF"/>
                  </a:solidFill>
                  <a:latin typeface="楷体_GB2312" pitchFamily="49" charset="-122"/>
                </a:rPr>
                <a:t>二项分布</a:t>
              </a:r>
              <a:endParaRPr lang="zh-CN" altLang="en-US" dirty="0">
                <a:solidFill>
                  <a:srgbClr val="0000FF"/>
                </a:solidFill>
                <a:latin typeface="楷体_GB2312" pitchFamily="49" charset="-122"/>
              </a:endParaRPr>
            </a:p>
          </p:txBody>
        </p:sp>
        <p:grpSp>
          <p:nvGrpSpPr>
            <p:cNvPr id="14349" name="Group 13"/>
            <p:cNvGrpSpPr/>
            <p:nvPr/>
          </p:nvGrpSpPr>
          <p:grpSpPr>
            <a:xfrm>
              <a:off x="2400" y="3327"/>
              <a:ext cx="1832" cy="375"/>
              <a:chOff x="2400" y="3327"/>
              <a:chExt cx="1832" cy="375"/>
            </a:xfrm>
          </p:grpSpPr>
          <p:grpSp>
            <p:nvGrpSpPr>
              <p:cNvPr id="14350" name="Group 14"/>
              <p:cNvGrpSpPr/>
              <p:nvPr/>
            </p:nvGrpSpPr>
            <p:grpSpPr>
              <a:xfrm>
                <a:off x="2400" y="3327"/>
                <a:ext cx="720" cy="236"/>
                <a:chOff x="2352" y="1300"/>
                <a:chExt cx="720" cy="236"/>
              </a:xfrm>
            </p:grpSpPr>
            <p:graphicFrame>
              <p:nvGraphicFramePr>
                <p:cNvPr id="14352" name="Object 15"/>
                <p:cNvGraphicFramePr>
                  <a:graphicFrameLocks noChangeAspect="1"/>
                </p:cNvGraphicFramePr>
                <p:nvPr/>
              </p:nvGraphicFramePr>
              <p:xfrm>
                <a:off x="2460" y="1300"/>
                <a:ext cx="472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91" name="" r:id="rId13" imgW="748665" imgH="317500" progId="Equation.3">
                        <p:embed/>
                      </p:oleObj>
                    </mc:Choice>
                    <mc:Fallback>
                      <p:oleObj name="" r:id="rId13" imgW="748665" imgH="317500" progId="Equation.3">
                        <p:embed/>
                        <p:pic>
                          <p:nvPicPr>
                            <p:cNvPr id="0" name="图片 3090"/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60" y="1300"/>
                              <a:ext cx="472" cy="200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4353" name="Line 16"/>
                <p:cNvSpPr/>
                <p:nvPr/>
              </p:nvSpPr>
              <p:spPr>
                <a:xfrm>
                  <a:off x="2352" y="1536"/>
                  <a:ext cx="720" cy="0"/>
                </a:xfrm>
                <a:prstGeom prst="line">
                  <a:avLst/>
                </a:prstGeom>
                <a:ln w="28575" cap="flat" cmpd="sng">
                  <a:solidFill>
                    <a:srgbClr val="008000"/>
                  </a:solidFill>
                  <a:prstDash val="solid"/>
                  <a:miter/>
                  <a:headEnd type="none" w="med" len="med"/>
                  <a:tailEnd type="triangle" w="lg" len="med"/>
                </a:ln>
              </p:spPr>
            </p:sp>
          </p:grpSp>
          <p:sp>
            <p:nvSpPr>
              <p:cNvPr id="14351" name="Text Box 17"/>
              <p:cNvSpPr txBox="1"/>
              <p:nvPr/>
            </p:nvSpPr>
            <p:spPr>
              <a:xfrm>
                <a:off x="3216" y="3375"/>
                <a:ext cx="1016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solidFill>
                      <a:srgbClr val="FF0000"/>
                    </a:solidFill>
                    <a:latin typeface="楷体_GB2312" pitchFamily="49" charset="-122"/>
                  </a:rPr>
                  <a:t>两点分布</a:t>
                </a:r>
                <a:endParaRPr lang="zh-CN" altLang="en-US" dirty="0">
                  <a:solidFill>
                    <a:srgbClr val="FF0000"/>
                  </a:solidFill>
                  <a:latin typeface="楷体_GB2312" pitchFamily="49" charset="-122"/>
                </a:endParaRPr>
              </a:p>
            </p:txBody>
          </p:sp>
        </p:grpSp>
      </p:grpSp>
      <p:graphicFrame>
        <p:nvGraphicFramePr>
          <p:cNvPr id="18" name="Object 9"/>
          <p:cNvGraphicFramePr>
            <a:graphicFrameLocks noChangeAspect="1"/>
          </p:cNvGraphicFramePr>
          <p:nvPr/>
        </p:nvGraphicFramePr>
        <p:xfrm>
          <a:off x="2014538" y="3178175"/>
          <a:ext cx="543242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5" imgW="2349500" imgH="469900" progId="Equation.DSMT4">
                  <p:embed/>
                </p:oleObj>
              </mc:Choice>
              <mc:Fallback>
                <p:oleObj name="" r:id="rId15" imgW="2349500" imgH="4699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14538" y="3178175"/>
                        <a:ext cx="5432425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5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/>
      <p:bldP spid="2826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/>
          <p:nvPr/>
        </p:nvSpPr>
        <p:spPr>
          <a:xfrm>
            <a:off x="1316038" y="333375"/>
            <a:ext cx="32559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楷体_GB2312" pitchFamily="49" charset="-122"/>
              </a:rPr>
              <a:t>二项分布的图形</a:t>
            </a:r>
            <a:endParaRPr lang="zh-CN" altLang="en-US" dirty="0">
              <a:latin typeface="楷体_GB2312" pitchFamily="49" charset="-122"/>
            </a:endParaRPr>
          </a:p>
        </p:txBody>
      </p:sp>
      <p:pic>
        <p:nvPicPr>
          <p:cNvPr id="28365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525" y="1028700"/>
            <a:ext cx="3902075" cy="2089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365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3116263"/>
            <a:ext cx="3902075" cy="2089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3654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188" y="3116263"/>
            <a:ext cx="3902075" cy="2089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3655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188" y="1028700"/>
            <a:ext cx="3902075" cy="2089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898525" y="5373688"/>
            <a:ext cx="7805738" cy="1130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900430" indent="-900430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特点：随着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的增大，概率先是随之增大，直到达到最大值，随后单调减小。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3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2"/>
          <p:cNvSpPr txBox="1"/>
          <p:nvPr/>
        </p:nvSpPr>
        <p:spPr>
          <a:xfrm>
            <a:off x="914400" y="822325"/>
            <a:ext cx="7761288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例如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在相同条件下相互独立地进行 </a:t>
            </a:r>
            <a:r>
              <a:rPr lang="en-US" altLang="zh-CN" dirty="0">
                <a:latin typeface="Times New Roman" panose="02020603050405020304" pitchFamily="18" charset="0"/>
              </a:rPr>
              <a:t>5 </a:t>
            </a:r>
            <a:r>
              <a:rPr lang="zh-CN" altLang="en-US" dirty="0">
                <a:latin typeface="Times New Roman" panose="02020603050405020304" pitchFamily="18" charset="0"/>
              </a:rPr>
              <a:t>次射击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</a:rPr>
              <a:t>每次射击时击中目标的概率为 </a:t>
            </a:r>
            <a:r>
              <a:rPr lang="en-US" altLang="zh-CN" dirty="0">
                <a:latin typeface="Times New Roman" panose="02020603050405020304" pitchFamily="18" charset="0"/>
              </a:rPr>
              <a:t>0.6 ,</a:t>
            </a:r>
            <a:r>
              <a:rPr lang="zh-CN" altLang="en-US" dirty="0">
                <a:latin typeface="Times New Roman" panose="02020603050405020304" pitchFamily="18" charset="0"/>
              </a:rPr>
              <a:t>则击中目标的次数 </a:t>
            </a:r>
            <a:r>
              <a:rPr lang="en-US" altLang="zh-CN" i="1" dirty="0">
                <a:latin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</a:rPr>
              <a:t>服从 </a:t>
            </a:r>
            <a:r>
              <a:rPr lang="en-US" altLang="zh-CN" i="1" dirty="0">
                <a:latin typeface="Times New Roman" panose="02020603050405020304" pitchFamily="18" charset="0"/>
              </a:rPr>
              <a:t>b </a:t>
            </a:r>
            <a:r>
              <a:rPr lang="en-US" altLang="zh-CN" dirty="0">
                <a:latin typeface="Times New Roman" panose="02020603050405020304" pitchFamily="18" charset="0"/>
              </a:rPr>
              <a:t>(5,0.6) </a:t>
            </a:r>
            <a:r>
              <a:rPr lang="zh-CN" altLang="en-US" dirty="0">
                <a:latin typeface="Times New Roman" panose="02020603050405020304" pitchFamily="18" charset="0"/>
              </a:rPr>
              <a:t>的二项分布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4675" name="Object 3"/>
          <p:cNvGraphicFramePr>
            <a:graphicFrameLocks noChangeAspect="1"/>
          </p:cNvGraphicFramePr>
          <p:nvPr/>
        </p:nvGraphicFramePr>
        <p:xfrm>
          <a:off x="1519238" y="3506788"/>
          <a:ext cx="69532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" r:id="rId1" imgW="838200" imgH="469900" progId="Equation.3">
                  <p:embed/>
                </p:oleObj>
              </mc:Choice>
              <mc:Fallback>
                <p:oleObj name="" r:id="rId1" imgW="838200" imgH="469900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19238" y="3506788"/>
                        <a:ext cx="695325" cy="44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6" name="Object 4"/>
          <p:cNvGraphicFramePr>
            <a:graphicFrameLocks noChangeAspect="1"/>
          </p:cNvGraphicFramePr>
          <p:nvPr/>
        </p:nvGraphicFramePr>
        <p:xfrm>
          <a:off x="2286000" y="3375025"/>
          <a:ext cx="12493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765300" imgH="977900" progId="Equation.3">
                  <p:embed/>
                </p:oleObj>
              </mc:Choice>
              <mc:Fallback>
                <p:oleObj name="" r:id="rId3" imgW="1765300" imgH="9779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0" y="3375025"/>
                        <a:ext cx="1249363" cy="87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7" name="Object 5"/>
          <p:cNvGraphicFramePr>
            <a:graphicFrameLocks noChangeAspect="1"/>
          </p:cNvGraphicFramePr>
          <p:nvPr/>
        </p:nvGraphicFramePr>
        <p:xfrm>
          <a:off x="3657600" y="3375025"/>
          <a:ext cx="13970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5" imgW="1917700" imgH="977900" progId="Equation.3">
                  <p:embed/>
                </p:oleObj>
              </mc:Choice>
              <mc:Fallback>
                <p:oleObj name="" r:id="rId5" imgW="1917700" imgH="9779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7600" y="3375025"/>
                        <a:ext cx="1397000" cy="89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8" name="Object 6"/>
          <p:cNvGraphicFramePr>
            <a:graphicFrameLocks noChangeAspect="1"/>
          </p:cNvGraphicFramePr>
          <p:nvPr/>
        </p:nvGraphicFramePr>
        <p:xfrm>
          <a:off x="5181600" y="3351213"/>
          <a:ext cx="1323975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7" imgW="1917700" imgH="977900" progId="Equation.3">
                  <p:embed/>
                </p:oleObj>
              </mc:Choice>
              <mc:Fallback>
                <p:oleObj name="" r:id="rId7" imgW="1917700" imgH="9779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81600" y="3351213"/>
                        <a:ext cx="1323975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9" name="Object 7"/>
          <p:cNvGraphicFramePr>
            <a:graphicFrameLocks noChangeAspect="1"/>
          </p:cNvGraphicFramePr>
          <p:nvPr/>
        </p:nvGraphicFramePr>
        <p:xfrm>
          <a:off x="6705600" y="3375025"/>
          <a:ext cx="119221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9" imgW="1790700" imgH="977900" progId="Equation.3">
                  <p:embed/>
                </p:oleObj>
              </mc:Choice>
              <mc:Fallback>
                <p:oleObj name="" r:id="rId9" imgW="1790700" imgH="9779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705600" y="3375025"/>
                        <a:ext cx="1192213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0" name="Object 8"/>
          <p:cNvGraphicFramePr>
            <a:graphicFrameLocks noChangeAspect="1"/>
          </p:cNvGraphicFramePr>
          <p:nvPr/>
        </p:nvGraphicFramePr>
        <p:xfrm>
          <a:off x="8077200" y="3603625"/>
          <a:ext cx="52705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11" imgW="584200" imgH="381000" progId="Equation.3">
                  <p:embed/>
                </p:oleObj>
              </mc:Choice>
              <mc:Fallback>
                <p:oleObj name="" r:id="rId11" imgW="584200" imgH="3810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77200" y="3603625"/>
                        <a:ext cx="527050" cy="344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4681" name="Group 9"/>
          <p:cNvGrpSpPr/>
          <p:nvPr/>
        </p:nvGrpSpPr>
        <p:grpSpPr>
          <a:xfrm>
            <a:off x="914400" y="2613025"/>
            <a:ext cx="7696200" cy="1752600"/>
            <a:chOff x="576" y="1480"/>
            <a:chExt cx="4848" cy="1104"/>
          </a:xfrm>
        </p:grpSpPr>
        <p:sp>
          <p:nvSpPr>
            <p:cNvPr id="16394" name="Line 10"/>
            <p:cNvSpPr/>
            <p:nvPr/>
          </p:nvSpPr>
          <p:spPr>
            <a:xfrm flipV="1">
              <a:off x="576" y="1864"/>
              <a:ext cx="4848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16395" name="Object 11"/>
            <p:cNvGraphicFramePr>
              <a:graphicFrameLocks noChangeAspect="1"/>
            </p:cNvGraphicFramePr>
            <p:nvPr/>
          </p:nvGraphicFramePr>
          <p:xfrm>
            <a:off x="576" y="1616"/>
            <a:ext cx="221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13" imgW="368300" imgH="317500" progId="Equation.3">
                    <p:embed/>
                  </p:oleObj>
                </mc:Choice>
                <mc:Fallback>
                  <p:oleObj name="" r:id="rId13" imgW="368300" imgH="3175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76" y="1616"/>
                          <a:ext cx="221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6" name="Object 12"/>
            <p:cNvGraphicFramePr>
              <a:graphicFrameLocks noChangeAspect="1"/>
            </p:cNvGraphicFramePr>
            <p:nvPr/>
          </p:nvGraphicFramePr>
          <p:xfrm>
            <a:off x="576" y="2008"/>
            <a:ext cx="2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15" imgW="393700" imgH="457200" progId="Equation.3">
                    <p:embed/>
                  </p:oleObj>
                </mc:Choice>
                <mc:Fallback>
                  <p:oleObj name="" r:id="rId15" imgW="393700" imgH="4572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576" y="2008"/>
                          <a:ext cx="236" cy="2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7" name="Object 13"/>
            <p:cNvGraphicFramePr>
              <a:graphicFrameLocks noChangeAspect="1"/>
            </p:cNvGraphicFramePr>
            <p:nvPr/>
          </p:nvGraphicFramePr>
          <p:xfrm>
            <a:off x="1152" y="1616"/>
            <a:ext cx="30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4" name="" r:id="rId17" imgW="203200" imgH="317500" progId="Equation.3">
                    <p:embed/>
                  </p:oleObj>
                </mc:Choice>
                <mc:Fallback>
                  <p:oleObj name="" r:id="rId17" imgW="203200" imgH="317500" progId="Equation.3">
                    <p:embed/>
                    <p:pic>
                      <p:nvPicPr>
                        <p:cNvPr id="0" name="图片 309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152" y="1616"/>
                          <a:ext cx="30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8" name="Object 14"/>
            <p:cNvGraphicFramePr>
              <a:graphicFrameLocks noChangeAspect="1"/>
            </p:cNvGraphicFramePr>
            <p:nvPr/>
          </p:nvGraphicFramePr>
          <p:xfrm>
            <a:off x="1680" y="1624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19" imgW="177800" imgH="304165" progId="Equation.3">
                    <p:embed/>
                  </p:oleObj>
                </mc:Choice>
                <mc:Fallback>
                  <p:oleObj name="" r:id="rId19" imgW="177800" imgH="304165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680" y="1624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399" name="Object 15"/>
            <p:cNvGraphicFramePr>
              <a:graphicFrameLocks noChangeAspect="1"/>
            </p:cNvGraphicFramePr>
            <p:nvPr/>
          </p:nvGraphicFramePr>
          <p:xfrm>
            <a:off x="2592" y="1624"/>
            <a:ext cx="1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9" name="" r:id="rId21" imgW="215900" imgH="304800" progId="Equation.3">
                    <p:embed/>
                  </p:oleObj>
                </mc:Choice>
                <mc:Fallback>
                  <p:oleObj name="" r:id="rId21" imgW="215900" imgH="304800" progId="Equation.3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592" y="1624"/>
                          <a:ext cx="13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0" name="Object 16"/>
            <p:cNvGraphicFramePr>
              <a:graphicFrameLocks noChangeAspect="1"/>
            </p:cNvGraphicFramePr>
            <p:nvPr/>
          </p:nvGraphicFramePr>
          <p:xfrm>
            <a:off x="3504" y="1624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23" imgW="215900" imgH="316865" progId="Equation.3">
                    <p:embed/>
                  </p:oleObj>
                </mc:Choice>
                <mc:Fallback>
                  <p:oleObj name="" r:id="rId23" imgW="215900" imgH="316865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504" y="1624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1" name="Object 17"/>
            <p:cNvGraphicFramePr>
              <a:graphicFrameLocks noChangeAspect="1"/>
            </p:cNvGraphicFramePr>
            <p:nvPr/>
          </p:nvGraphicFramePr>
          <p:xfrm>
            <a:off x="4464" y="1624"/>
            <a:ext cx="12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25" imgW="203200" imgH="304800" progId="Equation.3">
                    <p:embed/>
                  </p:oleObj>
                </mc:Choice>
                <mc:Fallback>
                  <p:oleObj name="" r:id="rId25" imgW="203200" imgH="3048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464" y="1624"/>
                          <a:ext cx="128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2" name="Object 18"/>
            <p:cNvGraphicFramePr>
              <a:graphicFrameLocks noChangeAspect="1"/>
            </p:cNvGraphicFramePr>
            <p:nvPr/>
          </p:nvGraphicFramePr>
          <p:xfrm>
            <a:off x="5184" y="1624"/>
            <a:ext cx="12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" name="" r:id="rId27" imgW="203200" imgH="304800" progId="Equation.3">
                    <p:embed/>
                  </p:oleObj>
                </mc:Choice>
                <mc:Fallback>
                  <p:oleObj name="" r:id="rId27" imgW="203200" imgH="3048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184" y="1624"/>
                          <a:ext cx="128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03" name="Line 19"/>
            <p:cNvSpPr/>
            <p:nvPr/>
          </p:nvSpPr>
          <p:spPr>
            <a:xfrm>
              <a:off x="912" y="1480"/>
              <a:ext cx="0" cy="1104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ext Box 4"/>
          <p:cNvSpPr txBox="1"/>
          <p:nvPr/>
        </p:nvSpPr>
        <p:spPr>
          <a:xfrm>
            <a:off x="1439863" y="708025"/>
            <a:ext cx="7556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37" name="Text Box 5"/>
          <p:cNvSpPr txBox="1"/>
          <p:nvPr/>
        </p:nvSpPr>
        <p:spPr>
          <a:xfrm>
            <a:off x="2276475" y="722313"/>
            <a:ext cx="13446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按规定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38" name="Text Box 6"/>
          <p:cNvSpPr txBox="1"/>
          <p:nvPr/>
        </p:nvSpPr>
        <p:spPr>
          <a:xfrm>
            <a:off x="3514725" y="692150"/>
            <a:ext cx="51847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某种型号的电子元件的使用寿命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8839" name="Rectangle 7"/>
          <p:cNvSpPr/>
          <p:nvPr/>
        </p:nvSpPr>
        <p:spPr>
          <a:xfrm>
            <a:off x="827088" y="1319213"/>
            <a:ext cx="41989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超过</a:t>
            </a:r>
            <a:r>
              <a:rPr lang="en-US" altLang="zh-CN" dirty="0">
                <a:latin typeface="Times New Roman" panose="02020603050405020304" pitchFamily="18" charset="0"/>
              </a:rPr>
              <a:t>1500</a:t>
            </a:r>
            <a:r>
              <a:rPr lang="zh-CN" altLang="en-US" dirty="0">
                <a:latin typeface="Times New Roman" panose="02020603050405020304" pitchFamily="18" charset="0"/>
              </a:rPr>
              <a:t>小时的为一等品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40" name="Text Box 8"/>
          <p:cNvSpPr txBox="1"/>
          <p:nvPr/>
        </p:nvSpPr>
        <p:spPr>
          <a:xfrm>
            <a:off x="4946650" y="1338263"/>
            <a:ext cx="37560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已知某一大批产品的一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8841" name="Rectangle 9"/>
          <p:cNvSpPr/>
          <p:nvPr/>
        </p:nvSpPr>
        <p:spPr>
          <a:xfrm>
            <a:off x="827088" y="1881188"/>
            <a:ext cx="2139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级品率为</a:t>
            </a:r>
            <a:r>
              <a:rPr lang="en-US" altLang="zh-CN" dirty="0">
                <a:latin typeface="Times New Roman" panose="02020603050405020304" pitchFamily="18" charset="0"/>
              </a:rPr>
              <a:t>0.2,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42" name="Text Box 10"/>
          <p:cNvSpPr txBox="1"/>
          <p:nvPr/>
        </p:nvSpPr>
        <p:spPr>
          <a:xfrm>
            <a:off x="2930525" y="1887538"/>
            <a:ext cx="3843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现在从中随机抽查</a:t>
            </a:r>
            <a:r>
              <a:rPr lang="en-US" altLang="zh-CN" dirty="0">
                <a:latin typeface="Times New Roman" panose="02020603050405020304" pitchFamily="18" charset="0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</a:rPr>
              <a:t>只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43" name="Text Box 11"/>
          <p:cNvSpPr txBox="1"/>
          <p:nvPr/>
        </p:nvSpPr>
        <p:spPr>
          <a:xfrm>
            <a:off x="6731000" y="1873250"/>
            <a:ext cx="19685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问</a:t>
            </a:r>
            <a:r>
              <a:rPr lang="en-US" altLang="zh-CN" dirty="0">
                <a:latin typeface="Times New Roman" panose="02020603050405020304" pitchFamily="18" charset="0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</a:rPr>
              <a:t>只元件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8844" name="Object 12"/>
          <p:cNvGraphicFramePr>
            <a:graphicFrameLocks noChangeAspect="1"/>
          </p:cNvGraphicFramePr>
          <p:nvPr/>
        </p:nvGraphicFramePr>
        <p:xfrm>
          <a:off x="900113" y="2535238"/>
          <a:ext cx="77755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1" imgW="7188200" imgH="444500" progId="Equation.3">
                  <p:embed/>
                </p:oleObj>
              </mc:Choice>
              <mc:Fallback>
                <p:oleObj name="" r:id="rId1" imgW="7188200" imgH="4445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0113" y="2535238"/>
                        <a:ext cx="777557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5" name="Text Box 13"/>
          <p:cNvSpPr txBox="1"/>
          <p:nvPr/>
        </p:nvSpPr>
        <p:spPr>
          <a:xfrm>
            <a:off x="798513" y="3084513"/>
            <a:ext cx="7191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少</a:t>
            </a:r>
            <a:r>
              <a:rPr lang="en-US" altLang="zh-CN" dirty="0">
                <a:latin typeface="Times New Roman" panose="02020603050405020304" pitchFamily="18" charset="0"/>
              </a:rPr>
              <a:t>?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46" name="Text Box 14"/>
          <p:cNvSpPr txBox="1"/>
          <p:nvPr/>
        </p:nvSpPr>
        <p:spPr>
          <a:xfrm>
            <a:off x="1425575" y="3684588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48847" name="Text Box 15"/>
          <p:cNvSpPr txBox="1"/>
          <p:nvPr/>
        </p:nvSpPr>
        <p:spPr>
          <a:xfrm>
            <a:off x="1800225" y="4875213"/>
            <a:ext cx="6372225" cy="604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75000"/>
              </a:spcBef>
            </a:pPr>
            <a:r>
              <a:rPr lang="zh-CN" altLang="en-US" dirty="0">
                <a:latin typeface="楷体_GB2312" pitchFamily="49" charset="-122"/>
              </a:rPr>
              <a:t>因而此抽样可近似当作放回抽样来处理</a:t>
            </a:r>
            <a:r>
              <a:rPr lang="en-US" altLang="zh-CN" dirty="0">
                <a:latin typeface="楷体_GB2312" pitchFamily="49" charset="-122"/>
              </a:rPr>
              <a:t>,</a:t>
            </a:r>
            <a:endParaRPr lang="en-US" altLang="zh-CN" dirty="0">
              <a:latin typeface="楷体_GB2312" pitchFamily="49" charset="-122"/>
            </a:endParaRPr>
          </a:p>
        </p:txBody>
      </p:sp>
      <p:sp>
        <p:nvSpPr>
          <p:cNvPr id="248848" name="Rectangle 16"/>
          <p:cNvSpPr/>
          <p:nvPr/>
        </p:nvSpPr>
        <p:spPr>
          <a:xfrm>
            <a:off x="2079625" y="3709988"/>
            <a:ext cx="27733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这是不放回抽样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49" name="Rectangle 17"/>
          <p:cNvSpPr/>
          <p:nvPr/>
        </p:nvSpPr>
        <p:spPr>
          <a:xfrm>
            <a:off x="4895850" y="3716338"/>
            <a:ext cx="37560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但由于这批元件的总数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8850" name="Rectangle 18"/>
          <p:cNvSpPr/>
          <p:nvPr/>
        </p:nvSpPr>
        <p:spPr>
          <a:xfrm>
            <a:off x="835025" y="4294188"/>
            <a:ext cx="9874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很大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51" name="Rectangle 19"/>
          <p:cNvSpPr/>
          <p:nvPr/>
        </p:nvSpPr>
        <p:spPr>
          <a:xfrm>
            <a:off x="1728788" y="4271963"/>
            <a:ext cx="69707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且抽查元件的数量相对于元件的总数来说又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8852" name="Rectangle 20"/>
          <p:cNvSpPr/>
          <p:nvPr/>
        </p:nvSpPr>
        <p:spPr>
          <a:xfrm>
            <a:off x="835025" y="4891088"/>
            <a:ext cx="9874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很小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53" name="Text Box 21"/>
          <p:cNvSpPr txBox="1"/>
          <p:nvPr/>
        </p:nvSpPr>
        <p:spPr>
          <a:xfrm>
            <a:off x="8135938" y="4891088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这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8854" name="Text Box 22"/>
          <p:cNvSpPr txBox="1"/>
          <p:nvPr/>
        </p:nvSpPr>
        <p:spPr>
          <a:xfrm>
            <a:off x="841375" y="5510213"/>
            <a:ext cx="31305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样做会有一些误差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55" name="Text Box 23"/>
          <p:cNvSpPr txBox="1"/>
          <p:nvPr/>
        </p:nvSpPr>
        <p:spPr>
          <a:xfrm>
            <a:off x="3946525" y="5502275"/>
            <a:ext cx="20589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但误差不大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8856" name="Text Box 24"/>
          <p:cNvSpPr txBox="1"/>
          <p:nvPr/>
        </p:nvSpPr>
        <p:spPr>
          <a:xfrm>
            <a:off x="6019800" y="5473700"/>
            <a:ext cx="26844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我们把检查一只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4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4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4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2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24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4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4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4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4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24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24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4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24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7" grpId="0"/>
      <p:bldP spid="248838" grpId="0"/>
      <p:bldP spid="248839" grpId="0"/>
      <p:bldP spid="248840" grpId="0"/>
      <p:bldP spid="248841" grpId="0"/>
      <p:bldP spid="248842" grpId="0"/>
      <p:bldP spid="248843" grpId="0"/>
      <p:bldP spid="248845" grpId="0"/>
      <p:bldP spid="248846" grpId="0"/>
      <p:bldP spid="248847" grpId="0"/>
      <p:bldP spid="248848" grpId="0"/>
      <p:bldP spid="248849" grpId="0"/>
      <p:bldP spid="248850" grpId="0"/>
      <p:bldP spid="248851" grpId="0"/>
      <p:bldP spid="248852" grpId="0"/>
      <p:bldP spid="248853" grpId="0"/>
      <p:bldP spid="248854" grpId="0"/>
      <p:bldP spid="248855" grpId="0"/>
      <p:bldP spid="2488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ext Box 4"/>
          <p:cNvSpPr txBox="1"/>
          <p:nvPr/>
        </p:nvSpPr>
        <p:spPr>
          <a:xfrm>
            <a:off x="820738" y="708025"/>
            <a:ext cx="63452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元件看它是否为一等品看成是一次试验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9861" name="Text Box 5"/>
          <p:cNvSpPr txBox="1"/>
          <p:nvPr/>
        </p:nvSpPr>
        <p:spPr>
          <a:xfrm>
            <a:off x="7137400" y="714375"/>
            <a:ext cx="16113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检查</a:t>
            </a:r>
            <a:r>
              <a:rPr lang="en-US" altLang="zh-CN" dirty="0">
                <a:latin typeface="Times New Roman" panose="02020603050405020304" pitchFamily="18" charset="0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</a:rPr>
              <a:t>只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9862" name="Rectangle 6"/>
          <p:cNvSpPr/>
          <p:nvPr/>
        </p:nvSpPr>
        <p:spPr>
          <a:xfrm>
            <a:off x="827088" y="1304925"/>
            <a:ext cx="4914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元件相当于做</a:t>
            </a:r>
            <a:r>
              <a:rPr lang="en-US" altLang="zh-CN" dirty="0">
                <a:latin typeface="Times New Roman" panose="02020603050405020304" pitchFamily="18" charset="0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</a:rPr>
              <a:t>重伯努利试验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9863" name="Object 7"/>
          <p:cNvGraphicFramePr>
            <a:graphicFrameLocks noChangeAspect="1"/>
          </p:cNvGraphicFramePr>
          <p:nvPr/>
        </p:nvGraphicFramePr>
        <p:xfrm>
          <a:off x="5846763" y="1384300"/>
          <a:ext cx="279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1" imgW="2755900" imgH="431800" progId="Equation.3">
                  <p:embed/>
                </p:oleObj>
              </mc:Choice>
              <mc:Fallback>
                <p:oleObj name="" r:id="rId1" imgW="2755900" imgH="4318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846763" y="1384300"/>
                        <a:ext cx="27940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4" name="Text Box 8"/>
          <p:cNvSpPr txBox="1"/>
          <p:nvPr/>
        </p:nvSpPr>
        <p:spPr>
          <a:xfrm>
            <a:off x="820738" y="1924050"/>
            <a:ext cx="27622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中一级品的只数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9865" name="Text Box 9"/>
          <p:cNvSpPr txBox="1"/>
          <p:nvPr/>
        </p:nvSpPr>
        <p:spPr>
          <a:xfrm>
            <a:off x="3535363" y="1946275"/>
            <a:ext cx="987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那么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9866" name="Object 10"/>
          <p:cNvGraphicFramePr>
            <a:graphicFrameLocks noChangeAspect="1"/>
          </p:cNvGraphicFramePr>
          <p:nvPr/>
        </p:nvGraphicFramePr>
        <p:xfrm>
          <a:off x="4535488" y="1995488"/>
          <a:ext cx="30384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3" imgW="2908300" imgH="419100" progId="Equation.3">
                  <p:embed/>
                </p:oleObj>
              </mc:Choice>
              <mc:Fallback>
                <p:oleObj name="" r:id="rId3" imgW="2908300" imgH="419100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35488" y="1995488"/>
                        <a:ext cx="303847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7" name="Text Box 11"/>
          <p:cNvSpPr txBox="1"/>
          <p:nvPr/>
        </p:nvSpPr>
        <p:spPr>
          <a:xfrm>
            <a:off x="7624763" y="191770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且有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9868" name="Object 12"/>
          <p:cNvGraphicFramePr>
            <a:graphicFrameLocks noChangeAspect="1"/>
          </p:cNvGraphicFramePr>
          <p:nvPr/>
        </p:nvGraphicFramePr>
        <p:xfrm>
          <a:off x="900113" y="2636838"/>
          <a:ext cx="220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5" imgW="2209800" imgH="393700" progId="Equation.3">
                  <p:embed/>
                </p:oleObj>
              </mc:Choice>
              <mc:Fallback>
                <p:oleObj name="" r:id="rId5" imgW="2209800" imgH="3937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0113" y="2636838"/>
                        <a:ext cx="22098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9" name="Text Box 13"/>
          <p:cNvSpPr txBox="1"/>
          <p:nvPr/>
        </p:nvSpPr>
        <p:spPr>
          <a:xfrm>
            <a:off x="3109913" y="2536825"/>
            <a:ext cx="2709862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于是所求概率为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49870" name="Object 14"/>
          <p:cNvGraphicFramePr>
            <a:graphicFrameLocks noChangeAspect="1"/>
          </p:cNvGraphicFramePr>
          <p:nvPr/>
        </p:nvGraphicFramePr>
        <p:xfrm>
          <a:off x="1447800" y="3502025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7" imgW="1459865" imgH="381000" progId="Equation.3">
                  <p:embed/>
                </p:oleObj>
              </mc:Choice>
              <mc:Fallback>
                <p:oleObj name="" r:id="rId7" imgW="1459865" imgH="3810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47800" y="3502025"/>
                        <a:ext cx="1460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1" name="Object 15"/>
          <p:cNvGraphicFramePr>
            <a:graphicFrameLocks noChangeAspect="1"/>
          </p:cNvGraphicFramePr>
          <p:nvPr/>
        </p:nvGraphicFramePr>
        <p:xfrm>
          <a:off x="2895600" y="36099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95600" y="36099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2" name="Object 16"/>
          <p:cNvGraphicFramePr>
            <a:graphicFrameLocks noChangeAspect="1"/>
          </p:cNvGraphicFramePr>
          <p:nvPr/>
        </p:nvGraphicFramePr>
        <p:xfrm>
          <a:off x="3140075" y="3208338"/>
          <a:ext cx="2908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11" imgW="2908300" imgH="977900" progId="Equation.3">
                  <p:embed/>
                </p:oleObj>
              </mc:Choice>
              <mc:Fallback>
                <p:oleObj name="" r:id="rId11" imgW="2908300" imgH="9779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40075" y="3208338"/>
                        <a:ext cx="29083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873" name="Object 17"/>
          <p:cNvGraphicFramePr>
            <a:graphicFrameLocks noChangeAspect="1"/>
          </p:cNvGraphicFramePr>
          <p:nvPr/>
        </p:nvGraphicFramePr>
        <p:xfrm>
          <a:off x="6092825" y="3514725"/>
          <a:ext cx="2019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13" imgW="2019300" imgH="368300" progId="Equation.3">
                  <p:embed/>
                </p:oleObj>
              </mc:Choice>
              <mc:Fallback>
                <p:oleObj name="" r:id="rId13" imgW="2019300" imgH="3683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092825" y="3514725"/>
                        <a:ext cx="20193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74" name="Text Box 18"/>
          <p:cNvSpPr txBox="1"/>
          <p:nvPr/>
        </p:nvSpPr>
        <p:spPr>
          <a:xfrm>
            <a:off x="827088" y="4343400"/>
            <a:ext cx="3517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将计算结果列表如下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4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49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49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49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4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9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4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4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4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4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4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4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4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1" grpId="0"/>
      <p:bldP spid="249862" grpId="0"/>
      <p:bldP spid="249864" grpId="0"/>
      <p:bldP spid="249865" grpId="0"/>
      <p:bldP spid="249867" grpId="0"/>
      <p:bldP spid="249869" grpId="0"/>
      <p:bldP spid="24987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9458" name="Group 4"/>
          <p:cNvGrpSpPr/>
          <p:nvPr/>
        </p:nvGrpSpPr>
        <p:grpSpPr>
          <a:xfrm>
            <a:off x="611188" y="692150"/>
            <a:ext cx="7620000" cy="2743200"/>
            <a:chOff x="594" y="2042"/>
            <a:chExt cx="4800" cy="1728"/>
          </a:xfrm>
        </p:grpSpPr>
        <p:grpSp>
          <p:nvGrpSpPr>
            <p:cNvPr id="19461" name="Group 5"/>
            <p:cNvGrpSpPr/>
            <p:nvPr/>
          </p:nvGrpSpPr>
          <p:grpSpPr>
            <a:xfrm>
              <a:off x="594" y="2042"/>
              <a:ext cx="4800" cy="1728"/>
              <a:chOff x="576" y="2112"/>
              <a:chExt cx="4800" cy="1728"/>
            </a:xfrm>
          </p:grpSpPr>
          <p:sp>
            <p:nvSpPr>
              <p:cNvPr id="19474" name="Rectangle 6"/>
              <p:cNvSpPr/>
              <p:nvPr/>
            </p:nvSpPr>
            <p:spPr>
              <a:xfrm>
                <a:off x="576" y="2112"/>
                <a:ext cx="4800" cy="1728"/>
              </a:xfrm>
              <a:prstGeom prst="rect">
                <a:avLst/>
              </a:prstGeom>
              <a:noFill/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75" name="Line 7"/>
              <p:cNvSpPr/>
              <p:nvPr/>
            </p:nvSpPr>
            <p:spPr>
              <a:xfrm>
                <a:off x="576" y="3504"/>
                <a:ext cx="4800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476" name="Line 8"/>
              <p:cNvSpPr/>
              <p:nvPr/>
            </p:nvSpPr>
            <p:spPr>
              <a:xfrm>
                <a:off x="2112" y="2112"/>
                <a:ext cx="0" cy="13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  <p:sp>
            <p:nvSpPr>
              <p:cNvPr id="19477" name="Line 9"/>
              <p:cNvSpPr/>
              <p:nvPr/>
            </p:nvSpPr>
            <p:spPr>
              <a:xfrm>
                <a:off x="3792" y="2112"/>
                <a:ext cx="0" cy="139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sp>
        </p:grpSp>
        <p:graphicFrame>
          <p:nvGraphicFramePr>
            <p:cNvPr id="19462" name="Object 10"/>
            <p:cNvGraphicFramePr>
              <a:graphicFrameLocks noChangeAspect="1"/>
            </p:cNvGraphicFramePr>
            <p:nvPr/>
          </p:nvGraphicFramePr>
          <p:xfrm>
            <a:off x="611" y="2105"/>
            <a:ext cx="1351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7" name="" r:id="rId1" imgW="2209800" imgH="330200" progId="Equation.3">
                    <p:embed/>
                  </p:oleObj>
                </mc:Choice>
                <mc:Fallback>
                  <p:oleObj name="" r:id="rId1" imgW="2209800" imgH="330200" progId="Equation.3">
                    <p:embed/>
                    <p:pic>
                      <p:nvPicPr>
                        <p:cNvPr id="0" name="图片 31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11" y="2105"/>
                          <a:ext cx="1351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3" name="Object 11"/>
            <p:cNvGraphicFramePr>
              <a:graphicFrameLocks noChangeAspect="1"/>
            </p:cNvGraphicFramePr>
            <p:nvPr/>
          </p:nvGraphicFramePr>
          <p:xfrm>
            <a:off x="611" y="2489"/>
            <a:ext cx="1357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" name="" r:id="rId3" imgW="2197100" imgH="330200" progId="Equation.3">
                    <p:embed/>
                  </p:oleObj>
                </mc:Choice>
                <mc:Fallback>
                  <p:oleObj name="" r:id="rId3" imgW="2197100" imgH="330200" progId="Equation.3">
                    <p:embed/>
                    <p:pic>
                      <p:nvPicPr>
                        <p:cNvPr id="0" name="图片 317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11" y="2489"/>
                          <a:ext cx="1357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4" name="Object 12"/>
            <p:cNvGraphicFramePr>
              <a:graphicFrameLocks noChangeAspect="1"/>
            </p:cNvGraphicFramePr>
            <p:nvPr/>
          </p:nvGraphicFramePr>
          <p:xfrm>
            <a:off x="611" y="2873"/>
            <a:ext cx="139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0" name="" r:id="rId5" imgW="2222500" imgH="330200" progId="Equation.3">
                    <p:embed/>
                  </p:oleObj>
                </mc:Choice>
                <mc:Fallback>
                  <p:oleObj name="" r:id="rId5" imgW="2222500" imgH="330200" progId="Equation.3">
                    <p:embed/>
                    <p:pic>
                      <p:nvPicPr>
                        <p:cNvPr id="0" name="图片 318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11" y="2873"/>
                          <a:ext cx="1393" cy="2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Object 13"/>
            <p:cNvGraphicFramePr>
              <a:graphicFrameLocks noChangeAspect="1"/>
            </p:cNvGraphicFramePr>
            <p:nvPr/>
          </p:nvGraphicFramePr>
          <p:xfrm>
            <a:off x="611" y="3224"/>
            <a:ext cx="1397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2" name="" r:id="rId7" imgW="2222500" imgH="330200" progId="Equation.3">
                    <p:embed/>
                  </p:oleObj>
                </mc:Choice>
                <mc:Fallback>
                  <p:oleObj name="" r:id="rId7" imgW="2222500" imgH="330200" progId="Equation.3">
                    <p:embed/>
                    <p:pic>
                      <p:nvPicPr>
                        <p:cNvPr id="0" name="图片 318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11" y="3224"/>
                          <a:ext cx="1397" cy="2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6" name="Object 14"/>
            <p:cNvGraphicFramePr>
              <a:graphicFrameLocks noChangeAspect="1"/>
            </p:cNvGraphicFramePr>
            <p:nvPr/>
          </p:nvGraphicFramePr>
          <p:xfrm>
            <a:off x="2294" y="2105"/>
            <a:ext cx="135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9" name="" r:id="rId9" imgW="2209800" imgH="330200" progId="Equation.3">
                    <p:embed/>
                  </p:oleObj>
                </mc:Choice>
                <mc:Fallback>
                  <p:oleObj name="" r:id="rId9" imgW="2209800" imgH="330200" progId="Equation.3">
                    <p:embed/>
                    <p:pic>
                      <p:nvPicPr>
                        <p:cNvPr id="0" name="图片 3178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294" y="2105"/>
                          <a:ext cx="1351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7" name="Object 15"/>
            <p:cNvGraphicFramePr>
              <a:graphicFrameLocks noChangeAspect="1"/>
            </p:cNvGraphicFramePr>
            <p:nvPr/>
          </p:nvGraphicFramePr>
          <p:xfrm>
            <a:off x="2294" y="2489"/>
            <a:ext cx="135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5" name="" r:id="rId11" imgW="2209800" imgH="330200" progId="Equation.3">
                    <p:embed/>
                  </p:oleObj>
                </mc:Choice>
                <mc:Fallback>
                  <p:oleObj name="" r:id="rId11" imgW="2209800" imgH="330200" progId="Equation.3">
                    <p:embed/>
                    <p:pic>
                      <p:nvPicPr>
                        <p:cNvPr id="0" name="图片 318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294" y="2489"/>
                          <a:ext cx="1351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16"/>
            <p:cNvGraphicFramePr>
              <a:graphicFrameLocks noChangeAspect="1"/>
            </p:cNvGraphicFramePr>
            <p:nvPr/>
          </p:nvGraphicFramePr>
          <p:xfrm>
            <a:off x="2294" y="2873"/>
            <a:ext cx="135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1" name="" r:id="rId13" imgW="2209800" imgH="330200" progId="Equation.3">
                    <p:embed/>
                  </p:oleObj>
                </mc:Choice>
                <mc:Fallback>
                  <p:oleObj name="" r:id="rId13" imgW="2209800" imgH="330200" progId="Equation.3">
                    <p:embed/>
                    <p:pic>
                      <p:nvPicPr>
                        <p:cNvPr id="0" name="图片 3180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94" y="2873"/>
                          <a:ext cx="1351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17"/>
            <p:cNvGraphicFramePr>
              <a:graphicFrameLocks noChangeAspect="1"/>
            </p:cNvGraphicFramePr>
            <p:nvPr/>
          </p:nvGraphicFramePr>
          <p:xfrm>
            <a:off x="2294" y="3224"/>
            <a:ext cx="1393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3" name="" r:id="rId15" imgW="2222500" imgH="330200" progId="Equation.3">
                    <p:embed/>
                  </p:oleObj>
                </mc:Choice>
                <mc:Fallback>
                  <p:oleObj name="" r:id="rId15" imgW="2222500" imgH="330200" progId="Equation.3">
                    <p:embed/>
                    <p:pic>
                      <p:nvPicPr>
                        <p:cNvPr id="0" name="图片 318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294" y="3224"/>
                          <a:ext cx="1393" cy="2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0" name="Object 18"/>
            <p:cNvGraphicFramePr>
              <a:graphicFrameLocks noChangeAspect="1"/>
            </p:cNvGraphicFramePr>
            <p:nvPr/>
          </p:nvGraphicFramePr>
          <p:xfrm>
            <a:off x="3918" y="2105"/>
            <a:ext cx="1351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91" name="" r:id="rId17" imgW="2209800" imgH="330200" progId="Equation.3">
                    <p:embed/>
                  </p:oleObj>
                </mc:Choice>
                <mc:Fallback>
                  <p:oleObj name="" r:id="rId17" imgW="2209800" imgH="330200" progId="Equation.3">
                    <p:embed/>
                    <p:pic>
                      <p:nvPicPr>
                        <p:cNvPr id="0" name="图片 3190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918" y="2105"/>
                          <a:ext cx="1351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1" name="Object 19"/>
            <p:cNvGraphicFramePr>
              <a:graphicFrameLocks noChangeAspect="1"/>
            </p:cNvGraphicFramePr>
            <p:nvPr/>
          </p:nvGraphicFramePr>
          <p:xfrm>
            <a:off x="3918" y="2489"/>
            <a:ext cx="135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4" name="" r:id="rId19" imgW="2222500" imgH="330200" progId="Equation.3">
                    <p:embed/>
                  </p:oleObj>
                </mc:Choice>
                <mc:Fallback>
                  <p:oleObj name="" r:id="rId19" imgW="2222500" imgH="330200" progId="Equation.3">
                    <p:embed/>
                    <p:pic>
                      <p:nvPicPr>
                        <p:cNvPr id="0" name="图片 318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918" y="2489"/>
                          <a:ext cx="1359" cy="2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2" name="Object 20"/>
            <p:cNvGraphicFramePr>
              <a:graphicFrameLocks noChangeAspect="1"/>
            </p:cNvGraphicFramePr>
            <p:nvPr/>
          </p:nvGraphicFramePr>
          <p:xfrm>
            <a:off x="3918" y="2873"/>
            <a:ext cx="139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" name="" r:id="rId21" imgW="2349500" imgH="330200" progId="Equation.3">
                    <p:embed/>
                  </p:oleObj>
                </mc:Choice>
                <mc:Fallback>
                  <p:oleObj name="" r:id="rId21" imgW="2349500" imgH="330200" progId="Equation.3">
                    <p:embed/>
                    <p:pic>
                      <p:nvPicPr>
                        <p:cNvPr id="0" name="图片 3179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918" y="2873"/>
                          <a:ext cx="1391" cy="1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3" name="Object 21"/>
            <p:cNvGraphicFramePr>
              <a:graphicFrameLocks noChangeAspect="1"/>
            </p:cNvGraphicFramePr>
            <p:nvPr/>
          </p:nvGraphicFramePr>
          <p:xfrm>
            <a:off x="993" y="3515"/>
            <a:ext cx="2746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" name="" r:id="rId23" imgW="4635500" imgH="431800" progId="Equation.3">
                    <p:embed/>
                  </p:oleObj>
                </mc:Choice>
                <mc:Fallback>
                  <p:oleObj name="" r:id="rId23" imgW="4635500" imgH="431800" progId="Equation.3">
                    <p:embed/>
                    <p:pic>
                      <p:nvPicPr>
                        <p:cNvPr id="0" name="图片 3187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993" y="3515"/>
                          <a:ext cx="2746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0" name="Picture 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843213" y="3675063"/>
            <a:ext cx="6305550" cy="2654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Text Box 4"/>
          <p:cNvSpPr txBox="1"/>
          <p:nvPr/>
        </p:nvSpPr>
        <p:spPr>
          <a:xfrm>
            <a:off x="539750" y="3773488"/>
            <a:ext cx="33496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ahoma" panose="020B0604030504040204" pitchFamily="34" charset="0"/>
              </a:rPr>
              <a:t>图示概率分布</a:t>
            </a:r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4"/>
          <p:cNvSpPr/>
          <p:nvPr/>
        </p:nvSpPr>
        <p:spPr>
          <a:xfrm>
            <a:off x="1428750" y="708025"/>
            <a:ext cx="9969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52933" name="Text Box 5"/>
          <p:cNvSpPr txBox="1"/>
          <p:nvPr/>
        </p:nvSpPr>
        <p:spPr>
          <a:xfrm>
            <a:off x="2195513" y="714375"/>
            <a:ext cx="24161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某人进行射击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2934" name="Text Box 6"/>
          <p:cNvSpPr txBox="1"/>
          <p:nvPr/>
        </p:nvSpPr>
        <p:spPr>
          <a:xfrm>
            <a:off x="4622800" y="685800"/>
            <a:ext cx="41132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假设每次射击的命中率为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2935" name="Text Box 7"/>
          <p:cNvSpPr txBox="1"/>
          <p:nvPr/>
        </p:nvSpPr>
        <p:spPr>
          <a:xfrm>
            <a:off x="1744663" y="1347788"/>
            <a:ext cx="25923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独立射击</a:t>
            </a:r>
            <a:r>
              <a:rPr lang="en-US" altLang="zh-CN" dirty="0">
                <a:latin typeface="Times New Roman" panose="02020603050405020304" pitchFamily="18" charset="0"/>
              </a:rPr>
              <a:t>400</a:t>
            </a:r>
            <a:r>
              <a:rPr lang="zh-CN" altLang="en-US" dirty="0">
                <a:latin typeface="Times New Roman" panose="02020603050405020304" pitchFamily="18" charset="0"/>
              </a:rPr>
              <a:t>次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2936" name="Text Box 8"/>
          <p:cNvSpPr txBox="1"/>
          <p:nvPr/>
        </p:nvSpPr>
        <p:spPr>
          <a:xfrm>
            <a:off x="4273550" y="1347788"/>
            <a:ext cx="42021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试求至少击中两次的概率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2937" name="Rectangle 9"/>
          <p:cNvSpPr/>
          <p:nvPr/>
        </p:nvSpPr>
        <p:spPr>
          <a:xfrm>
            <a:off x="854075" y="1347788"/>
            <a:ext cx="8953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0.02,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252938" name="Picture 10" descr="00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2138" y="2065338"/>
            <a:ext cx="2879725" cy="1814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940" name="Text Box 12"/>
          <p:cNvSpPr txBox="1"/>
          <p:nvPr/>
        </p:nvSpPr>
        <p:spPr>
          <a:xfrm>
            <a:off x="1439863" y="4000500"/>
            <a:ext cx="5413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52941" name="Text Box 13"/>
          <p:cNvSpPr txBox="1"/>
          <p:nvPr/>
        </p:nvSpPr>
        <p:spPr>
          <a:xfrm>
            <a:off x="2116138" y="4017963"/>
            <a:ext cx="45593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将一次射击看成是一次试验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2942" name="Text Box 14"/>
          <p:cNvSpPr txBox="1"/>
          <p:nvPr/>
        </p:nvSpPr>
        <p:spPr>
          <a:xfrm>
            <a:off x="6713538" y="3989388"/>
            <a:ext cx="19700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设击中的次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2943" name="Object 15"/>
          <p:cNvGraphicFramePr>
            <a:graphicFrameLocks noChangeAspect="1"/>
          </p:cNvGraphicFramePr>
          <p:nvPr/>
        </p:nvGraphicFramePr>
        <p:xfrm>
          <a:off x="927100" y="4681538"/>
          <a:ext cx="12128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2" imgW="1129665" imgH="406400" progId="Equation.3">
                  <p:embed/>
                </p:oleObj>
              </mc:Choice>
              <mc:Fallback>
                <p:oleObj name="" r:id="rId2" imgW="1129665" imgH="4064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7100" y="4681538"/>
                        <a:ext cx="121285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4" name="Object 16"/>
          <p:cNvGraphicFramePr>
            <a:graphicFrameLocks noChangeAspect="1"/>
          </p:cNvGraphicFramePr>
          <p:nvPr/>
        </p:nvGraphicFramePr>
        <p:xfrm>
          <a:off x="2238375" y="4699000"/>
          <a:ext cx="29670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4" imgW="2794000" imgH="419100" progId="Equation.3">
                  <p:embed/>
                </p:oleObj>
              </mc:Choice>
              <mc:Fallback>
                <p:oleObj name="" r:id="rId4" imgW="2794000" imgH="4191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38375" y="4699000"/>
                        <a:ext cx="2967038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5" name="Object 17"/>
          <p:cNvGraphicFramePr>
            <a:graphicFrameLocks noChangeAspect="1"/>
          </p:cNvGraphicFramePr>
          <p:nvPr/>
        </p:nvGraphicFramePr>
        <p:xfrm>
          <a:off x="5327650" y="4683125"/>
          <a:ext cx="24272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6" imgW="2171700" imgH="444500" progId="Equation.3">
                  <p:embed/>
                </p:oleObj>
              </mc:Choice>
              <mc:Fallback>
                <p:oleObj name="" r:id="rId6" imgW="2171700" imgH="4445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27650" y="4683125"/>
                        <a:ext cx="2427288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6" name="Object 18"/>
          <p:cNvGraphicFramePr>
            <a:graphicFrameLocks noChangeAspect="1"/>
          </p:cNvGraphicFramePr>
          <p:nvPr/>
        </p:nvGraphicFramePr>
        <p:xfrm>
          <a:off x="992188" y="5537200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8" imgW="1459865" imgH="381000" progId="Equation.3">
                  <p:embed/>
                </p:oleObj>
              </mc:Choice>
              <mc:Fallback>
                <p:oleObj name="" r:id="rId8" imgW="1459865" imgH="3810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92188" y="5537200"/>
                        <a:ext cx="1460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7" name="Object 19"/>
          <p:cNvGraphicFramePr>
            <a:graphicFrameLocks noChangeAspect="1"/>
          </p:cNvGraphicFramePr>
          <p:nvPr/>
        </p:nvGraphicFramePr>
        <p:xfrm>
          <a:off x="2698750" y="5241925"/>
          <a:ext cx="3530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10" imgW="3530600" imgH="977900" progId="Equation.3">
                  <p:embed/>
                </p:oleObj>
              </mc:Choice>
              <mc:Fallback>
                <p:oleObj name="" r:id="rId10" imgW="3530600" imgH="9779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98750" y="5241925"/>
                        <a:ext cx="3530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8" name="Object 20"/>
          <p:cNvGraphicFramePr>
            <a:graphicFrameLocks noChangeAspect="1"/>
          </p:cNvGraphicFramePr>
          <p:nvPr/>
        </p:nvGraphicFramePr>
        <p:xfrm>
          <a:off x="2468563" y="56451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2" imgW="241300" imgH="152400" progId="Equation.3">
                  <p:embed/>
                </p:oleObj>
              </mc:Choice>
              <mc:Fallback>
                <p:oleObj name="" r:id="rId12" imgW="241300" imgH="1524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68563" y="56451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9" name="Object 21"/>
          <p:cNvGraphicFramePr>
            <a:graphicFrameLocks noChangeAspect="1"/>
          </p:cNvGraphicFramePr>
          <p:nvPr/>
        </p:nvGraphicFramePr>
        <p:xfrm>
          <a:off x="6470650" y="5529263"/>
          <a:ext cx="2184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14" imgW="2184400" imgH="368300" progId="Equation.3">
                  <p:embed/>
                </p:oleObj>
              </mc:Choice>
              <mc:Fallback>
                <p:oleObj name="" r:id="rId14" imgW="2184400" imgH="3683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470650" y="5529263"/>
                        <a:ext cx="21844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5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52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5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52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52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52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5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52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25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5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5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5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3" grpId="0"/>
      <p:bldP spid="252934" grpId="0"/>
      <p:bldP spid="252935" grpId="0"/>
      <p:bldP spid="252936" grpId="0"/>
      <p:bldP spid="252937" grpId="0"/>
      <p:bldP spid="252940" grpId="0"/>
      <p:bldP spid="252941" grpId="0"/>
      <p:bldP spid="25294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4"/>
          <p:cNvSpPr txBox="1"/>
          <p:nvPr/>
        </p:nvSpPr>
        <p:spPr>
          <a:xfrm>
            <a:off x="468313" y="679450"/>
            <a:ext cx="26844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于是所求概率为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3957" name="Object 5"/>
          <p:cNvGraphicFramePr>
            <a:graphicFrameLocks noChangeAspect="1"/>
          </p:cNvGraphicFramePr>
          <p:nvPr/>
        </p:nvGraphicFramePr>
        <p:xfrm>
          <a:off x="800100" y="1371600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" imgW="1422400" imgH="381000" progId="Equation.3">
                  <p:embed/>
                </p:oleObj>
              </mc:Choice>
              <mc:Fallback>
                <p:oleObj name="" r:id="rId1" imgW="1422400" imgH="381000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0100" y="1371600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8" name="Object 6"/>
          <p:cNvGraphicFramePr>
            <a:graphicFrameLocks noChangeAspect="1"/>
          </p:cNvGraphicFramePr>
          <p:nvPr/>
        </p:nvGraphicFramePr>
        <p:xfrm>
          <a:off x="4352925" y="1398588"/>
          <a:ext cx="1676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3" imgW="1676400" imgH="381000" progId="Equation.3">
                  <p:embed/>
                </p:oleObj>
              </mc:Choice>
              <mc:Fallback>
                <p:oleObj name="" r:id="rId3" imgW="1676400" imgH="3810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2925" y="1398588"/>
                        <a:ext cx="1676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9" name="Object 7"/>
          <p:cNvGraphicFramePr>
            <a:graphicFrameLocks noChangeAspect="1"/>
          </p:cNvGraphicFramePr>
          <p:nvPr/>
        </p:nvGraphicFramePr>
        <p:xfrm>
          <a:off x="2228850" y="14922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28850" y="14922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0" name="Object 8"/>
          <p:cNvGraphicFramePr>
            <a:graphicFrameLocks noChangeAspect="1"/>
          </p:cNvGraphicFramePr>
          <p:nvPr/>
        </p:nvGraphicFramePr>
        <p:xfrm>
          <a:off x="2466975" y="1392238"/>
          <a:ext cx="1905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7" imgW="1905000" imgH="381000" progId="Equation.3">
                  <p:embed/>
                </p:oleObj>
              </mc:Choice>
              <mc:Fallback>
                <p:oleObj name="" r:id="rId7" imgW="1905000" imgH="3810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66975" y="1392238"/>
                        <a:ext cx="19050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1" name="Object 9"/>
          <p:cNvGraphicFramePr>
            <a:graphicFrameLocks noChangeAspect="1"/>
          </p:cNvGraphicFramePr>
          <p:nvPr/>
        </p:nvGraphicFramePr>
        <p:xfrm>
          <a:off x="4144963" y="1966913"/>
          <a:ext cx="292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9" imgW="2921000" imgH="469900" progId="Equation.3">
                  <p:embed/>
                </p:oleObj>
              </mc:Choice>
              <mc:Fallback>
                <p:oleObj name="" r:id="rId9" imgW="2921000" imgH="4699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44963" y="1966913"/>
                        <a:ext cx="29210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2" name="Object 10"/>
          <p:cNvGraphicFramePr>
            <a:graphicFrameLocks noChangeAspect="1"/>
          </p:cNvGraphicFramePr>
          <p:nvPr/>
        </p:nvGraphicFramePr>
        <p:xfrm>
          <a:off x="2236788" y="21383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36788" y="21383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3" name="Object 11"/>
          <p:cNvGraphicFramePr>
            <a:graphicFrameLocks noChangeAspect="1"/>
          </p:cNvGraphicFramePr>
          <p:nvPr/>
        </p:nvGraphicFramePr>
        <p:xfrm>
          <a:off x="2489200" y="1960563"/>
          <a:ext cx="1714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12" imgW="1714500" imgH="469900" progId="Equation.3">
                  <p:embed/>
                </p:oleObj>
              </mc:Choice>
              <mc:Fallback>
                <p:oleObj name="" r:id="rId12" imgW="1714500" imgH="4699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89200" y="1960563"/>
                        <a:ext cx="17145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4" name="Object 12"/>
          <p:cNvGraphicFramePr>
            <a:graphicFrameLocks noChangeAspect="1"/>
          </p:cNvGraphicFramePr>
          <p:nvPr/>
        </p:nvGraphicFramePr>
        <p:xfrm>
          <a:off x="7004050" y="21542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4" imgW="241300" imgH="152400" progId="Equation.3">
                  <p:embed/>
                </p:oleObj>
              </mc:Choice>
              <mc:Fallback>
                <p:oleObj name="" r:id="rId14" imgW="241300" imgH="152400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004050" y="21542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5" name="Object 13"/>
          <p:cNvGraphicFramePr>
            <a:graphicFrameLocks noChangeAspect="1"/>
          </p:cNvGraphicFramePr>
          <p:nvPr/>
        </p:nvGraphicFramePr>
        <p:xfrm>
          <a:off x="7240588" y="2046288"/>
          <a:ext cx="1092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15" imgW="1091565" imgH="317500" progId="Equation.3">
                  <p:embed/>
                </p:oleObj>
              </mc:Choice>
              <mc:Fallback>
                <p:oleObj name="" r:id="rId15" imgW="1091565" imgH="3175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40588" y="2046288"/>
                        <a:ext cx="1092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52463" y="3213100"/>
            <a:ext cx="8042275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这一事实说明：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尽管一个事件在一次试验中发生的概率很小，但只要试验次数很多，而且试验是独立进行的，那么这一事件的发生几乎是肯定的。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ext Box 4"/>
          <p:cNvSpPr txBox="1"/>
          <p:nvPr/>
        </p:nvSpPr>
        <p:spPr>
          <a:xfrm>
            <a:off x="1425575" y="720725"/>
            <a:ext cx="7191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05" name="Rectangle 5"/>
          <p:cNvSpPr/>
          <p:nvPr/>
        </p:nvSpPr>
        <p:spPr>
          <a:xfrm>
            <a:off x="2195513" y="728663"/>
            <a:ext cx="3486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设有</a:t>
            </a:r>
            <a:r>
              <a:rPr lang="en-US" altLang="zh-CN" dirty="0">
                <a:latin typeface="Times New Roman" panose="02020603050405020304" pitchFamily="18" charset="0"/>
              </a:rPr>
              <a:t>80</a:t>
            </a:r>
            <a:r>
              <a:rPr lang="zh-CN" altLang="en-US" dirty="0">
                <a:latin typeface="Times New Roman" panose="02020603050405020304" pitchFamily="18" charset="0"/>
              </a:rPr>
              <a:t>台同类型设备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06" name="Rectangle 6"/>
          <p:cNvSpPr/>
          <p:nvPr/>
        </p:nvSpPr>
        <p:spPr>
          <a:xfrm>
            <a:off x="5653088" y="728663"/>
            <a:ext cx="3041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各台工作是相互独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007" name="Rectangle 7"/>
          <p:cNvSpPr/>
          <p:nvPr/>
        </p:nvSpPr>
        <p:spPr>
          <a:xfrm>
            <a:off x="827088" y="1347788"/>
            <a:ext cx="9874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立的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08" name="Rectangle 8"/>
          <p:cNvSpPr/>
          <p:nvPr/>
        </p:nvSpPr>
        <p:spPr>
          <a:xfrm>
            <a:off x="1800225" y="1362075"/>
            <a:ext cx="41989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发生故障的概率都是 </a:t>
            </a:r>
            <a:r>
              <a:rPr lang="en-US" altLang="zh-CN" dirty="0">
                <a:latin typeface="Times New Roman" panose="02020603050405020304" pitchFamily="18" charset="0"/>
              </a:rPr>
              <a:t>0.01,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09" name="Rectangle 9"/>
          <p:cNvSpPr/>
          <p:nvPr/>
        </p:nvSpPr>
        <p:spPr>
          <a:xfrm>
            <a:off x="6005513" y="1347788"/>
            <a:ext cx="26844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且一台设备的故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010" name="Rectangle 10"/>
          <p:cNvSpPr/>
          <p:nvPr/>
        </p:nvSpPr>
        <p:spPr>
          <a:xfrm>
            <a:off x="798513" y="1968500"/>
            <a:ext cx="32194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障能由一个人处理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11" name="Rectangle 11"/>
          <p:cNvSpPr/>
          <p:nvPr/>
        </p:nvSpPr>
        <p:spPr>
          <a:xfrm>
            <a:off x="3808413" y="1974850"/>
            <a:ext cx="49164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考虑两种配备维修工人的方法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12" name="Rectangle 12"/>
          <p:cNvSpPr/>
          <p:nvPr/>
        </p:nvSpPr>
        <p:spPr>
          <a:xfrm>
            <a:off x="827088" y="2565400"/>
            <a:ext cx="29511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其一是由</a:t>
            </a:r>
            <a:r>
              <a:rPr lang="en-US" altLang="zh-CN" dirty="0">
                <a:latin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</a:rPr>
              <a:t>人维护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13" name="Rectangle 13"/>
          <p:cNvSpPr/>
          <p:nvPr/>
        </p:nvSpPr>
        <p:spPr>
          <a:xfrm>
            <a:off x="3729038" y="2586038"/>
            <a:ext cx="2444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每人负责</a:t>
            </a:r>
            <a:r>
              <a:rPr lang="en-US" altLang="zh-CN" dirty="0">
                <a:latin typeface="Times New Roman" panose="02020603050405020304" pitchFamily="18" charset="0"/>
              </a:rPr>
              <a:t>20</a:t>
            </a:r>
            <a:r>
              <a:rPr lang="zh-CN" altLang="en-US" dirty="0">
                <a:latin typeface="Times New Roman" panose="02020603050405020304" pitchFamily="18" charset="0"/>
              </a:rPr>
              <a:t>台</a:t>
            </a:r>
            <a:r>
              <a:rPr lang="en-US" altLang="zh-CN" dirty="0">
                <a:latin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14" name="Rectangle 14"/>
          <p:cNvSpPr/>
          <p:nvPr/>
        </p:nvSpPr>
        <p:spPr>
          <a:xfrm>
            <a:off x="6162675" y="2579688"/>
            <a:ext cx="25050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其二是由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人共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015" name="Rectangle 15"/>
          <p:cNvSpPr/>
          <p:nvPr/>
        </p:nvSpPr>
        <p:spPr>
          <a:xfrm>
            <a:off x="827088" y="3184525"/>
            <a:ext cx="207645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同维护</a:t>
            </a:r>
            <a:r>
              <a:rPr lang="en-US" altLang="zh-CN" dirty="0">
                <a:latin typeface="Times New Roman" panose="02020603050405020304" pitchFamily="18" charset="0"/>
              </a:rPr>
              <a:t>80</a:t>
            </a:r>
            <a:r>
              <a:rPr lang="zh-CN" altLang="en-US" dirty="0">
                <a:latin typeface="Times New Roman" panose="02020603050405020304" pitchFamily="18" charset="0"/>
              </a:rPr>
              <a:t>台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16" name="Rectangle 16"/>
          <p:cNvSpPr/>
          <p:nvPr/>
        </p:nvSpPr>
        <p:spPr>
          <a:xfrm>
            <a:off x="2843213" y="3155950"/>
            <a:ext cx="5956300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试比较这两种方法在设备发生故障时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6017" name="Rectangle 17"/>
          <p:cNvSpPr/>
          <p:nvPr/>
        </p:nvSpPr>
        <p:spPr>
          <a:xfrm>
            <a:off x="812800" y="3811588"/>
            <a:ext cx="46021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不能及时维修的概率的大小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56018" name="Rectangle 18"/>
          <p:cNvSpPr/>
          <p:nvPr/>
        </p:nvSpPr>
        <p:spPr>
          <a:xfrm>
            <a:off x="1425575" y="4392613"/>
            <a:ext cx="539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56019" name="Rectangle 19"/>
          <p:cNvSpPr>
            <a:spLocks noChangeArrowheads="1"/>
          </p:cNvSpPr>
          <p:nvPr/>
        </p:nvSpPr>
        <p:spPr bwMode="auto">
          <a:xfrm>
            <a:off x="2081213" y="4424363"/>
            <a:ext cx="25193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按第一种方法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,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aphicFrame>
        <p:nvGraphicFramePr>
          <p:cNvPr id="256020" name="Object 20"/>
          <p:cNvGraphicFramePr>
            <a:graphicFrameLocks noChangeAspect="1"/>
          </p:cNvGraphicFramePr>
          <p:nvPr/>
        </p:nvGraphicFramePr>
        <p:xfrm>
          <a:off x="4643438" y="4487863"/>
          <a:ext cx="3949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1" imgW="3657600" imgH="406400" progId="Equation.3">
                  <p:embed/>
                </p:oleObj>
              </mc:Choice>
              <mc:Fallback>
                <p:oleObj name="" r:id="rId1" imgW="3657600" imgH="40640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43438" y="4487863"/>
                        <a:ext cx="39497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21" name="Text Box 21"/>
          <p:cNvSpPr txBox="1">
            <a:spLocks noChangeArrowheads="1"/>
          </p:cNvSpPr>
          <p:nvPr/>
        </p:nvSpPr>
        <p:spPr bwMode="auto">
          <a:xfrm>
            <a:off x="763588" y="5041900"/>
            <a:ext cx="5211763" cy="5238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中同一时刻发生故障的台数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”</a:t>
            </a:r>
            <a:r>
              <a: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，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graphicFrame>
        <p:nvGraphicFramePr>
          <p:cNvPr id="256022" name="Object 22"/>
          <p:cNvGraphicFramePr>
            <a:graphicFrameLocks noChangeAspect="1"/>
          </p:cNvGraphicFramePr>
          <p:nvPr/>
        </p:nvGraphicFramePr>
        <p:xfrm>
          <a:off x="5557838" y="5084763"/>
          <a:ext cx="3111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3" imgW="3111500" imgH="457200" progId="Equation.3">
                  <p:embed/>
                </p:oleObj>
              </mc:Choice>
              <mc:Fallback>
                <p:oleObj name="" r:id="rId3" imgW="3111500" imgH="457200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7838" y="5084763"/>
                        <a:ext cx="31115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23" name="Object 23"/>
          <p:cNvGraphicFramePr>
            <a:graphicFrameLocks noChangeAspect="1"/>
          </p:cNvGraphicFramePr>
          <p:nvPr/>
        </p:nvGraphicFramePr>
        <p:xfrm>
          <a:off x="903288" y="5699125"/>
          <a:ext cx="777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5" imgW="7378700" imgH="444500" progId="Equation.3">
                  <p:embed/>
                </p:oleObj>
              </mc:Choice>
              <mc:Fallback>
                <p:oleObj name="" r:id="rId5" imgW="7378700" imgH="4445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03288" y="5699125"/>
                        <a:ext cx="77724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56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56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5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56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5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5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25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5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25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25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25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5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25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25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5" grpId="0"/>
      <p:bldP spid="256006" grpId="0"/>
      <p:bldP spid="256007" grpId="0"/>
      <p:bldP spid="256008" grpId="0"/>
      <p:bldP spid="256009" grpId="0"/>
      <p:bldP spid="256010" grpId="0"/>
      <p:bldP spid="256011" grpId="0"/>
      <p:bldP spid="256012" grpId="0"/>
      <p:bldP spid="256013" grpId="0"/>
      <p:bldP spid="256014" grpId="0"/>
      <p:bldP spid="256015" grpId="0"/>
      <p:bldP spid="256016" grpId="0"/>
      <p:bldP spid="256017" grpId="0"/>
      <p:bldP spid="256018" grpId="0"/>
      <p:bldP spid="256019" grpId="0"/>
      <p:bldP spid="2560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4"/>
          <p:cNvSpPr/>
          <p:nvPr/>
        </p:nvSpPr>
        <p:spPr>
          <a:xfrm>
            <a:off x="820738" y="708025"/>
            <a:ext cx="748823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楷体_GB2312" pitchFamily="49" charset="-122"/>
              </a:rPr>
              <a:t>则知</a:t>
            </a:r>
            <a:r>
              <a:rPr lang="en-US" altLang="zh-CN" dirty="0">
                <a:latin typeface="Times New Roman" panose="02020603050405020304" pitchFamily="18" charset="0"/>
              </a:rPr>
              <a:t>80</a:t>
            </a:r>
            <a:r>
              <a:rPr lang="zh-CN" altLang="en-US" dirty="0">
                <a:latin typeface="楷体_GB2312" pitchFamily="49" charset="-122"/>
              </a:rPr>
              <a:t>台中发生故障</a:t>
            </a:r>
            <a:r>
              <a:rPr lang="zh-CN" altLang="en-US" dirty="0">
                <a:latin typeface="Times New Roman" panose="02020603050405020304" pitchFamily="18" charset="0"/>
              </a:rPr>
              <a:t>而不能及时维修的概率为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257029" name="Object 5"/>
          <p:cNvGraphicFramePr>
            <a:graphicFrameLocks noChangeAspect="1"/>
          </p:cNvGraphicFramePr>
          <p:nvPr/>
        </p:nvGraphicFramePr>
        <p:xfrm>
          <a:off x="1608138" y="1398588"/>
          <a:ext cx="3136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1" imgW="3136900" imgH="431800" progId="Equation.3">
                  <p:embed/>
                </p:oleObj>
              </mc:Choice>
              <mc:Fallback>
                <p:oleObj name="" r:id="rId1" imgW="3136900" imgH="431800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8138" y="1398588"/>
                        <a:ext cx="31369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0" name="Object 6"/>
          <p:cNvGraphicFramePr>
            <a:graphicFrameLocks noChangeAspect="1"/>
          </p:cNvGraphicFramePr>
          <p:nvPr/>
        </p:nvGraphicFramePr>
        <p:xfrm>
          <a:off x="5027613" y="1398588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3" imgW="914400" imgH="419100" progId="Equation.3">
                  <p:embed/>
                </p:oleObj>
              </mc:Choice>
              <mc:Fallback>
                <p:oleObj name="" r:id="rId3" imgW="914400" imgH="4191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27613" y="1398588"/>
                        <a:ext cx="914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1" name="Object 7"/>
          <p:cNvGraphicFramePr>
            <a:graphicFrameLocks noChangeAspect="1"/>
          </p:cNvGraphicFramePr>
          <p:nvPr/>
        </p:nvGraphicFramePr>
        <p:xfrm>
          <a:off x="4754563" y="1463675"/>
          <a:ext cx="241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5" imgW="241300" imgH="279400" progId="Equation.3">
                  <p:embed/>
                </p:oleObj>
              </mc:Choice>
              <mc:Fallback>
                <p:oleObj name="" r:id="rId5" imgW="241300" imgH="2794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54563" y="1463675"/>
                        <a:ext cx="241300" cy="279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2" name="Object 8"/>
          <p:cNvGraphicFramePr>
            <a:graphicFrameLocks noChangeAspect="1"/>
          </p:cNvGraphicFramePr>
          <p:nvPr/>
        </p:nvGraphicFramePr>
        <p:xfrm>
          <a:off x="6216650" y="1427163"/>
          <a:ext cx="1524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7" imgW="1524000" imgH="381000" progId="Equation.3">
                  <p:embed/>
                </p:oleObj>
              </mc:Choice>
              <mc:Fallback>
                <p:oleObj name="" r:id="rId7" imgW="1524000" imgH="38100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16650" y="1427163"/>
                        <a:ext cx="15240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3" name="Object 9"/>
          <p:cNvGraphicFramePr>
            <a:graphicFrameLocks noChangeAspect="1"/>
          </p:cNvGraphicFramePr>
          <p:nvPr/>
        </p:nvGraphicFramePr>
        <p:xfrm>
          <a:off x="5953125" y="15494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53125" y="15494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4" name="Object 10"/>
          <p:cNvGraphicFramePr>
            <a:graphicFrameLocks noChangeAspect="1"/>
          </p:cNvGraphicFramePr>
          <p:nvPr/>
        </p:nvGraphicFramePr>
        <p:xfrm>
          <a:off x="900113" y="2038350"/>
          <a:ext cx="27273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1" imgW="2602230" imgH="406400" progId="Equation.3">
                  <p:embed/>
                </p:oleObj>
              </mc:Choice>
              <mc:Fallback>
                <p:oleObj name="" r:id="rId11" imgW="2602230" imgH="4064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00113" y="2038350"/>
                        <a:ext cx="2727325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35" name="Text Box 11"/>
          <p:cNvSpPr txBox="1"/>
          <p:nvPr/>
        </p:nvSpPr>
        <p:spPr>
          <a:xfrm>
            <a:off x="3600450" y="192405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故有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7036" name="Object 12"/>
          <p:cNvGraphicFramePr>
            <a:graphicFrameLocks noChangeAspect="1"/>
          </p:cNvGraphicFramePr>
          <p:nvPr/>
        </p:nvGraphicFramePr>
        <p:xfrm>
          <a:off x="1547813" y="2817813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13" imgW="1422400" imgH="381000" progId="Equation.3">
                  <p:embed/>
                </p:oleObj>
              </mc:Choice>
              <mc:Fallback>
                <p:oleObj name="" r:id="rId13" imgW="1422400" imgH="381000" progId="Equation.3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47813" y="2817813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7" name="Object 13"/>
          <p:cNvGraphicFramePr>
            <a:graphicFrameLocks noChangeAspect="1"/>
          </p:cNvGraphicFramePr>
          <p:nvPr/>
        </p:nvGraphicFramePr>
        <p:xfrm>
          <a:off x="2965450" y="29400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65450" y="29400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8" name="Object 14"/>
          <p:cNvGraphicFramePr>
            <a:graphicFrameLocks noChangeAspect="1"/>
          </p:cNvGraphicFramePr>
          <p:nvPr/>
        </p:nvGraphicFramePr>
        <p:xfrm>
          <a:off x="3203575" y="2551113"/>
          <a:ext cx="2362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17" imgW="2362200" imgH="952500" progId="Equation.3">
                  <p:embed/>
                </p:oleObj>
              </mc:Choice>
              <mc:Fallback>
                <p:oleObj name="" r:id="rId17" imgW="2362200" imgH="9525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03575" y="2551113"/>
                        <a:ext cx="236220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9" name="Object 15"/>
          <p:cNvGraphicFramePr>
            <a:graphicFrameLocks noChangeAspect="1"/>
          </p:cNvGraphicFramePr>
          <p:nvPr/>
        </p:nvGraphicFramePr>
        <p:xfrm>
          <a:off x="2973388" y="41195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19" imgW="241300" imgH="152400" progId="Equation.3">
                  <p:embed/>
                </p:oleObj>
              </mc:Choice>
              <mc:Fallback>
                <p:oleObj name="" r:id="rId19" imgW="241300" imgH="15240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973388" y="41195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40" name="Object 16"/>
          <p:cNvGraphicFramePr>
            <a:graphicFrameLocks noChangeAspect="1"/>
          </p:cNvGraphicFramePr>
          <p:nvPr/>
        </p:nvGraphicFramePr>
        <p:xfrm>
          <a:off x="3225800" y="3709988"/>
          <a:ext cx="4038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21" imgW="4038600" imgH="977900" progId="Equation.3">
                  <p:embed/>
                </p:oleObj>
              </mc:Choice>
              <mc:Fallback>
                <p:oleObj name="" r:id="rId21" imgW="4038600" imgH="977900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225800" y="3709988"/>
                        <a:ext cx="4038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41" name="Object 17"/>
          <p:cNvGraphicFramePr>
            <a:graphicFrameLocks noChangeAspect="1"/>
          </p:cNvGraphicFramePr>
          <p:nvPr/>
        </p:nvGraphicFramePr>
        <p:xfrm>
          <a:off x="2979738" y="50133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23" imgW="241300" imgH="152400" progId="Equation.3">
                  <p:embed/>
                </p:oleObj>
              </mc:Choice>
              <mc:Fallback>
                <p:oleObj name="" r:id="rId23" imgW="241300" imgH="152400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979738" y="50133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42" name="Object 18"/>
          <p:cNvGraphicFramePr>
            <a:graphicFrameLocks noChangeAspect="1"/>
          </p:cNvGraphicFramePr>
          <p:nvPr/>
        </p:nvGraphicFramePr>
        <p:xfrm>
          <a:off x="3233738" y="4919663"/>
          <a:ext cx="1092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25" imgW="1091565" imgH="317500" progId="Equation.3">
                  <p:embed/>
                </p:oleObj>
              </mc:Choice>
              <mc:Fallback>
                <p:oleObj name="" r:id="rId25" imgW="1091565" imgH="3175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233738" y="4919663"/>
                        <a:ext cx="1092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7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57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57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57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5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5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57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5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5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57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5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5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3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4"/>
          <p:cNvSpPr/>
          <p:nvPr/>
        </p:nvSpPr>
        <p:spPr>
          <a:xfrm>
            <a:off x="1238250" y="685800"/>
            <a:ext cx="25320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0" dirty="0">
                <a:latin typeface="楷体_GB2312" pitchFamily="49" charset="-122"/>
              </a:rPr>
              <a:t> </a:t>
            </a:r>
            <a:r>
              <a:rPr lang="zh-CN" altLang="en-US" b="0" dirty="0">
                <a:latin typeface="楷体_GB2312" pitchFamily="49" charset="-122"/>
              </a:rPr>
              <a:t>按第二种方法</a:t>
            </a:r>
            <a:r>
              <a:rPr lang="en-US" altLang="zh-CN" b="0" dirty="0">
                <a:latin typeface="楷体_GB2312" pitchFamily="49" charset="-122"/>
              </a:rPr>
              <a:t>,</a:t>
            </a:r>
            <a:endParaRPr lang="en-US" altLang="zh-CN" b="0" dirty="0">
              <a:latin typeface="楷体_GB2312" pitchFamily="49" charset="-122"/>
            </a:endParaRPr>
          </a:p>
        </p:txBody>
      </p:sp>
      <p:graphicFrame>
        <p:nvGraphicFramePr>
          <p:cNvPr id="258053" name="Object 5"/>
          <p:cNvGraphicFramePr>
            <a:graphicFrameLocks noChangeAspect="1"/>
          </p:cNvGraphicFramePr>
          <p:nvPr/>
        </p:nvGraphicFramePr>
        <p:xfrm>
          <a:off x="3778250" y="757238"/>
          <a:ext cx="49418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1" imgW="4635500" imgH="444500" progId="Equation.3">
                  <p:embed/>
                </p:oleObj>
              </mc:Choice>
              <mc:Fallback>
                <p:oleObj name="" r:id="rId1" imgW="4635500" imgH="44450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78250" y="757238"/>
                        <a:ext cx="4941888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4" name="Text Box 6"/>
          <p:cNvSpPr txBox="1"/>
          <p:nvPr/>
        </p:nvSpPr>
        <p:spPr>
          <a:xfrm>
            <a:off x="812800" y="1298575"/>
            <a:ext cx="17018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障的台数</a:t>
            </a:r>
            <a:r>
              <a:rPr lang="en-US" altLang="zh-CN" b="0" dirty="0">
                <a:latin typeface="Times New Roman" panose="02020603050405020304" pitchFamily="18" charset="0"/>
              </a:rPr>
              <a:t>,</a:t>
            </a:r>
            <a:endParaRPr lang="en-US" altLang="zh-CN" b="0" dirty="0">
              <a:latin typeface="Times New Roman" panose="02020603050405020304" pitchFamily="18" charset="0"/>
            </a:endParaRPr>
          </a:p>
        </p:txBody>
      </p:sp>
      <p:sp>
        <p:nvSpPr>
          <p:cNvPr id="258055" name="Text Box 7"/>
          <p:cNvSpPr txBox="1"/>
          <p:nvPr/>
        </p:nvSpPr>
        <p:spPr>
          <a:xfrm>
            <a:off x="2462213" y="1298575"/>
            <a:ext cx="987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此时</a:t>
            </a:r>
            <a:r>
              <a:rPr lang="en-US" altLang="zh-CN" b="0" dirty="0">
                <a:latin typeface="Times New Roman" panose="02020603050405020304" pitchFamily="18" charset="0"/>
              </a:rPr>
              <a:t>,</a:t>
            </a:r>
            <a:endParaRPr lang="en-US" altLang="zh-CN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8056" name="Object 8"/>
          <p:cNvGraphicFramePr>
            <a:graphicFrameLocks noChangeAspect="1"/>
          </p:cNvGraphicFramePr>
          <p:nvPr/>
        </p:nvGraphicFramePr>
        <p:xfrm>
          <a:off x="3486150" y="1412875"/>
          <a:ext cx="2222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3" imgW="2222500" imgH="393700" progId="Equation.3">
                  <p:embed/>
                </p:oleObj>
              </mc:Choice>
              <mc:Fallback>
                <p:oleObj name="" r:id="rId3" imgW="2222500" imgH="393700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86150" y="1412875"/>
                        <a:ext cx="2222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7" name="Rectangle 9"/>
          <p:cNvSpPr/>
          <p:nvPr/>
        </p:nvSpPr>
        <p:spPr>
          <a:xfrm>
            <a:off x="5689600" y="1319213"/>
            <a:ext cx="30400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</a:rPr>
              <a:t>故</a:t>
            </a:r>
            <a:r>
              <a:rPr lang="en-US" altLang="zh-CN" dirty="0">
                <a:latin typeface="Times New Roman" panose="02020603050405020304" pitchFamily="18" charset="0"/>
              </a:rPr>
              <a:t>80</a:t>
            </a:r>
            <a:r>
              <a:rPr lang="zh-CN" altLang="en-US" dirty="0">
                <a:latin typeface="Times New Roman" panose="02020603050405020304" pitchFamily="18" charset="0"/>
              </a:rPr>
              <a:t>台中发生故障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8058" name="Rectangle 10"/>
          <p:cNvSpPr/>
          <p:nvPr/>
        </p:nvSpPr>
        <p:spPr>
          <a:xfrm>
            <a:off x="792163" y="1879600"/>
            <a:ext cx="41132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0" dirty="0">
                <a:latin typeface="Times New Roman" panose="02020603050405020304" pitchFamily="18" charset="0"/>
              </a:rPr>
              <a:t>而不能及时维修的概率为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8059" name="Object 11"/>
          <p:cNvGraphicFramePr>
            <a:graphicFrameLocks noChangeAspect="1"/>
          </p:cNvGraphicFramePr>
          <p:nvPr/>
        </p:nvGraphicFramePr>
        <p:xfrm>
          <a:off x="1258888" y="2816225"/>
          <a:ext cx="140811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5" imgW="609600" imgH="203200" progId="Equation.DSMT4">
                  <p:embed/>
                </p:oleObj>
              </mc:Choice>
              <mc:Fallback>
                <p:oleObj name="" r:id="rId5" imgW="609600" imgH="203200" progId="Equation.DSMT4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8888" y="2816225"/>
                        <a:ext cx="1408112" cy="468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0" name="Object 12"/>
          <p:cNvGraphicFramePr>
            <a:graphicFrameLocks noChangeAspect="1"/>
          </p:cNvGraphicFramePr>
          <p:nvPr/>
        </p:nvGraphicFramePr>
        <p:xfrm>
          <a:off x="2663825" y="29829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63825" y="29829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1" name="Object 13"/>
          <p:cNvGraphicFramePr>
            <a:graphicFrameLocks noChangeAspect="1"/>
          </p:cNvGraphicFramePr>
          <p:nvPr/>
        </p:nvGraphicFramePr>
        <p:xfrm>
          <a:off x="2916238" y="2571750"/>
          <a:ext cx="4051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9" imgW="4051300" imgH="977900" progId="Equation.3">
                  <p:embed/>
                </p:oleObj>
              </mc:Choice>
              <mc:Fallback>
                <p:oleObj name="" r:id="rId9" imgW="4051300" imgH="977900" progId="Equation.3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16238" y="2571750"/>
                        <a:ext cx="40513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2" name="Object 14"/>
          <p:cNvGraphicFramePr>
            <a:graphicFrameLocks noChangeAspect="1"/>
          </p:cNvGraphicFramePr>
          <p:nvPr/>
        </p:nvGraphicFramePr>
        <p:xfrm>
          <a:off x="6948488" y="29829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948488" y="29829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63" name="Object 15"/>
          <p:cNvGraphicFramePr>
            <a:graphicFrameLocks noChangeAspect="1"/>
          </p:cNvGraphicFramePr>
          <p:nvPr/>
        </p:nvGraphicFramePr>
        <p:xfrm>
          <a:off x="7200900" y="2887663"/>
          <a:ext cx="1092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13" imgW="1091565" imgH="317500" progId="Equation.3">
                  <p:embed/>
                </p:oleObj>
              </mc:Choice>
              <mc:Fallback>
                <p:oleObj name="" r:id="rId13" imgW="1091565" imgH="31750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00900" y="2887663"/>
                        <a:ext cx="1092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64" name="Text Box 16"/>
          <p:cNvSpPr txBox="1"/>
          <p:nvPr/>
        </p:nvSpPr>
        <p:spPr>
          <a:xfrm>
            <a:off x="1447800" y="3703638"/>
            <a:ext cx="17018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我们发现</a:t>
            </a:r>
            <a:r>
              <a:rPr lang="en-US" altLang="zh-CN" b="0" dirty="0">
                <a:latin typeface="Times New Roman" panose="02020603050405020304" pitchFamily="18" charset="0"/>
              </a:rPr>
              <a:t>,</a:t>
            </a:r>
            <a:endParaRPr lang="en-US" altLang="zh-CN" b="0" dirty="0">
              <a:latin typeface="Times New Roman" panose="02020603050405020304" pitchFamily="18" charset="0"/>
            </a:endParaRPr>
          </a:p>
        </p:txBody>
      </p:sp>
      <p:sp>
        <p:nvSpPr>
          <p:cNvPr id="258065" name="Text Box 17"/>
          <p:cNvSpPr txBox="1"/>
          <p:nvPr/>
        </p:nvSpPr>
        <p:spPr>
          <a:xfrm>
            <a:off x="3038475" y="3703638"/>
            <a:ext cx="56610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在后一种情况尽管任务重了</a:t>
            </a:r>
            <a:r>
              <a:rPr lang="en-US" altLang="zh-CN" b="0" dirty="0">
                <a:latin typeface="Times New Roman" panose="02020603050405020304" pitchFamily="18" charset="0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</a:rPr>
              <a:t>每人平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258066" name="Text Box 18"/>
          <p:cNvSpPr txBox="1"/>
          <p:nvPr/>
        </p:nvSpPr>
        <p:spPr>
          <a:xfrm>
            <a:off x="812800" y="4294188"/>
            <a:ext cx="2533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均维护约</a:t>
            </a:r>
            <a:r>
              <a:rPr lang="en-US" altLang="zh-CN" b="0" dirty="0">
                <a:latin typeface="Times New Roman" panose="02020603050405020304" pitchFamily="18" charset="0"/>
              </a:rPr>
              <a:t>27</a:t>
            </a:r>
            <a:r>
              <a:rPr lang="zh-CN" altLang="en-US" b="0" dirty="0">
                <a:latin typeface="Times New Roman" panose="02020603050405020304" pitchFamily="18" charset="0"/>
              </a:rPr>
              <a:t>台</a:t>
            </a:r>
            <a:r>
              <a:rPr lang="en-US" altLang="zh-CN" b="0" dirty="0">
                <a:latin typeface="Times New Roman" panose="02020603050405020304" pitchFamily="18" charset="0"/>
              </a:rPr>
              <a:t>),</a:t>
            </a:r>
            <a:endParaRPr lang="en-US" altLang="zh-CN" b="0" dirty="0">
              <a:latin typeface="Times New Roman" panose="02020603050405020304" pitchFamily="18" charset="0"/>
            </a:endParaRPr>
          </a:p>
        </p:txBody>
      </p:sp>
      <p:sp>
        <p:nvSpPr>
          <p:cNvPr id="258067" name="Text Box 19"/>
          <p:cNvSpPr txBox="1"/>
          <p:nvPr/>
        </p:nvSpPr>
        <p:spPr>
          <a:xfrm>
            <a:off x="3284538" y="4300538"/>
            <a:ext cx="42021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但工作效率不仅没有降低</a:t>
            </a:r>
            <a:r>
              <a:rPr lang="en-US" altLang="zh-CN" b="0" dirty="0">
                <a:latin typeface="Times New Roman" panose="02020603050405020304" pitchFamily="18" charset="0"/>
              </a:rPr>
              <a:t>,</a:t>
            </a:r>
            <a:endParaRPr lang="en-US" altLang="zh-CN" b="0" dirty="0">
              <a:latin typeface="Times New Roman" panose="02020603050405020304" pitchFamily="18" charset="0"/>
            </a:endParaRPr>
          </a:p>
        </p:txBody>
      </p:sp>
      <p:sp>
        <p:nvSpPr>
          <p:cNvPr id="258068" name="Text Box 20"/>
          <p:cNvSpPr txBox="1"/>
          <p:nvPr/>
        </p:nvSpPr>
        <p:spPr>
          <a:xfrm>
            <a:off x="7445375" y="4271963"/>
            <a:ext cx="12557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反而提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258069" name="Rectangle 21"/>
          <p:cNvSpPr/>
          <p:nvPr/>
        </p:nvSpPr>
        <p:spPr>
          <a:xfrm>
            <a:off x="798513" y="4899025"/>
            <a:ext cx="987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0" dirty="0">
                <a:latin typeface="Times New Roman" panose="02020603050405020304" pitchFamily="18" charset="0"/>
              </a:rPr>
              <a:t>高了</a:t>
            </a:r>
            <a:r>
              <a:rPr lang="en-US" altLang="zh-CN" b="0" dirty="0">
                <a:latin typeface="Times New Roman" panose="02020603050405020304" pitchFamily="18" charset="0"/>
              </a:rPr>
              <a:t>.</a:t>
            </a:r>
            <a:endParaRPr lang="en-US" altLang="zh-CN" b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58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58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5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58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58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58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5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5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5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25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58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5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25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4" grpId="0"/>
      <p:bldP spid="258055" grpId="0"/>
      <p:bldP spid="258057" grpId="0"/>
      <p:bldP spid="258058" grpId="0"/>
      <p:bldP spid="258064" grpId="0"/>
      <p:bldP spid="258065" grpId="0"/>
      <p:bldP spid="258066" grpId="0"/>
      <p:bldP spid="258067" grpId="0"/>
      <p:bldP spid="258068" grpId="0"/>
      <p:bldP spid="25806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4"/>
          <p:cNvSpPr/>
          <p:nvPr/>
        </p:nvSpPr>
        <p:spPr>
          <a:xfrm>
            <a:off x="827088" y="688975"/>
            <a:ext cx="3168650" cy="579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三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　泊松分布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59078" name="Object 6"/>
          <p:cNvGraphicFramePr>
            <a:graphicFrameLocks noChangeAspect="1"/>
          </p:cNvGraphicFramePr>
          <p:nvPr/>
        </p:nvGraphicFramePr>
        <p:xfrm>
          <a:off x="1503363" y="1377950"/>
          <a:ext cx="670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1" imgW="6159500" imgH="419100" progId="Equation.3">
                  <p:embed/>
                </p:oleObj>
              </mc:Choice>
              <mc:Fallback>
                <p:oleObj name="" r:id="rId1" imgW="6159500" imgH="419100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3363" y="1377950"/>
                        <a:ext cx="67056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079" name="Text Box 7"/>
          <p:cNvSpPr txBox="1"/>
          <p:nvPr/>
        </p:nvSpPr>
        <p:spPr>
          <a:xfrm>
            <a:off x="8172450" y="130492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59080" name="Text Box 8"/>
          <p:cNvSpPr txBox="1"/>
          <p:nvPr/>
        </p:nvSpPr>
        <p:spPr>
          <a:xfrm>
            <a:off x="841375" y="1903413"/>
            <a:ext cx="30289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取各个值的概率为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59081" name="Object 9"/>
          <p:cNvGraphicFramePr>
            <a:graphicFrameLocks noChangeAspect="1"/>
          </p:cNvGraphicFramePr>
          <p:nvPr/>
        </p:nvGraphicFramePr>
        <p:xfrm>
          <a:off x="2268538" y="2889250"/>
          <a:ext cx="146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3" imgW="1459865" imgH="381000" progId="Equation.3">
                  <p:embed/>
                </p:oleObj>
              </mc:Choice>
              <mc:Fallback>
                <p:oleObj name="" r:id="rId3" imgW="1459865" imgH="3810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8538" y="2889250"/>
                        <a:ext cx="1460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2" name="Object 10"/>
          <p:cNvGraphicFramePr>
            <a:graphicFrameLocks noChangeAspect="1"/>
          </p:cNvGraphicFramePr>
          <p:nvPr/>
        </p:nvGraphicFramePr>
        <p:xfrm>
          <a:off x="3762375" y="29972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62375" y="29972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3" name="Object 11"/>
          <p:cNvGraphicFramePr>
            <a:graphicFrameLocks noChangeAspect="1"/>
          </p:cNvGraphicFramePr>
          <p:nvPr/>
        </p:nvGraphicFramePr>
        <p:xfrm>
          <a:off x="4032250" y="2579688"/>
          <a:ext cx="990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7" imgW="990600" imgH="889000" progId="Equation.3">
                  <p:embed/>
                </p:oleObj>
              </mc:Choice>
              <mc:Fallback>
                <p:oleObj name="" r:id="rId7" imgW="990600" imgH="889000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32250" y="2579688"/>
                        <a:ext cx="9906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4" name="Object 12"/>
          <p:cNvGraphicFramePr>
            <a:graphicFrameLocks noChangeAspect="1"/>
          </p:cNvGraphicFramePr>
          <p:nvPr/>
        </p:nvGraphicFramePr>
        <p:xfrm>
          <a:off x="5329238" y="2881313"/>
          <a:ext cx="20161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9" imgW="1841500" imgH="368300" progId="Equation.3">
                  <p:embed/>
                </p:oleObj>
              </mc:Choice>
              <mc:Fallback>
                <p:oleObj name="" r:id="rId9" imgW="1841500" imgH="3683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29238" y="2881313"/>
                        <a:ext cx="2016125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5" name="Object 13"/>
          <p:cNvGraphicFramePr>
            <a:graphicFrameLocks noChangeAspect="1"/>
          </p:cNvGraphicFramePr>
          <p:nvPr/>
        </p:nvGraphicFramePr>
        <p:xfrm>
          <a:off x="871538" y="3670300"/>
          <a:ext cx="27368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11" imgW="2705100" imgH="406400" progId="Equation.3">
                  <p:embed/>
                </p:oleObj>
              </mc:Choice>
              <mc:Fallback>
                <p:oleObj name="" r:id="rId11" imgW="2705100" imgH="40640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1538" y="3670300"/>
                        <a:ext cx="273685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6" name="Object 14"/>
          <p:cNvGraphicFramePr>
            <a:graphicFrameLocks noChangeAspect="1"/>
          </p:cNvGraphicFramePr>
          <p:nvPr/>
        </p:nvGraphicFramePr>
        <p:xfrm>
          <a:off x="3657600" y="3652838"/>
          <a:ext cx="50403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13" imgW="4876800" imgH="431800" progId="Equation.3">
                  <p:embed/>
                </p:oleObj>
              </mc:Choice>
              <mc:Fallback>
                <p:oleObj name="" r:id="rId13" imgW="4876800" imgH="43180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657600" y="3652838"/>
                        <a:ext cx="5040313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7" name="Object 15"/>
          <p:cNvGraphicFramePr>
            <a:graphicFrameLocks noChangeAspect="1"/>
          </p:cNvGraphicFramePr>
          <p:nvPr/>
        </p:nvGraphicFramePr>
        <p:xfrm>
          <a:off x="900113" y="4306888"/>
          <a:ext cx="220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15" imgW="2209800" imgH="431800" progId="Equation.3">
                  <p:embed/>
                </p:oleObj>
              </mc:Choice>
              <mc:Fallback>
                <p:oleObj name="" r:id="rId15" imgW="2209800" imgH="431800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00113" y="4306888"/>
                        <a:ext cx="2209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5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5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5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5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5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5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5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59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59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9" grpId="0"/>
      <p:bldP spid="25908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4"/>
          <p:cNvSpPr/>
          <p:nvPr/>
        </p:nvSpPr>
        <p:spPr>
          <a:xfrm>
            <a:off x="1316038" y="782638"/>
            <a:ext cx="325596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楷体_GB2312" pitchFamily="49" charset="-122"/>
              </a:rPr>
              <a:t>泊松分布的图形</a:t>
            </a:r>
            <a:endParaRPr lang="zh-CN" altLang="en-US" dirty="0">
              <a:latin typeface="楷体_GB2312" pitchFamily="49" charset="-122"/>
            </a:endParaRPr>
          </a:p>
        </p:txBody>
      </p:sp>
      <p:pic>
        <p:nvPicPr>
          <p:cNvPr id="26010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9488" y="1490663"/>
            <a:ext cx="3743325" cy="2268537"/>
          </a:xfrm>
          <a:prstGeom prst="rect">
            <a:avLst/>
          </a:prstGeom>
          <a:noFill/>
          <a:ln w="1905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6010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488" y="3767138"/>
            <a:ext cx="3743325" cy="2268537"/>
          </a:xfrm>
          <a:prstGeom prst="rect">
            <a:avLst/>
          </a:prstGeom>
          <a:noFill/>
          <a:ln w="1905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6010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875" y="1490663"/>
            <a:ext cx="3743325" cy="2268537"/>
          </a:xfrm>
          <a:prstGeom prst="rect">
            <a:avLst/>
          </a:prstGeom>
          <a:noFill/>
          <a:ln w="1905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60104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875" y="3767138"/>
            <a:ext cx="3743325" cy="2268537"/>
          </a:xfrm>
          <a:prstGeom prst="rect">
            <a:avLst/>
          </a:prstGeom>
          <a:noFill/>
          <a:ln w="19050" cap="flat" cmpd="sng">
            <a:solidFill>
              <a:srgbClr val="0080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4"/>
          <p:cNvSpPr/>
          <p:nvPr/>
        </p:nvSpPr>
        <p:spPr>
          <a:xfrm>
            <a:off x="827088" y="692150"/>
            <a:ext cx="4752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泊松分布的背景及应用</a:t>
            </a:r>
            <a:endParaRPr lang="zh-CN" altLang="en-US" dirty="0">
              <a:solidFill>
                <a:schemeClr val="accent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75462" name="Text Box 6"/>
          <p:cNvSpPr txBox="1"/>
          <p:nvPr/>
        </p:nvSpPr>
        <p:spPr>
          <a:xfrm>
            <a:off x="919163" y="1181100"/>
            <a:ext cx="7685087" cy="3081338"/>
          </a:xfrm>
          <a:prstGeom prst="rect">
            <a:avLst/>
          </a:prstGeom>
          <a:solidFill>
            <a:srgbClr val="66FFCC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楷体_GB2312" pitchFamily="49" charset="-122"/>
              </a:rPr>
              <a:t>　                                         </a:t>
            </a:r>
            <a:endParaRPr lang="zh-CN" altLang="en-US" dirty="0">
              <a:latin typeface="楷体_GB2312" pitchFamily="49" charset="-122"/>
            </a:endParaRPr>
          </a:p>
          <a:p>
            <a:pPr eaLnBrk="1" hangingPunct="1"/>
            <a:endParaRPr lang="zh-CN" altLang="en-US" dirty="0">
              <a:latin typeface="楷体_GB2312" pitchFamily="49" charset="-122"/>
            </a:endParaRPr>
          </a:p>
          <a:p>
            <a:pPr eaLnBrk="1" hangingPunct="1"/>
            <a:endParaRPr lang="zh-CN" altLang="en-US" dirty="0">
              <a:latin typeface="楷体_GB2312" pitchFamily="49" charset="-122"/>
            </a:endParaRPr>
          </a:p>
          <a:p>
            <a:pPr eaLnBrk="1" hangingPunct="1"/>
            <a:endParaRPr lang="zh-CN" altLang="en-US" dirty="0">
              <a:latin typeface="楷体_GB2312" pitchFamily="49" charset="-122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75463" name="Rectangle 7"/>
          <p:cNvSpPr/>
          <p:nvPr/>
        </p:nvSpPr>
        <p:spPr>
          <a:xfrm>
            <a:off x="1692275" y="1211263"/>
            <a:ext cx="69707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二十世纪初卢瑟福和盖克两位科学家在观察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5464" name="Rectangle 8"/>
          <p:cNvSpPr/>
          <p:nvPr/>
        </p:nvSpPr>
        <p:spPr>
          <a:xfrm>
            <a:off x="827088" y="1844675"/>
            <a:ext cx="70596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与分析放射性物质放出的粒子个数的情况时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75466" name="Rectangle 10"/>
          <p:cNvSpPr/>
          <p:nvPr/>
        </p:nvSpPr>
        <p:spPr>
          <a:xfrm>
            <a:off x="7785100" y="181610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他们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5467" name="Rectangle 11"/>
          <p:cNvSpPr/>
          <p:nvPr/>
        </p:nvSpPr>
        <p:spPr>
          <a:xfrm>
            <a:off x="827088" y="2449513"/>
            <a:ext cx="765016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做了</a:t>
            </a:r>
            <a:r>
              <a:rPr lang="en-US" altLang="zh-CN" dirty="0">
                <a:latin typeface="Times New Roman" panose="02020603050405020304" pitchFamily="18" charset="0"/>
              </a:rPr>
              <a:t>2608</a:t>
            </a:r>
            <a:r>
              <a:rPr lang="zh-CN" altLang="en-US" dirty="0">
                <a:latin typeface="Times New Roman" panose="02020603050405020304" pitchFamily="18" charset="0"/>
              </a:rPr>
              <a:t>次观察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zh-CN" altLang="en-US" dirty="0">
                <a:latin typeface="Times New Roman" panose="02020603050405020304" pitchFamily="18" charset="0"/>
              </a:rPr>
              <a:t>每次时间为</a:t>
            </a:r>
            <a:r>
              <a:rPr lang="en-US" altLang="zh-CN" dirty="0">
                <a:latin typeface="Times New Roman" panose="02020603050405020304" pitchFamily="18" charset="0"/>
              </a:rPr>
              <a:t>7.5</a:t>
            </a:r>
            <a:r>
              <a:rPr lang="zh-CN" altLang="en-US" dirty="0">
                <a:latin typeface="Times New Roman" panose="02020603050405020304" pitchFamily="18" charset="0"/>
              </a:rPr>
              <a:t>秒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发现放射性物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5468" name="Rectangle 12"/>
          <p:cNvSpPr/>
          <p:nvPr/>
        </p:nvSpPr>
        <p:spPr>
          <a:xfrm>
            <a:off x="841375" y="3040063"/>
            <a:ext cx="38449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质在规定的一段时间内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75469" name="Rectangle 13"/>
          <p:cNvSpPr/>
          <p:nvPr/>
        </p:nvSpPr>
        <p:spPr>
          <a:xfrm>
            <a:off x="4622800" y="3040063"/>
            <a:ext cx="399256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其放射的粒子数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服从泊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5470" name="Rectangle 14"/>
          <p:cNvSpPr/>
          <p:nvPr/>
        </p:nvSpPr>
        <p:spPr>
          <a:xfrm>
            <a:off x="827088" y="3644900"/>
            <a:ext cx="134461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松分布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275471" name="Picture 15" descr="放射粒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4292600"/>
            <a:ext cx="5456237" cy="1800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7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7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7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75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75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7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7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75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2" grpId="0" animBg="1"/>
      <p:bldP spid="275463" grpId="0"/>
      <p:bldP spid="275464" grpId="0"/>
      <p:bldP spid="275466" grpId="0"/>
      <p:bldP spid="275467" grpId="0"/>
      <p:bldP spid="275468" grpId="0"/>
      <p:bldP spid="275469" grpId="0"/>
      <p:bldP spid="27547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2148" name="Picture 4" descr="呼叫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5713" y="4208463"/>
            <a:ext cx="2438400" cy="17795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2149" name="Rectangle 5"/>
          <p:cNvSpPr/>
          <p:nvPr/>
        </p:nvSpPr>
        <p:spPr>
          <a:xfrm>
            <a:off x="3810000" y="3595688"/>
            <a:ext cx="27066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</a:rPr>
              <a:t>电话呼唤次数</a:t>
            </a:r>
            <a:endParaRPr lang="zh-CN" altLang="en-US" b="0" dirty="0">
              <a:solidFill>
                <a:srgbClr val="FFFF00"/>
              </a:solidFill>
              <a:latin typeface="黑体" panose="02010609060101010101" pitchFamily="2" charset="-122"/>
            </a:endParaRPr>
          </a:p>
        </p:txBody>
      </p:sp>
      <p:pic>
        <p:nvPicPr>
          <p:cNvPr id="262150" name="Picture 6" descr="买东西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4191000"/>
            <a:ext cx="2667000" cy="179705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62151" name="Group 7"/>
          <p:cNvGrpSpPr/>
          <p:nvPr/>
        </p:nvGrpSpPr>
        <p:grpSpPr>
          <a:xfrm>
            <a:off x="6324600" y="4235450"/>
            <a:ext cx="2209800" cy="1752600"/>
            <a:chOff x="3936" y="2496"/>
            <a:chExt cx="1392" cy="1104"/>
          </a:xfrm>
        </p:grpSpPr>
        <p:sp>
          <p:nvSpPr>
            <p:cNvPr id="28686" name="Rectangle 8"/>
            <p:cNvSpPr/>
            <p:nvPr/>
          </p:nvSpPr>
          <p:spPr>
            <a:xfrm>
              <a:off x="3936" y="2496"/>
              <a:ext cx="1392" cy="110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pic>
          <p:nvPicPr>
            <p:cNvPr id="28687" name="Picture 9" descr="BD07195_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32" y="2688"/>
              <a:ext cx="1151" cy="768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62154" name="Rectangle 10"/>
          <p:cNvSpPr/>
          <p:nvPr/>
        </p:nvSpPr>
        <p:spPr>
          <a:xfrm>
            <a:off x="6283325" y="3595688"/>
            <a:ext cx="260985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交通事故次数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2155" name="Rectangle 11"/>
          <p:cNvSpPr/>
          <p:nvPr/>
        </p:nvSpPr>
        <p:spPr>
          <a:xfrm>
            <a:off x="762000" y="3595688"/>
            <a:ext cx="3378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商场接待的顾客数</a:t>
            </a:r>
            <a:endParaRPr lang="zh-CN" altLang="en-US" b="0" dirty="0">
              <a:latin typeface="Times New Roman" panose="02020603050405020304" pitchFamily="18" charset="0"/>
            </a:endParaRPr>
          </a:p>
        </p:txBody>
      </p:sp>
      <p:sp>
        <p:nvSpPr>
          <p:cNvPr id="28680" name="Rectangle 12"/>
          <p:cNvSpPr/>
          <p:nvPr/>
        </p:nvSpPr>
        <p:spPr>
          <a:xfrm>
            <a:off x="1682750" y="852488"/>
            <a:ext cx="13049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地震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62157" name="Picture 13" descr="洪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838" y="1524000"/>
            <a:ext cx="2235200" cy="1905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2158" name="Picture 14" descr="火山喷发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6788" y="1524000"/>
            <a:ext cx="2584450" cy="1905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83" name="Picture 15" descr="地震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38" y="1524000"/>
            <a:ext cx="2292350" cy="190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2160" name="Rectangle 16"/>
          <p:cNvSpPr/>
          <p:nvPr/>
        </p:nvSpPr>
        <p:spPr>
          <a:xfrm>
            <a:off x="3992563" y="852488"/>
            <a:ext cx="23082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火山爆发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2161" name="Rectangle 17"/>
          <p:cNvSpPr/>
          <p:nvPr/>
        </p:nvSpPr>
        <p:spPr>
          <a:xfrm>
            <a:off x="6630988" y="838200"/>
            <a:ext cx="19732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特大洪水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2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2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2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2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9" grpId="0"/>
      <p:bldP spid="262154" grpId="0"/>
      <p:bldP spid="262155" grpId="0"/>
      <p:bldP spid="262160" grpId="0"/>
      <p:bldP spid="26216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3173" name="2-2泊松分布逼近二项分布.wmv">
            <a:hlinkClick r:id="" action="ppaction://media"/>
          </p:cNvPr>
          <p:cNvPicPr>
            <a:picLocks noRot="1"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12825" y="1109663"/>
            <a:ext cx="7689850" cy="30956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5603" name="Group 6"/>
          <p:cNvGrpSpPr/>
          <p:nvPr/>
        </p:nvGrpSpPr>
        <p:grpSpPr>
          <a:xfrm>
            <a:off x="1116013" y="5414963"/>
            <a:ext cx="6499225" cy="639762"/>
            <a:chOff x="1056" y="3408"/>
            <a:chExt cx="4094" cy="403"/>
          </a:xfrm>
        </p:grpSpPr>
        <p:sp>
          <p:nvSpPr>
            <p:cNvPr id="29701" name="Text Box 7"/>
            <p:cNvSpPr txBox="1"/>
            <p:nvPr/>
          </p:nvSpPr>
          <p:spPr>
            <a:xfrm>
              <a:off x="1056" y="3484"/>
              <a:ext cx="409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dirty="0">
                  <a:solidFill>
                    <a:srgbClr val="0000FF"/>
                  </a:solidFill>
                  <a:latin typeface="楷体_GB2312" pitchFamily="49" charset="-122"/>
                </a:rPr>
                <a:t>二项分布</a:t>
              </a:r>
              <a:endParaRPr lang="zh-CN" altLang="en-US" dirty="0">
                <a:solidFill>
                  <a:srgbClr val="FF0000"/>
                </a:solidFill>
                <a:latin typeface="楷体_GB2312" pitchFamily="49" charset="-122"/>
              </a:endParaRPr>
            </a:p>
          </p:txBody>
        </p:sp>
        <p:sp>
          <p:nvSpPr>
            <p:cNvPr id="29702" name="AutoShape 8"/>
            <p:cNvSpPr/>
            <p:nvPr/>
          </p:nvSpPr>
          <p:spPr>
            <a:xfrm>
              <a:off x="2128" y="3639"/>
              <a:ext cx="1460" cy="81"/>
            </a:xfrm>
            <a:prstGeom prst="rightArrow">
              <a:avLst>
                <a:gd name="adj1" fmla="val 50000"/>
                <a:gd name="adj2" fmla="val 450617"/>
              </a:avLst>
            </a:prstGeom>
            <a:solidFill>
              <a:srgbClr val="008000"/>
            </a:solidFill>
            <a:ln w="19050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9703" name="Object 9"/>
            <p:cNvGraphicFramePr>
              <a:graphicFrameLocks noChangeAspect="1"/>
            </p:cNvGraphicFramePr>
            <p:nvPr/>
          </p:nvGraphicFramePr>
          <p:xfrm>
            <a:off x="2112" y="3408"/>
            <a:ext cx="176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8" name="" r:id="rId4" imgW="2806700" imgH="393700" progId="Equation.3">
                    <p:embed/>
                  </p:oleObj>
                </mc:Choice>
                <mc:Fallback>
                  <p:oleObj name="" r:id="rId4" imgW="2806700" imgH="393700" progId="Equation.3">
                    <p:embed/>
                    <p:pic>
                      <p:nvPicPr>
                        <p:cNvPr id="0" name="图片 316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12" y="3408"/>
                          <a:ext cx="1768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3178" name="Rectangle 10"/>
          <p:cNvSpPr/>
          <p:nvPr/>
        </p:nvSpPr>
        <p:spPr>
          <a:xfrm>
            <a:off x="5591175" y="5416550"/>
            <a:ext cx="1985963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泊松分布 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?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63173"/>
                </p:tgtEl>
              </p:cMediaNode>
            </p:video>
          </p:childTnLst>
        </p:cTn>
      </p:par>
    </p:tnLst>
    <p:bldLst>
      <p:bldP spid="26317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4"/>
          <p:cNvSpPr txBox="1"/>
          <p:nvPr/>
        </p:nvSpPr>
        <p:spPr>
          <a:xfrm>
            <a:off x="1425575" y="685800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solidFill>
                  <a:srgbClr val="990033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泊松定理</a:t>
            </a:r>
            <a:endParaRPr lang="zh-CN" altLang="en-US" dirty="0">
              <a:solidFill>
                <a:srgbClr val="990033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64197" name="Object 5"/>
          <p:cNvGraphicFramePr>
            <a:graphicFrameLocks noChangeAspect="1"/>
          </p:cNvGraphicFramePr>
          <p:nvPr/>
        </p:nvGraphicFramePr>
        <p:xfrm>
          <a:off x="3209925" y="779463"/>
          <a:ext cx="32353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1" imgW="3086100" imgH="419100" progId="Equation.3">
                  <p:embed/>
                </p:oleObj>
              </mc:Choice>
              <mc:Fallback>
                <p:oleObj name="" r:id="rId1" imgW="3086100" imgH="419100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09925" y="779463"/>
                        <a:ext cx="323532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6515100" y="771525"/>
          <a:ext cx="2184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3" imgW="2044700" imgH="393700" progId="Equation.3">
                  <p:embed/>
                </p:oleObj>
              </mc:Choice>
              <mc:Fallback>
                <p:oleObj name="" r:id="rId3" imgW="2044700" imgH="3937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15100" y="771525"/>
                        <a:ext cx="2184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9" name="Text Box 7"/>
          <p:cNvSpPr txBox="1"/>
          <p:nvPr/>
        </p:nvSpPr>
        <p:spPr>
          <a:xfrm>
            <a:off x="841375" y="1319213"/>
            <a:ext cx="6302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数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4200" name="Object 8"/>
          <p:cNvGraphicFramePr>
            <a:graphicFrameLocks noChangeAspect="1"/>
          </p:cNvGraphicFramePr>
          <p:nvPr/>
        </p:nvGraphicFramePr>
        <p:xfrm>
          <a:off x="1504950" y="1412875"/>
          <a:ext cx="17065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5" imgW="1612900" imgH="431800" progId="Equation.3">
                  <p:embed/>
                </p:oleObj>
              </mc:Choice>
              <mc:Fallback>
                <p:oleObj name="" r:id="rId5" imgW="1612900" imgH="4318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04950" y="1412875"/>
                        <a:ext cx="1706563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1" name="Object 9"/>
          <p:cNvGraphicFramePr>
            <a:graphicFrameLocks noChangeAspect="1"/>
          </p:cNvGraphicFramePr>
          <p:nvPr/>
        </p:nvGraphicFramePr>
        <p:xfrm>
          <a:off x="3355975" y="1377950"/>
          <a:ext cx="48085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7" imgW="4648200" imgH="419100" progId="Equation.3">
                  <p:embed/>
                </p:oleObj>
              </mc:Choice>
              <mc:Fallback>
                <p:oleObj name="" r:id="rId7" imgW="4648200" imgH="4191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5975" y="1377950"/>
                        <a:ext cx="4808538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2" name="Text Box 10"/>
          <p:cNvSpPr txBox="1"/>
          <p:nvPr/>
        </p:nvSpPr>
        <p:spPr>
          <a:xfrm>
            <a:off x="8178800" y="1296988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4203" name="Object 11"/>
          <p:cNvGraphicFramePr>
            <a:graphicFrameLocks noChangeAspect="1"/>
          </p:cNvGraphicFramePr>
          <p:nvPr/>
        </p:nvGraphicFramePr>
        <p:xfrm>
          <a:off x="2520950" y="1966913"/>
          <a:ext cx="3035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9" imgW="3035300" imgH="977900" progId="Equation.3">
                  <p:embed/>
                </p:oleObj>
              </mc:Choice>
              <mc:Fallback>
                <p:oleObj name="" r:id="rId9" imgW="3035300" imgH="9779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20950" y="1966913"/>
                        <a:ext cx="30353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4" name="Object 12"/>
          <p:cNvGraphicFramePr>
            <a:graphicFrameLocks noChangeAspect="1"/>
          </p:cNvGraphicFramePr>
          <p:nvPr/>
        </p:nvGraphicFramePr>
        <p:xfrm>
          <a:off x="5510213" y="24495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10213" y="24495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5" name="Object 13"/>
          <p:cNvGraphicFramePr>
            <a:graphicFrameLocks noChangeAspect="1"/>
          </p:cNvGraphicFramePr>
          <p:nvPr/>
        </p:nvGraphicFramePr>
        <p:xfrm>
          <a:off x="5783263" y="2024063"/>
          <a:ext cx="876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3" imgW="876300" imgH="889000" progId="Equation.3">
                  <p:embed/>
                </p:oleObj>
              </mc:Choice>
              <mc:Fallback>
                <p:oleObj name="" r:id="rId13" imgW="876300" imgH="8890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83263" y="2024063"/>
                        <a:ext cx="8763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6" name="Text Box 14"/>
          <p:cNvSpPr txBox="1"/>
          <p:nvPr/>
        </p:nvSpPr>
        <p:spPr>
          <a:xfrm>
            <a:off x="1416050" y="3249613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证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64207" name="Object 15"/>
          <p:cNvGraphicFramePr>
            <a:graphicFrameLocks noChangeAspect="1"/>
          </p:cNvGraphicFramePr>
          <p:nvPr/>
        </p:nvGraphicFramePr>
        <p:xfrm>
          <a:off x="2089150" y="3068638"/>
          <a:ext cx="1449388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5" imgW="660400" imgH="406400" progId="Equation.DSMT4">
                  <p:embed/>
                </p:oleObj>
              </mc:Choice>
              <mc:Fallback>
                <p:oleObj name="" r:id="rId15" imgW="660400" imgH="4064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89150" y="3068638"/>
                        <a:ext cx="1449388" cy="892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8" name="Text Box 16"/>
          <p:cNvSpPr txBox="1"/>
          <p:nvPr/>
        </p:nvSpPr>
        <p:spPr>
          <a:xfrm>
            <a:off x="3521075" y="3284538"/>
            <a:ext cx="541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4209" name="Object 17"/>
          <p:cNvGraphicFramePr>
            <a:graphicFrameLocks noChangeAspect="1"/>
          </p:cNvGraphicFramePr>
          <p:nvPr/>
        </p:nvGraphicFramePr>
        <p:xfrm>
          <a:off x="2452688" y="4106863"/>
          <a:ext cx="2514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7" imgW="2514600" imgH="977900" progId="Equation.3">
                  <p:embed/>
                </p:oleObj>
              </mc:Choice>
              <mc:Fallback>
                <p:oleObj name="" r:id="rId17" imgW="2514600" imgH="9779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52688" y="4106863"/>
                        <a:ext cx="2514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10" name="Object 18"/>
          <p:cNvGraphicFramePr>
            <a:graphicFrameLocks noChangeAspect="1"/>
          </p:cNvGraphicFramePr>
          <p:nvPr/>
        </p:nvGraphicFramePr>
        <p:xfrm>
          <a:off x="2238375" y="56451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9" imgW="241300" imgH="152400" progId="Equation.3">
                  <p:embed/>
                </p:oleObj>
              </mc:Choice>
              <mc:Fallback>
                <p:oleObj name="" r:id="rId19" imgW="241300" imgH="1524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238375" y="56451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11" name="Object 19"/>
          <p:cNvGraphicFramePr>
            <a:graphicFrameLocks noChangeAspect="1"/>
          </p:cNvGraphicFramePr>
          <p:nvPr/>
        </p:nvGraphicFramePr>
        <p:xfrm>
          <a:off x="2514600" y="5184775"/>
          <a:ext cx="5232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21" imgW="5232400" imgH="977900" progId="Equation.3">
                  <p:embed/>
                </p:oleObj>
              </mc:Choice>
              <mc:Fallback>
                <p:oleObj name="" r:id="rId21" imgW="5232400" imgH="97790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14600" y="5184775"/>
                        <a:ext cx="52324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6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6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6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6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6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6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6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6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6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26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6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6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9" grpId="0"/>
      <p:bldP spid="264202" grpId="0"/>
      <p:bldP spid="264206" grpId="0"/>
      <p:bldP spid="26420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5220" name="Object 4"/>
          <p:cNvGraphicFramePr>
            <a:graphicFrameLocks noChangeAspect="1"/>
          </p:cNvGraphicFramePr>
          <p:nvPr/>
        </p:nvGraphicFramePr>
        <p:xfrm>
          <a:off x="1460500" y="34575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" imgW="241300" imgH="152400" progId="Equation.3">
                  <p:embed/>
                </p:oleObj>
              </mc:Choice>
              <mc:Fallback>
                <p:oleObj name="" r:id="rId1" imgW="241300" imgH="1524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60500" y="34575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5"/>
          <p:cNvGraphicFramePr>
            <a:graphicFrameLocks noChangeAspect="1"/>
          </p:cNvGraphicFramePr>
          <p:nvPr/>
        </p:nvGraphicFramePr>
        <p:xfrm>
          <a:off x="1638300" y="765175"/>
          <a:ext cx="25146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3" imgW="2514600" imgH="977900" progId="Equation.3">
                  <p:embed/>
                </p:oleObj>
              </mc:Choice>
              <mc:Fallback>
                <p:oleObj name="" r:id="rId3" imgW="2514600" imgH="9779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8300" y="765175"/>
                        <a:ext cx="25146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2" name="Object 6"/>
          <p:cNvGraphicFramePr>
            <a:graphicFrameLocks noChangeAspect="1"/>
          </p:cNvGraphicFramePr>
          <p:nvPr/>
        </p:nvGraphicFramePr>
        <p:xfrm>
          <a:off x="1423988" y="23034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23988" y="23034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3" name="Object 7"/>
          <p:cNvGraphicFramePr>
            <a:graphicFrameLocks noChangeAspect="1"/>
          </p:cNvGraphicFramePr>
          <p:nvPr/>
        </p:nvGraphicFramePr>
        <p:xfrm>
          <a:off x="1700213" y="1843088"/>
          <a:ext cx="52324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6" imgW="5232400" imgH="977900" progId="Equation.3">
                  <p:embed/>
                </p:oleObj>
              </mc:Choice>
              <mc:Fallback>
                <p:oleObj name="" r:id="rId6" imgW="5232400" imgH="9779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00213" y="1843088"/>
                        <a:ext cx="52324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4" name="Object 8"/>
          <p:cNvGraphicFramePr>
            <a:graphicFrameLocks noChangeAspect="1"/>
          </p:cNvGraphicFramePr>
          <p:nvPr/>
        </p:nvGraphicFramePr>
        <p:xfrm>
          <a:off x="1719263" y="2997200"/>
          <a:ext cx="67056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8" imgW="6705600" imgH="990600" progId="Equation.3">
                  <p:embed/>
                </p:oleObj>
              </mc:Choice>
              <mc:Fallback>
                <p:oleObj name="" r:id="rId8" imgW="6705600" imgH="9906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19263" y="2997200"/>
                        <a:ext cx="6705600" cy="990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5" name="Object 9"/>
          <p:cNvGraphicFramePr>
            <a:graphicFrameLocks noChangeAspect="1"/>
          </p:cNvGraphicFramePr>
          <p:nvPr/>
        </p:nvGraphicFramePr>
        <p:xfrm>
          <a:off x="885825" y="4243388"/>
          <a:ext cx="22685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0" imgW="2132965" imgH="406400" progId="Equation.3">
                  <p:embed/>
                </p:oleObj>
              </mc:Choice>
              <mc:Fallback>
                <p:oleObj name="" r:id="rId10" imgW="2132965" imgH="4064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85825" y="4243388"/>
                        <a:ext cx="2268538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6" name="Object 10"/>
          <p:cNvGraphicFramePr>
            <a:graphicFrameLocks noChangeAspect="1"/>
          </p:cNvGraphicFramePr>
          <p:nvPr/>
        </p:nvGraphicFramePr>
        <p:xfrm>
          <a:off x="3275013" y="4249738"/>
          <a:ext cx="1663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2" imgW="1663700" imgH="381000" progId="Equation.3">
                  <p:embed/>
                </p:oleObj>
              </mc:Choice>
              <mc:Fallback>
                <p:oleObj name="" r:id="rId12" imgW="1663700" imgH="3810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75013" y="4249738"/>
                        <a:ext cx="16637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7" name="Object 11"/>
          <p:cNvGraphicFramePr>
            <a:graphicFrameLocks noChangeAspect="1"/>
          </p:cNvGraphicFramePr>
          <p:nvPr/>
        </p:nvGraphicFramePr>
        <p:xfrm>
          <a:off x="2665413" y="4940300"/>
          <a:ext cx="3352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" r:id="rId14" imgW="3352800" imgH="901700" progId="Equation.3">
                  <p:embed/>
                </p:oleObj>
              </mc:Choice>
              <mc:Fallback>
                <p:oleObj name="" r:id="rId14" imgW="3352800" imgH="901700" progId="Equation.3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65413" y="4940300"/>
                        <a:ext cx="33528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8" name="Object 12"/>
          <p:cNvGraphicFramePr>
            <a:graphicFrameLocks noChangeAspect="1"/>
          </p:cNvGraphicFramePr>
          <p:nvPr/>
        </p:nvGraphicFramePr>
        <p:xfrm>
          <a:off x="6056313" y="5191125"/>
          <a:ext cx="711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" r:id="rId16" imgW="711200" imgH="368300" progId="Equation.3">
                  <p:embed/>
                </p:oleObj>
              </mc:Choice>
              <mc:Fallback>
                <p:oleObj name="" r:id="rId16" imgW="711200" imgH="368300" progId="Equation.3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056313" y="5191125"/>
                        <a:ext cx="7112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6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6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2770" name="Object 4"/>
          <p:cNvGraphicFramePr>
            <a:graphicFrameLocks noChangeAspect="1"/>
          </p:cNvGraphicFramePr>
          <p:nvPr/>
        </p:nvGraphicFramePr>
        <p:xfrm>
          <a:off x="2376488" y="765175"/>
          <a:ext cx="1257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" imgW="1257300" imgH="977900" progId="Equation.3">
                  <p:embed/>
                </p:oleObj>
              </mc:Choice>
              <mc:Fallback>
                <p:oleObj name="" r:id="rId1" imgW="1257300" imgH="9779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76488" y="765175"/>
                        <a:ext cx="12573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5" name="Object 5"/>
          <p:cNvGraphicFramePr>
            <a:graphicFrameLocks noChangeAspect="1"/>
          </p:cNvGraphicFramePr>
          <p:nvPr/>
        </p:nvGraphicFramePr>
        <p:xfrm>
          <a:off x="3567113" y="1016000"/>
          <a:ext cx="1041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1040765" imgH="444500" progId="Equation.3">
                  <p:embed/>
                </p:oleObj>
              </mc:Choice>
              <mc:Fallback>
                <p:oleObj name="" r:id="rId3" imgW="1040765" imgH="4445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67113" y="1016000"/>
                        <a:ext cx="10414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6" name="Object 6"/>
          <p:cNvGraphicFramePr>
            <a:graphicFrameLocks noChangeAspect="1"/>
          </p:cNvGraphicFramePr>
          <p:nvPr/>
        </p:nvGraphicFramePr>
        <p:xfrm>
          <a:off x="5099050" y="779463"/>
          <a:ext cx="1397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5" imgW="1397000" imgH="977900" progId="Equation.3">
                  <p:embed/>
                </p:oleObj>
              </mc:Choice>
              <mc:Fallback>
                <p:oleObj name="" r:id="rId5" imgW="1397000" imgH="9779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99050" y="779463"/>
                        <a:ext cx="13970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7" name="Object 7"/>
          <p:cNvGraphicFramePr>
            <a:graphicFrameLocks noChangeAspect="1"/>
          </p:cNvGraphicFramePr>
          <p:nvPr/>
        </p:nvGraphicFramePr>
        <p:xfrm>
          <a:off x="6300788" y="1096963"/>
          <a:ext cx="711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7" imgW="711200" imgH="317500" progId="Equation.3">
                  <p:embed/>
                </p:oleObj>
              </mc:Choice>
              <mc:Fallback>
                <p:oleObj name="" r:id="rId7" imgW="711200" imgH="3175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00788" y="1096963"/>
                        <a:ext cx="711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48" name="Text Box 8"/>
          <p:cNvSpPr txBox="1"/>
          <p:nvPr/>
        </p:nvSpPr>
        <p:spPr>
          <a:xfrm>
            <a:off x="827088" y="190976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故有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6249" name="Object 9"/>
          <p:cNvGraphicFramePr>
            <a:graphicFrameLocks noChangeAspect="1"/>
          </p:cNvGraphicFramePr>
          <p:nvPr/>
        </p:nvGraphicFramePr>
        <p:xfrm>
          <a:off x="2706688" y="2544763"/>
          <a:ext cx="30353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9" imgW="3035300" imgH="977900" progId="Equation.3">
                  <p:embed/>
                </p:oleObj>
              </mc:Choice>
              <mc:Fallback>
                <p:oleObj name="" r:id="rId9" imgW="3035300" imgH="9779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06688" y="2544763"/>
                        <a:ext cx="30353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0" name="Object 10"/>
          <p:cNvGraphicFramePr>
            <a:graphicFrameLocks noChangeAspect="1"/>
          </p:cNvGraphicFramePr>
          <p:nvPr/>
        </p:nvGraphicFramePr>
        <p:xfrm>
          <a:off x="5695950" y="30273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695950" y="30273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1" name="Object 11"/>
          <p:cNvGraphicFramePr>
            <a:graphicFrameLocks noChangeAspect="1"/>
          </p:cNvGraphicFramePr>
          <p:nvPr/>
        </p:nvGraphicFramePr>
        <p:xfrm>
          <a:off x="5969000" y="2601913"/>
          <a:ext cx="876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3" imgW="876300" imgH="889000" progId="Equation.3">
                  <p:embed/>
                </p:oleObj>
              </mc:Choice>
              <mc:Fallback>
                <p:oleObj name="" r:id="rId13" imgW="876300" imgH="8890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69000" y="2601913"/>
                        <a:ext cx="8763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2" name="Object 12"/>
          <p:cNvGraphicFramePr>
            <a:graphicFrameLocks noChangeAspect="1"/>
          </p:cNvGraphicFramePr>
          <p:nvPr/>
        </p:nvGraphicFramePr>
        <p:xfrm>
          <a:off x="1519238" y="3744913"/>
          <a:ext cx="71072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15" imgW="6934200" imgH="457200" progId="Equation.3">
                  <p:embed/>
                </p:oleObj>
              </mc:Choice>
              <mc:Fallback>
                <p:oleObj name="" r:id="rId15" imgW="6934200" imgH="4572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19238" y="3744913"/>
                        <a:ext cx="7107237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53" name="Text Box 13"/>
          <p:cNvSpPr txBox="1"/>
          <p:nvPr/>
        </p:nvSpPr>
        <p:spPr>
          <a:xfrm>
            <a:off x="792163" y="4329113"/>
            <a:ext cx="17018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必定很小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66254" name="Text Box 14"/>
          <p:cNvSpPr txBox="1"/>
          <p:nvPr/>
        </p:nvSpPr>
        <p:spPr>
          <a:xfrm>
            <a:off x="2462213" y="4343400"/>
            <a:ext cx="987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因此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6255" name="Object 15"/>
          <p:cNvGraphicFramePr>
            <a:graphicFrameLocks noChangeAspect="1"/>
          </p:cNvGraphicFramePr>
          <p:nvPr/>
        </p:nvGraphicFramePr>
        <p:xfrm>
          <a:off x="3490913" y="4386263"/>
          <a:ext cx="37798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7" imgW="3568700" imgH="419100" progId="Equation.3">
                  <p:embed/>
                </p:oleObj>
              </mc:Choice>
              <mc:Fallback>
                <p:oleObj name="" r:id="rId17" imgW="3568700" imgH="4191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90913" y="4386263"/>
                        <a:ext cx="3779837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6" name="Object 16"/>
          <p:cNvGraphicFramePr>
            <a:graphicFrameLocks noChangeAspect="1"/>
          </p:cNvGraphicFramePr>
          <p:nvPr/>
        </p:nvGraphicFramePr>
        <p:xfrm>
          <a:off x="7454900" y="4329113"/>
          <a:ext cx="11620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9" imgW="443865" imgH="215900" progId="Equation.DSMT4">
                  <p:embed/>
                </p:oleObj>
              </mc:Choice>
              <mc:Fallback>
                <p:oleObj name="" r:id="rId19" imgW="443865" imgH="2159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54900" y="4329113"/>
                        <a:ext cx="1162050" cy="496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57" name="Object 17"/>
          <p:cNvGraphicFramePr>
            <a:graphicFrameLocks noChangeAspect="1"/>
          </p:cNvGraphicFramePr>
          <p:nvPr/>
        </p:nvGraphicFramePr>
        <p:xfrm>
          <a:off x="906463" y="4957763"/>
          <a:ext cx="41925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21" imgW="1651000" imgH="215900" progId="Equation.DSMT4">
                  <p:embed/>
                </p:oleObj>
              </mc:Choice>
              <mc:Fallback>
                <p:oleObj name="" r:id="rId21" imgW="1651000" imgH="2159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06463" y="4957763"/>
                        <a:ext cx="4192587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6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6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6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6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66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6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66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266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26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26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66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8" grpId="0"/>
      <p:bldP spid="266253" grpId="0"/>
      <p:bldP spid="26625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5291138" y="1017588"/>
          <a:ext cx="2070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1" imgW="2070100" imgH="444500" progId="Equation.3">
                  <p:embed/>
                </p:oleObj>
              </mc:Choice>
              <mc:Fallback>
                <p:oleObj name="" r:id="rId1" imgW="2070100" imgH="4445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91138" y="1017588"/>
                        <a:ext cx="20701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920750" y="1938338"/>
          <a:ext cx="7646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3" imgW="7404100" imgH="457200" progId="Equation.3">
                  <p:embed/>
                </p:oleObj>
              </mc:Choice>
              <mc:Fallback>
                <p:oleObj name="" r:id="rId3" imgW="7404100" imgH="4572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0750" y="1938338"/>
                        <a:ext cx="7646988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0" name="Object 6"/>
          <p:cNvGraphicFramePr>
            <a:graphicFrameLocks noChangeAspect="1"/>
          </p:cNvGraphicFramePr>
          <p:nvPr/>
        </p:nvGraphicFramePr>
        <p:xfrm>
          <a:off x="895350" y="2565400"/>
          <a:ext cx="68802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5" imgW="6477000" imgH="457200" progId="Equation.3">
                  <p:embed/>
                </p:oleObj>
              </mc:Choice>
              <mc:Fallback>
                <p:oleObj name="" r:id="rId5" imgW="6477000" imgH="4572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95350" y="2565400"/>
                        <a:ext cx="6880225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3" name="Text Box 9"/>
          <p:cNvSpPr txBox="1"/>
          <p:nvPr/>
        </p:nvSpPr>
        <p:spPr>
          <a:xfrm>
            <a:off x="7559675" y="966788"/>
            <a:ext cx="8667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(2.7)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33798" name="Object 10"/>
          <p:cNvGraphicFramePr>
            <a:graphicFrameLocks noChangeAspect="1"/>
          </p:cNvGraphicFramePr>
          <p:nvPr/>
        </p:nvGraphicFramePr>
        <p:xfrm>
          <a:off x="1403350" y="742950"/>
          <a:ext cx="3606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7" imgW="3606800" imgH="977900" progId="Equation.3">
                  <p:embed/>
                </p:oleObj>
              </mc:Choice>
              <mc:Fallback>
                <p:oleObj name="" r:id="rId7" imgW="3606800" imgH="9779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350" y="742950"/>
                        <a:ext cx="36068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67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6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ext Box 4"/>
          <p:cNvSpPr txBox="1"/>
          <p:nvPr/>
        </p:nvSpPr>
        <p:spPr>
          <a:xfrm>
            <a:off x="1382713" y="728663"/>
            <a:ext cx="7191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5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68293" name="Text Box 5"/>
          <p:cNvSpPr txBox="1"/>
          <p:nvPr/>
        </p:nvSpPr>
        <p:spPr>
          <a:xfrm>
            <a:off x="2138363" y="708025"/>
            <a:ext cx="6613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计算机硬件公司制造某种特殊型号的微型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68294" name="Text Box 6"/>
          <p:cNvSpPr txBox="1"/>
          <p:nvPr/>
        </p:nvSpPr>
        <p:spPr>
          <a:xfrm>
            <a:off x="806450" y="1341438"/>
            <a:ext cx="9874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芯片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68295" name="Text Box 7"/>
          <p:cNvSpPr txBox="1"/>
          <p:nvPr/>
        </p:nvSpPr>
        <p:spPr>
          <a:xfrm>
            <a:off x="1814513" y="1347788"/>
            <a:ext cx="2501900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次品率达</a:t>
            </a:r>
            <a:r>
              <a:rPr lang="en-US" altLang="zh-CN" dirty="0">
                <a:latin typeface="Times New Roman" panose="02020603050405020304" pitchFamily="18" charset="0"/>
              </a:rPr>
              <a:t>0.1%,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68296" name="Text Box 8"/>
          <p:cNvSpPr txBox="1"/>
          <p:nvPr/>
        </p:nvSpPr>
        <p:spPr>
          <a:xfrm>
            <a:off x="4305300" y="1355725"/>
            <a:ext cx="420211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b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各芯片成为次品相互独立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68297" name="Text Box 9"/>
          <p:cNvSpPr txBox="1"/>
          <p:nvPr/>
        </p:nvSpPr>
        <p:spPr>
          <a:xfrm>
            <a:off x="798513" y="1946275"/>
            <a:ext cx="65198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求在</a:t>
            </a:r>
            <a:r>
              <a:rPr lang="en-US" altLang="zh-CN" dirty="0">
                <a:latin typeface="Times New Roman" panose="02020603050405020304" pitchFamily="18" charset="0"/>
              </a:rPr>
              <a:t>1000</a:t>
            </a:r>
            <a:r>
              <a:rPr lang="zh-CN" altLang="en-US" dirty="0">
                <a:latin typeface="Times New Roman" panose="02020603050405020304" pitchFamily="18" charset="0"/>
              </a:rPr>
              <a:t>只产品中至少有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只次品的概率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8298" name="Object 10"/>
          <p:cNvGraphicFramePr>
            <a:graphicFrameLocks noChangeAspect="1"/>
          </p:cNvGraphicFramePr>
          <p:nvPr/>
        </p:nvGraphicFramePr>
        <p:xfrm>
          <a:off x="1655763" y="2720975"/>
          <a:ext cx="13319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1294765" imgH="406400" progId="Equation.3">
                  <p:embed/>
                </p:oleObj>
              </mc:Choice>
              <mc:Fallback>
                <p:oleObj name="" r:id="rId1" imgW="1294765" imgH="4064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55763" y="2720975"/>
                        <a:ext cx="1331912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9" name="Text Box 11"/>
          <p:cNvSpPr txBox="1"/>
          <p:nvPr/>
        </p:nvSpPr>
        <p:spPr>
          <a:xfrm>
            <a:off x="2947988" y="2674938"/>
            <a:ext cx="24161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品中的次品数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8300" name="Object 12"/>
          <p:cNvGraphicFramePr>
            <a:graphicFrameLocks noChangeAspect="1"/>
          </p:cNvGraphicFramePr>
          <p:nvPr/>
        </p:nvGraphicFramePr>
        <p:xfrm>
          <a:off x="5362575" y="2781300"/>
          <a:ext cx="28543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3" imgW="2755900" imgH="393700" progId="Equation.3">
                  <p:embed/>
                </p:oleObj>
              </mc:Choice>
              <mc:Fallback>
                <p:oleObj name="" r:id="rId3" imgW="2755900" imgH="3937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62575" y="2781300"/>
                        <a:ext cx="2854325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301" name="Text Box 13"/>
          <p:cNvSpPr txBox="1"/>
          <p:nvPr/>
        </p:nvSpPr>
        <p:spPr>
          <a:xfrm>
            <a:off x="935038" y="2636838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68302" name="Text Box 14"/>
          <p:cNvSpPr txBox="1"/>
          <p:nvPr/>
        </p:nvSpPr>
        <p:spPr>
          <a:xfrm>
            <a:off x="1476375" y="3325813"/>
            <a:ext cx="19685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所求概率为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8303" name="Object 15"/>
          <p:cNvGraphicFramePr>
            <a:graphicFrameLocks noChangeAspect="1"/>
          </p:cNvGraphicFramePr>
          <p:nvPr/>
        </p:nvGraphicFramePr>
        <p:xfrm>
          <a:off x="1108075" y="3933825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5" imgW="1422400" imgH="381000" progId="Equation.3">
                  <p:embed/>
                </p:oleObj>
              </mc:Choice>
              <mc:Fallback>
                <p:oleObj name="" r:id="rId5" imgW="1422400" imgH="3810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08075" y="3933825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4" name="Object 16"/>
          <p:cNvGraphicFramePr>
            <a:graphicFrameLocks noChangeAspect="1"/>
          </p:cNvGraphicFramePr>
          <p:nvPr/>
        </p:nvGraphicFramePr>
        <p:xfrm>
          <a:off x="2533650" y="40560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33650" y="40560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5" name="Object 17"/>
          <p:cNvGraphicFramePr>
            <a:graphicFrameLocks noChangeAspect="1"/>
          </p:cNvGraphicFramePr>
          <p:nvPr/>
        </p:nvGraphicFramePr>
        <p:xfrm>
          <a:off x="2771775" y="3954463"/>
          <a:ext cx="3606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9" imgW="3606800" imgH="381000" progId="Equation.3">
                  <p:embed/>
                </p:oleObj>
              </mc:Choice>
              <mc:Fallback>
                <p:oleObj name="" r:id="rId9" imgW="3606800" imgH="3810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71775" y="3954463"/>
                        <a:ext cx="3606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6" name="Object 18"/>
          <p:cNvGraphicFramePr>
            <a:graphicFrameLocks noChangeAspect="1"/>
          </p:cNvGraphicFramePr>
          <p:nvPr/>
        </p:nvGraphicFramePr>
        <p:xfrm>
          <a:off x="2547938" y="49117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47938" y="49117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7" name="Object 19"/>
          <p:cNvGraphicFramePr>
            <a:graphicFrameLocks noChangeAspect="1"/>
          </p:cNvGraphicFramePr>
          <p:nvPr/>
        </p:nvGraphicFramePr>
        <p:xfrm>
          <a:off x="2778125" y="4530725"/>
          <a:ext cx="58420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3" imgW="5842000" imgH="977900" progId="Equation.3">
                  <p:embed/>
                </p:oleObj>
              </mc:Choice>
              <mc:Fallback>
                <p:oleObj name="" r:id="rId13" imgW="5842000" imgH="9779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78125" y="4530725"/>
                        <a:ext cx="5842000" cy="977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8" name="Object 20"/>
          <p:cNvGraphicFramePr>
            <a:graphicFrameLocks noChangeAspect="1"/>
          </p:cNvGraphicFramePr>
          <p:nvPr/>
        </p:nvGraphicFramePr>
        <p:xfrm>
          <a:off x="2562225" y="5800725"/>
          <a:ext cx="241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15" imgW="241300" imgH="190500" progId="Equation.3">
                  <p:embed/>
                </p:oleObj>
              </mc:Choice>
              <mc:Fallback>
                <p:oleObj name="" r:id="rId15" imgW="241300" imgH="1905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62225" y="5800725"/>
                        <a:ext cx="2413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09" name="Object 21"/>
          <p:cNvGraphicFramePr>
            <a:graphicFrameLocks noChangeAspect="1"/>
          </p:cNvGraphicFramePr>
          <p:nvPr/>
        </p:nvGraphicFramePr>
        <p:xfrm>
          <a:off x="2800350" y="5711825"/>
          <a:ext cx="398938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7" imgW="3860800" imgH="317500" progId="Equation.3">
                  <p:embed/>
                </p:oleObj>
              </mc:Choice>
              <mc:Fallback>
                <p:oleObj name="" r:id="rId17" imgW="3860800" imgH="3175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00350" y="5711825"/>
                        <a:ext cx="3989388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10" name="Object 22"/>
          <p:cNvGraphicFramePr>
            <a:graphicFrameLocks noChangeAspect="1"/>
          </p:cNvGraphicFramePr>
          <p:nvPr/>
        </p:nvGraphicFramePr>
        <p:xfrm>
          <a:off x="6818313" y="5791200"/>
          <a:ext cx="241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19" imgW="241300" imgH="190500" progId="Equation.3">
                  <p:embed/>
                </p:oleObj>
              </mc:Choice>
              <mc:Fallback>
                <p:oleObj name="" r:id="rId19" imgW="241300" imgH="1905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18313" y="5791200"/>
                        <a:ext cx="2413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8311" name="Object 23"/>
          <p:cNvGraphicFramePr>
            <a:graphicFrameLocks noChangeAspect="1"/>
          </p:cNvGraphicFramePr>
          <p:nvPr/>
        </p:nvGraphicFramePr>
        <p:xfrm>
          <a:off x="7064375" y="5719763"/>
          <a:ext cx="152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20" imgW="1523365" imgH="317500" progId="Equation.3">
                  <p:embed/>
                </p:oleObj>
              </mc:Choice>
              <mc:Fallback>
                <p:oleObj name="" r:id="rId20" imgW="1523365" imgH="3175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064375" y="5719763"/>
                        <a:ext cx="1524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8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68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68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68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6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68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6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68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6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68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68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26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68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6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26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26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6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26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3" grpId="0"/>
      <p:bldP spid="268294" grpId="0"/>
      <p:bldP spid="268295" grpId="0"/>
      <p:bldP spid="268296" grpId="0"/>
      <p:bldP spid="268297" grpId="0"/>
      <p:bldP spid="268299" grpId="0"/>
      <p:bldP spid="268301" grpId="0"/>
      <p:bldP spid="26830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ext Box 4"/>
          <p:cNvSpPr txBox="1"/>
          <p:nvPr/>
        </p:nvSpPr>
        <p:spPr>
          <a:xfrm>
            <a:off x="827088" y="693738"/>
            <a:ext cx="35210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用泊松定理来计算得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9317" name="Object 5"/>
          <p:cNvGraphicFramePr>
            <a:graphicFrameLocks noChangeAspect="1"/>
          </p:cNvGraphicFramePr>
          <p:nvPr/>
        </p:nvGraphicFramePr>
        <p:xfrm>
          <a:off x="4365625" y="806450"/>
          <a:ext cx="266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266065" imgH="316865" progId="Equation.3">
                  <p:embed/>
                </p:oleObj>
              </mc:Choice>
              <mc:Fallback>
                <p:oleObj name="" r:id="rId1" imgW="266065" imgH="316865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365625" y="806450"/>
                        <a:ext cx="2667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8" name="Object 6"/>
          <p:cNvGraphicFramePr>
            <a:graphicFrameLocks noChangeAspect="1"/>
          </p:cNvGraphicFramePr>
          <p:nvPr/>
        </p:nvGraphicFramePr>
        <p:xfrm>
          <a:off x="4643438" y="8937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241300" imgH="152400" progId="Equation.3">
                  <p:embed/>
                </p:oleObj>
              </mc:Choice>
              <mc:Fallback>
                <p:oleObj name="" r:id="rId3" imgW="241300" imgH="1524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43438" y="8937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9" name="Object 7"/>
          <p:cNvGraphicFramePr>
            <a:graphicFrameLocks noChangeAspect="1"/>
          </p:cNvGraphicFramePr>
          <p:nvPr/>
        </p:nvGraphicFramePr>
        <p:xfrm>
          <a:off x="4895850" y="793750"/>
          <a:ext cx="190976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5" imgW="1802765" imgH="317500" progId="Equation.3">
                  <p:embed/>
                </p:oleObj>
              </mc:Choice>
              <mc:Fallback>
                <p:oleObj name="" r:id="rId5" imgW="1802765" imgH="3175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95850" y="793750"/>
                        <a:ext cx="1909763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0" name="Object 8"/>
          <p:cNvGraphicFramePr>
            <a:graphicFrameLocks noChangeAspect="1"/>
          </p:cNvGraphicFramePr>
          <p:nvPr/>
        </p:nvGraphicFramePr>
        <p:xfrm>
          <a:off x="6789738" y="8874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89738" y="8874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/>
          <p:cNvGraphicFramePr>
            <a:graphicFrameLocks noChangeAspect="1"/>
          </p:cNvGraphicFramePr>
          <p:nvPr/>
        </p:nvGraphicFramePr>
        <p:xfrm>
          <a:off x="7042150" y="785813"/>
          <a:ext cx="33813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8" imgW="266700" imgH="368300" progId="Equation.3">
                  <p:embed/>
                </p:oleObj>
              </mc:Choice>
              <mc:Fallback>
                <p:oleObj name="" r:id="rId8" imgW="266700" imgH="3683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042150" y="785813"/>
                        <a:ext cx="338138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2" name="Object 10"/>
          <p:cNvGraphicFramePr>
            <a:graphicFrameLocks noChangeAspect="1"/>
          </p:cNvGraphicFramePr>
          <p:nvPr/>
        </p:nvGraphicFramePr>
        <p:xfrm>
          <a:off x="1822450" y="1427163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0" imgW="1422400" imgH="381000" progId="Equation.3">
                  <p:embed/>
                </p:oleObj>
              </mc:Choice>
              <mc:Fallback>
                <p:oleObj name="" r:id="rId10" imgW="1422400" imgH="3810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22450" y="1427163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3" name="Object 11"/>
          <p:cNvGraphicFramePr>
            <a:graphicFrameLocks noChangeAspect="1"/>
          </p:cNvGraphicFramePr>
          <p:nvPr/>
        </p:nvGraphicFramePr>
        <p:xfrm>
          <a:off x="3248025" y="15494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2" imgW="241300" imgH="152400" progId="Equation.3">
                  <p:embed/>
                </p:oleObj>
              </mc:Choice>
              <mc:Fallback>
                <p:oleObj name="" r:id="rId12" imgW="241300" imgH="1524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248025" y="15494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4" name="Object 12"/>
          <p:cNvGraphicFramePr>
            <a:graphicFrameLocks noChangeAspect="1"/>
          </p:cNvGraphicFramePr>
          <p:nvPr/>
        </p:nvGraphicFramePr>
        <p:xfrm>
          <a:off x="3486150" y="1433513"/>
          <a:ext cx="3606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14" imgW="3606800" imgH="381000" progId="Equation.3">
                  <p:embed/>
                </p:oleObj>
              </mc:Choice>
              <mc:Fallback>
                <p:oleObj name="" r:id="rId14" imgW="3606800" imgH="3810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86150" y="1433513"/>
                        <a:ext cx="36068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5" name="Object 13"/>
          <p:cNvGraphicFramePr>
            <a:graphicFrameLocks noChangeAspect="1"/>
          </p:cNvGraphicFramePr>
          <p:nvPr/>
        </p:nvGraphicFramePr>
        <p:xfrm>
          <a:off x="3268663" y="21685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6" imgW="241300" imgH="152400" progId="Equation.3">
                  <p:embed/>
                </p:oleObj>
              </mc:Choice>
              <mc:Fallback>
                <p:oleObj name="" r:id="rId16" imgW="241300" imgH="1524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268663" y="21685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6" name="Object 14"/>
          <p:cNvGraphicFramePr>
            <a:graphicFrameLocks noChangeAspect="1"/>
          </p:cNvGraphicFramePr>
          <p:nvPr/>
        </p:nvGraphicFramePr>
        <p:xfrm>
          <a:off x="3500438" y="1989138"/>
          <a:ext cx="168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8" imgW="1688465" imgH="393700" progId="Equation.3">
                  <p:embed/>
                </p:oleObj>
              </mc:Choice>
              <mc:Fallback>
                <p:oleObj name="" r:id="rId18" imgW="1688465" imgH="3937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00438" y="1989138"/>
                        <a:ext cx="1689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7" name="Object 15"/>
          <p:cNvGraphicFramePr>
            <a:graphicFrameLocks noChangeAspect="1"/>
          </p:cNvGraphicFramePr>
          <p:nvPr/>
        </p:nvGraphicFramePr>
        <p:xfrm>
          <a:off x="5184775" y="2139950"/>
          <a:ext cx="241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20" imgW="241300" imgH="190500" progId="Equation.3">
                  <p:embed/>
                </p:oleObj>
              </mc:Choice>
              <mc:Fallback>
                <p:oleObj name="" r:id="rId20" imgW="241300" imgH="1905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84775" y="2139950"/>
                        <a:ext cx="241300" cy="190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8" name="Object 16"/>
          <p:cNvGraphicFramePr>
            <a:graphicFrameLocks noChangeAspect="1"/>
          </p:cNvGraphicFramePr>
          <p:nvPr/>
        </p:nvGraphicFramePr>
        <p:xfrm>
          <a:off x="5464175" y="2054225"/>
          <a:ext cx="16621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22" imgW="1523365" imgH="317500" progId="Equation.3">
                  <p:embed/>
                </p:oleObj>
              </mc:Choice>
              <mc:Fallback>
                <p:oleObj name="" r:id="rId22" imgW="1523365" imgH="3175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64175" y="2054225"/>
                        <a:ext cx="1662113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30" name="Text Box 18"/>
          <p:cNvSpPr txBox="1"/>
          <p:nvPr/>
        </p:nvSpPr>
        <p:spPr>
          <a:xfrm>
            <a:off x="1543050" y="3170238"/>
            <a:ext cx="99060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一般</a:t>
            </a:r>
            <a:r>
              <a:rPr lang="en-US" altLang="zh-CN" dirty="0">
                <a:latin typeface="Times New Roman" panose="02020603050405020304" pitchFamily="18" charset="0"/>
              </a:rPr>
              <a:t>,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269331" name="Object 19"/>
          <p:cNvGraphicFramePr>
            <a:graphicFrameLocks noChangeAspect="1"/>
          </p:cNvGraphicFramePr>
          <p:nvPr/>
        </p:nvGraphicFramePr>
        <p:xfrm>
          <a:off x="2547938" y="2979738"/>
          <a:ext cx="533717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24" imgW="2336800" imgH="419100" progId="Equation.DSMT4">
                  <p:embed/>
                </p:oleObj>
              </mc:Choice>
              <mc:Fallback>
                <p:oleObj name="" r:id="rId24" imgW="2336800" imgH="4191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547938" y="2979738"/>
                        <a:ext cx="5337175" cy="957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32" name="Object 20"/>
          <p:cNvGraphicFramePr>
            <a:graphicFrameLocks noChangeAspect="1"/>
          </p:cNvGraphicFramePr>
          <p:nvPr/>
        </p:nvGraphicFramePr>
        <p:xfrm>
          <a:off x="984250" y="3786188"/>
          <a:ext cx="500380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26" imgW="2057400" imgH="469900" progId="Equation.DSMT4">
                  <p:embed/>
                </p:oleObj>
              </mc:Choice>
              <mc:Fallback>
                <p:oleObj name="" r:id="rId26" imgW="2057400" imgH="4699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84250" y="3786188"/>
                        <a:ext cx="5003800" cy="1082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9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6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69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6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69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9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9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69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69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69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26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26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69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3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文本框 1"/>
          <p:cNvSpPr txBox="1"/>
          <p:nvPr/>
        </p:nvSpPr>
        <p:spPr>
          <a:xfrm>
            <a:off x="684213" y="842963"/>
            <a:ext cx="7129462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课堂思考：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9963" y="1700213"/>
            <a:ext cx="77787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请求出下列分布律中的常数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zh-CN" altLang="en-US" dirty="0">
                <a:latin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95488" y="2224088"/>
          <a:ext cx="303847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" imgW="1320165" imgH="406400" progId="Equation.DSMT4">
                  <p:embed/>
                </p:oleObj>
              </mc:Choice>
              <mc:Fallback>
                <p:oleObj name="" r:id="rId1" imgW="1320165" imgH="4064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95488" y="2224088"/>
                        <a:ext cx="3038475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87450" y="3573463"/>
          <a:ext cx="26876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3" imgW="1219200" imgH="228600" progId="Equation.DSMT4">
                  <p:embed/>
                </p:oleObj>
              </mc:Choice>
              <mc:Fallback>
                <p:oleObj name="" r:id="rId3" imgW="1219200" imgH="228600" progId="Equation.DSMT4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7450" y="3573463"/>
                        <a:ext cx="2687638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8770" name="Text Box 2"/>
          <p:cNvSpPr txBox="1"/>
          <p:nvPr/>
        </p:nvSpPr>
        <p:spPr>
          <a:xfrm>
            <a:off x="1739900" y="1928813"/>
            <a:ext cx="611188" cy="3600450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离散型随机变量的分布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88771" name="Object 3"/>
          <p:cNvGraphicFramePr>
            <a:graphicFrameLocks noChangeAspect="1"/>
          </p:cNvGraphicFramePr>
          <p:nvPr/>
        </p:nvGraphicFramePr>
        <p:xfrm>
          <a:off x="2425700" y="2157413"/>
          <a:ext cx="404813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406400" imgH="2755900" progId="Equation.3">
                  <p:embed/>
                </p:oleObj>
              </mc:Choice>
              <mc:Fallback>
                <p:oleObj name="" r:id="rId1" imgW="406400" imgH="27559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25700" y="2157413"/>
                        <a:ext cx="404813" cy="320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2" name="Text Box 4"/>
          <p:cNvSpPr txBox="1"/>
          <p:nvPr/>
        </p:nvSpPr>
        <p:spPr>
          <a:xfrm>
            <a:off x="2806700" y="2057400"/>
            <a:ext cx="212566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两点分布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88774" name="Rectangle 6"/>
          <p:cNvSpPr/>
          <p:nvPr/>
        </p:nvSpPr>
        <p:spPr>
          <a:xfrm>
            <a:off x="2819400" y="3213100"/>
            <a:ext cx="2184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二项分布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88775" name="Rectangle 7"/>
          <p:cNvSpPr/>
          <p:nvPr/>
        </p:nvSpPr>
        <p:spPr>
          <a:xfrm>
            <a:off x="2819400" y="4205288"/>
            <a:ext cx="21129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泊松分布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88777" name="Rectangle 9"/>
          <p:cNvSpPr/>
          <p:nvPr/>
        </p:nvSpPr>
        <p:spPr>
          <a:xfrm>
            <a:off x="5334000" y="3298825"/>
            <a:ext cx="19685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二项分布    </a:t>
            </a:r>
            <a:endParaRPr lang="zh-CN" altLang="en-US" sz="32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288778" name="Group 10"/>
          <p:cNvGrpSpPr/>
          <p:nvPr/>
        </p:nvGrpSpPr>
        <p:grpSpPr>
          <a:xfrm>
            <a:off x="5410200" y="3757613"/>
            <a:ext cx="3048000" cy="1355725"/>
            <a:chOff x="3408" y="2367"/>
            <a:chExt cx="1920" cy="854"/>
          </a:xfrm>
        </p:grpSpPr>
        <p:sp>
          <p:nvSpPr>
            <p:cNvPr id="37902" name="Line 11"/>
            <p:cNvSpPr/>
            <p:nvPr/>
          </p:nvSpPr>
          <p:spPr>
            <a:xfrm>
              <a:off x="3832" y="2367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7903" name="Rectangle 12"/>
            <p:cNvSpPr/>
            <p:nvPr/>
          </p:nvSpPr>
          <p:spPr>
            <a:xfrm>
              <a:off x="3408" y="2894"/>
              <a:ext cx="124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泊松分布    </a:t>
              </a:r>
              <a:endPara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37904" name="Object 13"/>
            <p:cNvGraphicFramePr>
              <a:graphicFrameLocks noChangeAspect="1"/>
            </p:cNvGraphicFramePr>
            <p:nvPr/>
          </p:nvGraphicFramePr>
          <p:xfrm>
            <a:off x="3928" y="2463"/>
            <a:ext cx="140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4" name="" r:id="rId3" imgW="2222500" imgH="406400" progId="Equation.3">
                    <p:embed/>
                  </p:oleObj>
                </mc:Choice>
                <mc:Fallback>
                  <p:oleObj name="" r:id="rId3" imgW="2222500" imgH="406400" progId="Equation.3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28" y="2463"/>
                          <a:ext cx="1400" cy="2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8782" name="Group 14"/>
          <p:cNvGrpSpPr/>
          <p:nvPr/>
        </p:nvGrpSpPr>
        <p:grpSpPr>
          <a:xfrm>
            <a:off x="5321300" y="2179638"/>
            <a:ext cx="1879600" cy="1196975"/>
            <a:chOff x="3352" y="1373"/>
            <a:chExt cx="1184" cy="754"/>
          </a:xfrm>
        </p:grpSpPr>
        <p:sp>
          <p:nvSpPr>
            <p:cNvPr id="37899" name="Line 15"/>
            <p:cNvSpPr/>
            <p:nvPr/>
          </p:nvSpPr>
          <p:spPr>
            <a:xfrm flipV="1">
              <a:off x="3832" y="1647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sp>
          <p:nvSpPr>
            <p:cNvPr id="37900" name="Rectangle 16"/>
            <p:cNvSpPr/>
            <p:nvPr/>
          </p:nvSpPr>
          <p:spPr>
            <a:xfrm>
              <a:off x="3352" y="1373"/>
              <a:ext cx="118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两点分布   </a:t>
              </a:r>
              <a:endParaRPr lang="zh-CN" altLang="en-US" sz="320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37901" name="Object 17"/>
            <p:cNvGraphicFramePr>
              <a:graphicFrameLocks noChangeAspect="1"/>
            </p:cNvGraphicFramePr>
            <p:nvPr/>
          </p:nvGraphicFramePr>
          <p:xfrm>
            <a:off x="3928" y="1791"/>
            <a:ext cx="49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5" imgW="787400" imgH="330200" progId="Equation.3">
                    <p:embed/>
                  </p:oleObj>
                </mc:Choice>
                <mc:Fallback>
                  <p:oleObj name="" r:id="rId5" imgW="787400" imgH="3302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28" y="1791"/>
                          <a:ext cx="496" cy="2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898" name="Text Box 18"/>
          <p:cNvSpPr txBox="1"/>
          <p:nvPr>
            <p:ph type="title"/>
          </p:nvPr>
        </p:nvSpPr>
        <p:spPr>
          <a:xfrm>
            <a:off x="827088" y="617538"/>
            <a:ext cx="2222500" cy="701675"/>
          </a:xfrm>
          <a:noFill/>
          <a:ln w="12700">
            <a:noFill/>
          </a:ln>
        </p:spPr>
        <p:txBody>
          <a:bodyPr anchor="ctr" anchorCtr="0">
            <a:spAutoFit/>
          </a:bodyPr>
          <a:p>
            <a:pPr algn="l"/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三、小结</a:t>
            </a:r>
            <a:endParaRPr lang="zh-CN" alt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8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8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8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0" grpId="0"/>
      <p:bldP spid="288772" grpId="0"/>
      <p:bldP spid="288774" grpId="0"/>
      <p:bldP spid="288775" grpId="0"/>
      <p:bldP spid="28877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89794" name="Object 2"/>
          <p:cNvGraphicFramePr>
            <a:graphicFrameLocks noChangeAspect="1"/>
          </p:cNvGraphicFramePr>
          <p:nvPr/>
        </p:nvGraphicFramePr>
        <p:xfrm>
          <a:off x="873125" y="1844675"/>
          <a:ext cx="7867650" cy="331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3378200" imgH="1422400" progId="Equation.DSMT4">
                  <p:embed/>
                </p:oleObj>
              </mc:Choice>
              <mc:Fallback>
                <p:oleObj name="" r:id="rId1" imgW="3378200" imgH="14224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73125" y="1844675"/>
                        <a:ext cx="7867650" cy="33131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901700" y="1136650"/>
          <a:ext cx="7632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3" imgW="7632700" imgH="444500" progId="Equation.3">
                  <p:embed/>
                </p:oleObj>
              </mc:Choice>
              <mc:Fallback>
                <p:oleObj name="" r:id="rId3" imgW="7632700" imgH="4445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1700" y="1136650"/>
                        <a:ext cx="76327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9938" name="Object 2"/>
          <p:cNvGraphicFramePr>
            <a:graphicFrameLocks noChangeAspect="1"/>
          </p:cNvGraphicFramePr>
          <p:nvPr/>
        </p:nvGraphicFramePr>
        <p:xfrm>
          <a:off x="965200" y="1282700"/>
          <a:ext cx="7404100" cy="262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7404100" imgH="2628900" progId="Equation.3">
                  <p:embed/>
                </p:oleObj>
              </mc:Choice>
              <mc:Fallback>
                <p:oleObj name="" r:id="rId1" imgW="7404100" imgH="26289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65200" y="1282700"/>
                        <a:ext cx="7404100" cy="2628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65200" y="4581525"/>
            <a:ext cx="76390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作业：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4,5,9,13,16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/>
      <p:pic>
        <p:nvPicPr>
          <p:cNvPr id="40962" name="Picture 2" descr="Bernoulli_Jacob_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550" y="1795463"/>
            <a:ext cx="2584450" cy="3505200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0963" name="Text Box 3"/>
          <p:cNvSpPr txBox="1"/>
          <p:nvPr/>
        </p:nvSpPr>
        <p:spPr>
          <a:xfrm>
            <a:off x="3962400" y="1981200"/>
            <a:ext cx="4114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Jacob Bernoulli</a:t>
            </a:r>
            <a:endParaRPr lang="en-US" altLang="zh-CN" sz="3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4" name="Text Box 4"/>
          <p:cNvSpPr txBox="1"/>
          <p:nvPr/>
        </p:nvSpPr>
        <p:spPr>
          <a:xfrm>
            <a:off x="4267200" y="2819400"/>
            <a:ext cx="35814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Born: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27 Dec 1654 in Basel, Switzerland</a:t>
            </a:r>
            <a:b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Died:</a:t>
            </a:r>
            <a:r>
              <a:rPr lang="en-US" altLang="zh-CN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16 Aug 1705 in Basel, Switzerland</a:t>
            </a:r>
            <a:endParaRPr lang="en-US" altLang="zh-CN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5" name="Rectangle 5"/>
          <p:cNvSpPr/>
          <p:nvPr>
            <p:ph type="title"/>
          </p:nvPr>
        </p:nvSpPr>
        <p:spPr>
          <a:xfrm>
            <a:off x="1476375" y="620713"/>
            <a:ext cx="5032375" cy="641350"/>
          </a:xfrm>
          <a:noFill/>
          <a:ln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b="1" dirty="0">
                <a:solidFill>
                  <a:schemeClr val="tx1"/>
                </a:solidFill>
                <a:ea typeface="楷体_GB2312" pitchFamily="49" charset="-122"/>
              </a:rPr>
              <a:t>伯努利资料</a:t>
            </a:r>
            <a:endParaRPr lang="zh-CN" altLang="en-US" sz="3600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208902" name="AutoShape 6">
            <a:hlinkClick r:id="rId2" action="ppaction://hlinksldjump"/>
          </p:cNvPr>
          <p:cNvSpPr/>
          <p:nvPr/>
        </p:nvSpPr>
        <p:spPr>
          <a:xfrm>
            <a:off x="6588125" y="5445125"/>
            <a:ext cx="1439863" cy="576263"/>
          </a:xfrm>
          <a:prstGeom prst="actionButtonBlank">
            <a:avLst/>
          </a:prstGeom>
          <a:gradFill rotWithShape="1">
            <a:gsLst>
              <a:gs pos="0">
                <a:srgbClr val="156B13">
                  <a:alpha val="100000"/>
                </a:srgbClr>
              </a:gs>
              <a:gs pos="25000">
                <a:srgbClr val="9CB86E">
                  <a:alpha val="100000"/>
                </a:srgbClr>
              </a:gs>
              <a:gs pos="50000">
                <a:srgbClr val="DDEBCF">
                  <a:alpha val="100000"/>
                </a:srgbClr>
              </a:gs>
              <a:gs pos="75000">
                <a:srgbClr val="9CB86E">
                  <a:alpha val="100000"/>
                </a:srgbClr>
              </a:gs>
              <a:gs pos="100000">
                <a:srgbClr val="156B13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zh-CN" altLang="en-US" sz="2000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返回</a:t>
            </a:r>
            <a:endParaRPr lang="zh-CN" altLang="en-US" sz="2000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8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1331913" y="620713"/>
            <a:ext cx="4727575" cy="641350"/>
          </a:xfrm>
          <a:noFill/>
          <a:ln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b="1" dirty="0">
                <a:solidFill>
                  <a:schemeClr val="tx1"/>
                </a:solidFill>
                <a:latin typeface="黑体" panose="02010609060101010101" pitchFamily="2" charset="-122"/>
                <a:ea typeface="楷体_GB2312" pitchFamily="49" charset="-122"/>
              </a:rPr>
              <a:t>泊松资料</a:t>
            </a:r>
            <a:endParaRPr lang="zh-CN" altLang="en-US" sz="3600" b="1" dirty="0">
              <a:solidFill>
                <a:schemeClr val="tx1"/>
              </a:solidFill>
              <a:latin typeface="黑体" panose="02010609060101010101" pitchFamily="2" charset="-122"/>
              <a:ea typeface="楷体_GB2312" pitchFamily="49" charset="-122"/>
            </a:endParaRPr>
          </a:p>
        </p:txBody>
      </p:sp>
      <p:pic>
        <p:nvPicPr>
          <p:cNvPr id="41987" name="Picture 3" descr="Poisson_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13" y="1735138"/>
            <a:ext cx="2516187" cy="3446462"/>
          </a:xfrm>
          <a:prstGeom prst="rect">
            <a:avLst/>
          </a:prstGeom>
          <a:noFill/>
          <a:ln w="38100" cap="flat" cmpd="dbl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1988" name="Text Box 4"/>
          <p:cNvSpPr txBox="1"/>
          <p:nvPr/>
        </p:nvSpPr>
        <p:spPr>
          <a:xfrm>
            <a:off x="4572000" y="2590800"/>
            <a:ext cx="3810000" cy="2227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Born:</a:t>
            </a:r>
            <a: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21 June 1781 in Pithiviers, France</a:t>
            </a:r>
            <a:br>
              <a:rPr lang="en-US" altLang="zh-CN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Died:</a:t>
            </a:r>
            <a:r>
              <a:rPr lang="en-US" altLang="zh-CN" dirty="0">
                <a:solidFill>
                  <a:srgbClr val="80008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25 April 1840 in Sceaux (near Paris), France</a:t>
            </a:r>
            <a:endParaRPr lang="en-US" altLang="zh-CN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9" name="Text Box 5"/>
          <p:cNvSpPr txBox="1"/>
          <p:nvPr/>
        </p:nvSpPr>
        <p:spPr>
          <a:xfrm>
            <a:off x="4114800" y="1676400"/>
            <a:ext cx="4267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Siméon Poisson</a:t>
            </a:r>
            <a:endParaRPr lang="en-US" altLang="zh-CN" sz="36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9930" name="AutoShape 10">
            <a:hlinkClick r:id="rId2" action="ppaction://hlinksldjump"/>
          </p:cNvPr>
          <p:cNvSpPr/>
          <p:nvPr/>
        </p:nvSpPr>
        <p:spPr>
          <a:xfrm>
            <a:off x="7019925" y="5084763"/>
            <a:ext cx="1152525" cy="469900"/>
          </a:xfrm>
          <a:prstGeom prst="actionButtonBlank">
            <a:avLst/>
          </a:prstGeom>
          <a:gradFill rotWithShape="1">
            <a:gsLst>
              <a:gs pos="0">
                <a:srgbClr val="156B13">
                  <a:alpha val="100000"/>
                </a:srgbClr>
              </a:gs>
              <a:gs pos="25000">
                <a:srgbClr val="9CB86E">
                  <a:alpha val="100000"/>
                </a:srgbClr>
              </a:gs>
              <a:gs pos="50000">
                <a:srgbClr val="DDEBCF">
                  <a:alpha val="100000"/>
                </a:srgbClr>
              </a:gs>
              <a:gs pos="75000">
                <a:srgbClr val="9CB86E">
                  <a:alpha val="100000"/>
                </a:srgbClr>
              </a:gs>
              <a:gs pos="100000">
                <a:srgbClr val="156B13">
                  <a:alpha val="10000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zh-CN" altLang="en-US" sz="2000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返回</a:t>
            </a:r>
            <a:endParaRPr lang="zh-CN" altLang="en-US" sz="2000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0" grpId="0" animBg="1"/>
    </p:bldLst>
  </p:timing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第三章的模板</Template>
  <TotalTime>0</TotalTime>
  <Words>1935</Words>
  <Application>WPS 演示</Application>
  <PresentationFormat>全屏显示(4:3)</PresentationFormat>
  <Paragraphs>378</Paragraphs>
  <Slides>39</Slides>
  <Notes>0</Notes>
  <HiddenSlides>2</HiddenSlides>
  <MMClips>1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242</vt:i4>
      </vt:variant>
      <vt:variant>
        <vt:lpstr>幻灯片标题</vt:lpstr>
      </vt:variant>
      <vt:variant>
        <vt:i4>39</vt:i4>
      </vt:variant>
    </vt:vector>
  </HeadingPairs>
  <TitlesOfParts>
    <vt:vector size="295" baseType="lpstr">
      <vt:lpstr>Arial</vt:lpstr>
      <vt:lpstr>宋体</vt:lpstr>
      <vt:lpstr>Wingdings</vt:lpstr>
      <vt:lpstr>Times New Roman</vt:lpstr>
      <vt:lpstr>楷体_GB2312</vt:lpstr>
      <vt:lpstr>新宋体</vt:lpstr>
      <vt:lpstr>等线</vt:lpstr>
      <vt:lpstr>黑体</vt:lpstr>
      <vt:lpstr>Tahoma</vt:lpstr>
      <vt:lpstr>微软雅黑</vt:lpstr>
      <vt:lpstr>Arial Unicode MS</vt:lpstr>
      <vt:lpstr>Calibri</vt:lpstr>
      <vt:lpstr>1_自定义设计方案</vt:lpstr>
      <vt:lpstr>自定义设计方案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jcb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2.2 离散型随机变量及其分布律</dc:title>
  <dc:creator>ty</dc:creator>
  <cp:lastModifiedBy>欧蜜（2和11）</cp:lastModifiedBy>
  <cp:revision>135</cp:revision>
  <dcterms:created xsi:type="dcterms:W3CDTF">2006-08-16T07:40:18Z</dcterms:created>
  <dcterms:modified xsi:type="dcterms:W3CDTF">2024-09-27T02:53:32Z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8B7C4277E5364AA08A448CA86953D462_13</vt:lpwstr>
  </property>
  <property fmtid="{D5CDD505-2E9C-101B-9397-08002B2CF9AE}" pid="3" name="KSOProductBuildVer">
    <vt:lpwstr>2052-12.1.0.18276</vt:lpwstr>
  </property>
</Properties>
</file>
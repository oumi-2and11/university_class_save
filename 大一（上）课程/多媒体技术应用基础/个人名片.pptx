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</p:sldIdLst>
  <p:sldSz cx="12192000" cy="6858000"/>
  <p:notesSz cx="6858000" cy="9144000"/>
  <p:custDataLst>
    <p:tags r:id="rId8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>
      <p:cViewPr varScale="1">
        <p:scale>
          <a:sx n="99" d="100"/>
          <a:sy n="99" d="100"/>
        </p:scale>
        <p:origin x="84" y="582"/>
      </p:cViewPr>
      <p:guideLst>
        <p:guide orient="horz" pos="2160"/>
        <p:guide pos="3867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gs" Target="tags/tag66.xml"/><Relationship Id="rId7" Type="http://schemas.openxmlformats.org/officeDocument/2006/relationships/tableStyles" Target="tableStyles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单击此处编辑副标题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1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tags" Target="../tags/tag64.xml"/><Relationship Id="rId2" Type="http://schemas.openxmlformats.org/officeDocument/2006/relationships/image" Target="../media/image1.jpeg"/><Relationship Id="rId1" Type="http://schemas.openxmlformats.org/officeDocument/2006/relationships/tags" Target="../tags/tag63.xml"/></Relationships>
</file>

<file path=ppt/slides/_rels/slide2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65.xml"/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image" Target="../media/image2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>
          <a:xfrm>
            <a:off x="2199640" y="3082290"/>
            <a:ext cx="7014845" cy="1344930"/>
          </a:xfrm>
        </p:spPr>
        <p:txBody>
          <a:bodyPr/>
          <a:p>
            <a:r>
              <a:rPr lang="zh-CN" altLang="zh-CN" sz="8000">
                <a:latin typeface="华文行楷" panose="02010800040101010101" charset="-122"/>
                <a:ea typeface="华文行楷" panose="02010800040101010101" charset="-122"/>
              </a:rPr>
              <a:t>王鸣一</a:t>
            </a:r>
            <a:endParaRPr lang="zh-CN" altLang="zh-CN" sz="8000">
              <a:latin typeface="华文行楷" panose="02010800040101010101" charset="-122"/>
              <a:ea typeface="华文行楷" panose="02010800040101010101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8174990" y="3293745"/>
            <a:ext cx="2719705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5400" b="1">
                <a:latin typeface="华文行楷" panose="02010800040101010101" charset="-122"/>
                <a:ea typeface="华文行楷" panose="02010800040101010101" charset="-122"/>
              </a:rPr>
              <a:t>学生</a:t>
            </a:r>
            <a:endParaRPr lang="zh-CN" altLang="en-US" sz="5400" b="1">
              <a:latin typeface="华文行楷" panose="02010800040101010101" charset="-122"/>
              <a:ea typeface="华文行楷" panose="02010800040101010101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423545" y="4683125"/>
            <a:ext cx="902271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3200" b="1">
                <a:latin typeface="华文新魏" panose="02010800040101010101" charset="-122"/>
                <a:ea typeface="华文新魏" panose="02010800040101010101" charset="-122"/>
                <a:cs typeface="华文新魏" panose="02010800040101010101" charset="-122"/>
              </a:rPr>
              <a:t>地址：北京邮电大学沙河校区雁北园</a:t>
            </a:r>
            <a:r>
              <a:rPr lang="en-US" altLang="zh-CN" sz="3200" b="1">
                <a:latin typeface="华文新魏" panose="02010800040101010101" charset="-122"/>
                <a:ea typeface="华文新魏" panose="02010800040101010101" charset="-122"/>
                <a:cs typeface="华文新魏" panose="02010800040101010101" charset="-122"/>
              </a:rPr>
              <a:t>A609</a:t>
            </a:r>
            <a:r>
              <a:rPr lang="zh-CN" altLang="en-US" sz="3200" b="1">
                <a:latin typeface="华文新魏" panose="02010800040101010101" charset="-122"/>
                <a:ea typeface="华文新魏" panose="02010800040101010101" charset="-122"/>
                <a:cs typeface="华文新魏" panose="02010800040101010101" charset="-122"/>
              </a:rPr>
              <a:t>室</a:t>
            </a:r>
            <a:endParaRPr lang="zh-CN" altLang="en-US" sz="3200" b="1">
              <a:latin typeface="华文新魏" panose="02010800040101010101" charset="-122"/>
              <a:ea typeface="华文新魏" panose="02010800040101010101" charset="-122"/>
              <a:cs typeface="华文新魏" panose="02010800040101010101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423545" y="5357495"/>
            <a:ext cx="451739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3200" b="1">
                <a:latin typeface="华文新魏" panose="02010800040101010101" charset="-122"/>
                <a:ea typeface="华文新魏" panose="02010800040101010101" charset="-122"/>
                <a:cs typeface="华文新魏" panose="02010800040101010101" charset="-122"/>
              </a:rPr>
              <a:t>电话：</a:t>
            </a:r>
            <a:r>
              <a:rPr lang="en-US" altLang="zh-CN" sz="3200" b="1">
                <a:latin typeface="华文新魏" panose="02010800040101010101" charset="-122"/>
                <a:ea typeface="华文新魏" panose="02010800040101010101" charset="-122"/>
                <a:cs typeface="华文新魏" panose="02010800040101010101" charset="-122"/>
              </a:rPr>
              <a:t>19303272071</a:t>
            </a:r>
            <a:endParaRPr lang="en-US" altLang="zh-CN" sz="3200" b="1">
              <a:latin typeface="华文新魏" panose="02010800040101010101" charset="-122"/>
              <a:ea typeface="华文新魏" panose="02010800040101010101" charset="-122"/>
              <a:cs typeface="华文新魏" panose="02010800040101010101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6671945" y="5357495"/>
            <a:ext cx="290830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3200" b="1">
                <a:latin typeface="华文新魏" panose="02010800040101010101" charset="-122"/>
                <a:ea typeface="华文新魏" panose="02010800040101010101" charset="-122"/>
                <a:cs typeface="华文新魏" panose="02010800040101010101" charset="-122"/>
              </a:rPr>
              <a:t>邮编：</a:t>
            </a:r>
            <a:r>
              <a:rPr lang="en-US" altLang="zh-CN" sz="3200" b="1">
                <a:latin typeface="华文新魏" panose="02010800040101010101" charset="-122"/>
                <a:ea typeface="华文新魏" panose="02010800040101010101" charset="-122"/>
                <a:cs typeface="华文新魏" panose="02010800040101010101" charset="-122"/>
              </a:rPr>
              <a:t>100876</a:t>
            </a:r>
            <a:endParaRPr lang="en-US" altLang="zh-CN" sz="3200" b="1">
              <a:latin typeface="华文新魏" panose="02010800040101010101" charset="-122"/>
              <a:ea typeface="华文新魏" panose="02010800040101010101" charset="-122"/>
              <a:cs typeface="华文新魏" panose="02010800040101010101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423545" y="5941060"/>
            <a:ext cx="646874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3200" b="1">
                <a:latin typeface="华文新魏" panose="02010800040101010101" charset="-122"/>
                <a:ea typeface="华文新魏" panose="02010800040101010101" charset="-122"/>
                <a:cs typeface="华文新魏" panose="02010800040101010101" charset="-122"/>
              </a:rPr>
              <a:t>邮箱：</a:t>
            </a:r>
            <a:r>
              <a:rPr lang="en-US" altLang="zh-CN" sz="3200" b="1">
                <a:latin typeface="华文新魏" panose="02010800040101010101" charset="-122"/>
                <a:ea typeface="华文新魏" panose="02010800040101010101" charset="-122"/>
                <a:cs typeface="华文新魏" panose="02010800040101010101" charset="-122"/>
              </a:rPr>
              <a:t>3523988368@qq.com</a:t>
            </a:r>
            <a:endParaRPr lang="en-US" altLang="zh-CN" sz="3200" b="1">
              <a:latin typeface="华文新魏" panose="02010800040101010101" charset="-122"/>
              <a:ea typeface="华文新魏" panose="02010800040101010101" charset="-122"/>
              <a:cs typeface="华文新魏" panose="02010800040101010101" charset="-122"/>
            </a:endParaRPr>
          </a:p>
        </p:txBody>
      </p:sp>
      <p:pic>
        <p:nvPicPr>
          <p:cNvPr id="11" name="图片 10" descr="北邮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51995" cy="2503170"/>
          </a:xfrm>
          <a:prstGeom prst="rect">
            <a:avLst/>
          </a:prstGeom>
        </p:spPr>
      </p:pic>
    </p:spTree>
    <p:custDataLst>
      <p:tags r:id="rId3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4" name="内容占位符 3" descr="西门"/>
          <p:cNvPicPr>
            <a:picLocks noChangeAspect="1"/>
          </p:cNvPicPr>
          <p:nvPr>
            <p:ph idx="1"/>
          </p:nvPr>
        </p:nvPicPr>
        <p:blipFill>
          <a:blip r:embed="rId1">
            <a:alphaModFix amt="77000"/>
          </a:blip>
          <a:stretch>
            <a:fillRect/>
          </a:stretch>
        </p:blipFill>
        <p:spPr>
          <a:xfrm>
            <a:off x="0" y="13335"/>
            <a:ext cx="10608945" cy="6831965"/>
          </a:xfrm>
          <a:prstGeom prst="rect">
            <a:avLst/>
          </a:prstGeom>
        </p:spPr>
      </p:pic>
      <p:pic>
        <p:nvPicPr>
          <p:cNvPr id="5" name="图片 4" descr="bupt_cs_1"/>
          <p:cNvPicPr>
            <a:picLocks noChangeAspect="1"/>
          </p:cNvPicPr>
          <p:nvPr/>
        </p:nvPicPr>
        <p:blipFill>
          <a:blip r:embed="rId2">
            <a:alphaModFix amt="63000"/>
          </a:blip>
          <a:stretch>
            <a:fillRect/>
          </a:stretch>
        </p:blipFill>
        <p:spPr>
          <a:xfrm>
            <a:off x="0" y="13335"/>
            <a:ext cx="10609580" cy="2097405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2357755" y="226060"/>
            <a:ext cx="7564755" cy="156845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</a:bodyPr>
          <a:p>
            <a:r>
              <a:rPr lang="zh-CN" altLang="en-US" sz="9600" b="1">
                <a:ln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方正舒体" panose="02010601030101010101" charset="-122"/>
                <a:ea typeface="方正舒体" panose="02010601030101010101" charset="-122"/>
              </a:rPr>
              <a:t>北京邮电大学</a:t>
            </a:r>
            <a:endParaRPr lang="zh-CN" altLang="en-US" sz="9600" b="1">
              <a:ln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方正舒体" panose="02010601030101010101" charset="-122"/>
              <a:ea typeface="方正舒体" panose="02010601030101010101" charset="-122"/>
            </a:endParaRPr>
          </a:p>
        </p:txBody>
      </p:sp>
      <p:pic>
        <p:nvPicPr>
          <p:cNvPr id="7" name="图片 6" descr="北邮校徽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3335"/>
            <a:ext cx="2172335" cy="2087245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318770" y="2466975"/>
            <a:ext cx="8223250" cy="13220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8000" b="1">
                <a:ln w="6600">
                  <a:solidFill>
                    <a:schemeClr val="accent2"/>
                  </a:solidFill>
                  <a:prstDash val="solid"/>
                </a:ln>
                <a:solidFill>
                  <a:schemeClr val="bg1"/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rPr>
              <a:t>Wang Mingyi</a:t>
            </a:r>
            <a:endParaRPr lang="en-US" altLang="zh-CN" sz="8000" b="1">
              <a:ln w="6600">
                <a:solidFill>
                  <a:schemeClr val="accent2"/>
                </a:solidFill>
                <a:prstDash val="solid"/>
              </a:ln>
              <a:solidFill>
                <a:schemeClr val="bg1"/>
              </a:solidFill>
              <a:effectLst>
                <a:outerShdw dist="38100" dir="2700000" algn="tl" rotWithShape="0">
                  <a:schemeClr val="accent2"/>
                </a:outerShdw>
              </a:effectLst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6976110" y="2831465"/>
            <a:ext cx="3113405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6000" b="1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</a:rPr>
              <a:t>student</a:t>
            </a:r>
            <a:endParaRPr lang="en-US" altLang="zh-CN" sz="6000" b="1">
              <a:ln w="9525">
                <a:solidFill>
                  <a:schemeClr val="bg1"/>
                </a:solidFill>
                <a:prstDash val="solid"/>
              </a:ln>
              <a:solidFill>
                <a:schemeClr val="accent5"/>
              </a:solidFill>
              <a:effectLst>
                <a:outerShdw blurRad="12700" dist="38100" dir="2700000" algn="tl" rotWithShape="0">
                  <a:schemeClr val="accent5">
                    <a:lumMod val="60000"/>
                    <a:lumOff val="40000"/>
                  </a:schemeClr>
                </a:outerShdw>
              </a:effectLst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241935" y="3846195"/>
            <a:ext cx="10240645" cy="107632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</a:bodyPr>
          <a:p>
            <a:r>
              <a:rPr sz="3200">
                <a:ln w="12700">
                  <a:solidFill>
                    <a:schemeClr val="accent5"/>
                  </a:solidFill>
                  <a:prstDash val="solid"/>
                </a:ln>
                <a:pattFill prst="ltDnDiag">
                  <a:fgClr>
                    <a:schemeClr val="accent5">
                      <a:lumMod val="60000"/>
                      <a:lumOff val="40000"/>
                    </a:schemeClr>
                  </a:fgClr>
                  <a:bgClr>
                    <a:schemeClr val="bg1"/>
                  </a:bgClr>
                </a:pattFill>
                <a:effectLst/>
              </a:rPr>
              <a:t> </a:t>
            </a:r>
            <a:r>
              <a:rPr lang="en-US" sz="3200">
                <a:ln w="12700">
                  <a:solidFill>
                    <a:schemeClr val="accent5"/>
                  </a:solidFill>
                  <a:prstDash val="solid"/>
                </a:ln>
                <a:pattFill prst="ltDnDiag">
                  <a:fgClr>
                    <a:schemeClr val="accent5">
                      <a:lumMod val="60000"/>
                      <a:lumOff val="40000"/>
                    </a:schemeClr>
                  </a:fgClr>
                  <a:bgClr>
                    <a:schemeClr val="bg1"/>
                  </a:bgClr>
                </a:pattFill>
                <a:effectLst/>
              </a:rPr>
              <a:t>A</a:t>
            </a:r>
            <a:r>
              <a:rPr lang="en-US" sz="3200" b="1">
                <a:ln w="12700">
                  <a:solidFill>
                    <a:schemeClr val="accent5"/>
                  </a:solidFill>
                  <a:prstDash val="solid"/>
                </a:ln>
                <a:pattFill prst="ltDnDiag">
                  <a:fgClr>
                    <a:schemeClr val="accent5">
                      <a:lumMod val="60000"/>
                      <a:lumOff val="40000"/>
                    </a:schemeClr>
                  </a:fgClr>
                  <a:bgClr>
                    <a:schemeClr val="bg1"/>
                  </a:bgClr>
                </a:pattFill>
                <a:effectLst/>
              </a:rPr>
              <a:t>ddress</a:t>
            </a:r>
            <a:r>
              <a:rPr lang="zh-CN" altLang="en-US" sz="3200" b="1">
                <a:ln w="12700">
                  <a:solidFill>
                    <a:schemeClr val="accent5"/>
                  </a:solidFill>
                  <a:prstDash val="solid"/>
                </a:ln>
                <a:pattFill prst="ltDnDiag">
                  <a:fgClr>
                    <a:schemeClr val="accent5">
                      <a:lumMod val="60000"/>
                      <a:lumOff val="40000"/>
                    </a:schemeClr>
                  </a:fgClr>
                  <a:bgClr>
                    <a:schemeClr val="bg1"/>
                  </a:bgClr>
                </a:pattFill>
                <a:effectLst/>
              </a:rPr>
              <a:t>：</a:t>
            </a:r>
            <a:r>
              <a:rPr lang="en-US" altLang="zh-CN" sz="3200" b="1">
                <a:ln w="12700">
                  <a:solidFill>
                    <a:schemeClr val="accent5"/>
                  </a:solidFill>
                  <a:prstDash val="solid"/>
                </a:ln>
                <a:pattFill prst="ltDnDiag">
                  <a:fgClr>
                    <a:schemeClr val="accent5">
                      <a:lumMod val="60000"/>
                      <a:lumOff val="40000"/>
                    </a:schemeClr>
                  </a:fgClr>
                  <a:bgClr>
                    <a:schemeClr val="bg1"/>
                  </a:bgClr>
                </a:pattFill>
                <a:effectLst/>
              </a:rPr>
              <a:t>room A609 </a:t>
            </a:r>
            <a:r>
              <a:rPr sz="3200" b="1">
                <a:ln w="12700">
                  <a:solidFill>
                    <a:schemeClr val="accent5"/>
                  </a:solidFill>
                  <a:prstDash val="solid"/>
                </a:ln>
                <a:pattFill prst="ltDnDiag">
                  <a:fgClr>
                    <a:schemeClr val="accent5">
                      <a:lumMod val="60000"/>
                      <a:lumOff val="40000"/>
                    </a:schemeClr>
                  </a:fgClr>
                  <a:bgClr>
                    <a:schemeClr val="bg1"/>
                  </a:bgClr>
                </a:pattFill>
                <a:effectLst/>
              </a:rPr>
              <a:t>Beijing University of Posts and Telecommunications</a:t>
            </a:r>
            <a:endParaRPr lang="zh-CN" altLang="en-US" sz="3200" b="1">
              <a:ln w="12700">
                <a:solidFill>
                  <a:schemeClr val="accent5"/>
                </a:solidFill>
                <a:prstDash val="solid"/>
              </a:ln>
              <a:pattFill prst="ltDnDiag">
                <a:fgClr>
                  <a:schemeClr val="accent5">
                    <a:lumMod val="60000"/>
                    <a:lumOff val="40000"/>
                  </a:schemeClr>
                </a:fgClr>
                <a:bgClr>
                  <a:schemeClr val="bg1"/>
                </a:bgClr>
              </a:pattFill>
              <a:effectLst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241935" y="5089525"/>
            <a:ext cx="5880735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</a:bodyPr>
          <a:p>
            <a:r>
              <a:rPr lang="en-US" altLang="zh-CN" sz="3200" b="1">
                <a:ln w="12700">
                  <a:solidFill>
                    <a:schemeClr val="accent5"/>
                  </a:solidFill>
                  <a:prstDash val="solid"/>
                </a:ln>
                <a:pattFill prst="ltDnDiag">
                  <a:fgClr>
                    <a:schemeClr val="accent5">
                      <a:lumMod val="60000"/>
                      <a:lumOff val="40000"/>
                    </a:schemeClr>
                  </a:fgClr>
                  <a:bgClr>
                    <a:schemeClr val="bg1"/>
                  </a:bgClr>
                </a:pattFill>
                <a:effectLst/>
                <a:latin typeface="华文新魏" panose="02010800040101010101" charset="-122"/>
                <a:ea typeface="华文新魏" panose="02010800040101010101" charset="-122"/>
                <a:cs typeface="华文新魏" panose="02010800040101010101" charset="-122"/>
              </a:rPr>
              <a:t>Mobile phone</a:t>
            </a:r>
            <a:r>
              <a:rPr lang="zh-CN" altLang="en-US" sz="3200" b="1">
                <a:ln w="12700">
                  <a:solidFill>
                    <a:schemeClr val="accent5"/>
                  </a:solidFill>
                  <a:prstDash val="solid"/>
                </a:ln>
                <a:pattFill prst="ltDnDiag">
                  <a:fgClr>
                    <a:schemeClr val="accent5">
                      <a:lumMod val="60000"/>
                      <a:lumOff val="40000"/>
                    </a:schemeClr>
                  </a:fgClr>
                  <a:bgClr>
                    <a:schemeClr val="bg1"/>
                  </a:bgClr>
                </a:pattFill>
                <a:effectLst/>
                <a:latin typeface="华文新魏" panose="02010800040101010101" charset="-122"/>
                <a:ea typeface="华文新魏" panose="02010800040101010101" charset="-122"/>
                <a:cs typeface="华文新魏" panose="02010800040101010101" charset="-122"/>
              </a:rPr>
              <a:t>：</a:t>
            </a:r>
            <a:r>
              <a:rPr lang="en-US" altLang="zh-CN" sz="3200" b="1">
                <a:ln w="12700">
                  <a:solidFill>
                    <a:schemeClr val="accent5"/>
                  </a:solidFill>
                  <a:prstDash val="solid"/>
                </a:ln>
                <a:pattFill prst="ltDnDiag">
                  <a:fgClr>
                    <a:schemeClr val="accent5">
                      <a:lumMod val="60000"/>
                      <a:lumOff val="40000"/>
                    </a:schemeClr>
                  </a:fgClr>
                  <a:bgClr>
                    <a:schemeClr val="bg1"/>
                  </a:bgClr>
                </a:pattFill>
                <a:effectLst/>
                <a:latin typeface="华文新魏" panose="02010800040101010101" charset="-122"/>
                <a:ea typeface="华文新魏" panose="02010800040101010101" charset="-122"/>
                <a:cs typeface="华文新魏" panose="02010800040101010101" charset="-122"/>
              </a:rPr>
              <a:t>19303272071</a:t>
            </a:r>
            <a:endParaRPr lang="en-US" altLang="zh-CN" sz="3200" b="1">
              <a:ln w="12700">
                <a:solidFill>
                  <a:schemeClr val="accent5"/>
                </a:solidFill>
                <a:prstDash val="solid"/>
              </a:ln>
              <a:pattFill prst="ltDnDiag">
                <a:fgClr>
                  <a:schemeClr val="accent5">
                    <a:lumMod val="60000"/>
                    <a:lumOff val="40000"/>
                  </a:schemeClr>
                </a:fgClr>
                <a:bgClr>
                  <a:schemeClr val="bg1"/>
                </a:bgClr>
              </a:pattFill>
              <a:effectLst/>
              <a:latin typeface="华文新魏" panose="02010800040101010101" charset="-122"/>
              <a:ea typeface="华文新魏" panose="02010800040101010101" charset="-122"/>
              <a:cs typeface="华文新魏" panose="02010800040101010101" charset="-122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6229350" y="5089525"/>
            <a:ext cx="4496435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</a:bodyPr>
          <a:p>
            <a:r>
              <a:rPr lang="en-US" altLang="zh-CN" sz="3200" b="1">
                <a:ln w="12700">
                  <a:solidFill>
                    <a:schemeClr val="accent5"/>
                  </a:solidFill>
                  <a:prstDash val="solid"/>
                </a:ln>
                <a:pattFill prst="ltDnDiag">
                  <a:fgClr>
                    <a:schemeClr val="accent5">
                      <a:lumMod val="60000"/>
                      <a:lumOff val="40000"/>
                    </a:schemeClr>
                  </a:fgClr>
                  <a:bgClr>
                    <a:schemeClr val="bg1"/>
                  </a:bgClr>
                </a:pattFill>
                <a:effectLst/>
                <a:latin typeface="华文新魏" panose="02010800040101010101" charset="-122"/>
                <a:ea typeface="华文新魏" panose="02010800040101010101" charset="-122"/>
                <a:cs typeface="华文新魏" panose="02010800040101010101" charset="-122"/>
              </a:rPr>
              <a:t>Post Code</a:t>
            </a:r>
            <a:r>
              <a:rPr lang="zh-CN" altLang="en-US" sz="3200" b="1">
                <a:ln w="12700">
                  <a:solidFill>
                    <a:schemeClr val="accent5"/>
                  </a:solidFill>
                  <a:prstDash val="solid"/>
                </a:ln>
                <a:pattFill prst="ltDnDiag">
                  <a:fgClr>
                    <a:schemeClr val="accent5">
                      <a:lumMod val="60000"/>
                      <a:lumOff val="40000"/>
                    </a:schemeClr>
                  </a:fgClr>
                  <a:bgClr>
                    <a:schemeClr val="bg1"/>
                  </a:bgClr>
                </a:pattFill>
                <a:effectLst/>
                <a:latin typeface="华文新魏" panose="02010800040101010101" charset="-122"/>
                <a:ea typeface="华文新魏" panose="02010800040101010101" charset="-122"/>
                <a:cs typeface="华文新魏" panose="02010800040101010101" charset="-122"/>
              </a:rPr>
              <a:t>：</a:t>
            </a:r>
            <a:r>
              <a:rPr lang="en-US" altLang="zh-CN" sz="3200" b="1">
                <a:ln w="12700">
                  <a:solidFill>
                    <a:schemeClr val="accent5"/>
                  </a:solidFill>
                  <a:prstDash val="solid"/>
                </a:ln>
                <a:pattFill prst="ltDnDiag">
                  <a:fgClr>
                    <a:schemeClr val="accent5">
                      <a:lumMod val="60000"/>
                      <a:lumOff val="40000"/>
                    </a:schemeClr>
                  </a:fgClr>
                  <a:bgClr>
                    <a:schemeClr val="bg1"/>
                  </a:bgClr>
                </a:pattFill>
                <a:effectLst/>
                <a:latin typeface="华文新魏" panose="02010800040101010101" charset="-122"/>
                <a:ea typeface="华文新魏" panose="02010800040101010101" charset="-122"/>
                <a:cs typeface="华文新魏" panose="02010800040101010101" charset="-122"/>
              </a:rPr>
              <a:t>100876</a:t>
            </a:r>
            <a:endParaRPr lang="en-US" altLang="zh-CN" sz="3200" b="1">
              <a:ln w="12700">
                <a:solidFill>
                  <a:schemeClr val="accent5"/>
                </a:solidFill>
                <a:prstDash val="solid"/>
              </a:ln>
              <a:pattFill prst="ltDnDiag">
                <a:fgClr>
                  <a:schemeClr val="accent5">
                    <a:lumMod val="60000"/>
                    <a:lumOff val="40000"/>
                  </a:schemeClr>
                </a:fgClr>
                <a:bgClr>
                  <a:schemeClr val="bg1"/>
                </a:bgClr>
              </a:pattFill>
              <a:effectLst/>
              <a:latin typeface="华文新魏" panose="02010800040101010101" charset="-122"/>
              <a:ea typeface="华文新魏" panose="02010800040101010101" charset="-122"/>
              <a:cs typeface="华文新魏" panose="02010800040101010101" charset="-122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241300" y="5840095"/>
            <a:ext cx="8485505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</a:bodyPr>
          <a:p>
            <a:r>
              <a:rPr lang="en-US" altLang="zh-CN" sz="3200" b="1">
                <a:ln w="12700">
                  <a:solidFill>
                    <a:schemeClr val="accent5"/>
                  </a:solidFill>
                  <a:prstDash val="solid"/>
                </a:ln>
                <a:pattFill prst="ltDnDiag">
                  <a:fgClr>
                    <a:schemeClr val="accent5">
                      <a:lumMod val="60000"/>
                      <a:lumOff val="40000"/>
                    </a:schemeClr>
                  </a:fgClr>
                  <a:bgClr>
                    <a:schemeClr val="bg1"/>
                  </a:bgClr>
                </a:pattFill>
                <a:effectLst/>
                <a:latin typeface="华文新魏" panose="02010800040101010101" charset="-122"/>
                <a:ea typeface="华文新魏" panose="02010800040101010101" charset="-122"/>
              </a:rPr>
              <a:t>E-mile:                 3523988368@qq.com</a:t>
            </a:r>
            <a:endParaRPr lang="en-US" altLang="zh-CN" sz="3200" b="1">
              <a:ln w="12700">
                <a:solidFill>
                  <a:schemeClr val="accent5"/>
                </a:solidFill>
                <a:prstDash val="solid"/>
              </a:ln>
              <a:pattFill prst="ltDnDiag">
                <a:fgClr>
                  <a:schemeClr val="accent5">
                    <a:lumMod val="60000"/>
                    <a:lumOff val="40000"/>
                  </a:schemeClr>
                </a:fgClr>
                <a:bgClr>
                  <a:schemeClr val="bg1"/>
                </a:bgClr>
              </a:pattFill>
              <a:effectLst/>
              <a:latin typeface="华文新魏" panose="02010800040101010101" charset="-122"/>
              <a:ea typeface="华文新魏" panose="02010800040101010101" charset="-122"/>
            </a:endParaRPr>
          </a:p>
        </p:txBody>
      </p:sp>
    </p:spTree>
    <p:custDataLst>
      <p:tags r:id="rId4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UNIT_ISCONTENTSTITLE" val="0"/>
  <p:tag name="KSO_WM_UNIT_ISNUMDGMTITLE" val="0"/>
  <p:tag name="KSO_WM_UNIT_PRESET_TEXT" val="空白演示"/>
  <p:tag name="KSO_WM_UNIT_NOCLEAR" val="0"/>
  <p:tag name="KSO_WM_UNIT_SHOW_EDIT_AREA_INDICATION" val="1"/>
  <p:tag name="KSO_WM_UNIT_VALUE" val="28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05081_1*a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64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5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66.xml><?xml version="1.0" encoding="utf-8"?>
<p:tagLst xmlns:p="http://schemas.openxmlformats.org/presentationml/2006/main">
  <p:tag name="KSO_WPP_MARK_KEY" val="7a189608-4a8e-465f-aa13-9c528eb8d4ba"/>
  <p:tag name="COMMONDATA" val="eyJoZGlkIjoiZTJkODRiZTJkNTM2YWY1Y2JmOTNkNTM4YjQ5ZDU2ZTEifQ=="/>
</p:tagLst>
</file>

<file path=ppt/theme/theme1.xml><?xml version="1.0" encoding="utf-8"?>
<a:theme xmlns:a="http://schemas.openxmlformats.org/drawingml/2006/main" name="Office 主题​​">
  <a:themeElements>
    <a:clrScheme name="新版空白演示配色">
      <a:dk1>
        <a:sysClr val="windowText" lastClr="000000"/>
      </a:dk1>
      <a:lt1>
        <a:sysClr val="window" lastClr="FFFFFF"/>
      </a:lt1>
      <a:dk2>
        <a:srgbClr val="0F1423"/>
      </a:dk2>
      <a:lt2>
        <a:srgbClr val="FFFFFF"/>
      </a:lt2>
      <a:accent1>
        <a:srgbClr val="6096E6"/>
      </a:accent1>
      <a:accent2>
        <a:srgbClr val="58B6E5"/>
      </a:accent2>
      <a:accent3>
        <a:srgbClr val="56CA95"/>
      </a:accent3>
      <a:accent4>
        <a:srgbClr val="FFBA55"/>
      </a:accent4>
      <a:accent5>
        <a:srgbClr val="F18870"/>
      </a:accent5>
      <a:accent6>
        <a:srgbClr val="EC5F74"/>
      </a:accent6>
      <a:hlink>
        <a:srgbClr val="0563C1"/>
      </a:hlink>
      <a:folHlink>
        <a:srgbClr val="954D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243</Words>
  <Application>WPS 演示</Application>
  <PresentationFormat>宽屏</PresentationFormat>
  <Paragraphs>26</Paragraphs>
  <Slides>2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18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21" baseType="lpstr">
      <vt:lpstr>Arial</vt:lpstr>
      <vt:lpstr>宋体</vt:lpstr>
      <vt:lpstr>Wingdings</vt:lpstr>
      <vt:lpstr>Wingdings</vt:lpstr>
      <vt:lpstr>微软雅黑</vt:lpstr>
      <vt:lpstr>Arial Unicode MS</vt:lpstr>
      <vt:lpstr>Calibri</vt:lpstr>
      <vt:lpstr>华文中宋</vt:lpstr>
      <vt:lpstr>华文仿宋</vt:lpstr>
      <vt:lpstr>华文行楷</vt:lpstr>
      <vt:lpstr>仿宋</vt:lpstr>
      <vt:lpstr>新宋体</vt:lpstr>
      <vt:lpstr>华文隶书</vt:lpstr>
      <vt:lpstr>华文楷体</vt:lpstr>
      <vt:lpstr>华文新魏</vt:lpstr>
      <vt:lpstr>华文琥珀</vt:lpstr>
      <vt:lpstr>方正舒体</vt:lpstr>
      <vt:lpstr>方正姚体</vt:lpstr>
      <vt:lpstr>Office 主题​​</vt:lpstr>
      <vt:lpstr>空白演示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欧蜜（2和11）</cp:lastModifiedBy>
  <cp:revision>150</cp:revision>
  <dcterms:created xsi:type="dcterms:W3CDTF">2019-06-19T02:08:00Z</dcterms:created>
  <dcterms:modified xsi:type="dcterms:W3CDTF">2023-12-17T08:09:13Z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2052-11.1.0.12165</vt:lpwstr>
  </property>
  <property fmtid="{D5CDD505-2E9C-101B-9397-08002B2CF9AE}" pid="3" name="ICV">
    <vt:lpwstr>9BFE5538994844D68CC62889ABE2934C</vt:lpwstr>
  </property>
</Properties>
</file>
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Lst>
  <p:notesMasterIdLst>
    <p:notesMasterId r:id="rId56"/>
  </p:notesMasterIdLst>
  <p:sldIdLst>
    <p:sldId id="415" r:id="rId2"/>
    <p:sldId id="1767" r:id="rId3"/>
    <p:sldId id="354" r:id="rId4"/>
    <p:sldId id="358" r:id="rId5"/>
    <p:sldId id="626" r:id="rId6"/>
    <p:sldId id="665" r:id="rId7"/>
    <p:sldId id="671" r:id="rId8"/>
    <p:sldId id="672" r:id="rId9"/>
    <p:sldId id="630" r:id="rId10"/>
    <p:sldId id="664" r:id="rId11"/>
    <p:sldId id="680" r:id="rId12"/>
    <p:sldId id="357" r:id="rId13"/>
    <p:sldId id="673" r:id="rId14"/>
    <p:sldId id="302" r:id="rId15"/>
    <p:sldId id="681" r:id="rId16"/>
    <p:sldId id="637" r:id="rId17"/>
    <p:sldId id="638" r:id="rId18"/>
    <p:sldId id="682" r:id="rId19"/>
    <p:sldId id="639" r:id="rId20"/>
    <p:sldId id="641" r:id="rId21"/>
    <p:sldId id="642" r:id="rId22"/>
    <p:sldId id="683" r:id="rId23"/>
    <p:sldId id="675" r:id="rId24"/>
    <p:sldId id="676" r:id="rId25"/>
    <p:sldId id="684" r:id="rId26"/>
    <p:sldId id="677" r:id="rId27"/>
    <p:sldId id="678" r:id="rId28"/>
    <p:sldId id="685" r:id="rId29"/>
    <p:sldId id="679" r:id="rId30"/>
    <p:sldId id="686" r:id="rId31"/>
    <p:sldId id="643" r:id="rId32"/>
    <p:sldId id="644" r:id="rId33"/>
    <p:sldId id="645" r:id="rId34"/>
    <p:sldId id="687" r:id="rId35"/>
    <p:sldId id="647" r:id="rId36"/>
    <p:sldId id="648" r:id="rId37"/>
    <p:sldId id="688" r:id="rId38"/>
    <p:sldId id="654" r:id="rId39"/>
    <p:sldId id="1768" r:id="rId40"/>
    <p:sldId id="1769" r:id="rId41"/>
    <p:sldId id="1770" r:id="rId42"/>
    <p:sldId id="1771" r:id="rId43"/>
    <p:sldId id="674" r:id="rId44"/>
    <p:sldId id="689" r:id="rId45"/>
    <p:sldId id="369" r:id="rId46"/>
    <p:sldId id="690" r:id="rId47"/>
    <p:sldId id="650" r:id="rId48"/>
    <p:sldId id="691" r:id="rId49"/>
    <p:sldId id="421" r:id="rId50"/>
    <p:sldId id="692" r:id="rId51"/>
    <p:sldId id="693" r:id="rId52"/>
    <p:sldId id="694" r:id="rId53"/>
    <p:sldId id="652" r:id="rId54"/>
    <p:sldId id="281" r:id="rId55"/>
  </p:sldIdLst>
  <p:sldSz cx="9144000" cy="6858000" type="screen4x3"/>
  <p:notesSz cx="6815138" cy="9942513"/>
  <p:defaultTextStyle>
    <a:defPPr>
      <a:defRPr lang="zh-CN"/>
    </a:defPPr>
    <a:lvl1pPr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9pPr>
  </p:defaultTextStyle>
  <p:extLst>
    <p:ext uri="{521415D9-36F7-43E2-AB2F-B90AF26B5E84}">
      <p14:sectionLst xmlns:p14="http://schemas.microsoft.com/office/powerpoint/2010/main">
        <p14:section name="默认节" id="{D14E4DFF-99F8-48A8-B24D-A2657320EB1E}">
          <p14:sldIdLst>
            <p14:sldId id="415"/>
            <p14:sldId id="1767"/>
            <p14:sldId id="354"/>
            <p14:sldId id="358"/>
            <p14:sldId id="626"/>
            <p14:sldId id="665"/>
            <p14:sldId id="671"/>
            <p14:sldId id="672"/>
          </p14:sldIdLst>
        </p14:section>
        <p14:section name="初始化链表" id="{E9934124-C797-45C1-8C7E-CD2C8CF29CBC}">
          <p14:sldIdLst>
            <p14:sldId id="630"/>
            <p14:sldId id="664"/>
          </p14:sldIdLst>
        </p14:section>
        <p14:section name="链表遍历" id="{51962817-2D7A-4661-8F09-CEC058A2C284}">
          <p14:sldIdLst>
            <p14:sldId id="680"/>
          </p14:sldIdLst>
        </p14:section>
        <p14:section name="尾插" id="{B57D9D51-5516-43FC-AE5F-C36591036C51}">
          <p14:sldIdLst>
            <p14:sldId id="357"/>
            <p14:sldId id="673"/>
            <p14:sldId id="302"/>
            <p14:sldId id="681"/>
          </p14:sldIdLst>
        </p14:section>
        <p14:section name="头插" id="{DC1457A3-2F8C-41FA-B158-6354B09140CF}">
          <p14:sldIdLst>
            <p14:sldId id="637"/>
            <p14:sldId id="638"/>
            <p14:sldId id="682"/>
          </p14:sldIdLst>
        </p14:section>
        <p14:section name="有序插" id="{82BF4DC3-666D-4122-89DC-062782BB61EC}">
          <p14:sldIdLst>
            <p14:sldId id="639"/>
            <p14:sldId id="641"/>
            <p14:sldId id="642"/>
            <p14:sldId id="683"/>
          </p14:sldIdLst>
        </p14:section>
        <p14:section name="头删" id="{62573B3D-37EE-42E6-8956-6581899AC6CA}">
          <p14:sldIdLst>
            <p14:sldId id="675"/>
            <p14:sldId id="676"/>
            <p14:sldId id="684"/>
          </p14:sldIdLst>
        </p14:section>
        <p14:section name="尾删" id="{3677AE7E-6E28-4C51-8B94-9F6222460096}">
          <p14:sldIdLst>
            <p14:sldId id="677"/>
            <p14:sldId id="678"/>
            <p14:sldId id="685"/>
          </p14:sldIdLst>
        </p14:section>
        <p14:section name="判断空链表" id="{6A9E42E2-44B5-45A3-BBC3-00EDF2F9DD9E}">
          <p14:sldIdLst>
            <p14:sldId id="679"/>
            <p14:sldId id="686"/>
          </p14:sldIdLst>
        </p14:section>
        <p14:section name="删除节点" id="{FCF00BD0-21FA-4673-BEC5-F499B1D4BCEA}">
          <p14:sldIdLst>
            <p14:sldId id="643"/>
            <p14:sldId id="644"/>
            <p14:sldId id="645"/>
            <p14:sldId id="687"/>
            <p14:sldId id="647"/>
            <p14:sldId id="648"/>
            <p14:sldId id="688"/>
            <p14:sldId id="654"/>
          </p14:sldIdLst>
        </p14:section>
        <p14:section name="检索与按位删除" id="{EE8A81A4-8C2B-494E-BF6C-051A60CF74B3}">
          <p14:sldIdLst>
            <p14:sldId id="1768"/>
            <p14:sldId id="1769"/>
            <p14:sldId id="1770"/>
            <p14:sldId id="1771"/>
          </p14:sldIdLst>
        </p14:section>
        <p14:section name="链表清空" id="{7262F7BC-6DDD-4863-9BA7-2A46DBD779AD}">
          <p14:sldIdLst>
            <p14:sldId id="674"/>
            <p14:sldId id="689"/>
          </p14:sldIdLst>
        </p14:section>
        <p14:section name="释放链表" id="{56297F5D-7990-4FFD-96D7-F9EA1D65EAAB}">
          <p14:sldIdLst>
            <p14:sldId id="369"/>
            <p14:sldId id="690"/>
          </p14:sldIdLst>
        </p14:section>
        <p14:section name="链表长度" id="{7E623A5C-9C2D-4C38-88AC-5B95F0AFC88A}">
          <p14:sldIdLst>
            <p14:sldId id="650"/>
            <p14:sldId id="691"/>
          </p14:sldIdLst>
        </p14:section>
        <p14:section name="链表检索" id="{38B9B9A0-0524-45FE-9EAF-CF40AA8C767E}">
          <p14:sldIdLst>
            <p14:sldId id="421"/>
            <p14:sldId id="692"/>
            <p14:sldId id="693"/>
            <p14:sldId id="694"/>
            <p14:sldId id="652"/>
          </p14:sldIdLst>
        </p14:section>
        <p14:section name="结束" id="{11A5B765-3733-4A46-A114-4C7E6E8C4E63}">
          <p14:sldIdLst>
            <p14:sldId id="281"/>
          </p14:sldIdLst>
        </p14:section>
      </p14:sectionLst>
    </p:ext>
    <p:ext uri="{EFAFB233-063F-42B5-8137-9DF3F51BA10A}">
      <p15:sldGuideLst xmlns:p15="http://schemas.microsoft.com/office/powerpoint/2012/main">
        <p15:guide id="1" orient="horz" pos="2283">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CCFFCC"/>
    <a:srgbClr val="003399"/>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autoAdjust="0"/>
  </p:normalViewPr>
  <p:slideViewPr>
    <p:cSldViewPr>
      <p:cViewPr varScale="1">
        <p:scale>
          <a:sx n="63" d="100"/>
          <a:sy n="63" d="100"/>
        </p:scale>
        <p:origin x="1328" y="48"/>
      </p:cViewPr>
      <p:guideLst>
        <p:guide orient="horz" pos="2283"/>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6A721809-F922-469E-89D7-7E2041EE2479}"/>
              </a:ext>
            </a:extLst>
          </p:cNvPr>
          <p:cNvSpPr>
            <a:spLocks noGrp="1"/>
          </p:cNvSpPr>
          <p:nvPr>
            <p:ph type="hdr" sz="quarter"/>
          </p:nvPr>
        </p:nvSpPr>
        <p:spPr>
          <a:xfrm>
            <a:off x="0" y="0"/>
            <a:ext cx="2952750" cy="496888"/>
          </a:xfrm>
          <a:prstGeom prst="rect">
            <a:avLst/>
          </a:prstGeom>
          <a:noFill/>
          <a:ln w="9525">
            <a:noFill/>
            <a:miter/>
          </a:ln>
        </p:spPr>
        <p:txBody>
          <a:bodyPr/>
          <a:lstStyle>
            <a:lvl1pPr eaLnBrk="1" hangingPunct="1">
              <a:buFont typeface="Arial" panose="020B0604020202020204" pitchFamily="34" charset="0"/>
              <a:buNone/>
              <a:defRPr sz="1200" b="0" noProof="1"/>
            </a:lvl1pPr>
          </a:lstStyle>
          <a:p>
            <a:pPr>
              <a:defRPr/>
            </a:pPr>
            <a:endParaRPr lang="en-US" altLang="x-none"/>
          </a:p>
        </p:txBody>
      </p:sp>
      <p:sp>
        <p:nvSpPr>
          <p:cNvPr id="2051" name="Rectangle 3">
            <a:extLst>
              <a:ext uri="{FF2B5EF4-FFF2-40B4-BE49-F238E27FC236}">
                <a16:creationId xmlns:a16="http://schemas.microsoft.com/office/drawing/2014/main" id="{FABA780C-92E5-4936-B54F-9D3D1B185566}"/>
              </a:ext>
            </a:extLst>
          </p:cNvPr>
          <p:cNvSpPr>
            <a:spLocks noGrp="1"/>
          </p:cNvSpPr>
          <p:nvPr>
            <p:ph type="dt" idx="1"/>
          </p:nvPr>
        </p:nvSpPr>
        <p:spPr>
          <a:xfrm>
            <a:off x="3860800" y="0"/>
            <a:ext cx="2952750" cy="496888"/>
          </a:xfrm>
          <a:prstGeom prst="rect">
            <a:avLst/>
          </a:prstGeom>
          <a:noFill/>
          <a:ln w="9525">
            <a:noFill/>
            <a:miter/>
          </a:ln>
        </p:spPr>
        <p:txBody>
          <a:bodyPr/>
          <a:lstStyle>
            <a:lvl1pPr algn="r" eaLnBrk="1" hangingPunct="1">
              <a:buFont typeface="Arial" panose="020B0604020202020204" pitchFamily="34" charset="0"/>
              <a:buNone/>
              <a:defRPr sz="1200" b="0" noProof="1"/>
            </a:lvl1pPr>
          </a:lstStyle>
          <a:p>
            <a:pPr>
              <a:defRPr/>
            </a:pPr>
            <a:endParaRPr lang="en-US" altLang="x-none"/>
          </a:p>
        </p:txBody>
      </p:sp>
      <p:sp>
        <p:nvSpPr>
          <p:cNvPr id="13316" name="Rectangle 4">
            <a:extLst>
              <a:ext uri="{FF2B5EF4-FFF2-40B4-BE49-F238E27FC236}">
                <a16:creationId xmlns:a16="http://schemas.microsoft.com/office/drawing/2014/main" id="{2669B904-59FB-4CF6-BCE6-A153A8F60961}"/>
              </a:ext>
            </a:extLst>
          </p:cNvPr>
          <p:cNvSpPr>
            <a:spLocks noGrp="1" noRot="1" noChangeAspect="1" noChangeArrowheads="1"/>
          </p:cNvSpPr>
          <p:nvPr>
            <p:ph type="sldImg" idx="4294967295"/>
          </p:nvPr>
        </p:nvSpPr>
        <p:spPr bwMode="auto">
          <a:xfrm>
            <a:off x="923925" y="746125"/>
            <a:ext cx="4968875"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Rectangle 5">
            <a:extLst>
              <a:ext uri="{FF2B5EF4-FFF2-40B4-BE49-F238E27FC236}">
                <a16:creationId xmlns:a16="http://schemas.microsoft.com/office/drawing/2014/main" id="{9C033E08-2D14-4FC4-8919-D0C52FBDC03A}"/>
              </a:ext>
            </a:extLst>
          </p:cNvPr>
          <p:cNvSpPr>
            <a:spLocks noGrp="1" noChangeArrowheads="1"/>
          </p:cNvSpPr>
          <p:nvPr>
            <p:ph type="body" sz="quarter" idx="4294967295"/>
          </p:nvPr>
        </p:nvSpPr>
        <p:spPr bwMode="auto">
          <a:xfrm>
            <a:off x="681038" y="4722813"/>
            <a:ext cx="5453062" cy="4473575"/>
          </a:xfrm>
          <a:prstGeom prst="rect">
            <a:avLst/>
          </a:prstGeom>
          <a:noFill/>
          <a:ln>
            <a:noFill/>
          </a:ln>
        </p:spPr>
        <p:txBody>
          <a:bodyPr vert="horz" wrap="square" lIns="91440" tIns="45720" rIns="91440" bIns="45720" numCol="1" anchor="ctr"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a:extLst>
              <a:ext uri="{FF2B5EF4-FFF2-40B4-BE49-F238E27FC236}">
                <a16:creationId xmlns:a16="http://schemas.microsoft.com/office/drawing/2014/main" id="{7AAC8874-52D5-44AA-835D-9C9DD6F0F905}"/>
              </a:ext>
            </a:extLst>
          </p:cNvPr>
          <p:cNvSpPr>
            <a:spLocks noGrp="1"/>
          </p:cNvSpPr>
          <p:nvPr>
            <p:ph type="ftr" sz="quarter" idx="4"/>
          </p:nvPr>
        </p:nvSpPr>
        <p:spPr>
          <a:xfrm>
            <a:off x="0" y="9444038"/>
            <a:ext cx="2952750" cy="496887"/>
          </a:xfrm>
          <a:prstGeom prst="rect">
            <a:avLst/>
          </a:prstGeom>
          <a:noFill/>
          <a:ln w="9525">
            <a:noFill/>
            <a:miter/>
          </a:ln>
        </p:spPr>
        <p:txBody>
          <a:bodyPr anchor="b"/>
          <a:lstStyle>
            <a:lvl1pPr eaLnBrk="1" hangingPunct="1">
              <a:buFont typeface="Arial" panose="020B0604020202020204" pitchFamily="34" charset="0"/>
              <a:buNone/>
              <a:defRPr sz="1200" b="0" noProof="1"/>
            </a:lvl1pPr>
          </a:lstStyle>
          <a:p>
            <a:pPr>
              <a:defRPr/>
            </a:pPr>
            <a:endParaRPr lang="en-US" altLang="x-none"/>
          </a:p>
        </p:txBody>
      </p:sp>
      <p:sp>
        <p:nvSpPr>
          <p:cNvPr id="2055" name="Rectangle 7">
            <a:extLst>
              <a:ext uri="{FF2B5EF4-FFF2-40B4-BE49-F238E27FC236}">
                <a16:creationId xmlns:a16="http://schemas.microsoft.com/office/drawing/2014/main" id="{60B893DC-E978-4140-AE35-FE20E5CB7A1B}"/>
              </a:ext>
            </a:extLst>
          </p:cNvPr>
          <p:cNvSpPr>
            <a:spLocks noGrp="1"/>
          </p:cNvSpPr>
          <p:nvPr>
            <p:ph type="sldNum" sz="quarter" idx="5"/>
          </p:nvPr>
        </p:nvSpPr>
        <p:spPr>
          <a:xfrm>
            <a:off x="3860800" y="9444038"/>
            <a:ext cx="2952750" cy="496887"/>
          </a:xfrm>
          <a:prstGeom prst="rect">
            <a:avLst/>
          </a:prstGeom>
          <a:noFill/>
          <a:ln w="9525">
            <a:noFill/>
            <a:miter/>
          </a:ln>
        </p:spPr>
        <p:txBody>
          <a:bodyPr anchor="b"/>
          <a:lstStyle>
            <a:lvl1pPr algn="r" eaLnBrk="1" hangingPunct="1">
              <a:buFont typeface="Arial" panose="020B0604020202020204" pitchFamily="34" charset="0"/>
              <a:buNone/>
              <a:defRPr sz="1200" b="0" noProof="1">
                <a:latin typeface="Times New Roman" pitchFamily="2" charset="0"/>
                <a:ea typeface="宋体" charset="-122"/>
                <a:cs typeface="+mn-ea"/>
              </a:defRPr>
            </a:lvl1pPr>
          </a:lstStyle>
          <a:p>
            <a:pPr>
              <a:defRPr/>
            </a:pPr>
            <a:fld id="{8D64C6CD-A365-4E05-9D6E-8B2695FBCFDC}" type="slidenum">
              <a:rPr lang="en-US" altLang="x-none"/>
              <a:pPr>
                <a:defRPr/>
              </a:pPr>
              <a:t>‹#›</a:t>
            </a:fld>
            <a:endParaRPr lang="en-US" altLang="x-none">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lvl="1"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lvl="2"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lvl="3"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lvl="4"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lvl="5"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6pPr>
    <a:lvl7pPr marL="2743200" lvl="6"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7pPr>
    <a:lvl8pPr marL="3200400" lvl="7"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8pPr>
    <a:lvl9pPr marL="3657600" lvl="8"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Rectangle 4">
            <a:extLst>
              <a:ext uri="{FF2B5EF4-FFF2-40B4-BE49-F238E27FC236}">
                <a16:creationId xmlns:a16="http://schemas.microsoft.com/office/drawing/2014/main" id="{F5BBB3C7-85D8-472E-A6B1-1F004B8AD1A8}"/>
              </a:ext>
            </a:extLst>
          </p:cNvPr>
          <p:cNvSpPr>
            <a:spLocks noGrp="1"/>
          </p:cNvSpPr>
          <p:nvPr>
            <p:ph type="dt" sz="half" idx="10"/>
          </p:nvPr>
        </p:nvSpPr>
        <p:spPr/>
        <p:txBody>
          <a:bodyPr/>
          <a:lstStyle>
            <a:lvl1pPr>
              <a:defRPr/>
            </a:lvl1pPr>
          </a:lstStyle>
          <a:p>
            <a:pPr>
              <a:defRPr/>
            </a:pPr>
            <a:endParaRPr lang="en-US" altLang="x-none"/>
          </a:p>
        </p:txBody>
      </p:sp>
      <p:sp>
        <p:nvSpPr>
          <p:cNvPr id="5" name="Rectangle 5">
            <a:extLst>
              <a:ext uri="{FF2B5EF4-FFF2-40B4-BE49-F238E27FC236}">
                <a16:creationId xmlns:a16="http://schemas.microsoft.com/office/drawing/2014/main" id="{18EEBBAA-4EE9-47F1-91E5-178D35541B3F}"/>
              </a:ext>
            </a:extLst>
          </p:cNvPr>
          <p:cNvSpPr>
            <a:spLocks noGrp="1"/>
          </p:cNvSpPr>
          <p:nvPr>
            <p:ph type="ftr" sz="quarter" idx="11"/>
          </p:nvPr>
        </p:nvSpPr>
        <p:spPr/>
        <p:txBody>
          <a:bodyPr/>
          <a:lstStyle>
            <a:lvl1pPr>
              <a:defRPr/>
            </a:lvl1pPr>
          </a:lstStyle>
          <a:p>
            <a:pPr>
              <a:defRPr/>
            </a:pPr>
            <a:endParaRPr lang="en-US" altLang="x-none"/>
          </a:p>
        </p:txBody>
      </p:sp>
      <p:sp>
        <p:nvSpPr>
          <p:cNvPr id="6" name="Rectangle 6">
            <a:extLst>
              <a:ext uri="{FF2B5EF4-FFF2-40B4-BE49-F238E27FC236}">
                <a16:creationId xmlns:a16="http://schemas.microsoft.com/office/drawing/2014/main" id="{C41A9D2C-8B42-4A7F-A86C-1D249327F5B2}"/>
              </a:ext>
            </a:extLst>
          </p:cNvPr>
          <p:cNvSpPr>
            <a:spLocks noGrp="1"/>
          </p:cNvSpPr>
          <p:nvPr>
            <p:ph type="sldNum" sz="quarter" idx="12"/>
          </p:nvPr>
        </p:nvSpPr>
        <p:spPr/>
        <p:txBody>
          <a:bodyPr/>
          <a:lstStyle>
            <a:lvl1pPr>
              <a:defRPr/>
            </a:lvl1pPr>
          </a:lstStyle>
          <a:p>
            <a:pPr>
              <a:defRPr/>
            </a:pPr>
            <a:fld id="{F456075A-36BB-465E-B615-6556BF929AF0}" type="slidenum">
              <a:rPr lang="en-US" altLang="x-none"/>
              <a:pPr>
                <a:defRPr/>
              </a:pPr>
              <a:t>‹#›</a:t>
            </a:fld>
            <a:endParaRPr lang="en-US" altLang="x-none"/>
          </a:p>
        </p:txBody>
      </p:sp>
    </p:spTree>
    <p:extLst>
      <p:ext uri="{BB962C8B-B14F-4D97-AF65-F5344CB8AC3E}">
        <p14:creationId xmlns:p14="http://schemas.microsoft.com/office/powerpoint/2010/main" val="32386935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E477D741-B1A4-4F19-8E4A-16B70CE5D040}"/>
              </a:ext>
            </a:extLst>
          </p:cNvPr>
          <p:cNvSpPr>
            <a:spLocks noGrp="1"/>
          </p:cNvSpPr>
          <p:nvPr>
            <p:ph type="dt" sz="half" idx="10"/>
          </p:nvPr>
        </p:nvSpPr>
        <p:spPr/>
        <p:txBody>
          <a:bodyPr/>
          <a:lstStyle>
            <a:lvl1pPr>
              <a:defRPr/>
            </a:lvl1pPr>
          </a:lstStyle>
          <a:p>
            <a:pPr>
              <a:defRPr/>
            </a:pPr>
            <a:endParaRPr lang="en-US" altLang="x-none"/>
          </a:p>
        </p:txBody>
      </p:sp>
      <p:sp>
        <p:nvSpPr>
          <p:cNvPr id="5" name="Rectangle 5">
            <a:extLst>
              <a:ext uri="{FF2B5EF4-FFF2-40B4-BE49-F238E27FC236}">
                <a16:creationId xmlns:a16="http://schemas.microsoft.com/office/drawing/2014/main" id="{F785F6F8-43D6-4359-BFEF-B3C9134D41C8}"/>
              </a:ext>
            </a:extLst>
          </p:cNvPr>
          <p:cNvSpPr>
            <a:spLocks noGrp="1"/>
          </p:cNvSpPr>
          <p:nvPr>
            <p:ph type="ftr" sz="quarter" idx="11"/>
          </p:nvPr>
        </p:nvSpPr>
        <p:spPr/>
        <p:txBody>
          <a:bodyPr/>
          <a:lstStyle>
            <a:lvl1pPr>
              <a:defRPr/>
            </a:lvl1pPr>
          </a:lstStyle>
          <a:p>
            <a:pPr>
              <a:defRPr/>
            </a:pPr>
            <a:endParaRPr lang="en-US" altLang="x-none"/>
          </a:p>
        </p:txBody>
      </p:sp>
      <p:sp>
        <p:nvSpPr>
          <p:cNvPr id="6" name="Rectangle 6">
            <a:extLst>
              <a:ext uri="{FF2B5EF4-FFF2-40B4-BE49-F238E27FC236}">
                <a16:creationId xmlns:a16="http://schemas.microsoft.com/office/drawing/2014/main" id="{FA9E97B3-5236-4ECA-A7C5-06FDCC3BC437}"/>
              </a:ext>
            </a:extLst>
          </p:cNvPr>
          <p:cNvSpPr>
            <a:spLocks noGrp="1"/>
          </p:cNvSpPr>
          <p:nvPr>
            <p:ph type="sldNum" sz="quarter" idx="12"/>
          </p:nvPr>
        </p:nvSpPr>
        <p:spPr/>
        <p:txBody>
          <a:bodyPr/>
          <a:lstStyle>
            <a:lvl1pPr>
              <a:defRPr/>
            </a:lvl1pPr>
          </a:lstStyle>
          <a:p>
            <a:pPr>
              <a:defRPr/>
            </a:pPr>
            <a:fld id="{500162EF-7264-4E62-A7FF-01F081F43C1F}" type="slidenum">
              <a:rPr lang="en-US" altLang="x-none"/>
              <a:pPr>
                <a:defRPr/>
              </a:pPr>
              <a:t>‹#›</a:t>
            </a:fld>
            <a:endParaRPr lang="en-US" altLang="x-none"/>
          </a:p>
        </p:txBody>
      </p:sp>
    </p:spTree>
    <p:extLst>
      <p:ext uri="{BB962C8B-B14F-4D97-AF65-F5344CB8AC3E}">
        <p14:creationId xmlns:p14="http://schemas.microsoft.com/office/powerpoint/2010/main" val="367613367"/>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lgn="l">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lgn="l">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Rectangle 4">
            <a:extLst>
              <a:ext uri="{FF2B5EF4-FFF2-40B4-BE49-F238E27FC236}">
                <a16:creationId xmlns:a16="http://schemas.microsoft.com/office/drawing/2014/main" id="{0333FFDF-C878-4B06-A4F0-5CFFDBA859EA}"/>
              </a:ext>
            </a:extLst>
          </p:cNvPr>
          <p:cNvSpPr>
            <a:spLocks noGrp="1"/>
          </p:cNvSpPr>
          <p:nvPr>
            <p:ph type="dt" sz="half" idx="10"/>
          </p:nvPr>
        </p:nvSpPr>
        <p:spPr/>
        <p:txBody>
          <a:bodyPr/>
          <a:lstStyle>
            <a:lvl1pPr>
              <a:defRPr/>
            </a:lvl1pPr>
          </a:lstStyle>
          <a:p>
            <a:pPr>
              <a:defRPr/>
            </a:pPr>
            <a:endParaRPr lang="en-US" altLang="x-none"/>
          </a:p>
        </p:txBody>
      </p:sp>
      <p:sp>
        <p:nvSpPr>
          <p:cNvPr id="5" name="Rectangle 5">
            <a:extLst>
              <a:ext uri="{FF2B5EF4-FFF2-40B4-BE49-F238E27FC236}">
                <a16:creationId xmlns:a16="http://schemas.microsoft.com/office/drawing/2014/main" id="{B953BE1B-C3EC-44AB-BEA9-27B6F5DCF501}"/>
              </a:ext>
            </a:extLst>
          </p:cNvPr>
          <p:cNvSpPr>
            <a:spLocks noGrp="1"/>
          </p:cNvSpPr>
          <p:nvPr>
            <p:ph type="ftr" sz="quarter" idx="11"/>
          </p:nvPr>
        </p:nvSpPr>
        <p:spPr/>
        <p:txBody>
          <a:bodyPr/>
          <a:lstStyle>
            <a:lvl1pPr>
              <a:defRPr/>
            </a:lvl1pPr>
          </a:lstStyle>
          <a:p>
            <a:pPr>
              <a:defRPr/>
            </a:pPr>
            <a:endParaRPr lang="en-US" altLang="x-none"/>
          </a:p>
        </p:txBody>
      </p:sp>
      <p:sp>
        <p:nvSpPr>
          <p:cNvPr id="6" name="Rectangle 6">
            <a:extLst>
              <a:ext uri="{FF2B5EF4-FFF2-40B4-BE49-F238E27FC236}">
                <a16:creationId xmlns:a16="http://schemas.microsoft.com/office/drawing/2014/main" id="{EC59EC15-76CE-4B98-9E2D-D0BCBE5ABEE0}"/>
              </a:ext>
            </a:extLst>
          </p:cNvPr>
          <p:cNvSpPr>
            <a:spLocks noGrp="1"/>
          </p:cNvSpPr>
          <p:nvPr>
            <p:ph type="sldNum" sz="quarter" idx="12"/>
          </p:nvPr>
        </p:nvSpPr>
        <p:spPr/>
        <p:txBody>
          <a:bodyPr/>
          <a:lstStyle>
            <a:lvl1pPr>
              <a:defRPr/>
            </a:lvl1pPr>
          </a:lstStyle>
          <a:p>
            <a:pPr>
              <a:defRPr/>
            </a:pPr>
            <a:fld id="{A721E494-3D97-4F7A-A179-E06A5BCB6A78}" type="slidenum">
              <a:rPr lang="en-US" altLang="x-none"/>
              <a:pPr>
                <a:defRPr/>
              </a:pPr>
              <a:t>‹#›</a:t>
            </a:fld>
            <a:endParaRPr lang="en-US" altLang="x-none"/>
          </a:p>
        </p:txBody>
      </p:sp>
    </p:spTree>
    <p:extLst>
      <p:ext uri="{BB962C8B-B14F-4D97-AF65-F5344CB8AC3E}">
        <p14:creationId xmlns:p14="http://schemas.microsoft.com/office/powerpoint/2010/main" val="135877744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85800" y="1319213"/>
            <a:ext cx="3808476" cy="46116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9724" y="1319213"/>
            <a:ext cx="3808476" cy="46116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
            <a:extLst>
              <a:ext uri="{FF2B5EF4-FFF2-40B4-BE49-F238E27FC236}">
                <a16:creationId xmlns:a16="http://schemas.microsoft.com/office/drawing/2014/main" id="{F4E05BBC-E091-472C-818A-5606A45D8B52}"/>
              </a:ext>
            </a:extLst>
          </p:cNvPr>
          <p:cNvSpPr>
            <a:spLocks noGrp="1"/>
          </p:cNvSpPr>
          <p:nvPr>
            <p:ph type="dt" sz="half" idx="10"/>
          </p:nvPr>
        </p:nvSpPr>
        <p:spPr/>
        <p:txBody>
          <a:bodyPr/>
          <a:lstStyle>
            <a:lvl1pPr>
              <a:defRPr/>
            </a:lvl1pPr>
          </a:lstStyle>
          <a:p>
            <a:pPr>
              <a:defRPr/>
            </a:pPr>
            <a:endParaRPr lang="en-US" altLang="x-none"/>
          </a:p>
        </p:txBody>
      </p:sp>
      <p:sp>
        <p:nvSpPr>
          <p:cNvPr id="6" name="Rectangle 5">
            <a:extLst>
              <a:ext uri="{FF2B5EF4-FFF2-40B4-BE49-F238E27FC236}">
                <a16:creationId xmlns:a16="http://schemas.microsoft.com/office/drawing/2014/main" id="{EF1C5367-574D-4635-8234-9C562A150508}"/>
              </a:ext>
            </a:extLst>
          </p:cNvPr>
          <p:cNvSpPr>
            <a:spLocks noGrp="1"/>
          </p:cNvSpPr>
          <p:nvPr>
            <p:ph type="ftr" sz="quarter" idx="11"/>
          </p:nvPr>
        </p:nvSpPr>
        <p:spPr/>
        <p:txBody>
          <a:bodyPr/>
          <a:lstStyle>
            <a:lvl1pPr>
              <a:defRPr/>
            </a:lvl1pPr>
          </a:lstStyle>
          <a:p>
            <a:pPr>
              <a:defRPr/>
            </a:pPr>
            <a:endParaRPr lang="en-US" altLang="x-none"/>
          </a:p>
        </p:txBody>
      </p:sp>
      <p:sp>
        <p:nvSpPr>
          <p:cNvPr id="7" name="Rectangle 6">
            <a:extLst>
              <a:ext uri="{FF2B5EF4-FFF2-40B4-BE49-F238E27FC236}">
                <a16:creationId xmlns:a16="http://schemas.microsoft.com/office/drawing/2014/main" id="{78E5A1FC-6FA3-484D-8CAC-705EF98B1A3A}"/>
              </a:ext>
            </a:extLst>
          </p:cNvPr>
          <p:cNvSpPr>
            <a:spLocks noGrp="1"/>
          </p:cNvSpPr>
          <p:nvPr>
            <p:ph type="sldNum" sz="quarter" idx="12"/>
          </p:nvPr>
        </p:nvSpPr>
        <p:spPr/>
        <p:txBody>
          <a:bodyPr/>
          <a:lstStyle>
            <a:lvl1pPr>
              <a:defRPr/>
            </a:lvl1pPr>
          </a:lstStyle>
          <a:p>
            <a:pPr>
              <a:defRPr/>
            </a:pPr>
            <a:fld id="{40CEE90E-B22B-465E-AF5B-466A809985F3}" type="slidenum">
              <a:rPr lang="en-US" altLang="x-none"/>
              <a:pPr>
                <a:defRPr/>
              </a:pPr>
              <a:t>‹#›</a:t>
            </a:fld>
            <a:endParaRPr lang="en-US" altLang="x-none"/>
          </a:p>
        </p:txBody>
      </p:sp>
    </p:spTree>
    <p:extLst>
      <p:ext uri="{BB962C8B-B14F-4D97-AF65-F5344CB8AC3E}">
        <p14:creationId xmlns:p14="http://schemas.microsoft.com/office/powerpoint/2010/main" val="1056959478"/>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970222"/>
          </a:xfrm>
        </p:spPr>
        <p:txBody>
          <a:bodyPr/>
          <a:lstStyle>
            <a:lvl1pPr algn="ctr">
              <a:defRPr/>
            </a:lvl1pPr>
          </a:lstStyle>
          <a:p>
            <a:r>
              <a:rPr lang="zh-CN" altLang="en-US" noProof="1"/>
              <a:t>单击此处编辑母版标题样式</a:t>
            </a:r>
          </a:p>
        </p:txBody>
      </p:sp>
      <p:sp>
        <p:nvSpPr>
          <p:cNvPr id="3" name="文本占位符 2"/>
          <p:cNvSpPr>
            <a:spLocks noGrp="1"/>
          </p:cNvSpPr>
          <p:nvPr>
            <p:ph type="body" idx="1"/>
          </p:nvPr>
        </p:nvSpPr>
        <p:spPr>
          <a:xfrm>
            <a:off x="944793" y="1567346"/>
            <a:ext cx="3526380" cy="710095"/>
          </a:xfrm>
        </p:spPr>
        <p:txBody>
          <a:bodyPr anchor="ctr">
            <a:normAutofit/>
          </a:bodyPr>
          <a:lstStyle>
            <a:lvl1pPr marL="0" indent="0">
              <a:buNone/>
              <a:defRPr sz="21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944793" y="2338388"/>
            <a:ext cx="3526380" cy="3785964"/>
          </a:xfrm>
        </p:spPr>
        <p:txBody>
          <a:bodyPr>
            <a:normAutofit/>
          </a:bodyPr>
          <a:lstStyle>
            <a:lvl1pPr>
              <a:defRPr sz="1800"/>
            </a:lvl1pPr>
            <a:lvl2pPr>
              <a:defRPr sz="1500"/>
            </a:lvl2pPr>
            <a:lvl3pPr>
              <a:defRPr sz="1350"/>
            </a:lvl3pPr>
            <a:lvl4pPr>
              <a:defRPr sz="1200"/>
            </a:lvl4pPr>
            <a:lvl5pPr>
              <a:defRPr sz="1200"/>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717212" y="1567346"/>
            <a:ext cx="3526381" cy="710095"/>
          </a:xfrm>
        </p:spPr>
        <p:txBody>
          <a:bodyPr rtlCol="0" anchor="ctr">
            <a:normAutofit/>
          </a:bodyPr>
          <a:lstStyle>
            <a:lvl1pPr marL="171450" indent="-171450">
              <a:buNone/>
              <a:defRPr lang="zh-CN" altLang="en-US" b="0" smtClean="0"/>
            </a:lvl1pPr>
          </a:lstStyle>
          <a:p>
            <a:pPr lvl="0"/>
            <a:r>
              <a:rPr lang="zh-CN" altLang="en-US" noProof="1"/>
              <a:t>单击此处编辑母版文本样式</a:t>
            </a:r>
          </a:p>
        </p:txBody>
      </p:sp>
      <p:sp>
        <p:nvSpPr>
          <p:cNvPr id="6" name="内容占位符 5"/>
          <p:cNvSpPr>
            <a:spLocks noGrp="1"/>
          </p:cNvSpPr>
          <p:nvPr>
            <p:ph sz="quarter" idx="4"/>
          </p:nvPr>
        </p:nvSpPr>
        <p:spPr>
          <a:xfrm>
            <a:off x="4717212" y="2357460"/>
            <a:ext cx="3526381" cy="3766892"/>
          </a:xfrm>
        </p:spPr>
        <p:txBody>
          <a:bodyPr>
            <a:normAutofit/>
          </a:bodyPr>
          <a:lstStyle>
            <a:lvl1pPr>
              <a:defRPr sz="1800"/>
            </a:lvl1pPr>
            <a:lvl2pPr>
              <a:defRPr sz="1500"/>
            </a:lvl2pPr>
            <a:lvl3pPr>
              <a:defRPr sz="1350"/>
            </a:lvl3pPr>
            <a:lvl4pPr>
              <a:defRPr sz="1200"/>
            </a:lvl4pPr>
            <a:lvl5pPr>
              <a:defRPr sz="1200"/>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4">
            <a:extLst>
              <a:ext uri="{FF2B5EF4-FFF2-40B4-BE49-F238E27FC236}">
                <a16:creationId xmlns:a16="http://schemas.microsoft.com/office/drawing/2014/main" id="{4FBEC0A1-C5CE-42E3-BECA-3F8867733A60}"/>
              </a:ext>
            </a:extLst>
          </p:cNvPr>
          <p:cNvSpPr>
            <a:spLocks noGrp="1"/>
          </p:cNvSpPr>
          <p:nvPr>
            <p:ph type="dt" sz="half" idx="10"/>
          </p:nvPr>
        </p:nvSpPr>
        <p:spPr/>
        <p:txBody>
          <a:bodyPr/>
          <a:lstStyle>
            <a:lvl1pPr>
              <a:defRPr/>
            </a:lvl1pPr>
          </a:lstStyle>
          <a:p>
            <a:pPr>
              <a:defRPr/>
            </a:pPr>
            <a:endParaRPr lang="en-US" altLang="x-none"/>
          </a:p>
        </p:txBody>
      </p:sp>
      <p:sp>
        <p:nvSpPr>
          <p:cNvPr id="8" name="Rectangle 5">
            <a:extLst>
              <a:ext uri="{FF2B5EF4-FFF2-40B4-BE49-F238E27FC236}">
                <a16:creationId xmlns:a16="http://schemas.microsoft.com/office/drawing/2014/main" id="{B778C954-A92D-48AB-A94A-81C8D6DC4163}"/>
              </a:ext>
            </a:extLst>
          </p:cNvPr>
          <p:cNvSpPr>
            <a:spLocks noGrp="1"/>
          </p:cNvSpPr>
          <p:nvPr>
            <p:ph type="ftr" sz="quarter" idx="11"/>
          </p:nvPr>
        </p:nvSpPr>
        <p:spPr/>
        <p:txBody>
          <a:bodyPr/>
          <a:lstStyle>
            <a:lvl1pPr>
              <a:defRPr/>
            </a:lvl1pPr>
          </a:lstStyle>
          <a:p>
            <a:pPr>
              <a:defRPr/>
            </a:pPr>
            <a:endParaRPr lang="en-US" altLang="x-none"/>
          </a:p>
        </p:txBody>
      </p:sp>
      <p:sp>
        <p:nvSpPr>
          <p:cNvPr id="9" name="Rectangle 6">
            <a:extLst>
              <a:ext uri="{FF2B5EF4-FFF2-40B4-BE49-F238E27FC236}">
                <a16:creationId xmlns:a16="http://schemas.microsoft.com/office/drawing/2014/main" id="{EA8D3229-90F1-4BAC-AC0C-2F6BDBCFC6FE}"/>
              </a:ext>
            </a:extLst>
          </p:cNvPr>
          <p:cNvSpPr>
            <a:spLocks noGrp="1"/>
          </p:cNvSpPr>
          <p:nvPr>
            <p:ph type="sldNum" sz="quarter" idx="12"/>
          </p:nvPr>
        </p:nvSpPr>
        <p:spPr/>
        <p:txBody>
          <a:bodyPr/>
          <a:lstStyle>
            <a:lvl1pPr>
              <a:defRPr/>
            </a:lvl1pPr>
          </a:lstStyle>
          <a:p>
            <a:pPr>
              <a:defRPr/>
            </a:pPr>
            <a:fld id="{56D6ED6A-BC8A-4F6E-BFBF-F47CE4F6FE5A}" type="slidenum">
              <a:rPr lang="en-US" altLang="x-none"/>
              <a:pPr>
                <a:defRPr/>
              </a:pPr>
              <a:t>‹#›</a:t>
            </a:fld>
            <a:endParaRPr lang="en-US" altLang="x-none"/>
          </a:p>
        </p:txBody>
      </p:sp>
    </p:spTree>
    <p:extLst>
      <p:ext uri="{BB962C8B-B14F-4D97-AF65-F5344CB8AC3E}">
        <p14:creationId xmlns:p14="http://schemas.microsoft.com/office/powerpoint/2010/main" val="2089422907"/>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4">
            <a:extLst>
              <a:ext uri="{FF2B5EF4-FFF2-40B4-BE49-F238E27FC236}">
                <a16:creationId xmlns:a16="http://schemas.microsoft.com/office/drawing/2014/main" id="{B551875E-C40A-4CE7-8098-70446C6249B7}"/>
              </a:ext>
            </a:extLst>
          </p:cNvPr>
          <p:cNvSpPr>
            <a:spLocks noGrp="1"/>
          </p:cNvSpPr>
          <p:nvPr>
            <p:ph type="dt" sz="half" idx="10"/>
          </p:nvPr>
        </p:nvSpPr>
        <p:spPr/>
        <p:txBody>
          <a:bodyPr/>
          <a:lstStyle>
            <a:lvl1pPr>
              <a:defRPr/>
            </a:lvl1pPr>
          </a:lstStyle>
          <a:p>
            <a:pPr>
              <a:defRPr/>
            </a:pPr>
            <a:endParaRPr lang="en-US" altLang="x-none"/>
          </a:p>
        </p:txBody>
      </p:sp>
      <p:sp>
        <p:nvSpPr>
          <p:cNvPr id="4" name="Rectangle 5">
            <a:extLst>
              <a:ext uri="{FF2B5EF4-FFF2-40B4-BE49-F238E27FC236}">
                <a16:creationId xmlns:a16="http://schemas.microsoft.com/office/drawing/2014/main" id="{CCAAC658-1594-4DF1-AB17-F718A3802D29}"/>
              </a:ext>
            </a:extLst>
          </p:cNvPr>
          <p:cNvSpPr>
            <a:spLocks noGrp="1"/>
          </p:cNvSpPr>
          <p:nvPr>
            <p:ph type="ftr" sz="quarter" idx="11"/>
          </p:nvPr>
        </p:nvSpPr>
        <p:spPr/>
        <p:txBody>
          <a:bodyPr/>
          <a:lstStyle>
            <a:lvl1pPr>
              <a:defRPr/>
            </a:lvl1pPr>
          </a:lstStyle>
          <a:p>
            <a:pPr>
              <a:defRPr/>
            </a:pPr>
            <a:endParaRPr lang="en-US" altLang="x-none"/>
          </a:p>
        </p:txBody>
      </p:sp>
      <p:sp>
        <p:nvSpPr>
          <p:cNvPr id="5" name="Rectangle 6">
            <a:extLst>
              <a:ext uri="{FF2B5EF4-FFF2-40B4-BE49-F238E27FC236}">
                <a16:creationId xmlns:a16="http://schemas.microsoft.com/office/drawing/2014/main" id="{D673351D-3DA0-4BE0-ACCC-A641BEC61DC3}"/>
              </a:ext>
            </a:extLst>
          </p:cNvPr>
          <p:cNvSpPr>
            <a:spLocks noGrp="1"/>
          </p:cNvSpPr>
          <p:nvPr>
            <p:ph type="sldNum" sz="quarter" idx="12"/>
          </p:nvPr>
        </p:nvSpPr>
        <p:spPr/>
        <p:txBody>
          <a:bodyPr/>
          <a:lstStyle>
            <a:lvl1pPr>
              <a:defRPr/>
            </a:lvl1pPr>
          </a:lstStyle>
          <a:p>
            <a:pPr>
              <a:defRPr/>
            </a:pPr>
            <a:fld id="{9D181FF1-6078-4322-A670-FB31035B4E70}" type="slidenum">
              <a:rPr lang="en-US" altLang="x-none"/>
              <a:pPr>
                <a:defRPr/>
              </a:pPr>
              <a:t>‹#›</a:t>
            </a:fld>
            <a:endParaRPr lang="en-US" altLang="x-none"/>
          </a:p>
        </p:txBody>
      </p:sp>
    </p:spTree>
    <p:extLst>
      <p:ext uri="{BB962C8B-B14F-4D97-AF65-F5344CB8AC3E}">
        <p14:creationId xmlns:p14="http://schemas.microsoft.com/office/powerpoint/2010/main" val="417915813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454797C7-EDA0-4668-AD11-5C6035F6057D}"/>
              </a:ext>
            </a:extLst>
          </p:cNvPr>
          <p:cNvSpPr>
            <a:spLocks noGrp="1"/>
          </p:cNvSpPr>
          <p:nvPr>
            <p:ph type="dt" sz="half" idx="10"/>
          </p:nvPr>
        </p:nvSpPr>
        <p:spPr/>
        <p:txBody>
          <a:bodyPr/>
          <a:lstStyle>
            <a:lvl1pPr>
              <a:defRPr/>
            </a:lvl1pPr>
          </a:lstStyle>
          <a:p>
            <a:pPr>
              <a:defRPr/>
            </a:pPr>
            <a:endParaRPr lang="en-US" altLang="x-none"/>
          </a:p>
        </p:txBody>
      </p:sp>
      <p:sp>
        <p:nvSpPr>
          <p:cNvPr id="3" name="Rectangle 5">
            <a:extLst>
              <a:ext uri="{FF2B5EF4-FFF2-40B4-BE49-F238E27FC236}">
                <a16:creationId xmlns:a16="http://schemas.microsoft.com/office/drawing/2014/main" id="{B892DF16-25EC-4D1D-9D4E-649006173170}"/>
              </a:ext>
            </a:extLst>
          </p:cNvPr>
          <p:cNvSpPr>
            <a:spLocks noGrp="1"/>
          </p:cNvSpPr>
          <p:nvPr>
            <p:ph type="ftr" sz="quarter" idx="11"/>
          </p:nvPr>
        </p:nvSpPr>
        <p:spPr/>
        <p:txBody>
          <a:bodyPr/>
          <a:lstStyle>
            <a:lvl1pPr>
              <a:defRPr/>
            </a:lvl1pPr>
          </a:lstStyle>
          <a:p>
            <a:pPr>
              <a:defRPr/>
            </a:pPr>
            <a:endParaRPr lang="en-US" altLang="x-none"/>
          </a:p>
        </p:txBody>
      </p:sp>
      <p:sp>
        <p:nvSpPr>
          <p:cNvPr id="4" name="Rectangle 6">
            <a:extLst>
              <a:ext uri="{FF2B5EF4-FFF2-40B4-BE49-F238E27FC236}">
                <a16:creationId xmlns:a16="http://schemas.microsoft.com/office/drawing/2014/main" id="{6CBA3921-E7F8-497F-BDB0-E27A3F889FBF}"/>
              </a:ext>
            </a:extLst>
          </p:cNvPr>
          <p:cNvSpPr>
            <a:spLocks noGrp="1"/>
          </p:cNvSpPr>
          <p:nvPr>
            <p:ph type="sldNum" sz="quarter" idx="12"/>
          </p:nvPr>
        </p:nvSpPr>
        <p:spPr/>
        <p:txBody>
          <a:bodyPr/>
          <a:lstStyle>
            <a:lvl1pPr>
              <a:defRPr/>
            </a:lvl1pPr>
          </a:lstStyle>
          <a:p>
            <a:pPr>
              <a:defRPr/>
            </a:pPr>
            <a:fld id="{9069CB4D-65FF-4D11-9ED8-CFE65E5412CB}" type="slidenum">
              <a:rPr lang="en-US" altLang="x-none"/>
              <a:pPr>
                <a:defRPr/>
              </a:pPr>
              <a:t>‹#›</a:t>
            </a:fld>
            <a:endParaRPr lang="en-US" altLang="x-none"/>
          </a:p>
        </p:txBody>
      </p:sp>
    </p:spTree>
    <p:extLst>
      <p:ext uri="{BB962C8B-B14F-4D97-AF65-F5344CB8AC3E}">
        <p14:creationId xmlns:p14="http://schemas.microsoft.com/office/powerpoint/2010/main" val="241826231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6321C5F2-3079-4C09-8E65-08B20B996D69}"/>
              </a:ext>
            </a:extLst>
          </p:cNvPr>
          <p:cNvSpPr>
            <a:spLocks noGrp="1"/>
          </p:cNvSpPr>
          <p:nvPr>
            <p:ph type="dt" sz="half" idx="10"/>
          </p:nvPr>
        </p:nvSpPr>
        <p:spPr/>
        <p:txBody>
          <a:bodyPr/>
          <a:lstStyle>
            <a:lvl1pPr>
              <a:defRPr/>
            </a:lvl1pPr>
          </a:lstStyle>
          <a:p>
            <a:pPr>
              <a:defRPr/>
            </a:pPr>
            <a:endParaRPr lang="en-US" altLang="x-none"/>
          </a:p>
        </p:txBody>
      </p:sp>
      <p:sp>
        <p:nvSpPr>
          <p:cNvPr id="6" name="Rectangle 5">
            <a:extLst>
              <a:ext uri="{FF2B5EF4-FFF2-40B4-BE49-F238E27FC236}">
                <a16:creationId xmlns:a16="http://schemas.microsoft.com/office/drawing/2014/main" id="{323E592C-8F9C-412B-A8B3-4094E1FB4051}"/>
              </a:ext>
            </a:extLst>
          </p:cNvPr>
          <p:cNvSpPr>
            <a:spLocks noGrp="1"/>
          </p:cNvSpPr>
          <p:nvPr>
            <p:ph type="ftr" sz="quarter" idx="11"/>
          </p:nvPr>
        </p:nvSpPr>
        <p:spPr/>
        <p:txBody>
          <a:bodyPr/>
          <a:lstStyle>
            <a:lvl1pPr>
              <a:defRPr/>
            </a:lvl1pPr>
          </a:lstStyle>
          <a:p>
            <a:pPr>
              <a:defRPr/>
            </a:pPr>
            <a:endParaRPr lang="en-US" altLang="x-none"/>
          </a:p>
        </p:txBody>
      </p:sp>
      <p:sp>
        <p:nvSpPr>
          <p:cNvPr id="7" name="Rectangle 6">
            <a:extLst>
              <a:ext uri="{FF2B5EF4-FFF2-40B4-BE49-F238E27FC236}">
                <a16:creationId xmlns:a16="http://schemas.microsoft.com/office/drawing/2014/main" id="{F34938CC-02DD-402A-904F-B1379F6AA1AD}"/>
              </a:ext>
            </a:extLst>
          </p:cNvPr>
          <p:cNvSpPr>
            <a:spLocks noGrp="1"/>
          </p:cNvSpPr>
          <p:nvPr>
            <p:ph type="sldNum" sz="quarter" idx="12"/>
          </p:nvPr>
        </p:nvSpPr>
        <p:spPr/>
        <p:txBody>
          <a:bodyPr/>
          <a:lstStyle>
            <a:lvl1pPr>
              <a:defRPr/>
            </a:lvl1pPr>
          </a:lstStyle>
          <a:p>
            <a:pPr>
              <a:defRPr/>
            </a:pPr>
            <a:fld id="{C5313021-8016-483B-8FA9-0E3C04A126FB}" type="slidenum">
              <a:rPr lang="en-US" altLang="x-none"/>
              <a:pPr>
                <a:defRPr/>
              </a:pPr>
              <a:t>‹#›</a:t>
            </a:fld>
            <a:endParaRPr lang="en-US" altLang="x-none"/>
          </a:p>
        </p:txBody>
      </p:sp>
    </p:spTree>
    <p:extLst>
      <p:ext uri="{BB962C8B-B14F-4D97-AF65-F5344CB8AC3E}">
        <p14:creationId xmlns:p14="http://schemas.microsoft.com/office/powerpoint/2010/main" val="144670369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95638" cy="1600200"/>
          </a:xfrm>
        </p:spPr>
        <p:txBody>
          <a:bodyPr anchor="t">
            <a:normAutofit/>
          </a:bodyPr>
          <a:lstStyle>
            <a:lvl1pPr>
              <a:defRPr sz="3000"/>
            </a:lvl1pPr>
          </a:lstStyle>
          <a:p>
            <a:r>
              <a:rPr lang="zh-CN" altLang="en-US" noProof="1"/>
              <a:t>单击此处编辑母版标题样式</a:t>
            </a:r>
          </a:p>
        </p:txBody>
      </p:sp>
      <p:sp>
        <p:nvSpPr>
          <p:cNvPr id="3" name="图片占位符 2"/>
          <p:cNvSpPr>
            <a:spLocks noGrp="1"/>
          </p:cNvSpPr>
          <p:nvPr>
            <p:ph type="pic" idx="1"/>
          </p:nvPr>
        </p:nvSpPr>
        <p:spPr>
          <a:xfrm>
            <a:off x="4038600" y="457201"/>
            <a:ext cx="4477941"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p>
        </p:txBody>
      </p:sp>
      <p:sp>
        <p:nvSpPr>
          <p:cNvPr id="4" name="文本占位符 3"/>
          <p:cNvSpPr>
            <a:spLocks noGrp="1"/>
          </p:cNvSpPr>
          <p:nvPr>
            <p:ph type="body" sz="half" idx="2"/>
          </p:nvPr>
        </p:nvSpPr>
        <p:spPr>
          <a:xfrm>
            <a:off x="629841" y="2057400"/>
            <a:ext cx="3195638" cy="3811588"/>
          </a:xfrm>
        </p:spPr>
        <p:txBody>
          <a:bodyPr>
            <a:normAutofit/>
          </a:bodyPr>
          <a:lstStyle>
            <a:lvl1pPr marL="0" indent="0">
              <a:buNone/>
              <a:defRPr sz="15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E30E3D23-F0CD-4EE8-9E98-3AE8324D808E}"/>
              </a:ext>
            </a:extLst>
          </p:cNvPr>
          <p:cNvSpPr>
            <a:spLocks noGrp="1"/>
          </p:cNvSpPr>
          <p:nvPr>
            <p:ph type="dt" sz="half" idx="10"/>
          </p:nvPr>
        </p:nvSpPr>
        <p:spPr/>
        <p:txBody>
          <a:bodyPr/>
          <a:lstStyle>
            <a:lvl1pPr>
              <a:defRPr/>
            </a:lvl1pPr>
          </a:lstStyle>
          <a:p>
            <a:pPr>
              <a:defRPr/>
            </a:pPr>
            <a:endParaRPr lang="en-US" altLang="x-none"/>
          </a:p>
        </p:txBody>
      </p:sp>
      <p:sp>
        <p:nvSpPr>
          <p:cNvPr id="6" name="Rectangle 5">
            <a:extLst>
              <a:ext uri="{FF2B5EF4-FFF2-40B4-BE49-F238E27FC236}">
                <a16:creationId xmlns:a16="http://schemas.microsoft.com/office/drawing/2014/main" id="{2D472BF4-5225-474D-803D-74DA5F76FBD8}"/>
              </a:ext>
            </a:extLst>
          </p:cNvPr>
          <p:cNvSpPr>
            <a:spLocks noGrp="1"/>
          </p:cNvSpPr>
          <p:nvPr>
            <p:ph type="ftr" sz="quarter" idx="11"/>
          </p:nvPr>
        </p:nvSpPr>
        <p:spPr/>
        <p:txBody>
          <a:bodyPr/>
          <a:lstStyle>
            <a:lvl1pPr>
              <a:defRPr/>
            </a:lvl1pPr>
          </a:lstStyle>
          <a:p>
            <a:pPr>
              <a:defRPr/>
            </a:pPr>
            <a:endParaRPr lang="en-US" altLang="x-none"/>
          </a:p>
        </p:txBody>
      </p:sp>
      <p:sp>
        <p:nvSpPr>
          <p:cNvPr id="7" name="Rectangle 6">
            <a:extLst>
              <a:ext uri="{FF2B5EF4-FFF2-40B4-BE49-F238E27FC236}">
                <a16:creationId xmlns:a16="http://schemas.microsoft.com/office/drawing/2014/main" id="{30507615-1021-4734-8706-7437FB0B00FD}"/>
              </a:ext>
            </a:extLst>
          </p:cNvPr>
          <p:cNvSpPr>
            <a:spLocks noGrp="1"/>
          </p:cNvSpPr>
          <p:nvPr>
            <p:ph type="sldNum" sz="quarter" idx="12"/>
          </p:nvPr>
        </p:nvSpPr>
        <p:spPr/>
        <p:txBody>
          <a:bodyPr/>
          <a:lstStyle>
            <a:lvl1pPr>
              <a:defRPr/>
            </a:lvl1pPr>
          </a:lstStyle>
          <a:p>
            <a:pPr>
              <a:defRPr/>
            </a:pPr>
            <a:fld id="{589DEEAE-5735-43D4-A215-B435B750D7F7}" type="slidenum">
              <a:rPr lang="en-US" altLang="x-none"/>
              <a:pPr>
                <a:defRPr/>
              </a:pPr>
              <a:t>‹#›</a:t>
            </a:fld>
            <a:endParaRPr lang="en-US" altLang="x-none"/>
          </a:p>
        </p:txBody>
      </p:sp>
    </p:spTree>
    <p:extLst>
      <p:ext uri="{BB962C8B-B14F-4D97-AF65-F5344CB8AC3E}">
        <p14:creationId xmlns:p14="http://schemas.microsoft.com/office/powerpoint/2010/main" val="130640410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761B06F7-8BF1-437C-9A8B-B15FEC93420A}"/>
              </a:ext>
            </a:extLst>
          </p:cNvPr>
          <p:cNvSpPr>
            <a:spLocks noGrp="1"/>
          </p:cNvSpPr>
          <p:nvPr>
            <p:ph type="dt" sz="half" idx="10"/>
          </p:nvPr>
        </p:nvSpPr>
        <p:spPr/>
        <p:txBody>
          <a:bodyPr/>
          <a:lstStyle>
            <a:lvl1pPr>
              <a:defRPr/>
            </a:lvl1pPr>
          </a:lstStyle>
          <a:p>
            <a:pPr>
              <a:defRPr/>
            </a:pPr>
            <a:endParaRPr lang="en-US" altLang="x-none"/>
          </a:p>
        </p:txBody>
      </p:sp>
      <p:sp>
        <p:nvSpPr>
          <p:cNvPr id="5" name="Rectangle 5">
            <a:extLst>
              <a:ext uri="{FF2B5EF4-FFF2-40B4-BE49-F238E27FC236}">
                <a16:creationId xmlns:a16="http://schemas.microsoft.com/office/drawing/2014/main" id="{AFBB1744-3751-4493-86EF-8E8626974F75}"/>
              </a:ext>
            </a:extLst>
          </p:cNvPr>
          <p:cNvSpPr>
            <a:spLocks noGrp="1"/>
          </p:cNvSpPr>
          <p:nvPr>
            <p:ph type="ftr" sz="quarter" idx="11"/>
          </p:nvPr>
        </p:nvSpPr>
        <p:spPr/>
        <p:txBody>
          <a:bodyPr/>
          <a:lstStyle>
            <a:lvl1pPr>
              <a:defRPr/>
            </a:lvl1pPr>
          </a:lstStyle>
          <a:p>
            <a:pPr>
              <a:defRPr/>
            </a:pPr>
            <a:endParaRPr lang="en-US" altLang="x-none"/>
          </a:p>
        </p:txBody>
      </p:sp>
      <p:sp>
        <p:nvSpPr>
          <p:cNvPr id="6" name="Rectangle 6">
            <a:extLst>
              <a:ext uri="{FF2B5EF4-FFF2-40B4-BE49-F238E27FC236}">
                <a16:creationId xmlns:a16="http://schemas.microsoft.com/office/drawing/2014/main" id="{B939C8D0-75F8-4092-86D0-5F8A9C9CC5A9}"/>
              </a:ext>
            </a:extLst>
          </p:cNvPr>
          <p:cNvSpPr>
            <a:spLocks noGrp="1"/>
          </p:cNvSpPr>
          <p:nvPr>
            <p:ph type="sldNum" sz="quarter" idx="12"/>
          </p:nvPr>
        </p:nvSpPr>
        <p:spPr/>
        <p:txBody>
          <a:bodyPr/>
          <a:lstStyle>
            <a:lvl1pPr>
              <a:defRPr/>
            </a:lvl1pPr>
          </a:lstStyle>
          <a:p>
            <a:pPr>
              <a:defRPr/>
            </a:pPr>
            <a:fld id="{1DD2B9EE-61D9-4FD2-895A-BB231AAF39FA}" type="slidenum">
              <a:rPr lang="en-US" altLang="x-none"/>
              <a:pPr>
                <a:defRPr/>
              </a:pPr>
              <a:t>‹#›</a:t>
            </a:fld>
            <a:endParaRPr lang="en-US" altLang="x-none"/>
          </a:p>
        </p:txBody>
      </p:sp>
    </p:spTree>
    <p:extLst>
      <p:ext uri="{BB962C8B-B14F-4D97-AF65-F5344CB8AC3E}">
        <p14:creationId xmlns:p14="http://schemas.microsoft.com/office/powerpoint/2010/main" val="364759901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48488" y="404813"/>
            <a:ext cx="2087563" cy="5526087"/>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85800" y="404813"/>
            <a:ext cx="6141669" cy="5526087"/>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DC11F46C-C116-4024-A6B6-E5AFD0E21F9B}"/>
              </a:ext>
            </a:extLst>
          </p:cNvPr>
          <p:cNvSpPr>
            <a:spLocks noGrp="1"/>
          </p:cNvSpPr>
          <p:nvPr>
            <p:ph type="dt" sz="half" idx="10"/>
          </p:nvPr>
        </p:nvSpPr>
        <p:spPr/>
        <p:txBody>
          <a:bodyPr/>
          <a:lstStyle>
            <a:lvl1pPr>
              <a:defRPr/>
            </a:lvl1pPr>
          </a:lstStyle>
          <a:p>
            <a:pPr>
              <a:defRPr/>
            </a:pPr>
            <a:endParaRPr lang="en-US" altLang="x-none"/>
          </a:p>
        </p:txBody>
      </p:sp>
      <p:sp>
        <p:nvSpPr>
          <p:cNvPr id="5" name="Rectangle 5">
            <a:extLst>
              <a:ext uri="{FF2B5EF4-FFF2-40B4-BE49-F238E27FC236}">
                <a16:creationId xmlns:a16="http://schemas.microsoft.com/office/drawing/2014/main" id="{3578BB7F-6B64-44AA-B038-A2B663A66E04}"/>
              </a:ext>
            </a:extLst>
          </p:cNvPr>
          <p:cNvSpPr>
            <a:spLocks noGrp="1"/>
          </p:cNvSpPr>
          <p:nvPr>
            <p:ph type="ftr" sz="quarter" idx="11"/>
          </p:nvPr>
        </p:nvSpPr>
        <p:spPr/>
        <p:txBody>
          <a:bodyPr/>
          <a:lstStyle>
            <a:lvl1pPr>
              <a:defRPr/>
            </a:lvl1pPr>
          </a:lstStyle>
          <a:p>
            <a:pPr>
              <a:defRPr/>
            </a:pPr>
            <a:endParaRPr lang="en-US" altLang="x-none"/>
          </a:p>
        </p:txBody>
      </p:sp>
      <p:sp>
        <p:nvSpPr>
          <p:cNvPr id="6" name="Rectangle 6">
            <a:extLst>
              <a:ext uri="{FF2B5EF4-FFF2-40B4-BE49-F238E27FC236}">
                <a16:creationId xmlns:a16="http://schemas.microsoft.com/office/drawing/2014/main" id="{D9E67495-1759-4834-AADA-9BE4459D24FC}"/>
              </a:ext>
            </a:extLst>
          </p:cNvPr>
          <p:cNvSpPr>
            <a:spLocks noGrp="1"/>
          </p:cNvSpPr>
          <p:nvPr>
            <p:ph type="sldNum" sz="quarter" idx="12"/>
          </p:nvPr>
        </p:nvSpPr>
        <p:spPr/>
        <p:txBody>
          <a:bodyPr/>
          <a:lstStyle>
            <a:lvl1pPr>
              <a:defRPr/>
            </a:lvl1pPr>
          </a:lstStyle>
          <a:p>
            <a:pPr>
              <a:defRPr/>
            </a:pPr>
            <a:fld id="{72953DB9-C109-44E9-9548-53C54DD40359}" type="slidenum">
              <a:rPr lang="en-US" altLang="x-none"/>
              <a:pPr>
                <a:defRPr/>
              </a:pPr>
              <a:t>‹#›</a:t>
            </a:fld>
            <a:endParaRPr lang="en-US" altLang="x-none"/>
          </a:p>
        </p:txBody>
      </p:sp>
    </p:spTree>
    <p:extLst>
      <p:ext uri="{BB962C8B-B14F-4D97-AF65-F5344CB8AC3E}">
        <p14:creationId xmlns:p14="http://schemas.microsoft.com/office/powerpoint/2010/main" val="316034208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67402DB4-8D43-43E9-B590-3AA1370CA1FE}"/>
              </a:ext>
            </a:extLst>
          </p:cNvPr>
          <p:cNvSpPr>
            <a:spLocks noGrp="1" noChangeArrowheads="1"/>
          </p:cNvSpPr>
          <p:nvPr>
            <p:ph type="title" idx="4294967295"/>
          </p:nvPr>
        </p:nvSpPr>
        <p:spPr bwMode="auto">
          <a:xfrm>
            <a:off x="1263650" y="404813"/>
            <a:ext cx="77724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单击以编辑母版标题样式</a:t>
            </a:r>
          </a:p>
        </p:txBody>
      </p:sp>
      <p:sp>
        <p:nvSpPr>
          <p:cNvPr id="1027" name="Rectangle 3">
            <a:extLst>
              <a:ext uri="{FF2B5EF4-FFF2-40B4-BE49-F238E27FC236}">
                <a16:creationId xmlns:a16="http://schemas.microsoft.com/office/drawing/2014/main" id="{7EF841C5-76C0-41C8-BDCE-061918E099E9}"/>
              </a:ext>
            </a:extLst>
          </p:cNvPr>
          <p:cNvSpPr>
            <a:spLocks noGrp="1" noChangeArrowheads="1"/>
          </p:cNvSpPr>
          <p:nvPr>
            <p:ph type="body" idx="4294967295"/>
          </p:nvPr>
        </p:nvSpPr>
        <p:spPr bwMode="auto">
          <a:xfrm>
            <a:off x="685800" y="1319213"/>
            <a:ext cx="7772400" cy="461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单击以编辑母版文本样式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72AF3DE4-0F54-49C9-AD8F-C7E36926CC47}"/>
              </a:ext>
            </a:extLst>
          </p:cNvPr>
          <p:cNvSpPr>
            <a:spLocks noGrp="1"/>
          </p:cNvSpPr>
          <p:nvPr>
            <p:ph type="dt" sz="half" idx="2"/>
          </p:nvPr>
        </p:nvSpPr>
        <p:spPr>
          <a:xfrm>
            <a:off x="685800" y="6083300"/>
            <a:ext cx="1905000" cy="457200"/>
          </a:xfrm>
          <a:prstGeom prst="rect">
            <a:avLst/>
          </a:prstGeom>
          <a:noFill/>
          <a:ln w="9525">
            <a:noFill/>
            <a:miter/>
          </a:ln>
        </p:spPr>
        <p:txBody>
          <a:bodyPr/>
          <a:lstStyle>
            <a:lvl1pPr eaLnBrk="1" hangingPunct="1">
              <a:spcBef>
                <a:spcPct val="50000"/>
              </a:spcBef>
              <a:buFont typeface="Arial" panose="020B0604020202020204" pitchFamily="34" charset="0"/>
              <a:buNone/>
              <a:defRPr sz="1400" b="0" noProof="1"/>
            </a:lvl1pPr>
          </a:lstStyle>
          <a:p>
            <a:pPr>
              <a:defRPr/>
            </a:pPr>
            <a:endParaRPr lang="en-US" altLang="x-none"/>
          </a:p>
        </p:txBody>
      </p:sp>
      <p:sp>
        <p:nvSpPr>
          <p:cNvPr id="1029" name="Rectangle 5">
            <a:extLst>
              <a:ext uri="{FF2B5EF4-FFF2-40B4-BE49-F238E27FC236}">
                <a16:creationId xmlns:a16="http://schemas.microsoft.com/office/drawing/2014/main" id="{BF5C0D2B-F238-4CB0-A1A4-2DAE65834C89}"/>
              </a:ext>
            </a:extLst>
          </p:cNvPr>
          <p:cNvSpPr>
            <a:spLocks noGrp="1"/>
          </p:cNvSpPr>
          <p:nvPr>
            <p:ph type="ftr" sz="quarter" idx="3"/>
          </p:nvPr>
        </p:nvSpPr>
        <p:spPr>
          <a:xfrm>
            <a:off x="3124200" y="6083300"/>
            <a:ext cx="2895600" cy="457200"/>
          </a:xfrm>
          <a:prstGeom prst="rect">
            <a:avLst/>
          </a:prstGeom>
          <a:noFill/>
          <a:ln w="9525">
            <a:noFill/>
            <a:miter/>
          </a:ln>
        </p:spPr>
        <p:txBody>
          <a:bodyPr/>
          <a:lstStyle>
            <a:lvl1pPr algn="ctr" eaLnBrk="1" hangingPunct="1">
              <a:spcBef>
                <a:spcPct val="50000"/>
              </a:spcBef>
              <a:buFont typeface="Arial" panose="020B0604020202020204" pitchFamily="34" charset="0"/>
              <a:buNone/>
              <a:defRPr sz="1400" b="0" noProof="1"/>
            </a:lvl1pPr>
          </a:lstStyle>
          <a:p>
            <a:pPr>
              <a:defRPr/>
            </a:pPr>
            <a:endParaRPr lang="en-US" altLang="x-none"/>
          </a:p>
        </p:txBody>
      </p:sp>
      <p:sp>
        <p:nvSpPr>
          <p:cNvPr id="1030" name="Rectangle 6">
            <a:extLst>
              <a:ext uri="{FF2B5EF4-FFF2-40B4-BE49-F238E27FC236}">
                <a16:creationId xmlns:a16="http://schemas.microsoft.com/office/drawing/2014/main" id="{81BBDD86-59F3-4DD0-8279-C2945FC18C32}"/>
              </a:ext>
            </a:extLst>
          </p:cNvPr>
          <p:cNvSpPr>
            <a:spLocks noGrp="1"/>
          </p:cNvSpPr>
          <p:nvPr>
            <p:ph type="sldNum" sz="quarter" idx="4"/>
          </p:nvPr>
        </p:nvSpPr>
        <p:spPr>
          <a:xfrm>
            <a:off x="6934200" y="6324600"/>
            <a:ext cx="1905000" cy="457200"/>
          </a:xfrm>
          <a:prstGeom prst="rect">
            <a:avLst/>
          </a:prstGeom>
          <a:noFill/>
          <a:ln w="9525">
            <a:noFill/>
            <a:miter/>
          </a:ln>
        </p:spPr>
        <p:txBody>
          <a:bodyPr/>
          <a:lstStyle>
            <a:lvl1pPr algn="r" eaLnBrk="1" hangingPunct="1">
              <a:spcBef>
                <a:spcPct val="50000"/>
              </a:spcBef>
              <a:buFont typeface="Arial" panose="020B0604020202020204" pitchFamily="34" charset="0"/>
              <a:buNone/>
              <a:defRPr sz="1400" noProof="1">
                <a:latin typeface="Times New Roman" pitchFamily="2" charset="0"/>
                <a:ea typeface="宋体" charset="-122"/>
                <a:cs typeface="+mn-ea"/>
              </a:defRPr>
            </a:lvl1pPr>
          </a:lstStyle>
          <a:p>
            <a:pPr>
              <a:defRPr/>
            </a:pPr>
            <a:fld id="{DCB94BE1-E5C3-4051-8D4E-303F18139C16}" type="slidenum">
              <a:rPr lang="en-US" altLang="x-none"/>
              <a:pPr>
                <a:defRPr/>
              </a:pPr>
              <a:t>‹#›</a:t>
            </a:fld>
            <a:endParaRPr lang="en-US" altLang="x-none">
              <a:latin typeface="Arial" panose="020B0604020202020204" pitchFamily="34" charset="0"/>
              <a:ea typeface="宋体" panose="02010600030101010101" pitchFamily="2" charset="-122"/>
              <a:cs typeface="+mn-cs"/>
            </a:endParaRPr>
          </a:p>
        </p:txBody>
      </p:sp>
      <p:grpSp>
        <p:nvGrpSpPr>
          <p:cNvPr id="1031" name="Group 7">
            <a:extLst>
              <a:ext uri="{FF2B5EF4-FFF2-40B4-BE49-F238E27FC236}">
                <a16:creationId xmlns:a16="http://schemas.microsoft.com/office/drawing/2014/main" id="{D9E9953B-2039-4032-AF13-1EC95E72D5B0}"/>
              </a:ext>
            </a:extLst>
          </p:cNvPr>
          <p:cNvGrpSpPr>
            <a:grpSpLocks/>
          </p:cNvGrpSpPr>
          <p:nvPr/>
        </p:nvGrpSpPr>
        <p:grpSpPr bwMode="auto">
          <a:xfrm>
            <a:off x="0" y="6553200"/>
            <a:ext cx="9144000" cy="301625"/>
            <a:chOff x="0" y="0"/>
            <a:chExt cx="5760" cy="288"/>
          </a:xfrm>
        </p:grpSpPr>
        <p:sp>
          <p:nvSpPr>
            <p:cNvPr id="1035" name="Rectangle 8">
              <a:extLst>
                <a:ext uri="{FF2B5EF4-FFF2-40B4-BE49-F238E27FC236}">
                  <a16:creationId xmlns:a16="http://schemas.microsoft.com/office/drawing/2014/main" id="{25DD2675-64DA-42FD-B29E-5D74ACAD7E57}"/>
                </a:ext>
              </a:extLst>
            </p:cNvPr>
            <p:cNvSpPr>
              <a:spLocks noChangeArrowheads="1"/>
            </p:cNvSpPr>
            <p:nvPr/>
          </p:nvSpPr>
          <p:spPr bwMode="auto">
            <a:xfrm>
              <a:off x="0" y="0"/>
              <a:ext cx="5760" cy="288"/>
            </a:xfrm>
            <a:prstGeom prst="rect">
              <a:avLst/>
            </a:prstGeom>
            <a:solidFill>
              <a:srgbClr val="33CCCC"/>
            </a:solidFill>
            <a:ln w="9525">
              <a:solidFill>
                <a:srgbClr val="33CCCC"/>
              </a:solidFill>
              <a:miter lim="800000"/>
              <a:headEnd/>
              <a:tailEnd/>
            </a:ln>
          </p:spPr>
          <p:txBody>
            <a:bodyPr/>
            <a:lstStyle>
              <a:lvl1pPr>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b="0">
                  <a:latin typeface="Times New Roman" panose="02020603050405020304" pitchFamily="18" charset="0"/>
                </a:rPr>
                <a:t>                  </a:t>
              </a:r>
            </a:p>
          </p:txBody>
        </p:sp>
        <p:sp>
          <p:nvSpPr>
            <p:cNvPr id="1036" name="Line 9">
              <a:extLst>
                <a:ext uri="{FF2B5EF4-FFF2-40B4-BE49-F238E27FC236}">
                  <a16:creationId xmlns:a16="http://schemas.microsoft.com/office/drawing/2014/main" id="{4B9EE589-F35C-4AAE-A5B5-05B7F4F9FDBE}"/>
                </a:ext>
              </a:extLst>
            </p:cNvPr>
            <p:cNvSpPr>
              <a:spLocks noChangeShapeType="1"/>
            </p:cNvSpPr>
            <p:nvPr/>
          </p:nvSpPr>
          <p:spPr bwMode="auto">
            <a:xfrm>
              <a:off x="4464" y="0"/>
              <a:ext cx="288" cy="288"/>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7" name="Line 10">
              <a:extLst>
                <a:ext uri="{FF2B5EF4-FFF2-40B4-BE49-F238E27FC236}">
                  <a16:creationId xmlns:a16="http://schemas.microsoft.com/office/drawing/2014/main" id="{8B9E7C34-E79B-4792-8983-A878D9363433}"/>
                </a:ext>
              </a:extLst>
            </p:cNvPr>
            <p:cNvSpPr>
              <a:spLocks noChangeShapeType="1"/>
            </p:cNvSpPr>
            <p:nvPr/>
          </p:nvSpPr>
          <p:spPr bwMode="auto">
            <a:xfrm>
              <a:off x="4176" y="0"/>
              <a:ext cx="336" cy="288"/>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8" name="Line 11">
              <a:extLst>
                <a:ext uri="{FF2B5EF4-FFF2-40B4-BE49-F238E27FC236}">
                  <a16:creationId xmlns:a16="http://schemas.microsoft.com/office/drawing/2014/main" id="{3F1403FF-96DA-4AC8-9FE7-04AB89E233AC}"/>
                </a:ext>
              </a:extLst>
            </p:cNvPr>
            <p:cNvSpPr>
              <a:spLocks noChangeShapeType="1"/>
            </p:cNvSpPr>
            <p:nvPr/>
          </p:nvSpPr>
          <p:spPr bwMode="auto">
            <a:xfrm>
              <a:off x="4704" y="0"/>
              <a:ext cx="336" cy="288"/>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 name="Line 12">
              <a:extLst>
                <a:ext uri="{FF2B5EF4-FFF2-40B4-BE49-F238E27FC236}">
                  <a16:creationId xmlns:a16="http://schemas.microsoft.com/office/drawing/2014/main" id="{3718A52D-6BF8-4011-807C-436F2730E768}"/>
                </a:ext>
              </a:extLst>
            </p:cNvPr>
            <p:cNvSpPr>
              <a:spLocks noChangeShapeType="1"/>
            </p:cNvSpPr>
            <p:nvPr/>
          </p:nvSpPr>
          <p:spPr bwMode="auto">
            <a:xfrm>
              <a:off x="5376" y="0"/>
              <a:ext cx="384" cy="288"/>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0" name="Line 13">
              <a:extLst>
                <a:ext uri="{FF2B5EF4-FFF2-40B4-BE49-F238E27FC236}">
                  <a16:creationId xmlns:a16="http://schemas.microsoft.com/office/drawing/2014/main" id="{ECDC412F-AAA6-4138-907C-D1DE21051445}"/>
                </a:ext>
              </a:extLst>
            </p:cNvPr>
            <p:cNvSpPr>
              <a:spLocks noChangeShapeType="1"/>
            </p:cNvSpPr>
            <p:nvPr/>
          </p:nvSpPr>
          <p:spPr bwMode="auto">
            <a:xfrm>
              <a:off x="5184" y="0"/>
              <a:ext cx="384" cy="288"/>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1" name="Line 14">
              <a:extLst>
                <a:ext uri="{FF2B5EF4-FFF2-40B4-BE49-F238E27FC236}">
                  <a16:creationId xmlns:a16="http://schemas.microsoft.com/office/drawing/2014/main" id="{C310785F-057D-418B-93EC-0215E8A837FE}"/>
                </a:ext>
              </a:extLst>
            </p:cNvPr>
            <p:cNvSpPr>
              <a:spLocks noChangeShapeType="1"/>
            </p:cNvSpPr>
            <p:nvPr/>
          </p:nvSpPr>
          <p:spPr bwMode="auto">
            <a:xfrm>
              <a:off x="5568" y="0"/>
              <a:ext cx="192" cy="144"/>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2" name="Line 15">
              <a:extLst>
                <a:ext uri="{FF2B5EF4-FFF2-40B4-BE49-F238E27FC236}">
                  <a16:creationId xmlns:a16="http://schemas.microsoft.com/office/drawing/2014/main" id="{5599A005-8303-49EE-979F-08248CD423EF}"/>
                </a:ext>
              </a:extLst>
            </p:cNvPr>
            <p:cNvSpPr>
              <a:spLocks noChangeShapeType="1"/>
            </p:cNvSpPr>
            <p:nvPr/>
          </p:nvSpPr>
          <p:spPr bwMode="auto">
            <a:xfrm>
              <a:off x="4992" y="0"/>
              <a:ext cx="336" cy="288"/>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32" name="Line 16">
            <a:extLst>
              <a:ext uri="{FF2B5EF4-FFF2-40B4-BE49-F238E27FC236}">
                <a16:creationId xmlns:a16="http://schemas.microsoft.com/office/drawing/2014/main" id="{AD7D2CE9-E180-4B10-8C31-F5B426BCE383}"/>
              </a:ext>
            </a:extLst>
          </p:cNvPr>
          <p:cNvSpPr>
            <a:spLocks noChangeShapeType="1"/>
          </p:cNvSpPr>
          <p:nvPr/>
        </p:nvSpPr>
        <p:spPr bwMode="auto">
          <a:xfrm>
            <a:off x="468313" y="1176338"/>
            <a:ext cx="8458200" cy="0"/>
          </a:xfrm>
          <a:prstGeom prst="line">
            <a:avLst/>
          </a:prstGeom>
          <a:noFill/>
          <a:ln w="57150">
            <a:solidFill>
              <a:srgbClr val="33CC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3" name="Text Box 17">
            <a:extLst>
              <a:ext uri="{FF2B5EF4-FFF2-40B4-BE49-F238E27FC236}">
                <a16:creationId xmlns:a16="http://schemas.microsoft.com/office/drawing/2014/main" id="{A74A8A2E-3366-45EB-8B87-B35C8BDB8974}"/>
              </a:ext>
            </a:extLst>
          </p:cNvPr>
          <p:cNvSpPr txBox="1">
            <a:spLocks noChangeArrowheads="1"/>
          </p:cNvSpPr>
          <p:nvPr/>
        </p:nvSpPr>
        <p:spPr bwMode="auto">
          <a:xfrm>
            <a:off x="457200" y="2514600"/>
            <a:ext cx="8305800" cy="3505200"/>
          </a:xfrm>
          <a:prstGeom prst="rect">
            <a:avLst/>
          </a:prstGeom>
          <a:noFill/>
          <a:ln>
            <a:noFill/>
          </a:ln>
        </p:spPr>
        <p:txBody>
          <a:bodyPr>
            <a:spAutoFit/>
          </a:bodyPr>
          <a:lstStyle>
            <a:lvl1pPr>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endParaRPr lang="en-US" altLang="zh-CN" sz="3200">
              <a:solidFill>
                <a:srgbClr val="FFFFFF"/>
              </a:solidFill>
              <a:latin typeface="Times New Roman" panose="02020603050405020304" pitchFamily="18" charset="0"/>
            </a:endParaRPr>
          </a:p>
          <a:p>
            <a:pPr eaLnBrk="1" hangingPunct="1">
              <a:spcBef>
                <a:spcPct val="50000"/>
              </a:spcBef>
              <a:defRPr/>
            </a:pPr>
            <a:endParaRPr lang="en-US" altLang="zh-CN" sz="3200">
              <a:solidFill>
                <a:srgbClr val="FFFFFF"/>
              </a:solidFill>
              <a:latin typeface="Times New Roman" panose="02020603050405020304" pitchFamily="18" charset="0"/>
            </a:endParaRPr>
          </a:p>
          <a:p>
            <a:pPr eaLnBrk="1" hangingPunct="1">
              <a:spcBef>
                <a:spcPct val="50000"/>
              </a:spcBef>
              <a:defRPr/>
            </a:pPr>
            <a:endParaRPr lang="en-US" altLang="zh-CN" sz="3200">
              <a:solidFill>
                <a:srgbClr val="FFFFFF"/>
              </a:solidFill>
              <a:latin typeface="Times New Roman" panose="02020603050405020304" pitchFamily="18" charset="0"/>
            </a:endParaRPr>
          </a:p>
          <a:p>
            <a:pPr eaLnBrk="1" hangingPunct="1">
              <a:spcBef>
                <a:spcPct val="50000"/>
              </a:spcBef>
              <a:defRPr/>
            </a:pPr>
            <a:endParaRPr lang="en-US" altLang="zh-CN" sz="3200">
              <a:solidFill>
                <a:srgbClr val="FFFFFF"/>
              </a:solidFill>
              <a:latin typeface="Times New Roman" panose="02020603050405020304" pitchFamily="18" charset="0"/>
            </a:endParaRPr>
          </a:p>
          <a:p>
            <a:pPr eaLnBrk="1" hangingPunct="1">
              <a:spcBef>
                <a:spcPct val="50000"/>
              </a:spcBef>
              <a:defRPr/>
            </a:pPr>
            <a:endParaRPr lang="en-US" altLang="zh-CN" sz="3200">
              <a:solidFill>
                <a:srgbClr val="FFFFFF"/>
              </a:solidFill>
              <a:latin typeface="Times New Roman" panose="02020603050405020304" pitchFamily="18" charset="0"/>
            </a:endParaRPr>
          </a:p>
        </p:txBody>
      </p:sp>
      <p:pic>
        <p:nvPicPr>
          <p:cNvPr id="1034" name="Picture 18" descr="bupt">
            <a:extLst>
              <a:ext uri="{FF2B5EF4-FFF2-40B4-BE49-F238E27FC236}">
                <a16:creationId xmlns:a16="http://schemas.microsoft.com/office/drawing/2014/main" id="{744F8573-34B9-4EB4-9E8C-B0F6C0F7442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1138" y="228600"/>
            <a:ext cx="1970087" cy="661988"/>
          </a:xfrm>
          <a:prstGeom prst="rect">
            <a:avLst/>
          </a:prstGeom>
          <a:solidFill>
            <a:srgbClr val="438ACB"/>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Lst>
  <p:transition/>
  <p:txStyles>
    <p:titleStyle>
      <a:lvl1pPr algn="r" rtl="0" eaLnBrk="0" fontAlgn="base" hangingPunct="0">
        <a:spcBef>
          <a:spcPct val="0"/>
        </a:spcBef>
        <a:spcAft>
          <a:spcPct val="0"/>
        </a:spcAft>
        <a:defRPr sz="3200" kern="1200">
          <a:solidFill>
            <a:srgbClr val="FF3300"/>
          </a:solidFill>
          <a:latin typeface="+mj-lt"/>
          <a:ea typeface="+mj-ea"/>
          <a:cs typeface="+mj-cs"/>
        </a:defRPr>
      </a:lvl1pPr>
      <a:lvl2pPr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2pPr>
      <a:lvl3pPr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3pPr>
      <a:lvl4pPr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4pPr>
      <a:lvl5pPr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5pPr>
      <a:lvl6pPr marL="457200"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6pPr>
      <a:lvl7pPr marL="914400"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7pPr>
      <a:lvl8pPr marL="1371600"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8pPr>
      <a:lvl9pPr marL="1828800"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SzPct val="65000"/>
        <a:buFont typeface="Wingdings" panose="05000000000000000000" pitchFamily="2" charset="2"/>
        <a:buChar char="n"/>
        <a:defRPr sz="28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9pPr>
    </p:bodyStyle>
    <p:otherStyle>
      <a:lvl1pPr marL="0" lvl="0" indent="0" algn="l" defTabSz="914400" eaLnBrk="0" fontAlgn="base" latinLnBrk="0" hangingPunct="0">
        <a:spcBef>
          <a:spcPct val="0"/>
        </a:spcBef>
        <a:spcAft>
          <a:spcPct val="0"/>
        </a:spcAft>
        <a:buFont typeface="Arial" charset="0"/>
        <a:buNone/>
        <a:defRPr sz="2400" b="1"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2400" b="1"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2400" b="1"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2400" b="1"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2400" b="1"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2400" b="1"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2400" b="1"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2400" b="1"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2400" b="1"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3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a:extLst>
              <a:ext uri="{FF2B5EF4-FFF2-40B4-BE49-F238E27FC236}">
                <a16:creationId xmlns:a16="http://schemas.microsoft.com/office/drawing/2014/main" id="{49933560-DAEB-4911-AFC4-70819F8F8F74}"/>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D51654BA-4206-455C-9D52-B0701B464CCE}" type="slidenum">
              <a:rPr lang="en-US" altLang="zh-CN" sz="1400">
                <a:latin typeface="Times New Roman" panose="02020603050405020304" pitchFamily="18" charset="0"/>
              </a:rPr>
              <a:pPr algn="r" eaLnBrk="1" hangingPunct="1">
                <a:spcBef>
                  <a:spcPct val="50000"/>
                </a:spcBef>
                <a:buFontTx/>
                <a:buNone/>
              </a:pPr>
              <a:t>1</a:t>
            </a:fld>
            <a:endParaRPr lang="en-US" altLang="zh-CN" sz="1400">
              <a:latin typeface="Times New Roman" panose="02020603050405020304" pitchFamily="18" charset="0"/>
            </a:endParaRPr>
          </a:p>
        </p:txBody>
      </p:sp>
      <p:sp>
        <p:nvSpPr>
          <p:cNvPr id="14339" name="Rectangle 4">
            <a:extLst>
              <a:ext uri="{FF2B5EF4-FFF2-40B4-BE49-F238E27FC236}">
                <a16:creationId xmlns:a16="http://schemas.microsoft.com/office/drawing/2014/main" id="{0B177F57-3955-48F0-8381-EB73266540F6}"/>
              </a:ext>
            </a:extLst>
          </p:cNvPr>
          <p:cNvSpPr>
            <a:spLocks noGrp="1" noChangeArrowheads="1"/>
          </p:cNvSpPr>
          <p:nvPr>
            <p:ph type="body" idx="4294967295"/>
          </p:nvPr>
        </p:nvSpPr>
        <p:spPr>
          <a:xfrm>
            <a:off x="762000" y="1271588"/>
            <a:ext cx="7848600" cy="5181600"/>
          </a:xfrm>
        </p:spPr>
        <p:txBody>
          <a:bodyPr lIns="92075" tIns="46038" rIns="92075" bIns="46038"/>
          <a:lstStyle/>
          <a:p>
            <a:pPr eaLnBrk="1" hangingPunct="1">
              <a:buFontTx/>
              <a:buNone/>
            </a:pPr>
            <a:r>
              <a:rPr lang="en-US" altLang="zh-CN" b="1" dirty="0"/>
              <a:t>12.2  </a:t>
            </a:r>
            <a:r>
              <a:rPr lang="zh-CN" altLang="en-US" b="1" dirty="0"/>
              <a:t>自引用结构</a:t>
            </a:r>
          </a:p>
          <a:p>
            <a:pPr eaLnBrk="1" hangingPunct="1">
              <a:buFontTx/>
              <a:buNone/>
            </a:pPr>
            <a:r>
              <a:rPr lang="en-US" altLang="zh-CN" b="1" dirty="0"/>
              <a:t>12.4  </a:t>
            </a:r>
            <a:r>
              <a:rPr lang="zh-CN" altLang="en-US" b="1" dirty="0"/>
              <a:t>链表</a:t>
            </a:r>
          </a:p>
          <a:p>
            <a:pPr eaLnBrk="1" hangingPunct="1">
              <a:buFontTx/>
              <a:buNone/>
            </a:pPr>
            <a:r>
              <a:rPr lang="zh-CN" altLang="en-US" b="1" dirty="0"/>
              <a:t>    </a:t>
            </a:r>
            <a:r>
              <a:rPr lang="en-US" altLang="zh-CN" b="1" dirty="0"/>
              <a:t>12.4.1 </a:t>
            </a:r>
            <a:r>
              <a:rPr lang="zh-CN" altLang="en-US" b="1" dirty="0"/>
              <a:t>链表结构</a:t>
            </a:r>
          </a:p>
          <a:p>
            <a:pPr eaLnBrk="1" hangingPunct="1">
              <a:buFontTx/>
              <a:buNone/>
            </a:pPr>
            <a:r>
              <a:rPr lang="zh-CN" altLang="en-US" b="1" dirty="0"/>
              <a:t>    </a:t>
            </a:r>
            <a:r>
              <a:rPr lang="en-US" altLang="zh-CN" b="1" dirty="0"/>
              <a:t>12.4.2 </a:t>
            </a:r>
            <a:r>
              <a:rPr lang="zh-CN" altLang="en-US" b="1" dirty="0"/>
              <a:t>链表基本操作</a:t>
            </a:r>
          </a:p>
        </p:txBody>
      </p:sp>
      <p:sp>
        <p:nvSpPr>
          <p:cNvPr id="14340" name="Rectangle 5">
            <a:extLst>
              <a:ext uri="{FF2B5EF4-FFF2-40B4-BE49-F238E27FC236}">
                <a16:creationId xmlns:a16="http://schemas.microsoft.com/office/drawing/2014/main" id="{893ED510-72A4-47ED-8327-6F435430F312}"/>
              </a:ext>
            </a:extLst>
          </p:cNvPr>
          <p:cNvSpPr>
            <a:spLocks noGrp="1" noChangeArrowheads="1"/>
          </p:cNvSpPr>
          <p:nvPr>
            <p:ph type="title" idx="4294967295"/>
          </p:nvPr>
        </p:nvSpPr>
        <p:spPr>
          <a:xfrm>
            <a:off x="1263650" y="404813"/>
            <a:ext cx="7485063" cy="720725"/>
          </a:xfrm>
        </p:spPr>
        <p:txBody>
          <a:bodyPr/>
          <a:lstStyle/>
          <a:p>
            <a:pPr eaLnBrk="1" hangingPunct="1"/>
            <a:r>
              <a:rPr lang="zh-CN" altLang="en-US" b="1">
                <a:latin typeface="微软雅黑" panose="020B0503020204020204" pitchFamily="34" charset="-122"/>
                <a:ea typeface="微软雅黑" panose="020B0503020204020204" pitchFamily="34" charset="-122"/>
              </a:rPr>
              <a:t>提纲</a:t>
            </a:r>
          </a:p>
        </p:txBody>
      </p:sp>
      <p:pic>
        <p:nvPicPr>
          <p:cNvPr id="14341" name="Picture 6" descr="页面">
            <a:extLst>
              <a:ext uri="{FF2B5EF4-FFF2-40B4-BE49-F238E27FC236}">
                <a16:creationId xmlns:a16="http://schemas.microsoft.com/office/drawing/2014/main" id="{7298DFC3-20B7-48BC-8398-DF14748C91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9563" y="5157788"/>
            <a:ext cx="167640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2" name="Text Box 7">
            <a:extLst>
              <a:ext uri="{FF2B5EF4-FFF2-40B4-BE49-F238E27FC236}">
                <a16:creationId xmlns:a16="http://schemas.microsoft.com/office/drawing/2014/main" id="{0D594E3C-493D-4184-AB54-2507BA79C877}"/>
              </a:ext>
            </a:extLst>
          </p:cNvPr>
          <p:cNvSpPr txBox="1">
            <a:spLocks noChangeArrowheads="1"/>
          </p:cNvSpPr>
          <p:nvPr/>
        </p:nvSpPr>
        <p:spPr bwMode="auto">
          <a:xfrm>
            <a:off x="771272" y="2924944"/>
            <a:ext cx="6335713" cy="376238"/>
          </a:xfrm>
          <a:prstGeom prst="rect">
            <a:avLst/>
          </a:prstGeom>
          <a:solidFill>
            <a:srgbClr val="FFFF99">
              <a:alpha val="39999"/>
            </a:srgbClr>
          </a:solidFill>
          <a:ln w="9525">
            <a:solidFill>
              <a:schemeClr val="tx1"/>
            </a:solidFill>
            <a:miter lim="800000"/>
            <a:headEnd/>
            <a:tailEnd/>
          </a:ln>
        </p:spPr>
        <p:txBody>
          <a:bodyPr>
            <a:spAutoFit/>
          </a:bodyPr>
          <a:lstStyle>
            <a:lvl1pPr marL="342900" indent="-342900">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1800" b="0">
              <a:latin typeface="Times New Roman" panose="02020603050405020304" pitchFamily="18"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a:extLst>
              <a:ext uri="{FF2B5EF4-FFF2-40B4-BE49-F238E27FC236}">
                <a16:creationId xmlns:a16="http://schemas.microsoft.com/office/drawing/2014/main" id="{ABEC8BAC-2E51-4C7E-8354-80F72019250B}"/>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A1AC6FFC-C31E-4BAE-B229-F0AB5A510D35}" type="slidenum">
              <a:rPr lang="en-US" altLang="zh-CN" sz="1400">
                <a:latin typeface="Times New Roman" panose="02020603050405020304" pitchFamily="18" charset="0"/>
              </a:rPr>
              <a:pPr algn="r" eaLnBrk="1" hangingPunct="1">
                <a:spcBef>
                  <a:spcPct val="50000"/>
                </a:spcBef>
                <a:buFontTx/>
                <a:buNone/>
              </a:pPr>
              <a:t>2</a:t>
            </a:fld>
            <a:endParaRPr lang="en-US" altLang="zh-CN" sz="1400">
              <a:latin typeface="Times New Roman" panose="02020603050405020304" pitchFamily="18" charset="0"/>
            </a:endParaRPr>
          </a:p>
        </p:txBody>
      </p:sp>
      <p:sp>
        <p:nvSpPr>
          <p:cNvPr id="15363" name="Rectangle 3">
            <a:extLst>
              <a:ext uri="{FF2B5EF4-FFF2-40B4-BE49-F238E27FC236}">
                <a16:creationId xmlns:a16="http://schemas.microsoft.com/office/drawing/2014/main" id="{0FD247AA-6B55-4932-AA68-1352EFEC0625}"/>
              </a:ext>
            </a:extLst>
          </p:cNvPr>
          <p:cNvSpPr>
            <a:spLocks noGrp="1" noChangeArrowheads="1"/>
          </p:cNvSpPr>
          <p:nvPr>
            <p:ph type="body" idx="4294967295"/>
          </p:nvPr>
        </p:nvSpPr>
        <p:spPr>
          <a:xfrm>
            <a:off x="685800" y="1263651"/>
            <a:ext cx="7772400" cy="4611688"/>
          </a:xfrm>
        </p:spPr>
        <p:txBody>
          <a:bodyPr/>
          <a:lstStyle/>
          <a:p>
            <a:pPr algn="just" eaLnBrk="1" hangingPunct="1">
              <a:lnSpc>
                <a:spcPct val="90000"/>
              </a:lnSpc>
              <a:buFontTx/>
              <a:buNone/>
            </a:pPr>
            <a:r>
              <a:rPr lang="zh-CN" altLang="en-US" sz="2400" b="1" dirty="0"/>
              <a:t>对线性表的基本操作有：创建、查找、插入、删除和修改、排序、逆序、合并。</a:t>
            </a:r>
          </a:p>
          <a:p>
            <a:pPr algn="just" eaLnBrk="1" hangingPunct="1">
              <a:lnSpc>
                <a:spcPct val="90000"/>
              </a:lnSpc>
              <a:buFontTx/>
              <a:buNone/>
            </a:pPr>
            <a:r>
              <a:rPr lang="zh-CN" altLang="en-US" sz="2400" b="1" dirty="0"/>
              <a:t>（</a:t>
            </a:r>
            <a:r>
              <a:rPr lang="en-US" altLang="zh-CN" sz="2400" b="1" dirty="0"/>
              <a:t>1</a:t>
            </a:r>
            <a:r>
              <a:rPr lang="zh-CN" altLang="en-US" sz="2400" b="1" dirty="0"/>
              <a:t>）线性表的创建其实是由一系列的插入元素操作组成，尾插法可以按创建次序产生队列；头插法则按创建逆序产生队列。</a:t>
            </a:r>
            <a:endParaRPr lang="en-US" altLang="zh-CN" sz="2400" b="1" dirty="0"/>
          </a:p>
          <a:p>
            <a:pPr algn="just" eaLnBrk="1" hangingPunct="1">
              <a:lnSpc>
                <a:spcPct val="90000"/>
              </a:lnSpc>
              <a:buFontTx/>
              <a:buNone/>
            </a:pPr>
            <a:r>
              <a:rPr lang="zh-CN" altLang="en-US" sz="2400" b="1" dirty="0"/>
              <a:t>（</a:t>
            </a:r>
            <a:r>
              <a:rPr lang="en-US" altLang="zh-CN" sz="2400" b="1" dirty="0"/>
              <a:t>2</a:t>
            </a:r>
            <a:r>
              <a:rPr lang="zh-CN" altLang="en-US" sz="2400" b="1" dirty="0"/>
              <a:t>）线性表的查找分为值查找和定位查找，值查找根据有序、无序分为二分查找和遍历整表法，用数组实现的定位查找最简单。</a:t>
            </a:r>
            <a:endParaRPr lang="en-US" altLang="zh-CN" sz="2400" b="1" dirty="0"/>
          </a:p>
          <a:p>
            <a:pPr algn="just" eaLnBrk="1" hangingPunct="1">
              <a:lnSpc>
                <a:spcPct val="90000"/>
              </a:lnSpc>
              <a:buNone/>
            </a:pPr>
            <a:r>
              <a:rPr lang="zh-CN" altLang="en-US" sz="2400" b="1" dirty="0"/>
              <a:t>（</a:t>
            </a:r>
            <a:r>
              <a:rPr lang="en-US" altLang="zh-CN" sz="2400" b="1" dirty="0"/>
              <a:t>3</a:t>
            </a:r>
            <a:r>
              <a:rPr lang="zh-CN" altLang="en-US" sz="2400" b="1" dirty="0"/>
              <a:t>）线性表的插入、删除根据条件分为：定位插删和按值进行插删，后者需要先调值查找确定位置后再进行定位插删。数组实现的定位插删需要局部队列移动。</a:t>
            </a:r>
            <a:endParaRPr lang="en-US" altLang="zh-CN" sz="2400" b="1" dirty="0"/>
          </a:p>
          <a:p>
            <a:pPr algn="just" eaLnBrk="1" hangingPunct="1">
              <a:lnSpc>
                <a:spcPct val="90000"/>
              </a:lnSpc>
              <a:buNone/>
            </a:pPr>
            <a:r>
              <a:rPr lang="zh-CN" altLang="en-US" sz="2400" b="1" dirty="0"/>
              <a:t>（</a:t>
            </a:r>
            <a:r>
              <a:rPr lang="en-US" altLang="zh-CN" sz="2400" b="1" dirty="0"/>
              <a:t>4</a:t>
            </a:r>
            <a:r>
              <a:rPr lang="zh-CN" altLang="en-US" sz="2400" b="1" dirty="0"/>
              <a:t>）线性表的修改操作，较少对某元素数据进行修订，多是反转、分拆、合并等复杂操作。</a:t>
            </a:r>
            <a:endParaRPr lang="en-US" altLang="zh-CN" sz="2400" b="1" dirty="0"/>
          </a:p>
          <a:p>
            <a:pPr marL="0" indent="0" algn="just" eaLnBrk="1" hangingPunct="1">
              <a:lnSpc>
                <a:spcPct val="90000"/>
              </a:lnSpc>
              <a:buNone/>
            </a:pPr>
            <a:endParaRPr lang="zh-CN" altLang="en-US" sz="2400" b="1" dirty="0"/>
          </a:p>
        </p:txBody>
      </p:sp>
      <p:sp>
        <p:nvSpPr>
          <p:cNvPr id="15364" name="Rectangle 4">
            <a:extLst>
              <a:ext uri="{FF2B5EF4-FFF2-40B4-BE49-F238E27FC236}">
                <a16:creationId xmlns:a16="http://schemas.microsoft.com/office/drawing/2014/main" id="{92249973-464F-4561-8B83-ABEAAE117318}"/>
              </a:ext>
            </a:extLst>
          </p:cNvPr>
          <p:cNvSpPr>
            <a:spLocks noGrp="1" noChangeArrowheads="1"/>
          </p:cNvSpPr>
          <p:nvPr>
            <p:ph type="title" idx="4294967295"/>
          </p:nvPr>
        </p:nvSpPr>
        <p:spPr>
          <a:xfrm>
            <a:off x="1263650" y="404813"/>
            <a:ext cx="7412038" cy="720725"/>
          </a:xfrm>
        </p:spPr>
        <p:txBody>
          <a:bodyPr/>
          <a:lstStyle/>
          <a:p>
            <a:pPr eaLnBrk="1" hangingPunct="1"/>
            <a:r>
              <a:rPr lang="zh-CN" altLang="en-US" b="1" dirty="0">
                <a:latin typeface="微软雅黑" panose="020B0503020204020204" pitchFamily="34" charset="-122"/>
                <a:ea typeface="微软雅黑" panose="020B0503020204020204" pitchFamily="34" charset="-122"/>
              </a:rPr>
              <a:t>线性表的基本操作</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回顾</a:t>
            </a:r>
          </a:p>
        </p:txBody>
      </p:sp>
    </p:spTree>
    <p:extLst>
      <p:ext uri="{BB962C8B-B14F-4D97-AF65-F5344CB8AC3E}">
        <p14:creationId xmlns:p14="http://schemas.microsoft.com/office/powerpoint/2010/main" val="249915226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a:extLst>
              <a:ext uri="{FF2B5EF4-FFF2-40B4-BE49-F238E27FC236}">
                <a16:creationId xmlns:a16="http://schemas.microsoft.com/office/drawing/2014/main" id="{ABEC8BAC-2E51-4C7E-8354-80F72019250B}"/>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A1AC6FFC-C31E-4BAE-B229-F0AB5A510D35}" type="slidenum">
              <a:rPr lang="en-US" altLang="zh-CN" sz="1400">
                <a:latin typeface="Times New Roman" panose="02020603050405020304" pitchFamily="18" charset="0"/>
              </a:rPr>
              <a:pPr algn="r" eaLnBrk="1" hangingPunct="1">
                <a:spcBef>
                  <a:spcPct val="50000"/>
                </a:spcBef>
                <a:buFontTx/>
                <a:buNone/>
              </a:pPr>
              <a:t>3</a:t>
            </a:fld>
            <a:endParaRPr lang="en-US" altLang="zh-CN" sz="1400">
              <a:latin typeface="Times New Roman" panose="02020603050405020304" pitchFamily="18" charset="0"/>
            </a:endParaRPr>
          </a:p>
        </p:txBody>
      </p:sp>
      <p:sp>
        <p:nvSpPr>
          <p:cNvPr id="15363" name="Rectangle 3">
            <a:extLst>
              <a:ext uri="{FF2B5EF4-FFF2-40B4-BE49-F238E27FC236}">
                <a16:creationId xmlns:a16="http://schemas.microsoft.com/office/drawing/2014/main" id="{0FD247AA-6B55-4932-AA68-1352EFEC0625}"/>
              </a:ext>
            </a:extLst>
          </p:cNvPr>
          <p:cNvSpPr>
            <a:spLocks noGrp="1" noChangeArrowheads="1"/>
          </p:cNvSpPr>
          <p:nvPr>
            <p:ph type="body" idx="4294967295"/>
          </p:nvPr>
        </p:nvSpPr>
        <p:spPr>
          <a:xfrm>
            <a:off x="685800" y="1263651"/>
            <a:ext cx="7772400" cy="4611688"/>
          </a:xfrm>
        </p:spPr>
        <p:txBody>
          <a:bodyPr/>
          <a:lstStyle/>
          <a:p>
            <a:pPr algn="just" eaLnBrk="1" hangingPunct="1">
              <a:lnSpc>
                <a:spcPct val="90000"/>
              </a:lnSpc>
              <a:buNone/>
            </a:pPr>
            <a:r>
              <a:rPr lang="zh-CN" altLang="en-US" sz="2400" b="1" dirty="0"/>
              <a:t>对链表的基本操作有：创建、查找、插入、删除和修改、排序、逆序、合并。</a:t>
            </a:r>
          </a:p>
          <a:p>
            <a:pPr algn="just" eaLnBrk="1" hangingPunct="1">
              <a:lnSpc>
                <a:spcPct val="90000"/>
              </a:lnSpc>
              <a:buFontTx/>
              <a:buNone/>
            </a:pPr>
            <a:r>
              <a:rPr lang="zh-CN" altLang="en-US" sz="2400" b="1" dirty="0"/>
              <a:t>（</a:t>
            </a:r>
            <a:r>
              <a:rPr lang="en-US" altLang="zh-CN" sz="2400" b="1" dirty="0"/>
              <a:t>1</a:t>
            </a:r>
            <a:r>
              <a:rPr lang="zh-CN" altLang="en-US" sz="2400" b="1" dirty="0"/>
              <a:t>）链表的创建操作，分为模拟先进先出队列的尾插函数，和模拟后进先出栈的头插函数。</a:t>
            </a:r>
            <a:endParaRPr lang="en-US" altLang="zh-CN" sz="2400" b="1" dirty="0"/>
          </a:p>
          <a:p>
            <a:pPr lvl="1" algn="just" eaLnBrk="1" hangingPunct="1">
              <a:lnSpc>
                <a:spcPct val="90000"/>
              </a:lnSpc>
              <a:buNone/>
            </a:pPr>
            <a:r>
              <a:rPr lang="zh-CN" altLang="en-US" sz="2400" b="1" dirty="0"/>
              <a:t>若想建立一个有序队列，可以用插入排序算法思路设计节点插入，简称有序插。</a:t>
            </a:r>
            <a:endParaRPr lang="en-US" altLang="zh-CN" sz="2400" b="1" dirty="0"/>
          </a:p>
          <a:p>
            <a:pPr algn="just" eaLnBrk="1" hangingPunct="1">
              <a:lnSpc>
                <a:spcPct val="90000"/>
              </a:lnSpc>
              <a:buFontTx/>
              <a:buNone/>
            </a:pPr>
            <a:r>
              <a:rPr lang="zh-CN" altLang="en-US" sz="2400" b="1" dirty="0"/>
              <a:t>（</a:t>
            </a:r>
            <a:r>
              <a:rPr lang="en-US" altLang="zh-CN" sz="2400" b="1" dirty="0"/>
              <a:t>2</a:t>
            </a:r>
            <a:r>
              <a:rPr lang="zh-CN" altLang="en-US" sz="2400" b="1" dirty="0"/>
              <a:t>）链表的查找操作，分为按值查找和第</a:t>
            </a:r>
            <a:r>
              <a:rPr lang="en-US" altLang="zh-CN" sz="2400" b="1" dirty="0"/>
              <a:t>k</a:t>
            </a:r>
            <a:r>
              <a:rPr lang="zh-CN" altLang="en-US" sz="2400" b="1" dirty="0"/>
              <a:t>节点查找，都是基于遍历整表方法进行查找。</a:t>
            </a:r>
            <a:endParaRPr lang="en-US" altLang="zh-CN" sz="2400" b="1" dirty="0"/>
          </a:p>
          <a:p>
            <a:pPr algn="just" eaLnBrk="1" hangingPunct="1">
              <a:lnSpc>
                <a:spcPct val="90000"/>
              </a:lnSpc>
              <a:buNone/>
            </a:pPr>
            <a:r>
              <a:rPr lang="zh-CN" altLang="en-US" sz="2400" b="1" dirty="0"/>
              <a:t>（</a:t>
            </a:r>
            <a:r>
              <a:rPr lang="en-US" altLang="zh-CN" sz="2400" b="1" dirty="0"/>
              <a:t>3</a:t>
            </a:r>
            <a:r>
              <a:rPr lang="zh-CN" altLang="en-US" sz="2400" b="1" dirty="0"/>
              <a:t>）链表的插入、删除可分为：单节点定位插删和子序列插删。</a:t>
            </a:r>
            <a:endParaRPr lang="en-US" altLang="zh-CN" sz="2400" b="1" dirty="0"/>
          </a:p>
          <a:p>
            <a:pPr algn="just" eaLnBrk="1" hangingPunct="1">
              <a:lnSpc>
                <a:spcPct val="90000"/>
              </a:lnSpc>
              <a:buNone/>
            </a:pPr>
            <a:r>
              <a:rPr lang="zh-CN" altLang="en-US" sz="2400" b="1" dirty="0"/>
              <a:t>（</a:t>
            </a:r>
            <a:r>
              <a:rPr lang="en-US" altLang="zh-CN" sz="2400" b="1" dirty="0"/>
              <a:t>4</a:t>
            </a:r>
            <a:r>
              <a:rPr lang="zh-CN" altLang="en-US" sz="2400" b="1" dirty="0"/>
              <a:t>）链表的修改操作，较少对某元素数据进行修订，多是反转、分拆、合并等复杂操作。</a:t>
            </a:r>
            <a:endParaRPr lang="en-US" altLang="zh-CN" sz="2400" b="1" dirty="0"/>
          </a:p>
          <a:p>
            <a:pPr marL="0" indent="0" algn="just" eaLnBrk="1" hangingPunct="1">
              <a:lnSpc>
                <a:spcPct val="90000"/>
              </a:lnSpc>
              <a:buNone/>
            </a:pPr>
            <a:endParaRPr lang="zh-CN" altLang="en-US" sz="2400" b="1" dirty="0"/>
          </a:p>
        </p:txBody>
      </p:sp>
      <p:sp>
        <p:nvSpPr>
          <p:cNvPr id="15364" name="Rectangle 4">
            <a:extLst>
              <a:ext uri="{FF2B5EF4-FFF2-40B4-BE49-F238E27FC236}">
                <a16:creationId xmlns:a16="http://schemas.microsoft.com/office/drawing/2014/main" id="{92249973-464F-4561-8B83-ABEAAE117318}"/>
              </a:ext>
            </a:extLst>
          </p:cNvPr>
          <p:cNvSpPr>
            <a:spLocks noGrp="1" noChangeArrowheads="1"/>
          </p:cNvSpPr>
          <p:nvPr>
            <p:ph type="title" idx="4294967295"/>
          </p:nvPr>
        </p:nvSpPr>
        <p:spPr>
          <a:xfrm>
            <a:off x="1263650" y="404813"/>
            <a:ext cx="7412038" cy="720725"/>
          </a:xfrm>
        </p:spPr>
        <p:txBody>
          <a:bodyPr/>
          <a:lstStyle/>
          <a:p>
            <a:pPr eaLnBrk="1" hangingPunct="1"/>
            <a:r>
              <a:rPr lang="zh-CN" altLang="en-US" b="1" dirty="0">
                <a:latin typeface="微软雅黑" panose="020B0503020204020204" pitchFamily="34" charset="-122"/>
                <a:ea typeface="微软雅黑" panose="020B0503020204020204" pitchFamily="34" charset="-122"/>
              </a:rPr>
              <a:t>链表基本操作</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a:extLst>
              <a:ext uri="{FF2B5EF4-FFF2-40B4-BE49-F238E27FC236}">
                <a16:creationId xmlns:a16="http://schemas.microsoft.com/office/drawing/2014/main" id="{0C1B1EDF-3D23-4C61-BFEF-BFDCC02ECA4E}"/>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C3078FEE-E3A5-42C9-94BA-55F3F73B8C05}" type="slidenum">
              <a:rPr lang="en-US" altLang="zh-CN" sz="1400">
                <a:latin typeface="Times New Roman" panose="02020603050405020304" pitchFamily="18" charset="0"/>
              </a:rPr>
              <a:pPr algn="r" eaLnBrk="1" hangingPunct="1">
                <a:spcBef>
                  <a:spcPct val="50000"/>
                </a:spcBef>
                <a:buFontTx/>
                <a:buNone/>
              </a:pPr>
              <a:t>4</a:t>
            </a:fld>
            <a:endParaRPr lang="en-US" altLang="zh-CN" sz="1400">
              <a:latin typeface="Times New Roman" panose="02020603050405020304" pitchFamily="18" charset="0"/>
            </a:endParaRPr>
          </a:p>
        </p:txBody>
      </p:sp>
      <p:sp>
        <p:nvSpPr>
          <p:cNvPr id="16387" name="Rectangle 2">
            <a:extLst>
              <a:ext uri="{FF2B5EF4-FFF2-40B4-BE49-F238E27FC236}">
                <a16:creationId xmlns:a16="http://schemas.microsoft.com/office/drawing/2014/main" id="{FFBCDF46-9693-485F-A9D9-3E17404D7864}"/>
              </a:ext>
            </a:extLst>
          </p:cNvPr>
          <p:cNvSpPr>
            <a:spLocks noGrp="1" noChangeArrowheads="1"/>
          </p:cNvSpPr>
          <p:nvPr>
            <p:ph type="title" idx="4294967295"/>
          </p:nvPr>
        </p:nvSpPr>
        <p:spPr>
          <a:xfrm>
            <a:off x="1263650" y="404813"/>
            <a:ext cx="7575550" cy="720725"/>
          </a:xfrm>
        </p:spPr>
        <p:txBody>
          <a:bodyPr/>
          <a:lstStyle/>
          <a:p>
            <a:pPr eaLnBrk="1" hangingPunct="1"/>
            <a:r>
              <a:rPr lang="zh-CN" altLang="en-US" b="1" dirty="0">
                <a:latin typeface="微软雅黑" panose="020B0503020204020204" pitchFamily="34" charset="-122"/>
                <a:ea typeface="微软雅黑" panose="020B0503020204020204" pitchFamily="34" charset="-122"/>
              </a:rPr>
              <a:t>链表节点的通用定义</a:t>
            </a:r>
          </a:p>
        </p:txBody>
      </p:sp>
      <p:sp>
        <p:nvSpPr>
          <p:cNvPr id="16388" name="Rectangle 3">
            <a:extLst>
              <a:ext uri="{FF2B5EF4-FFF2-40B4-BE49-F238E27FC236}">
                <a16:creationId xmlns:a16="http://schemas.microsoft.com/office/drawing/2014/main" id="{53CECE3F-BADB-4283-8DBD-8096DCED6115}"/>
              </a:ext>
            </a:extLst>
          </p:cNvPr>
          <p:cNvSpPr>
            <a:spLocks noGrp="1" noChangeArrowheads="1"/>
          </p:cNvSpPr>
          <p:nvPr>
            <p:ph type="body" idx="4294967295"/>
          </p:nvPr>
        </p:nvSpPr>
        <p:spPr>
          <a:xfrm>
            <a:off x="359569" y="5127625"/>
            <a:ext cx="8424862" cy="968376"/>
          </a:xfrm>
        </p:spPr>
        <p:txBody>
          <a:bodyPr/>
          <a:lstStyle/>
          <a:p>
            <a:pPr eaLnBrk="1" hangingPunct="1">
              <a:buFontTx/>
              <a:buNone/>
            </a:pPr>
            <a:r>
              <a:rPr lang="en-US" altLang="zh-CN" sz="2400" b="1" dirty="0">
                <a:latin typeface="Consolas" panose="020B0609020204030204" pitchFamily="49" charset="0"/>
              </a:rPr>
              <a:t>typedef </a:t>
            </a:r>
            <a:r>
              <a:rPr lang="en-US" altLang="zh-CN" sz="2400" b="1" dirty="0">
                <a:solidFill>
                  <a:schemeClr val="accent2"/>
                </a:solidFill>
                <a:latin typeface="Consolas" panose="020B0609020204030204" pitchFamily="49" charset="0"/>
              </a:rPr>
              <a:t>struct Node</a:t>
            </a:r>
            <a:r>
              <a:rPr lang="en-US" altLang="zh-CN" sz="2400" b="1" dirty="0">
                <a:latin typeface="Consolas" panose="020B0609020204030204" pitchFamily="49" charset="0"/>
              </a:rPr>
              <a:t> </a:t>
            </a:r>
            <a:r>
              <a:rPr lang="en-US" altLang="zh-CN" sz="2400" b="1" dirty="0">
                <a:solidFill>
                  <a:schemeClr val="accent2"/>
                </a:solidFill>
                <a:latin typeface="Consolas" panose="020B0609020204030204" pitchFamily="49" charset="0"/>
              </a:rPr>
              <a:t> *</a:t>
            </a:r>
            <a:r>
              <a:rPr lang="en-US" altLang="zh-CN" sz="2400" b="1" dirty="0">
                <a:latin typeface="Consolas" panose="020B0609020204030204" pitchFamily="49" charset="0"/>
              </a:rPr>
              <a:t> </a:t>
            </a:r>
            <a:r>
              <a:rPr lang="en-US" altLang="zh-CN" sz="2400" b="1" dirty="0" err="1">
                <a:solidFill>
                  <a:srgbClr val="FF3300"/>
                </a:solidFill>
                <a:latin typeface="Consolas" panose="020B0609020204030204" pitchFamily="49" charset="0"/>
              </a:rPr>
              <a:t>PtrNode</a:t>
            </a:r>
            <a:r>
              <a:rPr lang="en-US" altLang="zh-CN" sz="2400" b="1" dirty="0">
                <a:latin typeface="Consolas" panose="020B0609020204030204" pitchFamily="49" charset="0"/>
              </a:rPr>
              <a:t>;</a:t>
            </a:r>
          </a:p>
        </p:txBody>
      </p:sp>
      <p:grpSp>
        <p:nvGrpSpPr>
          <p:cNvPr id="16389" name="Group 7">
            <a:extLst>
              <a:ext uri="{FF2B5EF4-FFF2-40B4-BE49-F238E27FC236}">
                <a16:creationId xmlns:a16="http://schemas.microsoft.com/office/drawing/2014/main" id="{2C8FB7A0-08CC-4F2D-ACCE-0A0671945665}"/>
              </a:ext>
            </a:extLst>
          </p:cNvPr>
          <p:cNvGrpSpPr>
            <a:grpSpLocks/>
          </p:cNvGrpSpPr>
          <p:nvPr/>
        </p:nvGrpSpPr>
        <p:grpSpPr bwMode="auto">
          <a:xfrm>
            <a:off x="990600" y="2886075"/>
            <a:ext cx="6172200" cy="1838325"/>
            <a:chOff x="0" y="0"/>
            <a:chExt cx="3888" cy="1158"/>
          </a:xfrm>
        </p:grpSpPr>
        <p:grpSp>
          <p:nvGrpSpPr>
            <p:cNvPr id="16393" name="Group 8">
              <a:extLst>
                <a:ext uri="{FF2B5EF4-FFF2-40B4-BE49-F238E27FC236}">
                  <a16:creationId xmlns:a16="http://schemas.microsoft.com/office/drawing/2014/main" id="{C702FA74-5179-4DC8-BBF2-3DB7C229BF1D}"/>
                </a:ext>
              </a:extLst>
            </p:cNvPr>
            <p:cNvGrpSpPr>
              <a:grpSpLocks/>
            </p:cNvGrpSpPr>
            <p:nvPr/>
          </p:nvGrpSpPr>
          <p:grpSpPr bwMode="auto">
            <a:xfrm>
              <a:off x="336" y="864"/>
              <a:ext cx="624" cy="294"/>
              <a:chOff x="0" y="0"/>
              <a:chExt cx="624" cy="294"/>
            </a:xfrm>
          </p:grpSpPr>
          <p:sp>
            <p:nvSpPr>
              <p:cNvPr id="16414" name="Text Box 9">
                <a:extLst>
                  <a:ext uri="{FF2B5EF4-FFF2-40B4-BE49-F238E27FC236}">
                    <a16:creationId xmlns:a16="http://schemas.microsoft.com/office/drawing/2014/main" id="{A0AC668E-8272-44C7-8458-B87E1A26A4EB}"/>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17     </a:t>
                </a:r>
              </a:p>
            </p:txBody>
          </p:sp>
          <p:sp>
            <p:nvSpPr>
              <p:cNvPr id="16415" name="Line 10">
                <a:extLst>
                  <a:ext uri="{FF2B5EF4-FFF2-40B4-BE49-F238E27FC236}">
                    <a16:creationId xmlns:a16="http://schemas.microsoft.com/office/drawing/2014/main" id="{3204C9E0-4050-4944-9D5B-1C4B87ED7148}"/>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6394" name="Group 11">
              <a:extLst>
                <a:ext uri="{FF2B5EF4-FFF2-40B4-BE49-F238E27FC236}">
                  <a16:creationId xmlns:a16="http://schemas.microsoft.com/office/drawing/2014/main" id="{42ACACE3-4BC5-46F9-9F3C-FCE7A8134F61}"/>
                </a:ext>
              </a:extLst>
            </p:cNvPr>
            <p:cNvGrpSpPr>
              <a:grpSpLocks/>
            </p:cNvGrpSpPr>
            <p:nvPr/>
          </p:nvGrpSpPr>
          <p:grpSpPr bwMode="auto">
            <a:xfrm>
              <a:off x="1344" y="864"/>
              <a:ext cx="624" cy="294"/>
              <a:chOff x="0" y="0"/>
              <a:chExt cx="624" cy="294"/>
            </a:xfrm>
          </p:grpSpPr>
          <p:sp>
            <p:nvSpPr>
              <p:cNvPr id="16412" name="Text Box 12">
                <a:extLst>
                  <a:ext uri="{FF2B5EF4-FFF2-40B4-BE49-F238E27FC236}">
                    <a16:creationId xmlns:a16="http://schemas.microsoft.com/office/drawing/2014/main" id="{A7F401D2-4C22-447B-A39D-08504CE2F4F6}"/>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19  </a:t>
                </a:r>
              </a:p>
            </p:txBody>
          </p:sp>
          <p:sp>
            <p:nvSpPr>
              <p:cNvPr id="16413" name="Line 13">
                <a:extLst>
                  <a:ext uri="{FF2B5EF4-FFF2-40B4-BE49-F238E27FC236}">
                    <a16:creationId xmlns:a16="http://schemas.microsoft.com/office/drawing/2014/main" id="{A38FC135-1073-469B-94C5-FC000D47A621}"/>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6395" name="Group 14">
              <a:extLst>
                <a:ext uri="{FF2B5EF4-FFF2-40B4-BE49-F238E27FC236}">
                  <a16:creationId xmlns:a16="http://schemas.microsoft.com/office/drawing/2014/main" id="{BE53BA41-F952-4110-91FB-77A22CC1794C}"/>
                </a:ext>
              </a:extLst>
            </p:cNvPr>
            <p:cNvGrpSpPr>
              <a:grpSpLocks/>
            </p:cNvGrpSpPr>
            <p:nvPr/>
          </p:nvGrpSpPr>
          <p:grpSpPr bwMode="auto">
            <a:xfrm>
              <a:off x="3264" y="864"/>
              <a:ext cx="624" cy="294"/>
              <a:chOff x="0" y="0"/>
              <a:chExt cx="624" cy="294"/>
            </a:xfrm>
          </p:grpSpPr>
          <p:sp>
            <p:nvSpPr>
              <p:cNvPr id="16410" name="Text Box 15">
                <a:extLst>
                  <a:ext uri="{FF2B5EF4-FFF2-40B4-BE49-F238E27FC236}">
                    <a16:creationId xmlns:a16="http://schemas.microsoft.com/office/drawing/2014/main" id="{A3240D71-3FF0-4094-B0E8-4C70A5977310}"/>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47  </a:t>
                </a:r>
              </a:p>
            </p:txBody>
          </p:sp>
          <p:sp>
            <p:nvSpPr>
              <p:cNvPr id="16411" name="Line 16">
                <a:extLst>
                  <a:ext uri="{FF2B5EF4-FFF2-40B4-BE49-F238E27FC236}">
                    <a16:creationId xmlns:a16="http://schemas.microsoft.com/office/drawing/2014/main" id="{315F9BC1-C835-4CCE-8FD6-1901BB366116}"/>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6396" name="Group 17">
              <a:extLst>
                <a:ext uri="{FF2B5EF4-FFF2-40B4-BE49-F238E27FC236}">
                  <a16:creationId xmlns:a16="http://schemas.microsoft.com/office/drawing/2014/main" id="{1003B87D-84C5-422D-BD0D-45380BF54FEF}"/>
                </a:ext>
              </a:extLst>
            </p:cNvPr>
            <p:cNvGrpSpPr>
              <a:grpSpLocks/>
            </p:cNvGrpSpPr>
            <p:nvPr/>
          </p:nvGrpSpPr>
          <p:grpSpPr bwMode="auto">
            <a:xfrm>
              <a:off x="816" y="987"/>
              <a:ext cx="528" cy="48"/>
              <a:chOff x="0" y="0"/>
              <a:chExt cx="528" cy="48"/>
            </a:xfrm>
          </p:grpSpPr>
          <p:sp>
            <p:nvSpPr>
              <p:cNvPr id="16408" name="Line 18">
                <a:extLst>
                  <a:ext uri="{FF2B5EF4-FFF2-40B4-BE49-F238E27FC236}">
                    <a16:creationId xmlns:a16="http://schemas.microsoft.com/office/drawing/2014/main" id="{32F9FA4C-8FE7-4B75-8F64-3B2A11246A1B}"/>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09" name="Oval 19">
                <a:extLst>
                  <a:ext uri="{FF2B5EF4-FFF2-40B4-BE49-F238E27FC236}">
                    <a16:creationId xmlns:a16="http://schemas.microsoft.com/office/drawing/2014/main" id="{243AD7D1-B5F0-45C1-A8A2-FA4212C727A9}"/>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16397" name="Group 20">
              <a:extLst>
                <a:ext uri="{FF2B5EF4-FFF2-40B4-BE49-F238E27FC236}">
                  <a16:creationId xmlns:a16="http://schemas.microsoft.com/office/drawing/2014/main" id="{5247369B-8671-4E19-A064-E0FD0BB86B09}"/>
                </a:ext>
              </a:extLst>
            </p:cNvPr>
            <p:cNvGrpSpPr>
              <a:grpSpLocks/>
            </p:cNvGrpSpPr>
            <p:nvPr/>
          </p:nvGrpSpPr>
          <p:grpSpPr bwMode="auto">
            <a:xfrm>
              <a:off x="1824" y="990"/>
              <a:ext cx="528" cy="48"/>
              <a:chOff x="0" y="0"/>
              <a:chExt cx="528" cy="48"/>
            </a:xfrm>
          </p:grpSpPr>
          <p:sp>
            <p:nvSpPr>
              <p:cNvPr id="16406" name="Line 21">
                <a:extLst>
                  <a:ext uri="{FF2B5EF4-FFF2-40B4-BE49-F238E27FC236}">
                    <a16:creationId xmlns:a16="http://schemas.microsoft.com/office/drawing/2014/main" id="{D7B7EBDF-B059-46C1-AFE9-C5045F1877CB}"/>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07" name="Oval 22">
                <a:extLst>
                  <a:ext uri="{FF2B5EF4-FFF2-40B4-BE49-F238E27FC236}">
                    <a16:creationId xmlns:a16="http://schemas.microsoft.com/office/drawing/2014/main" id="{15A70B78-0D85-41B7-BEF4-685E2C73A1BD}"/>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sp>
          <p:nvSpPr>
            <p:cNvPr id="16398" name="Text Box 23">
              <a:extLst>
                <a:ext uri="{FF2B5EF4-FFF2-40B4-BE49-F238E27FC236}">
                  <a16:creationId xmlns:a16="http://schemas.microsoft.com/office/drawing/2014/main" id="{F0D45B69-E04B-4564-8461-B2A06F37F7FC}"/>
                </a:ext>
              </a:extLst>
            </p:cNvPr>
            <p:cNvSpPr txBox="1">
              <a:spLocks noChangeArrowheads="1"/>
            </p:cNvSpPr>
            <p:nvPr/>
          </p:nvSpPr>
          <p:spPr bwMode="auto">
            <a:xfrm>
              <a:off x="2352" y="816"/>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 </a:t>
              </a:r>
            </a:p>
          </p:txBody>
        </p:sp>
        <p:sp>
          <p:nvSpPr>
            <p:cNvPr id="16399" name="Line 24">
              <a:extLst>
                <a:ext uri="{FF2B5EF4-FFF2-40B4-BE49-F238E27FC236}">
                  <a16:creationId xmlns:a16="http://schemas.microsoft.com/office/drawing/2014/main" id="{B9EB3E5C-FFBD-4134-A787-961F346052A7}"/>
                </a:ext>
              </a:extLst>
            </p:cNvPr>
            <p:cNvSpPr>
              <a:spLocks noChangeShapeType="1"/>
            </p:cNvSpPr>
            <p:nvPr/>
          </p:nvSpPr>
          <p:spPr bwMode="auto">
            <a:xfrm>
              <a:off x="2880" y="1008"/>
              <a:ext cx="38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00" name="Text Box 25">
              <a:extLst>
                <a:ext uri="{FF2B5EF4-FFF2-40B4-BE49-F238E27FC236}">
                  <a16:creationId xmlns:a16="http://schemas.microsoft.com/office/drawing/2014/main" id="{EE1A1124-FE12-4983-9A62-16DF0DEC2D23}"/>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a:latin typeface="Times New Roman" panose="02020603050405020304" pitchFamily="18" charset="0"/>
              </a:endParaRPr>
            </a:p>
          </p:txBody>
        </p:sp>
        <p:sp>
          <p:nvSpPr>
            <p:cNvPr id="16401" name="Text Box 26">
              <a:extLst>
                <a:ext uri="{FF2B5EF4-FFF2-40B4-BE49-F238E27FC236}">
                  <a16:creationId xmlns:a16="http://schemas.microsoft.com/office/drawing/2014/main" id="{346FD21C-6CE7-400B-BEBB-461540EA2A03}"/>
                </a:ext>
              </a:extLst>
            </p:cNvPr>
            <p:cNvSpPr txBox="1">
              <a:spLocks noChangeArrowheads="1"/>
            </p:cNvSpPr>
            <p:nvPr/>
          </p:nvSpPr>
          <p:spPr bwMode="auto">
            <a:xfrm>
              <a:off x="0" y="0"/>
              <a:ext cx="80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dirty="0">
                  <a:latin typeface="Times New Roman" panose="02020603050405020304" pitchFamily="18" charset="0"/>
                </a:rPr>
                <a:t>head</a:t>
              </a:r>
            </a:p>
          </p:txBody>
        </p:sp>
        <p:grpSp>
          <p:nvGrpSpPr>
            <p:cNvPr id="16402" name="Group 27">
              <a:extLst>
                <a:ext uri="{FF2B5EF4-FFF2-40B4-BE49-F238E27FC236}">
                  <a16:creationId xmlns:a16="http://schemas.microsoft.com/office/drawing/2014/main" id="{1D271F6B-3F97-407C-936C-A230382816DB}"/>
                </a:ext>
              </a:extLst>
            </p:cNvPr>
            <p:cNvGrpSpPr>
              <a:grpSpLocks/>
            </p:cNvGrpSpPr>
            <p:nvPr/>
          </p:nvGrpSpPr>
          <p:grpSpPr bwMode="auto">
            <a:xfrm>
              <a:off x="336" y="432"/>
              <a:ext cx="48" cy="432"/>
              <a:chOff x="0" y="0"/>
              <a:chExt cx="48" cy="432"/>
            </a:xfrm>
          </p:grpSpPr>
          <p:sp>
            <p:nvSpPr>
              <p:cNvPr id="16404" name="Oval 28">
                <a:extLst>
                  <a:ext uri="{FF2B5EF4-FFF2-40B4-BE49-F238E27FC236}">
                    <a16:creationId xmlns:a16="http://schemas.microsoft.com/office/drawing/2014/main" id="{46889C65-17CC-44BC-91C8-3376652B491B}"/>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16405" name="Line 29">
                <a:extLst>
                  <a:ext uri="{FF2B5EF4-FFF2-40B4-BE49-F238E27FC236}">
                    <a16:creationId xmlns:a16="http://schemas.microsoft.com/office/drawing/2014/main" id="{9DF10DB4-B9F6-4AB8-BB85-1898CE9FF1F6}"/>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6403" name="Line 30">
              <a:extLst>
                <a:ext uri="{FF2B5EF4-FFF2-40B4-BE49-F238E27FC236}">
                  <a16:creationId xmlns:a16="http://schemas.microsoft.com/office/drawing/2014/main" id="{9A61D757-A08B-4216-909C-E7DE403BD851}"/>
                </a:ext>
              </a:extLst>
            </p:cNvPr>
            <p:cNvSpPr>
              <a:spLocks noChangeShapeType="1"/>
            </p:cNvSpPr>
            <p:nvPr/>
          </p:nvSpPr>
          <p:spPr bwMode="auto">
            <a:xfrm>
              <a:off x="3600" y="864"/>
              <a:ext cx="288"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390" name="AutoShape 31">
            <a:extLst>
              <a:ext uri="{FF2B5EF4-FFF2-40B4-BE49-F238E27FC236}">
                <a16:creationId xmlns:a16="http://schemas.microsoft.com/office/drawing/2014/main" id="{5FDCBB3E-D2D7-4002-A710-412CEFF84B88}"/>
              </a:ext>
            </a:extLst>
          </p:cNvPr>
          <p:cNvSpPr>
            <a:spLocks noChangeArrowheads="1"/>
          </p:cNvSpPr>
          <p:nvPr/>
        </p:nvSpPr>
        <p:spPr bwMode="auto">
          <a:xfrm>
            <a:off x="6443663" y="3173413"/>
            <a:ext cx="1657350" cy="720725"/>
          </a:xfrm>
          <a:prstGeom prst="wedgeRoundRectCallout">
            <a:avLst>
              <a:gd name="adj1" fmla="val -43773"/>
              <a:gd name="adj2" fmla="val 100000"/>
              <a:gd name="adj3" fmla="val 16667"/>
            </a:avLst>
          </a:prstGeom>
          <a:solidFill>
            <a:srgbClr val="FFFF99"/>
          </a:solidFill>
          <a:ln w="9525">
            <a:solidFill>
              <a:schemeClr val="accent2"/>
            </a:solidFill>
            <a:miter lim="800000"/>
            <a:headEnd/>
            <a:tailEnd/>
          </a:ln>
          <a:effectLst>
            <a:prstShdw prst="shdw17" dist="17961" dir="13500000">
              <a:srgbClr val="1F1F7A"/>
            </a:prstShdw>
          </a:effectLst>
        </p:spPr>
        <p:txBody>
          <a:bodyPr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000" dirty="0">
                <a:latin typeface="Times New Roman" panose="02020603050405020304" pitchFamily="18" charset="0"/>
              </a:rPr>
              <a:t>Node</a:t>
            </a:r>
            <a:r>
              <a:rPr lang="zh-CN" altLang="en-US" sz="2000" dirty="0">
                <a:latin typeface="Times New Roman" panose="02020603050405020304" pitchFamily="18" charset="0"/>
              </a:rPr>
              <a:t>类型</a:t>
            </a:r>
          </a:p>
        </p:txBody>
      </p:sp>
      <p:sp>
        <p:nvSpPr>
          <p:cNvPr id="16391" name="AutoShape 32">
            <a:extLst>
              <a:ext uri="{FF2B5EF4-FFF2-40B4-BE49-F238E27FC236}">
                <a16:creationId xmlns:a16="http://schemas.microsoft.com/office/drawing/2014/main" id="{EB36511F-06C8-4F70-B479-D82EC4FCBBA8}"/>
              </a:ext>
            </a:extLst>
          </p:cNvPr>
          <p:cNvSpPr>
            <a:spLocks noChangeArrowheads="1"/>
          </p:cNvSpPr>
          <p:nvPr/>
        </p:nvSpPr>
        <p:spPr bwMode="auto">
          <a:xfrm>
            <a:off x="2555875" y="2814638"/>
            <a:ext cx="2232025" cy="720725"/>
          </a:xfrm>
          <a:prstGeom prst="wedgeRoundRectCallout">
            <a:avLst>
              <a:gd name="adj1" fmla="val -82148"/>
              <a:gd name="adj2" fmla="val 58810"/>
              <a:gd name="adj3" fmla="val 16667"/>
            </a:avLst>
          </a:prstGeom>
          <a:solidFill>
            <a:srgbClr val="FFFF99"/>
          </a:solidFill>
          <a:ln w="9525">
            <a:solidFill>
              <a:schemeClr val="accent2"/>
            </a:solidFill>
            <a:miter lim="800000"/>
            <a:headEnd/>
            <a:tailEnd/>
          </a:ln>
          <a:effectLst>
            <a:prstShdw prst="shdw17" dist="17961" dir="13500000">
              <a:srgbClr val="1F1F7A"/>
            </a:prstShdw>
          </a:effectLst>
        </p:spPr>
        <p:txBody>
          <a:bodyPr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000" dirty="0" err="1">
                <a:latin typeface="Times New Roman" panose="02020603050405020304" pitchFamily="18" charset="0"/>
              </a:rPr>
              <a:t>PtrNode</a:t>
            </a:r>
            <a:r>
              <a:rPr lang="zh-CN" altLang="en-US" sz="2000" dirty="0">
                <a:latin typeface="Times New Roman" panose="02020603050405020304" pitchFamily="18" charset="0"/>
              </a:rPr>
              <a:t>类型</a:t>
            </a:r>
          </a:p>
        </p:txBody>
      </p:sp>
      <p:sp>
        <p:nvSpPr>
          <p:cNvPr id="16392" name="Rectangle 33">
            <a:extLst>
              <a:ext uri="{FF2B5EF4-FFF2-40B4-BE49-F238E27FC236}">
                <a16:creationId xmlns:a16="http://schemas.microsoft.com/office/drawing/2014/main" id="{5B6053D3-445E-4175-A265-3DF53478D46B}"/>
              </a:ext>
            </a:extLst>
          </p:cNvPr>
          <p:cNvSpPr>
            <a:spLocks noChangeArrowheads="1"/>
          </p:cNvSpPr>
          <p:nvPr/>
        </p:nvSpPr>
        <p:spPr bwMode="auto">
          <a:xfrm>
            <a:off x="684213" y="859474"/>
            <a:ext cx="3887787" cy="1983740"/>
          </a:xfrm>
          <a:prstGeom prst="rect">
            <a:avLst/>
          </a:prstGeom>
          <a:solidFill>
            <a:srgbClr val="CCFFCC"/>
          </a:solidFill>
          <a:ln w="9525">
            <a:solidFill>
              <a:schemeClr val="accent1"/>
            </a:solidFill>
            <a:miter lim="800000"/>
            <a:headEnd/>
            <a:tailEnd/>
          </a:ln>
        </p:spPr>
        <p:txBody>
          <a:bodyPr/>
          <a:lstStyle>
            <a:lvl1pPr marL="342900" indent="-342900">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lnSpc>
                <a:spcPct val="90000"/>
              </a:lnSpc>
              <a:buFontTx/>
              <a:buNone/>
            </a:pPr>
            <a:r>
              <a:rPr lang="en-US" altLang="zh-CN" sz="2400" b="0" dirty="0">
                <a:latin typeface="Consolas" panose="020B0609020204030204" pitchFamily="49" charset="0"/>
              </a:rPr>
              <a:t>#define </a:t>
            </a:r>
            <a:r>
              <a:rPr lang="en-US" altLang="zh-CN" sz="2400" b="0" dirty="0" err="1">
                <a:latin typeface="Consolas" panose="020B0609020204030204" pitchFamily="49" charset="0"/>
              </a:rPr>
              <a:t>ElemType</a:t>
            </a:r>
            <a:r>
              <a:rPr lang="en-US" altLang="zh-CN" sz="2400" b="0" dirty="0">
                <a:latin typeface="Consolas" panose="020B0609020204030204" pitchFamily="49" charset="0"/>
              </a:rPr>
              <a:t> int</a:t>
            </a:r>
          </a:p>
          <a:p>
            <a:pPr eaLnBrk="1" hangingPunct="1">
              <a:lnSpc>
                <a:spcPct val="90000"/>
              </a:lnSpc>
              <a:buFontTx/>
              <a:buNone/>
            </a:pPr>
            <a:r>
              <a:rPr lang="en-US" altLang="zh-CN" sz="2400" b="0" dirty="0">
                <a:latin typeface="Consolas" panose="020B0609020204030204" pitchFamily="49" charset="0"/>
              </a:rPr>
              <a:t>struct Node{</a:t>
            </a:r>
          </a:p>
          <a:p>
            <a:pPr eaLnBrk="1" hangingPunct="1">
              <a:lnSpc>
                <a:spcPct val="90000"/>
              </a:lnSpc>
              <a:buFontTx/>
              <a:buNone/>
            </a:pPr>
            <a:r>
              <a:rPr lang="en-US" altLang="zh-CN" sz="2400" b="0" dirty="0">
                <a:latin typeface="Consolas" panose="020B0609020204030204" pitchFamily="49" charset="0"/>
              </a:rPr>
              <a:t>	 </a:t>
            </a:r>
            <a:r>
              <a:rPr lang="en-US" altLang="zh-CN" sz="2400" b="0" dirty="0" err="1">
                <a:latin typeface="Consolas" panose="020B0609020204030204" pitchFamily="49" charset="0"/>
              </a:rPr>
              <a:t>ElemType</a:t>
            </a:r>
            <a:r>
              <a:rPr lang="en-US" altLang="zh-CN" sz="2400" b="0" dirty="0">
                <a:latin typeface="Consolas" panose="020B0609020204030204" pitchFamily="49" charset="0"/>
              </a:rPr>
              <a:t> data;</a:t>
            </a:r>
          </a:p>
          <a:p>
            <a:pPr eaLnBrk="1" hangingPunct="1">
              <a:lnSpc>
                <a:spcPct val="90000"/>
              </a:lnSpc>
              <a:buFontTx/>
              <a:buNone/>
            </a:pPr>
            <a:r>
              <a:rPr lang="en-US" altLang="zh-CN" sz="2400" b="0" dirty="0">
                <a:latin typeface="Consolas" panose="020B0609020204030204" pitchFamily="49" charset="0"/>
              </a:rPr>
              <a:t>	struct Node * next; </a:t>
            </a:r>
          </a:p>
          <a:p>
            <a:pPr eaLnBrk="1" hangingPunct="1">
              <a:lnSpc>
                <a:spcPct val="90000"/>
              </a:lnSpc>
              <a:buFontTx/>
              <a:buNone/>
            </a:pPr>
            <a:r>
              <a:rPr lang="en-US" altLang="zh-CN" sz="2400" b="0" dirty="0">
                <a:latin typeface="Consolas" panose="020B0609020204030204" pitchFamily="49" charset="0"/>
              </a:rPr>
              <a:t>};</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68609">
            <a:extLst>
              <a:ext uri="{FF2B5EF4-FFF2-40B4-BE49-F238E27FC236}">
                <a16:creationId xmlns:a16="http://schemas.microsoft.com/office/drawing/2014/main" id="{5D4ACDC3-B2DA-4D35-B994-61FDC1A1C639}"/>
              </a:ext>
            </a:extLst>
          </p:cNvPr>
          <p:cNvSpPr>
            <a:spLocks noGrp="1" noChangeArrowheads="1"/>
          </p:cNvSpPr>
          <p:nvPr>
            <p:ph type="title"/>
          </p:nvPr>
        </p:nvSpPr>
        <p:spPr/>
        <p:txBody>
          <a:bodyPr/>
          <a:lstStyle/>
          <a:p>
            <a:r>
              <a:rPr lang="zh-CN" altLang="en-US" dirty="0"/>
              <a:t>带空节点的链表</a:t>
            </a:r>
          </a:p>
        </p:txBody>
      </p:sp>
      <p:sp>
        <p:nvSpPr>
          <p:cNvPr id="60419" name="文本占位符 68610">
            <a:extLst>
              <a:ext uri="{FF2B5EF4-FFF2-40B4-BE49-F238E27FC236}">
                <a16:creationId xmlns:a16="http://schemas.microsoft.com/office/drawing/2014/main" id="{6286D972-F873-4677-A5AD-2508539ED5D7}"/>
              </a:ext>
            </a:extLst>
          </p:cNvPr>
          <p:cNvSpPr>
            <a:spLocks noGrp="1" noChangeArrowheads="1"/>
          </p:cNvSpPr>
          <p:nvPr>
            <p:ph idx="1"/>
          </p:nvPr>
        </p:nvSpPr>
        <p:spPr>
          <a:xfrm>
            <a:off x="685799" y="1319213"/>
            <a:ext cx="8134673" cy="4611687"/>
          </a:xfrm>
        </p:spPr>
        <p:txBody>
          <a:bodyPr/>
          <a:lstStyle/>
          <a:p>
            <a:r>
              <a:rPr lang="zh-CN" altLang="en-US" b="1" dirty="0"/>
              <a:t>空节点</a:t>
            </a:r>
            <a:r>
              <a:rPr lang="zh-CN" altLang="en-US" dirty="0"/>
              <a:t>不实际存放数据，只存放下一节点地址。因此初始链表也不可能为空，从而简化对前驱节点非空的判断逻辑（插入节点或删除节点时不用判断前驱节点为空的情况），也避免了头指针的变更，简化函数返回值。</a:t>
            </a:r>
          </a:p>
        </p:txBody>
      </p:sp>
      <p:grpSp>
        <p:nvGrpSpPr>
          <p:cNvPr id="60420" name="Group 5">
            <a:extLst>
              <a:ext uri="{FF2B5EF4-FFF2-40B4-BE49-F238E27FC236}">
                <a16:creationId xmlns:a16="http://schemas.microsoft.com/office/drawing/2014/main" id="{6DF8CFCF-B4B7-4547-B139-1FA2CE71181F}"/>
              </a:ext>
            </a:extLst>
          </p:cNvPr>
          <p:cNvGrpSpPr>
            <a:grpSpLocks/>
          </p:cNvGrpSpPr>
          <p:nvPr/>
        </p:nvGrpSpPr>
        <p:grpSpPr bwMode="auto">
          <a:xfrm>
            <a:off x="1524000" y="4327525"/>
            <a:ext cx="990600" cy="466725"/>
            <a:chOff x="0" y="0"/>
            <a:chExt cx="624" cy="294"/>
          </a:xfrm>
        </p:grpSpPr>
        <p:sp>
          <p:nvSpPr>
            <p:cNvPr id="60450" name="Text Box 6">
              <a:extLst>
                <a:ext uri="{FF2B5EF4-FFF2-40B4-BE49-F238E27FC236}">
                  <a16:creationId xmlns:a16="http://schemas.microsoft.com/office/drawing/2014/main" id="{DE965ED0-E6A5-4B8A-B615-0178DC3A25EF}"/>
                </a:ext>
              </a:extLst>
            </p:cNvPr>
            <p:cNvSpPr txBox="1">
              <a:spLocks noChangeArrowheads="1"/>
            </p:cNvSpPr>
            <p:nvPr/>
          </p:nvSpPr>
          <p:spPr bwMode="auto">
            <a:xfrm>
              <a:off x="0" y="0"/>
              <a:ext cx="624" cy="294"/>
            </a:xfrm>
            <a:prstGeom prst="rect">
              <a:avLst/>
            </a:prstGeom>
            <a:solidFill>
              <a:srgbClr val="FF3300"/>
            </a:solidFill>
            <a:ln w="9525">
              <a:solidFill>
                <a:schemeClr val="tx1"/>
              </a:solidFill>
              <a:bevel/>
              <a:headEnd/>
              <a:tailEnd/>
            </a:ln>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solidFill>
                    <a:srgbClr val="FF3300"/>
                  </a:solidFill>
                  <a:latin typeface="Times New Roman" panose="02020603050405020304" pitchFamily="18" charset="0"/>
                </a:rPr>
                <a:t>    </a:t>
              </a:r>
            </a:p>
          </p:txBody>
        </p:sp>
        <p:sp>
          <p:nvSpPr>
            <p:cNvPr id="60451" name="Line 7">
              <a:extLst>
                <a:ext uri="{FF2B5EF4-FFF2-40B4-BE49-F238E27FC236}">
                  <a16:creationId xmlns:a16="http://schemas.microsoft.com/office/drawing/2014/main" id="{934676A0-1CFD-47F9-A427-2E19C31D864B}"/>
                </a:ext>
              </a:extLst>
            </p:cNvPr>
            <p:cNvSpPr>
              <a:spLocks noChangeShapeType="1"/>
            </p:cNvSpPr>
            <p:nvPr/>
          </p:nvSpPr>
          <p:spPr bwMode="auto">
            <a:xfrm>
              <a:off x="336" y="0"/>
              <a:ext cx="0" cy="288"/>
            </a:xfrm>
            <a:prstGeom prst="line">
              <a:avLst/>
            </a:prstGeom>
            <a:noFill/>
            <a:ln w="9525">
              <a:solidFill>
                <a:schemeClr val="tx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0421" name="Group 8">
            <a:extLst>
              <a:ext uri="{FF2B5EF4-FFF2-40B4-BE49-F238E27FC236}">
                <a16:creationId xmlns:a16="http://schemas.microsoft.com/office/drawing/2014/main" id="{B9E55B09-3D0D-4170-BBD1-A822232F4BF4}"/>
              </a:ext>
            </a:extLst>
          </p:cNvPr>
          <p:cNvGrpSpPr>
            <a:grpSpLocks/>
          </p:cNvGrpSpPr>
          <p:nvPr/>
        </p:nvGrpSpPr>
        <p:grpSpPr bwMode="auto">
          <a:xfrm>
            <a:off x="3124200" y="4327525"/>
            <a:ext cx="990600" cy="466725"/>
            <a:chOff x="0" y="0"/>
            <a:chExt cx="624" cy="294"/>
          </a:xfrm>
        </p:grpSpPr>
        <p:sp>
          <p:nvSpPr>
            <p:cNvPr id="60448" name="Text Box 9">
              <a:extLst>
                <a:ext uri="{FF2B5EF4-FFF2-40B4-BE49-F238E27FC236}">
                  <a16:creationId xmlns:a16="http://schemas.microsoft.com/office/drawing/2014/main" id="{00A7A0CC-AC57-4F40-A6C9-6381A34AB493}"/>
                </a:ext>
              </a:extLst>
            </p:cNvPr>
            <p:cNvSpPr txBox="1">
              <a:spLocks noChangeArrowheads="1"/>
            </p:cNvSpPr>
            <p:nvPr/>
          </p:nvSpPr>
          <p:spPr bwMode="auto">
            <a:xfrm>
              <a:off x="0" y="0"/>
              <a:ext cx="624" cy="294"/>
            </a:xfrm>
            <a:prstGeom prst="rect">
              <a:avLst/>
            </a:prstGeom>
            <a:noFill/>
            <a:ln w="9525">
              <a:solidFill>
                <a:schemeClr val="tx1"/>
              </a:solidFill>
              <a:bevel/>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19  </a:t>
              </a:r>
            </a:p>
          </p:txBody>
        </p:sp>
        <p:sp>
          <p:nvSpPr>
            <p:cNvPr id="60449" name="Line 10">
              <a:extLst>
                <a:ext uri="{FF2B5EF4-FFF2-40B4-BE49-F238E27FC236}">
                  <a16:creationId xmlns:a16="http://schemas.microsoft.com/office/drawing/2014/main" id="{35BF4A02-3C8B-4C85-8AA5-EDECE0E9CBD7}"/>
                </a:ext>
              </a:extLst>
            </p:cNvPr>
            <p:cNvSpPr>
              <a:spLocks noChangeShapeType="1"/>
            </p:cNvSpPr>
            <p:nvPr/>
          </p:nvSpPr>
          <p:spPr bwMode="auto">
            <a:xfrm>
              <a:off x="336" y="0"/>
              <a:ext cx="0" cy="288"/>
            </a:xfrm>
            <a:prstGeom prst="line">
              <a:avLst/>
            </a:prstGeom>
            <a:noFill/>
            <a:ln w="9525">
              <a:solidFill>
                <a:schemeClr val="tx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0422" name="Group 11">
            <a:extLst>
              <a:ext uri="{FF2B5EF4-FFF2-40B4-BE49-F238E27FC236}">
                <a16:creationId xmlns:a16="http://schemas.microsoft.com/office/drawing/2014/main" id="{85974B6C-366A-4658-9648-2F56F4C59EAF}"/>
              </a:ext>
            </a:extLst>
          </p:cNvPr>
          <p:cNvGrpSpPr>
            <a:grpSpLocks/>
          </p:cNvGrpSpPr>
          <p:nvPr/>
        </p:nvGrpSpPr>
        <p:grpSpPr bwMode="auto">
          <a:xfrm>
            <a:off x="7469188" y="4327525"/>
            <a:ext cx="990600" cy="466725"/>
            <a:chOff x="0" y="0"/>
            <a:chExt cx="624" cy="294"/>
          </a:xfrm>
        </p:grpSpPr>
        <p:sp>
          <p:nvSpPr>
            <p:cNvPr id="60446" name="Text Box 12">
              <a:extLst>
                <a:ext uri="{FF2B5EF4-FFF2-40B4-BE49-F238E27FC236}">
                  <a16:creationId xmlns:a16="http://schemas.microsoft.com/office/drawing/2014/main" id="{C46EB7ED-3184-49F2-B437-E344EE9FBC4B}"/>
                </a:ext>
              </a:extLst>
            </p:cNvPr>
            <p:cNvSpPr txBox="1">
              <a:spLocks noChangeArrowheads="1"/>
            </p:cNvSpPr>
            <p:nvPr/>
          </p:nvSpPr>
          <p:spPr bwMode="auto">
            <a:xfrm>
              <a:off x="0" y="0"/>
              <a:ext cx="624" cy="294"/>
            </a:xfrm>
            <a:prstGeom prst="rect">
              <a:avLst/>
            </a:prstGeom>
            <a:noFill/>
            <a:ln w="9525">
              <a:solidFill>
                <a:schemeClr val="tx1"/>
              </a:solidFill>
              <a:bevel/>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47  </a:t>
              </a:r>
            </a:p>
          </p:txBody>
        </p:sp>
        <p:sp>
          <p:nvSpPr>
            <p:cNvPr id="60447" name="Line 13">
              <a:extLst>
                <a:ext uri="{FF2B5EF4-FFF2-40B4-BE49-F238E27FC236}">
                  <a16:creationId xmlns:a16="http://schemas.microsoft.com/office/drawing/2014/main" id="{EB3A7719-3E2F-4767-9279-A2FA141E5D6B}"/>
                </a:ext>
              </a:extLst>
            </p:cNvPr>
            <p:cNvSpPr>
              <a:spLocks noChangeShapeType="1"/>
            </p:cNvSpPr>
            <p:nvPr/>
          </p:nvSpPr>
          <p:spPr bwMode="auto">
            <a:xfrm>
              <a:off x="336" y="0"/>
              <a:ext cx="0" cy="288"/>
            </a:xfrm>
            <a:prstGeom prst="line">
              <a:avLst/>
            </a:prstGeom>
            <a:noFill/>
            <a:ln w="9525">
              <a:solidFill>
                <a:schemeClr val="tx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0423" name="Group 14">
            <a:extLst>
              <a:ext uri="{FF2B5EF4-FFF2-40B4-BE49-F238E27FC236}">
                <a16:creationId xmlns:a16="http://schemas.microsoft.com/office/drawing/2014/main" id="{17B585A5-1ED9-4656-BE2A-2914AC5E4FDF}"/>
              </a:ext>
            </a:extLst>
          </p:cNvPr>
          <p:cNvGrpSpPr>
            <a:grpSpLocks/>
          </p:cNvGrpSpPr>
          <p:nvPr/>
        </p:nvGrpSpPr>
        <p:grpSpPr bwMode="auto">
          <a:xfrm>
            <a:off x="2286000" y="4524375"/>
            <a:ext cx="838200" cy="76200"/>
            <a:chOff x="0" y="0"/>
            <a:chExt cx="528" cy="48"/>
          </a:xfrm>
        </p:grpSpPr>
        <p:sp>
          <p:nvSpPr>
            <p:cNvPr id="60444" name="Line 15">
              <a:extLst>
                <a:ext uri="{FF2B5EF4-FFF2-40B4-BE49-F238E27FC236}">
                  <a16:creationId xmlns:a16="http://schemas.microsoft.com/office/drawing/2014/main" id="{5BCFA0F0-40ED-4389-9B89-10F90CB8B626}"/>
                </a:ext>
              </a:extLst>
            </p:cNvPr>
            <p:cNvSpPr>
              <a:spLocks noChangeShapeType="1"/>
            </p:cNvSpPr>
            <p:nvPr/>
          </p:nvSpPr>
          <p:spPr bwMode="auto">
            <a:xfrm>
              <a:off x="48" y="21"/>
              <a:ext cx="480" cy="0"/>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445" name="Oval 16">
              <a:extLst>
                <a:ext uri="{FF2B5EF4-FFF2-40B4-BE49-F238E27FC236}">
                  <a16:creationId xmlns:a16="http://schemas.microsoft.com/office/drawing/2014/main" id="{CF3A3C66-2FA7-498A-B29B-2DDA03AEE588}"/>
                </a:ext>
              </a:extLst>
            </p:cNvPr>
            <p:cNvSpPr>
              <a:spLocks noChangeArrowheads="1"/>
            </p:cNvSpPr>
            <p:nvPr/>
          </p:nvSpPr>
          <p:spPr bwMode="auto">
            <a:xfrm>
              <a:off x="0" y="0"/>
              <a:ext cx="48" cy="48"/>
            </a:xfrm>
            <a:prstGeom prst="ellipse">
              <a:avLst/>
            </a:prstGeom>
            <a:solidFill>
              <a:schemeClr val="accent1"/>
            </a:solidFill>
            <a:ln w="9525">
              <a:solidFill>
                <a:schemeClr val="tx1"/>
              </a:solidFill>
              <a:bevel/>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60424" name="Group 17">
            <a:extLst>
              <a:ext uri="{FF2B5EF4-FFF2-40B4-BE49-F238E27FC236}">
                <a16:creationId xmlns:a16="http://schemas.microsoft.com/office/drawing/2014/main" id="{30AC270B-B14F-42EA-82DD-71D4AE28272F}"/>
              </a:ext>
            </a:extLst>
          </p:cNvPr>
          <p:cNvGrpSpPr>
            <a:grpSpLocks/>
          </p:cNvGrpSpPr>
          <p:nvPr/>
        </p:nvGrpSpPr>
        <p:grpSpPr bwMode="auto">
          <a:xfrm>
            <a:off x="3886200" y="4527550"/>
            <a:ext cx="838200" cy="76200"/>
            <a:chOff x="0" y="0"/>
            <a:chExt cx="528" cy="48"/>
          </a:xfrm>
        </p:grpSpPr>
        <p:sp>
          <p:nvSpPr>
            <p:cNvPr id="60442" name="Line 18">
              <a:extLst>
                <a:ext uri="{FF2B5EF4-FFF2-40B4-BE49-F238E27FC236}">
                  <a16:creationId xmlns:a16="http://schemas.microsoft.com/office/drawing/2014/main" id="{90610C5F-9E2E-4E62-ADC7-216A61E538C3}"/>
                </a:ext>
              </a:extLst>
            </p:cNvPr>
            <p:cNvSpPr>
              <a:spLocks noChangeShapeType="1"/>
            </p:cNvSpPr>
            <p:nvPr/>
          </p:nvSpPr>
          <p:spPr bwMode="auto">
            <a:xfrm>
              <a:off x="48" y="21"/>
              <a:ext cx="480" cy="0"/>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443" name="Oval 19">
              <a:extLst>
                <a:ext uri="{FF2B5EF4-FFF2-40B4-BE49-F238E27FC236}">
                  <a16:creationId xmlns:a16="http://schemas.microsoft.com/office/drawing/2014/main" id="{DC95C9CD-CD6E-4F3C-ABAF-77A0F070468B}"/>
                </a:ext>
              </a:extLst>
            </p:cNvPr>
            <p:cNvSpPr>
              <a:spLocks noChangeArrowheads="1"/>
            </p:cNvSpPr>
            <p:nvPr/>
          </p:nvSpPr>
          <p:spPr bwMode="auto">
            <a:xfrm>
              <a:off x="0" y="0"/>
              <a:ext cx="48" cy="48"/>
            </a:xfrm>
            <a:prstGeom prst="ellipse">
              <a:avLst/>
            </a:prstGeom>
            <a:solidFill>
              <a:schemeClr val="accent1"/>
            </a:solidFill>
            <a:ln w="9525">
              <a:solidFill>
                <a:schemeClr val="tx1"/>
              </a:solidFill>
              <a:bevel/>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sp>
        <p:nvSpPr>
          <p:cNvPr id="60425" name="Text Box 20">
            <a:extLst>
              <a:ext uri="{FF2B5EF4-FFF2-40B4-BE49-F238E27FC236}">
                <a16:creationId xmlns:a16="http://schemas.microsoft.com/office/drawing/2014/main" id="{D3DD551D-3E02-4444-B064-E5680D03E78F}"/>
              </a:ext>
            </a:extLst>
          </p:cNvPr>
          <p:cNvSpPr txBox="1">
            <a:spLocks noChangeArrowheads="1"/>
          </p:cNvSpPr>
          <p:nvPr/>
        </p:nvSpPr>
        <p:spPr bwMode="auto">
          <a:xfrm>
            <a:off x="6407150" y="4251325"/>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 </a:t>
            </a:r>
          </a:p>
        </p:txBody>
      </p:sp>
      <p:sp>
        <p:nvSpPr>
          <p:cNvPr id="60426" name="Line 21">
            <a:extLst>
              <a:ext uri="{FF2B5EF4-FFF2-40B4-BE49-F238E27FC236}">
                <a16:creationId xmlns:a16="http://schemas.microsoft.com/office/drawing/2014/main" id="{47E910D9-D81B-4892-9799-7FEA385D07DE}"/>
              </a:ext>
            </a:extLst>
          </p:cNvPr>
          <p:cNvSpPr>
            <a:spLocks noChangeShapeType="1"/>
          </p:cNvSpPr>
          <p:nvPr/>
        </p:nvSpPr>
        <p:spPr bwMode="auto">
          <a:xfrm>
            <a:off x="6859588" y="4556125"/>
            <a:ext cx="609600" cy="0"/>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60427" name="Group 22">
            <a:extLst>
              <a:ext uri="{FF2B5EF4-FFF2-40B4-BE49-F238E27FC236}">
                <a16:creationId xmlns:a16="http://schemas.microsoft.com/office/drawing/2014/main" id="{F44AC5A4-3BC3-4D71-A875-55CAFFE73AFF}"/>
              </a:ext>
            </a:extLst>
          </p:cNvPr>
          <p:cNvGrpSpPr>
            <a:grpSpLocks/>
          </p:cNvGrpSpPr>
          <p:nvPr/>
        </p:nvGrpSpPr>
        <p:grpSpPr bwMode="auto">
          <a:xfrm>
            <a:off x="279400" y="3454067"/>
            <a:ext cx="1244600" cy="1066800"/>
            <a:chOff x="0" y="0"/>
            <a:chExt cx="784" cy="672"/>
          </a:xfrm>
        </p:grpSpPr>
        <p:sp>
          <p:nvSpPr>
            <p:cNvPr id="60437" name="Text Box 23">
              <a:extLst>
                <a:ext uri="{FF2B5EF4-FFF2-40B4-BE49-F238E27FC236}">
                  <a16:creationId xmlns:a16="http://schemas.microsoft.com/office/drawing/2014/main" id="{E08F4040-2FF1-496A-80FB-62EE39F20C3D}"/>
                </a:ext>
              </a:extLst>
            </p:cNvPr>
            <p:cNvSpPr txBox="1">
              <a:spLocks noChangeArrowheads="1"/>
            </p:cNvSpPr>
            <p:nvPr/>
          </p:nvSpPr>
          <p:spPr bwMode="auto">
            <a:xfrm>
              <a:off x="192" y="288"/>
              <a:ext cx="336" cy="294"/>
            </a:xfrm>
            <a:prstGeom prst="rect">
              <a:avLst/>
            </a:prstGeom>
            <a:noFill/>
            <a:ln w="9525">
              <a:solidFill>
                <a:schemeClr val="tx1"/>
              </a:solidFill>
              <a:bevel/>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60438" name="Text Box 24">
              <a:extLst>
                <a:ext uri="{FF2B5EF4-FFF2-40B4-BE49-F238E27FC236}">
                  <a16:creationId xmlns:a16="http://schemas.microsoft.com/office/drawing/2014/main" id="{AD3CC662-60A6-47AB-B936-2127CB21D088}"/>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latin typeface="Times New Roman" panose="02020603050405020304" pitchFamily="18" charset="0"/>
                </a:rPr>
                <a:t>head</a:t>
              </a:r>
            </a:p>
          </p:txBody>
        </p:sp>
        <p:grpSp>
          <p:nvGrpSpPr>
            <p:cNvPr id="60439" name="Group 25">
              <a:extLst>
                <a:ext uri="{FF2B5EF4-FFF2-40B4-BE49-F238E27FC236}">
                  <a16:creationId xmlns:a16="http://schemas.microsoft.com/office/drawing/2014/main" id="{EC3949DF-B371-47BC-897F-61C28732DD5E}"/>
                </a:ext>
              </a:extLst>
            </p:cNvPr>
            <p:cNvGrpSpPr>
              <a:grpSpLocks/>
            </p:cNvGrpSpPr>
            <p:nvPr/>
          </p:nvGrpSpPr>
          <p:grpSpPr bwMode="auto">
            <a:xfrm>
              <a:off x="336" y="432"/>
              <a:ext cx="448" cy="240"/>
              <a:chOff x="0" y="0"/>
              <a:chExt cx="448" cy="240"/>
            </a:xfrm>
          </p:grpSpPr>
          <p:sp>
            <p:nvSpPr>
              <p:cNvPr id="60440" name="Oval 26">
                <a:extLst>
                  <a:ext uri="{FF2B5EF4-FFF2-40B4-BE49-F238E27FC236}">
                    <a16:creationId xmlns:a16="http://schemas.microsoft.com/office/drawing/2014/main" id="{3456E026-1C1B-4449-BC71-A3A7DF6200A2}"/>
                  </a:ext>
                </a:extLst>
              </p:cNvPr>
              <p:cNvSpPr>
                <a:spLocks noChangeArrowheads="1"/>
              </p:cNvSpPr>
              <p:nvPr/>
            </p:nvSpPr>
            <p:spPr bwMode="auto">
              <a:xfrm>
                <a:off x="0" y="0"/>
                <a:ext cx="48" cy="48"/>
              </a:xfrm>
              <a:prstGeom prst="ellipse">
                <a:avLst/>
              </a:prstGeom>
              <a:solidFill>
                <a:schemeClr val="accent1"/>
              </a:solidFill>
              <a:ln w="9525">
                <a:solidFill>
                  <a:schemeClr val="tx1"/>
                </a:solidFill>
                <a:bevel/>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60441" name="Line 27">
                <a:extLst>
                  <a:ext uri="{FF2B5EF4-FFF2-40B4-BE49-F238E27FC236}">
                    <a16:creationId xmlns:a16="http://schemas.microsoft.com/office/drawing/2014/main" id="{952635BD-A858-430C-AEC6-A44B2AF64978}"/>
                  </a:ext>
                </a:extLst>
              </p:cNvPr>
              <p:cNvSpPr>
                <a:spLocks noChangeShapeType="1"/>
              </p:cNvSpPr>
              <p:nvPr/>
            </p:nvSpPr>
            <p:spPr bwMode="auto">
              <a:xfrm>
                <a:off x="18" y="48"/>
                <a:ext cx="430" cy="192"/>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60428" name="Line 28">
            <a:extLst>
              <a:ext uri="{FF2B5EF4-FFF2-40B4-BE49-F238E27FC236}">
                <a16:creationId xmlns:a16="http://schemas.microsoft.com/office/drawing/2014/main" id="{0399F565-5F7F-46D7-B85A-8E210064C6E2}"/>
              </a:ext>
            </a:extLst>
          </p:cNvPr>
          <p:cNvSpPr>
            <a:spLocks noChangeShapeType="1"/>
          </p:cNvSpPr>
          <p:nvPr/>
        </p:nvSpPr>
        <p:spPr bwMode="auto">
          <a:xfrm>
            <a:off x="8002588" y="4327525"/>
            <a:ext cx="457200" cy="457200"/>
          </a:xfrm>
          <a:prstGeom prst="line">
            <a:avLst/>
          </a:prstGeom>
          <a:noFill/>
          <a:ln w="9525">
            <a:solidFill>
              <a:schemeClr val="tx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0429" name="Group 38">
            <a:extLst>
              <a:ext uri="{FF2B5EF4-FFF2-40B4-BE49-F238E27FC236}">
                <a16:creationId xmlns:a16="http://schemas.microsoft.com/office/drawing/2014/main" id="{3D4F0069-2126-485A-8259-8B5F1F71C1F4}"/>
              </a:ext>
            </a:extLst>
          </p:cNvPr>
          <p:cNvGrpSpPr>
            <a:grpSpLocks/>
          </p:cNvGrpSpPr>
          <p:nvPr/>
        </p:nvGrpSpPr>
        <p:grpSpPr bwMode="auto">
          <a:xfrm>
            <a:off x="4700588" y="4324350"/>
            <a:ext cx="990600" cy="466725"/>
            <a:chOff x="0" y="0"/>
            <a:chExt cx="624" cy="294"/>
          </a:xfrm>
        </p:grpSpPr>
        <p:sp>
          <p:nvSpPr>
            <p:cNvPr id="60435" name="Text Box 39">
              <a:extLst>
                <a:ext uri="{FF2B5EF4-FFF2-40B4-BE49-F238E27FC236}">
                  <a16:creationId xmlns:a16="http://schemas.microsoft.com/office/drawing/2014/main" id="{0DFED12A-0C71-4333-85D8-76546C7EA9DC}"/>
                </a:ext>
              </a:extLst>
            </p:cNvPr>
            <p:cNvSpPr txBox="1">
              <a:spLocks noChangeArrowheads="1"/>
            </p:cNvSpPr>
            <p:nvPr/>
          </p:nvSpPr>
          <p:spPr bwMode="auto">
            <a:xfrm>
              <a:off x="0" y="0"/>
              <a:ext cx="624" cy="294"/>
            </a:xfrm>
            <a:prstGeom prst="rect">
              <a:avLst/>
            </a:prstGeom>
            <a:noFill/>
            <a:ln w="9525">
              <a:solidFill>
                <a:schemeClr val="tx1"/>
              </a:solidFill>
              <a:bevel/>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37     </a:t>
              </a:r>
            </a:p>
          </p:txBody>
        </p:sp>
        <p:sp>
          <p:nvSpPr>
            <p:cNvPr id="60436" name="Line 40">
              <a:extLst>
                <a:ext uri="{FF2B5EF4-FFF2-40B4-BE49-F238E27FC236}">
                  <a16:creationId xmlns:a16="http://schemas.microsoft.com/office/drawing/2014/main" id="{E934C2C7-08BA-44FE-A67D-4C9C1AF2886A}"/>
                </a:ext>
              </a:extLst>
            </p:cNvPr>
            <p:cNvSpPr>
              <a:spLocks noChangeShapeType="1"/>
            </p:cNvSpPr>
            <p:nvPr/>
          </p:nvSpPr>
          <p:spPr bwMode="auto">
            <a:xfrm>
              <a:off x="336" y="0"/>
              <a:ext cx="0" cy="288"/>
            </a:xfrm>
            <a:prstGeom prst="line">
              <a:avLst/>
            </a:prstGeom>
            <a:noFill/>
            <a:ln w="9525">
              <a:solidFill>
                <a:schemeClr val="tx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0430" name="Group 41">
            <a:extLst>
              <a:ext uri="{FF2B5EF4-FFF2-40B4-BE49-F238E27FC236}">
                <a16:creationId xmlns:a16="http://schemas.microsoft.com/office/drawing/2014/main" id="{369903C5-620A-4C20-B5C2-FCB6D2EF0086}"/>
              </a:ext>
            </a:extLst>
          </p:cNvPr>
          <p:cNvGrpSpPr>
            <a:grpSpLocks/>
          </p:cNvGrpSpPr>
          <p:nvPr/>
        </p:nvGrpSpPr>
        <p:grpSpPr bwMode="auto">
          <a:xfrm>
            <a:off x="5462588" y="4521200"/>
            <a:ext cx="838200" cy="76200"/>
            <a:chOff x="0" y="0"/>
            <a:chExt cx="528" cy="48"/>
          </a:xfrm>
        </p:grpSpPr>
        <p:sp>
          <p:nvSpPr>
            <p:cNvPr id="60433" name="Line 42">
              <a:extLst>
                <a:ext uri="{FF2B5EF4-FFF2-40B4-BE49-F238E27FC236}">
                  <a16:creationId xmlns:a16="http://schemas.microsoft.com/office/drawing/2014/main" id="{BC17A1B0-BE98-4847-9C67-AE7126EEDDBE}"/>
                </a:ext>
              </a:extLst>
            </p:cNvPr>
            <p:cNvSpPr>
              <a:spLocks noChangeShapeType="1"/>
            </p:cNvSpPr>
            <p:nvPr/>
          </p:nvSpPr>
          <p:spPr bwMode="auto">
            <a:xfrm>
              <a:off x="48" y="21"/>
              <a:ext cx="480" cy="0"/>
            </a:xfrm>
            <a:prstGeom prst="line">
              <a:avLst/>
            </a:prstGeom>
            <a:noFill/>
            <a:ln w="9525">
              <a:solidFill>
                <a:schemeClr val="tx1"/>
              </a:solidFill>
              <a:bevel/>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434" name="Oval 43">
              <a:extLst>
                <a:ext uri="{FF2B5EF4-FFF2-40B4-BE49-F238E27FC236}">
                  <a16:creationId xmlns:a16="http://schemas.microsoft.com/office/drawing/2014/main" id="{24B7F806-C0E0-4A03-BC02-412725CADDD0}"/>
                </a:ext>
              </a:extLst>
            </p:cNvPr>
            <p:cNvSpPr>
              <a:spLocks noChangeArrowheads="1"/>
            </p:cNvSpPr>
            <p:nvPr/>
          </p:nvSpPr>
          <p:spPr bwMode="auto">
            <a:xfrm>
              <a:off x="0" y="0"/>
              <a:ext cx="48" cy="48"/>
            </a:xfrm>
            <a:prstGeom prst="ellipse">
              <a:avLst/>
            </a:prstGeom>
            <a:solidFill>
              <a:schemeClr val="accent1"/>
            </a:solidFill>
            <a:ln w="9525">
              <a:solidFill>
                <a:schemeClr val="tx1"/>
              </a:solidFill>
              <a:bevel/>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sp>
        <p:nvSpPr>
          <p:cNvPr id="60431" name="椭圆形标注2 2420">
            <a:extLst>
              <a:ext uri="{FF2B5EF4-FFF2-40B4-BE49-F238E27FC236}">
                <a16:creationId xmlns:a16="http://schemas.microsoft.com/office/drawing/2014/main" id="{6E6F4DFD-4DBD-43F8-BE4B-A08FC4CDBA4F}"/>
              </a:ext>
            </a:extLst>
          </p:cNvPr>
          <p:cNvSpPr>
            <a:spLocks noChangeArrowheads="1"/>
          </p:cNvSpPr>
          <p:nvPr/>
        </p:nvSpPr>
        <p:spPr bwMode="auto">
          <a:xfrm rot="10320000">
            <a:off x="539750" y="4941888"/>
            <a:ext cx="1733550" cy="906462"/>
          </a:xfrm>
          <a:custGeom>
            <a:avLst/>
            <a:gdLst>
              <a:gd name="T0" fmla="*/ 67591 w 4057666"/>
              <a:gd name="T1" fmla="*/ 0 h 2658125"/>
              <a:gd name="T2" fmla="*/ 135181 w 4057666"/>
              <a:gd name="T3" fmla="*/ 16482 h 2658125"/>
              <a:gd name="T4" fmla="*/ 67591 w 4057666"/>
              <a:gd name="T5" fmla="*/ 32964 h 2658125"/>
              <a:gd name="T6" fmla="*/ 53969 w 4057666"/>
              <a:gd name="T7" fmla="*/ 32630 h 2658125"/>
              <a:gd name="T8" fmla="*/ 50043 w 4057666"/>
              <a:gd name="T9" fmla="*/ 32384 h 2658125"/>
              <a:gd name="T10" fmla="*/ 49921 w 4057666"/>
              <a:gd name="T11" fmla="*/ 32447 h 2658125"/>
              <a:gd name="T12" fmla="*/ 21376 w 4057666"/>
              <a:gd name="T13" fmla="*/ 34661 h 2658125"/>
              <a:gd name="T14" fmla="*/ 34013 w 4057666"/>
              <a:gd name="T15" fmla="*/ 31959 h 2658125"/>
              <a:gd name="T16" fmla="*/ 35203 w 4057666"/>
              <a:gd name="T17" fmla="*/ 30950 h 2658125"/>
              <a:gd name="T18" fmla="*/ 29800 w 4057666"/>
              <a:gd name="T19" fmla="*/ 30150 h 2658125"/>
              <a:gd name="T20" fmla="*/ 0 w 4057666"/>
              <a:gd name="T21" fmla="*/ 16482 h 2658125"/>
              <a:gd name="T22" fmla="*/ 67591 w 4057666"/>
              <a:gd name="T23" fmla="*/ 0 h 26581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057666" h="2658125">
                <a:moveTo>
                  <a:pt x="2028833" y="0"/>
                </a:moveTo>
                <a:cubicBezTo>
                  <a:pt x="3149327" y="0"/>
                  <a:pt x="4057666" y="545658"/>
                  <a:pt x="4057666" y="1218761"/>
                </a:cubicBezTo>
                <a:cubicBezTo>
                  <a:pt x="4057666" y="1891864"/>
                  <a:pt x="3149327" y="2437522"/>
                  <a:pt x="2028833" y="2437522"/>
                </a:cubicBezTo>
                <a:cubicBezTo>
                  <a:pt x="1888772" y="2437522"/>
                  <a:pt x="1752025" y="2428996"/>
                  <a:pt x="1619953" y="2412761"/>
                </a:cubicBezTo>
                <a:lnTo>
                  <a:pt x="1502103" y="2394558"/>
                </a:lnTo>
                <a:lnTo>
                  <a:pt x="1498446" y="2399240"/>
                </a:lnTo>
                <a:cubicBezTo>
                  <a:pt x="1353615" y="2559983"/>
                  <a:pt x="1089355" y="2790056"/>
                  <a:pt x="641618" y="2562958"/>
                </a:cubicBezTo>
                <a:cubicBezTo>
                  <a:pt x="766718" y="2585900"/>
                  <a:pt x="924771" y="2518290"/>
                  <a:pt x="1020948" y="2363209"/>
                </a:cubicBezTo>
                <a:lnTo>
                  <a:pt x="1056660" y="2288559"/>
                </a:lnTo>
                <a:lnTo>
                  <a:pt x="894493" y="2229377"/>
                </a:lnTo>
                <a:cubicBezTo>
                  <a:pt x="354820" y="2010357"/>
                  <a:pt x="0" y="1639451"/>
                  <a:pt x="0" y="1218761"/>
                </a:cubicBezTo>
                <a:cubicBezTo>
                  <a:pt x="0" y="545658"/>
                  <a:pt x="908339" y="0"/>
                  <a:pt x="2028833" y="0"/>
                </a:cubicBezTo>
                <a:close/>
              </a:path>
            </a:pathLst>
          </a:custGeom>
          <a:solidFill>
            <a:schemeClr val="bg1"/>
          </a:solidFill>
          <a:ln w="9525">
            <a:solidFill>
              <a:schemeClr val="tx1"/>
            </a:solidFill>
            <a:round/>
            <a:headEnd/>
            <a:tailEnd/>
          </a:ln>
          <a:effectLst>
            <a:prstShdw prst="shdw17" dist="17961" dir="13500000">
              <a:srgbClr val="000000"/>
            </a:prstShdw>
          </a:effectLst>
        </p:spPr>
        <p:txBody>
          <a:bodyPr/>
          <a:lstStyle/>
          <a:p>
            <a:endParaRPr lang="zh-CN" altLang="en-US"/>
          </a:p>
        </p:txBody>
      </p:sp>
      <p:sp>
        <p:nvSpPr>
          <p:cNvPr id="60432" name="文本框 68642">
            <a:extLst>
              <a:ext uri="{FF2B5EF4-FFF2-40B4-BE49-F238E27FC236}">
                <a16:creationId xmlns:a16="http://schemas.microsoft.com/office/drawing/2014/main" id="{3303DC5B-EDAF-466C-84A1-15B64F02B7FB}"/>
              </a:ext>
            </a:extLst>
          </p:cNvPr>
          <p:cNvSpPr txBox="1">
            <a:spLocks noChangeArrowheads="1"/>
          </p:cNvSpPr>
          <p:nvPr/>
        </p:nvSpPr>
        <p:spPr bwMode="auto">
          <a:xfrm>
            <a:off x="684213" y="5013325"/>
            <a:ext cx="16017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dirty="0">
                <a:latin typeface="Times New Roman" panose="02020603050405020304" pitchFamily="18" charset="0"/>
              </a:rPr>
              <a:t>空节点，不存放数据</a:t>
            </a:r>
          </a:p>
        </p:txBody>
      </p:sp>
    </p:spTree>
    <p:extLst>
      <p:ext uri="{BB962C8B-B14F-4D97-AF65-F5344CB8AC3E}">
        <p14:creationId xmlns:p14="http://schemas.microsoft.com/office/powerpoint/2010/main" val="385607538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E55875-E3B8-4DDE-B007-FCDF791F5C3C}"/>
              </a:ext>
            </a:extLst>
          </p:cNvPr>
          <p:cNvSpPr>
            <a:spLocks noGrp="1"/>
          </p:cNvSpPr>
          <p:nvPr>
            <p:ph type="title"/>
          </p:nvPr>
        </p:nvSpPr>
        <p:spPr>
          <a:xfrm>
            <a:off x="2339752" y="404813"/>
            <a:ext cx="6696298" cy="720725"/>
          </a:xfrm>
        </p:spPr>
        <p:txBody>
          <a:bodyPr/>
          <a:lstStyle/>
          <a:p>
            <a:r>
              <a:rPr lang="zh-CN" altLang="en-US" b="1" dirty="0"/>
              <a:t>链表操作函数</a:t>
            </a:r>
          </a:p>
        </p:txBody>
      </p:sp>
      <p:sp>
        <p:nvSpPr>
          <p:cNvPr id="3" name="内容占位符 2">
            <a:extLst>
              <a:ext uri="{FF2B5EF4-FFF2-40B4-BE49-F238E27FC236}">
                <a16:creationId xmlns:a16="http://schemas.microsoft.com/office/drawing/2014/main" id="{11CDF203-C7DB-40B6-9821-29A6CAF572B9}"/>
              </a:ext>
            </a:extLst>
          </p:cNvPr>
          <p:cNvSpPr>
            <a:spLocks noGrp="1"/>
          </p:cNvSpPr>
          <p:nvPr>
            <p:ph idx="1"/>
          </p:nvPr>
        </p:nvSpPr>
        <p:spPr>
          <a:xfrm>
            <a:off x="467544" y="1319213"/>
            <a:ext cx="8280920" cy="4611687"/>
          </a:xfrm>
        </p:spPr>
        <p:txBody>
          <a:bodyPr/>
          <a:lstStyle/>
          <a:p>
            <a:pPr marL="0" indent="0">
              <a:buNone/>
            </a:pPr>
            <a:r>
              <a:rPr lang="en-US" altLang="zh-CN" sz="2400" dirty="0">
                <a:latin typeface="Consolas" panose="020B0609020204030204" pitchFamily="49" charset="0"/>
              </a:rPr>
              <a:t>/*</a:t>
            </a:r>
            <a:r>
              <a:rPr lang="zh-CN" altLang="en-US" sz="2400" dirty="0">
                <a:latin typeface="Consolas" panose="020B0609020204030204" pitchFamily="49" charset="0"/>
              </a:rPr>
              <a:t>初始化一个带空节点的空链表*</a:t>
            </a:r>
            <a:r>
              <a:rPr lang="en-US" altLang="zh-CN" sz="2400" dirty="0">
                <a:latin typeface="Consolas" panose="020B0609020204030204" pitchFamily="49" charset="0"/>
              </a:rPr>
              <a:t>/</a:t>
            </a:r>
          </a:p>
          <a:p>
            <a:pPr marL="0" indent="0">
              <a:buNone/>
            </a:pPr>
            <a:r>
              <a:rPr lang="en-US" altLang="zh-CN" sz="2400" dirty="0" err="1">
                <a:latin typeface="Consolas" panose="020B0609020204030204" pitchFamily="49" charset="0"/>
              </a:rPr>
              <a:t>PtrNode</a:t>
            </a:r>
            <a:r>
              <a:rPr lang="en-US" altLang="zh-CN" sz="2400" dirty="0">
                <a:latin typeface="Consolas" panose="020B0609020204030204" pitchFamily="49" charset="0"/>
              </a:rPr>
              <a:t> </a:t>
            </a:r>
            <a:r>
              <a:rPr lang="en-US" altLang="zh-CN" sz="2400" dirty="0" err="1">
                <a:latin typeface="Consolas" panose="020B0609020204030204" pitchFamily="49" charset="0"/>
              </a:rPr>
              <a:t>initEmptyList</a:t>
            </a:r>
            <a:r>
              <a:rPr lang="en-US" altLang="zh-CN" sz="2400" dirty="0">
                <a:latin typeface="Consolas" panose="020B0609020204030204" pitchFamily="49" charset="0"/>
              </a:rPr>
              <a:t> ();</a:t>
            </a:r>
          </a:p>
          <a:p>
            <a:pPr marL="0" indent="0">
              <a:buNone/>
            </a:pPr>
            <a:r>
              <a:rPr lang="en-US" altLang="zh-CN" sz="2400" dirty="0">
                <a:latin typeface="Consolas" panose="020B0609020204030204" pitchFamily="49" charset="0"/>
              </a:rPr>
              <a:t>/*</a:t>
            </a:r>
            <a:r>
              <a:rPr lang="zh-CN" altLang="en-US" sz="2400" dirty="0">
                <a:latin typeface="Consolas" panose="020B0609020204030204" pitchFamily="49" charset="0"/>
              </a:rPr>
              <a:t>插入新节点到链表尾部</a:t>
            </a:r>
            <a:r>
              <a:rPr lang="en-US" altLang="zh-CN" sz="2400" dirty="0">
                <a:latin typeface="Consolas" panose="020B0609020204030204" pitchFamily="49" charset="0"/>
              </a:rPr>
              <a:t>*/</a:t>
            </a:r>
          </a:p>
          <a:p>
            <a:pPr marL="0" indent="0">
              <a:buNone/>
            </a:pPr>
            <a:r>
              <a:rPr lang="en-US" altLang="zh-CN" sz="2400" dirty="0">
                <a:latin typeface="Consolas" panose="020B0609020204030204" pitchFamily="49" charset="0"/>
              </a:rPr>
              <a:t>void </a:t>
            </a:r>
            <a:r>
              <a:rPr lang="en-US" altLang="zh-CN" sz="2400" dirty="0" err="1">
                <a:latin typeface="Consolas" panose="020B0609020204030204" pitchFamily="49" charset="0"/>
              </a:rPr>
              <a:t>insertEnd</a:t>
            </a:r>
            <a:r>
              <a:rPr lang="en-US" altLang="zh-CN" sz="2400" dirty="0">
                <a:latin typeface="Consolas" panose="020B0609020204030204" pitchFamily="49" charset="0"/>
              </a:rPr>
              <a:t>(</a:t>
            </a:r>
            <a:r>
              <a:rPr lang="en-US" altLang="zh-CN" sz="2400" dirty="0" err="1">
                <a:latin typeface="Consolas" panose="020B0609020204030204" pitchFamily="49" charset="0"/>
              </a:rPr>
              <a:t>PtrNode</a:t>
            </a:r>
            <a:r>
              <a:rPr lang="en-US" altLang="zh-CN" sz="2400" dirty="0">
                <a:latin typeface="Consolas" panose="020B0609020204030204" pitchFamily="49" charset="0"/>
              </a:rPr>
              <a:t> , </a:t>
            </a:r>
            <a:r>
              <a:rPr lang="en-US" altLang="zh-CN" sz="2400" dirty="0" err="1">
                <a:latin typeface="Consolas" panose="020B0609020204030204" pitchFamily="49" charset="0"/>
              </a:rPr>
              <a:t>ElemType</a:t>
            </a:r>
            <a:r>
              <a:rPr lang="en-US" altLang="zh-CN" sz="2400" dirty="0">
                <a:latin typeface="Consolas" panose="020B0609020204030204" pitchFamily="49" charset="0"/>
              </a:rPr>
              <a:t> );</a:t>
            </a:r>
          </a:p>
          <a:p>
            <a:pPr eaLnBrk="1" hangingPunct="1">
              <a:buFontTx/>
              <a:buNone/>
            </a:pPr>
            <a:r>
              <a:rPr lang="en-US" altLang="zh-CN" sz="2400" dirty="0">
                <a:latin typeface="Consolas" panose="020B0609020204030204" pitchFamily="49" charset="0"/>
              </a:rPr>
              <a:t>/*</a:t>
            </a:r>
            <a:r>
              <a:rPr lang="zh-CN" altLang="en-US" sz="2400" dirty="0">
                <a:latin typeface="Consolas" panose="020B0609020204030204" pitchFamily="49" charset="0"/>
              </a:rPr>
              <a:t>查找链表的尾节点，并返回指向尾节点的尾指针*</a:t>
            </a:r>
            <a:r>
              <a:rPr lang="en-US" altLang="zh-CN" sz="2400" dirty="0">
                <a:latin typeface="Consolas" panose="020B0609020204030204" pitchFamily="49" charset="0"/>
              </a:rPr>
              <a:t>/</a:t>
            </a:r>
          </a:p>
          <a:p>
            <a:pPr eaLnBrk="1" hangingPunct="1">
              <a:buFontTx/>
              <a:buNone/>
            </a:pPr>
            <a:r>
              <a:rPr lang="en-US" altLang="zh-CN" sz="2400" dirty="0" err="1">
                <a:latin typeface="Consolas" panose="020B0609020204030204" pitchFamily="49" charset="0"/>
              </a:rPr>
              <a:t>PtrNode</a:t>
            </a:r>
            <a:r>
              <a:rPr lang="en-US" altLang="zh-CN" sz="2400" dirty="0">
                <a:latin typeface="Consolas" panose="020B0609020204030204" pitchFamily="49" charset="0"/>
              </a:rPr>
              <a:t> </a:t>
            </a:r>
            <a:r>
              <a:rPr lang="en-US" altLang="zh-CN" sz="2400" dirty="0" err="1">
                <a:latin typeface="Consolas" panose="020B0609020204030204" pitchFamily="49" charset="0"/>
              </a:rPr>
              <a:t>getEnd</a:t>
            </a:r>
            <a:r>
              <a:rPr lang="en-US" altLang="zh-CN" sz="2400" dirty="0">
                <a:latin typeface="Consolas" panose="020B0609020204030204" pitchFamily="49" charset="0"/>
              </a:rPr>
              <a:t>(</a:t>
            </a:r>
            <a:r>
              <a:rPr lang="en-US" altLang="zh-CN" sz="2400" dirty="0" err="1">
                <a:latin typeface="Consolas" panose="020B0609020204030204" pitchFamily="49" charset="0"/>
              </a:rPr>
              <a:t>PtrNode</a:t>
            </a:r>
            <a:r>
              <a:rPr lang="en-US" altLang="zh-CN" sz="2400" dirty="0">
                <a:latin typeface="Consolas" panose="020B0609020204030204" pitchFamily="49" charset="0"/>
              </a:rPr>
              <a:t>);</a:t>
            </a:r>
          </a:p>
          <a:p>
            <a:pPr marL="0" indent="0">
              <a:buNone/>
            </a:pPr>
            <a:r>
              <a:rPr lang="en-US" altLang="zh-CN" sz="2400" dirty="0">
                <a:latin typeface="Consolas" panose="020B0609020204030204" pitchFamily="49" charset="0"/>
              </a:rPr>
              <a:t>/*</a:t>
            </a:r>
            <a:r>
              <a:rPr lang="zh-CN" altLang="en-US" sz="2400" dirty="0">
                <a:latin typeface="Consolas" panose="020B0609020204030204" pitchFamily="49" charset="0"/>
              </a:rPr>
              <a:t>插入新节点到链表头部</a:t>
            </a:r>
            <a:r>
              <a:rPr lang="en-US" altLang="zh-CN" sz="2400" dirty="0">
                <a:latin typeface="Consolas" panose="020B0609020204030204" pitchFamily="49" charset="0"/>
              </a:rPr>
              <a:t>*/</a:t>
            </a:r>
          </a:p>
          <a:p>
            <a:pPr marL="0" indent="0">
              <a:buNone/>
            </a:pPr>
            <a:r>
              <a:rPr lang="en-US" altLang="zh-CN" sz="2400" dirty="0">
                <a:latin typeface="Consolas" panose="020B0609020204030204" pitchFamily="49" charset="0"/>
              </a:rPr>
              <a:t>void </a:t>
            </a:r>
            <a:r>
              <a:rPr lang="en-US" altLang="zh-CN" sz="2400" dirty="0" err="1">
                <a:latin typeface="Consolas" panose="020B0609020204030204" pitchFamily="49" charset="0"/>
              </a:rPr>
              <a:t>insertBegin</a:t>
            </a:r>
            <a:r>
              <a:rPr lang="en-US" altLang="zh-CN" sz="2400" dirty="0">
                <a:latin typeface="Consolas" panose="020B0609020204030204" pitchFamily="49" charset="0"/>
              </a:rPr>
              <a:t>(</a:t>
            </a:r>
            <a:r>
              <a:rPr lang="en-US" altLang="zh-CN" sz="2400" dirty="0" err="1">
                <a:latin typeface="Consolas" panose="020B0609020204030204" pitchFamily="49" charset="0"/>
              </a:rPr>
              <a:t>PtrNode</a:t>
            </a:r>
            <a:r>
              <a:rPr lang="en-US" altLang="zh-CN" sz="2400" dirty="0">
                <a:latin typeface="Consolas" panose="020B0609020204030204" pitchFamily="49" charset="0"/>
              </a:rPr>
              <a:t> , </a:t>
            </a:r>
            <a:r>
              <a:rPr lang="en-US" altLang="zh-CN" sz="2400" dirty="0" err="1">
                <a:latin typeface="Consolas" panose="020B0609020204030204" pitchFamily="49" charset="0"/>
              </a:rPr>
              <a:t>ElemType</a:t>
            </a:r>
            <a:r>
              <a:rPr lang="en-US" altLang="zh-CN" sz="2400" dirty="0">
                <a:latin typeface="Consolas" panose="020B0609020204030204" pitchFamily="49" charset="0"/>
              </a:rPr>
              <a:t> );</a:t>
            </a:r>
          </a:p>
          <a:p>
            <a:pPr marL="0" indent="0">
              <a:buNone/>
            </a:pPr>
            <a:r>
              <a:rPr lang="en-US" altLang="zh-CN" sz="2400" dirty="0">
                <a:latin typeface="Consolas" panose="020B0609020204030204" pitchFamily="49" charset="0"/>
              </a:rPr>
              <a:t>/*</a:t>
            </a:r>
            <a:r>
              <a:rPr lang="zh-CN" altLang="en-US" sz="2400" dirty="0">
                <a:latin typeface="Consolas" panose="020B0609020204030204" pitchFamily="49" charset="0"/>
              </a:rPr>
              <a:t>插入新节点到升序链表适当位置</a:t>
            </a:r>
            <a:r>
              <a:rPr lang="en-US" altLang="zh-CN" sz="2400" dirty="0">
                <a:latin typeface="Consolas" panose="020B0609020204030204" pitchFamily="49" charset="0"/>
              </a:rPr>
              <a:t>*/</a:t>
            </a:r>
          </a:p>
          <a:p>
            <a:pPr marL="0" indent="0">
              <a:buNone/>
            </a:pPr>
            <a:r>
              <a:rPr lang="en-US" altLang="zh-CN" sz="2400" dirty="0">
                <a:latin typeface="Consolas" panose="020B0609020204030204" pitchFamily="49" charset="0"/>
              </a:rPr>
              <a:t>void </a:t>
            </a:r>
            <a:r>
              <a:rPr lang="en-US" altLang="zh-CN" sz="2400" dirty="0" err="1">
                <a:latin typeface="Consolas" panose="020B0609020204030204" pitchFamily="49" charset="0"/>
              </a:rPr>
              <a:t>insertUp</a:t>
            </a:r>
            <a:r>
              <a:rPr lang="en-US" altLang="zh-CN" sz="2400" dirty="0">
                <a:latin typeface="Consolas" panose="020B0609020204030204" pitchFamily="49" charset="0"/>
              </a:rPr>
              <a:t>(</a:t>
            </a:r>
            <a:r>
              <a:rPr lang="en-US" altLang="zh-CN" sz="2400" dirty="0" err="1">
                <a:latin typeface="Consolas" panose="020B0609020204030204" pitchFamily="49" charset="0"/>
              </a:rPr>
              <a:t>PtrNode</a:t>
            </a:r>
            <a:r>
              <a:rPr lang="en-US" altLang="zh-CN" sz="2400" dirty="0">
                <a:latin typeface="Consolas" panose="020B0609020204030204" pitchFamily="49" charset="0"/>
              </a:rPr>
              <a:t> , </a:t>
            </a:r>
            <a:r>
              <a:rPr lang="en-US" altLang="zh-CN" sz="2400" dirty="0" err="1">
                <a:latin typeface="Consolas" panose="020B0609020204030204" pitchFamily="49" charset="0"/>
              </a:rPr>
              <a:t>ElemType</a:t>
            </a:r>
            <a:r>
              <a:rPr lang="en-US" altLang="zh-CN" sz="2400" dirty="0">
                <a:latin typeface="Consolas" panose="020B0609020204030204" pitchFamily="49" charset="0"/>
              </a:rPr>
              <a:t> );</a:t>
            </a:r>
          </a:p>
        </p:txBody>
      </p:sp>
    </p:spTree>
    <p:extLst>
      <p:ext uri="{BB962C8B-B14F-4D97-AF65-F5344CB8AC3E}">
        <p14:creationId xmlns:p14="http://schemas.microsoft.com/office/powerpoint/2010/main" val="202134614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E55875-E3B8-4DDE-B007-FCDF791F5C3C}"/>
              </a:ext>
            </a:extLst>
          </p:cNvPr>
          <p:cNvSpPr>
            <a:spLocks noGrp="1"/>
          </p:cNvSpPr>
          <p:nvPr>
            <p:ph type="title"/>
          </p:nvPr>
        </p:nvSpPr>
        <p:spPr>
          <a:xfrm>
            <a:off x="2339752" y="404813"/>
            <a:ext cx="6696298" cy="720725"/>
          </a:xfrm>
        </p:spPr>
        <p:txBody>
          <a:bodyPr/>
          <a:lstStyle/>
          <a:p>
            <a:r>
              <a:rPr lang="zh-CN" altLang="en-US" b="1" dirty="0"/>
              <a:t>链表操作函数</a:t>
            </a:r>
            <a:r>
              <a:rPr lang="en-US" altLang="zh-CN" b="1" dirty="0"/>
              <a:t>-2</a:t>
            </a:r>
            <a:endParaRPr lang="zh-CN" altLang="en-US" b="1" dirty="0"/>
          </a:p>
        </p:txBody>
      </p:sp>
      <p:sp>
        <p:nvSpPr>
          <p:cNvPr id="3" name="内容占位符 2">
            <a:extLst>
              <a:ext uri="{FF2B5EF4-FFF2-40B4-BE49-F238E27FC236}">
                <a16:creationId xmlns:a16="http://schemas.microsoft.com/office/drawing/2014/main" id="{11CDF203-C7DB-40B6-9821-29A6CAF572B9}"/>
              </a:ext>
            </a:extLst>
          </p:cNvPr>
          <p:cNvSpPr>
            <a:spLocks noGrp="1"/>
          </p:cNvSpPr>
          <p:nvPr>
            <p:ph idx="1"/>
          </p:nvPr>
        </p:nvSpPr>
        <p:spPr>
          <a:xfrm>
            <a:off x="431540" y="1268760"/>
            <a:ext cx="8460940" cy="4611687"/>
          </a:xfrm>
        </p:spPr>
        <p:txBody>
          <a:bodyPr/>
          <a:lstStyle/>
          <a:p>
            <a:pPr marL="0" indent="0">
              <a:buNone/>
            </a:pPr>
            <a:r>
              <a:rPr lang="en-US" altLang="zh-CN" sz="2400" dirty="0">
                <a:latin typeface="Consolas" panose="020B0609020204030204" pitchFamily="49" charset="0"/>
              </a:rPr>
              <a:t>/*</a:t>
            </a:r>
            <a:r>
              <a:rPr lang="zh-CN" altLang="en-US" sz="2400" dirty="0">
                <a:latin typeface="Consolas" panose="020B0609020204030204" pitchFamily="49" charset="0"/>
              </a:rPr>
              <a:t>删除链表的头节点</a:t>
            </a:r>
            <a:r>
              <a:rPr lang="en-US" altLang="zh-CN" sz="2400" dirty="0">
                <a:latin typeface="Consolas" panose="020B0609020204030204" pitchFamily="49" charset="0"/>
              </a:rPr>
              <a:t>*/</a:t>
            </a:r>
          </a:p>
          <a:p>
            <a:pPr marL="0" indent="0">
              <a:buNone/>
            </a:pPr>
            <a:r>
              <a:rPr lang="en-US" altLang="zh-CN" sz="2400" dirty="0">
                <a:latin typeface="Consolas" panose="020B0609020204030204" pitchFamily="49" charset="0"/>
              </a:rPr>
              <a:t>void </a:t>
            </a:r>
            <a:r>
              <a:rPr lang="en-US" altLang="zh-CN" sz="2400" dirty="0" err="1">
                <a:latin typeface="Consolas" panose="020B0609020204030204" pitchFamily="49" charset="0"/>
              </a:rPr>
              <a:t>deleteBegin</a:t>
            </a:r>
            <a:r>
              <a:rPr lang="en-US" altLang="zh-CN" sz="2400" dirty="0">
                <a:latin typeface="Consolas" panose="020B0609020204030204" pitchFamily="49" charset="0"/>
              </a:rPr>
              <a:t>(</a:t>
            </a:r>
            <a:r>
              <a:rPr lang="en-US" altLang="zh-CN" sz="2400" dirty="0" err="1">
                <a:latin typeface="Consolas" panose="020B0609020204030204" pitchFamily="49" charset="0"/>
              </a:rPr>
              <a:t>PtrNode</a:t>
            </a:r>
            <a:r>
              <a:rPr lang="en-US" altLang="zh-CN" sz="2400" dirty="0">
                <a:latin typeface="Consolas" panose="020B0609020204030204" pitchFamily="49" charset="0"/>
              </a:rPr>
              <a:t>);</a:t>
            </a:r>
          </a:p>
          <a:p>
            <a:pPr marL="0" indent="0">
              <a:buNone/>
            </a:pPr>
            <a:r>
              <a:rPr lang="en-US" altLang="zh-CN" sz="2400" dirty="0">
                <a:latin typeface="Consolas" panose="020B0609020204030204" pitchFamily="49" charset="0"/>
              </a:rPr>
              <a:t>/*</a:t>
            </a:r>
            <a:r>
              <a:rPr lang="zh-CN" altLang="en-US" sz="2400" dirty="0">
                <a:latin typeface="Consolas" panose="020B0609020204030204" pitchFamily="49" charset="0"/>
              </a:rPr>
              <a:t>删除链表的尾节点</a:t>
            </a:r>
            <a:r>
              <a:rPr lang="en-US" altLang="zh-CN" sz="2400" dirty="0">
                <a:latin typeface="Consolas" panose="020B0609020204030204" pitchFamily="49" charset="0"/>
              </a:rPr>
              <a:t>*/</a:t>
            </a:r>
          </a:p>
          <a:p>
            <a:pPr marL="0" indent="0">
              <a:buNone/>
            </a:pPr>
            <a:r>
              <a:rPr lang="en-US" altLang="zh-CN" sz="2400" dirty="0">
                <a:latin typeface="Consolas" panose="020B0609020204030204" pitchFamily="49" charset="0"/>
              </a:rPr>
              <a:t>void </a:t>
            </a:r>
            <a:r>
              <a:rPr lang="en-US" altLang="zh-CN" sz="2400" dirty="0" err="1">
                <a:latin typeface="Consolas" panose="020B0609020204030204" pitchFamily="49" charset="0"/>
              </a:rPr>
              <a:t>deleteEnd</a:t>
            </a:r>
            <a:r>
              <a:rPr lang="en-US" altLang="zh-CN" sz="2400" dirty="0">
                <a:latin typeface="Consolas" panose="020B0609020204030204" pitchFamily="49" charset="0"/>
              </a:rPr>
              <a:t>(</a:t>
            </a:r>
            <a:r>
              <a:rPr lang="en-US" altLang="zh-CN" sz="2400" dirty="0" err="1">
                <a:latin typeface="Consolas" panose="020B0609020204030204" pitchFamily="49" charset="0"/>
              </a:rPr>
              <a:t>PtrNode</a:t>
            </a:r>
            <a:r>
              <a:rPr lang="en-US" altLang="zh-CN" sz="2400" dirty="0">
                <a:latin typeface="Consolas" panose="020B0609020204030204" pitchFamily="49" charset="0"/>
              </a:rPr>
              <a:t>);</a:t>
            </a:r>
          </a:p>
          <a:p>
            <a:pPr eaLnBrk="1" hangingPunct="1">
              <a:buFontTx/>
              <a:buNone/>
            </a:pPr>
            <a:r>
              <a:rPr lang="en-US" altLang="zh-CN" sz="2400" dirty="0">
                <a:latin typeface="Consolas" panose="020B0609020204030204" pitchFamily="49" charset="0"/>
              </a:rPr>
              <a:t>/*</a:t>
            </a:r>
            <a:r>
              <a:rPr lang="zh-CN" altLang="en-US" sz="2400" dirty="0">
                <a:latin typeface="Consolas" panose="020B0609020204030204" pitchFamily="49" charset="0"/>
              </a:rPr>
              <a:t>判断链表是否为空，返回</a:t>
            </a:r>
            <a:r>
              <a:rPr lang="en-US" altLang="zh-CN" sz="2400" dirty="0">
                <a:latin typeface="Consolas" panose="020B0609020204030204" pitchFamily="49" charset="0"/>
              </a:rPr>
              <a:t>1</a:t>
            </a:r>
            <a:r>
              <a:rPr lang="zh-CN" altLang="en-US" sz="2400" dirty="0">
                <a:latin typeface="Consolas" panose="020B0609020204030204" pitchFamily="49" charset="0"/>
              </a:rPr>
              <a:t>，否则返回</a:t>
            </a:r>
            <a:r>
              <a:rPr lang="en-US" altLang="zh-CN" sz="2400" dirty="0">
                <a:latin typeface="Consolas" panose="020B0609020204030204" pitchFamily="49" charset="0"/>
              </a:rPr>
              <a:t>0*/</a:t>
            </a:r>
          </a:p>
          <a:p>
            <a:pPr eaLnBrk="1" hangingPunct="1">
              <a:buFontTx/>
              <a:buNone/>
            </a:pPr>
            <a:r>
              <a:rPr lang="en-US" altLang="zh-CN" sz="2400" dirty="0">
                <a:latin typeface="Consolas" panose="020B0609020204030204" pitchFamily="49" charset="0"/>
              </a:rPr>
              <a:t>int </a:t>
            </a:r>
            <a:r>
              <a:rPr lang="en-US" altLang="zh-CN" sz="2400" dirty="0" err="1">
                <a:latin typeface="Consolas" panose="020B0609020204030204" pitchFamily="49" charset="0"/>
              </a:rPr>
              <a:t>isEmpty</a:t>
            </a:r>
            <a:r>
              <a:rPr lang="en-US" altLang="zh-CN" sz="2400" dirty="0">
                <a:latin typeface="Consolas" panose="020B0609020204030204" pitchFamily="49" charset="0"/>
              </a:rPr>
              <a:t>(</a:t>
            </a:r>
            <a:r>
              <a:rPr lang="en-US" altLang="zh-CN" sz="2400" dirty="0" err="1">
                <a:latin typeface="Consolas" panose="020B0609020204030204" pitchFamily="49" charset="0"/>
              </a:rPr>
              <a:t>PtrNode</a:t>
            </a:r>
            <a:r>
              <a:rPr lang="en-US" altLang="zh-CN" sz="2400" dirty="0">
                <a:latin typeface="Consolas" panose="020B0609020204030204" pitchFamily="49" charset="0"/>
              </a:rPr>
              <a:t>);</a:t>
            </a:r>
          </a:p>
          <a:p>
            <a:pPr marL="0" indent="0">
              <a:buNone/>
            </a:pPr>
            <a:r>
              <a:rPr lang="en-US" altLang="zh-CN" sz="2400" dirty="0">
                <a:latin typeface="Consolas" panose="020B0609020204030204" pitchFamily="49" charset="0"/>
              </a:rPr>
              <a:t>/*</a:t>
            </a:r>
            <a:r>
              <a:rPr lang="zh-CN" altLang="en-US" sz="2400" dirty="0">
                <a:latin typeface="Consolas" panose="020B0609020204030204" pitchFamily="49" charset="0"/>
              </a:rPr>
              <a:t>删除指定值的第一个节点，成功则返回</a:t>
            </a:r>
            <a:r>
              <a:rPr lang="en-US" altLang="zh-CN" sz="2400" dirty="0">
                <a:latin typeface="Consolas" panose="020B0609020204030204" pitchFamily="49" charset="0"/>
              </a:rPr>
              <a:t>1</a:t>
            </a:r>
            <a:r>
              <a:rPr lang="zh-CN" altLang="en-US" sz="2400" dirty="0">
                <a:latin typeface="Consolas" panose="020B0609020204030204" pitchFamily="49" charset="0"/>
              </a:rPr>
              <a:t>；否则返回</a:t>
            </a:r>
            <a:r>
              <a:rPr lang="en-US" altLang="zh-CN" sz="2400" dirty="0">
                <a:latin typeface="Consolas" panose="020B0609020204030204" pitchFamily="49" charset="0"/>
              </a:rPr>
              <a:t>0</a:t>
            </a:r>
            <a:r>
              <a:rPr lang="zh-CN" altLang="en-US" sz="2400" dirty="0">
                <a:latin typeface="Consolas" panose="020B0609020204030204" pitchFamily="49" charset="0"/>
              </a:rPr>
              <a:t>。*</a:t>
            </a:r>
            <a:r>
              <a:rPr lang="en-US" altLang="zh-CN" sz="2400" dirty="0">
                <a:latin typeface="Consolas" panose="020B0609020204030204" pitchFamily="49" charset="0"/>
              </a:rPr>
              <a:t>/</a:t>
            </a:r>
          </a:p>
          <a:p>
            <a:pPr marL="0" indent="0">
              <a:buFontTx/>
              <a:buNone/>
            </a:pPr>
            <a:r>
              <a:rPr lang="en-US" altLang="zh-CN" sz="2400" dirty="0">
                <a:latin typeface="Consolas" panose="020B0609020204030204" pitchFamily="49" charset="0"/>
              </a:rPr>
              <a:t>int </a:t>
            </a:r>
            <a:r>
              <a:rPr lang="en-US" altLang="zh-CN" sz="2400" dirty="0" err="1">
                <a:latin typeface="Consolas" panose="020B0609020204030204" pitchFamily="49" charset="0"/>
              </a:rPr>
              <a:t>deleteNode</a:t>
            </a:r>
            <a:r>
              <a:rPr lang="en-US" altLang="zh-CN" sz="2400" dirty="0">
                <a:latin typeface="Consolas" panose="020B0609020204030204" pitchFamily="49" charset="0"/>
              </a:rPr>
              <a:t>(</a:t>
            </a:r>
            <a:r>
              <a:rPr lang="en-US" altLang="zh-CN" sz="2400" dirty="0" err="1">
                <a:latin typeface="Consolas" panose="020B0609020204030204" pitchFamily="49" charset="0"/>
              </a:rPr>
              <a:t>PtrNode</a:t>
            </a:r>
            <a:r>
              <a:rPr lang="en-US" altLang="zh-CN" sz="2400" dirty="0">
                <a:latin typeface="Consolas" panose="020B0609020204030204" pitchFamily="49" charset="0"/>
              </a:rPr>
              <a:t> </a:t>
            </a:r>
            <a:r>
              <a:rPr lang="en-US" altLang="zh-CN" sz="2400" dirty="0" err="1">
                <a:latin typeface="Consolas" panose="020B0609020204030204" pitchFamily="49" charset="0"/>
              </a:rPr>
              <a:t>head,ElemType</a:t>
            </a:r>
            <a:r>
              <a:rPr lang="en-US" altLang="zh-CN" sz="2400" dirty="0">
                <a:latin typeface="Consolas" panose="020B0609020204030204" pitchFamily="49" charset="0"/>
              </a:rPr>
              <a:t> x);</a:t>
            </a:r>
          </a:p>
          <a:p>
            <a:pPr marL="0" indent="0">
              <a:buNone/>
            </a:pPr>
            <a:r>
              <a:rPr lang="en-US" altLang="zh-CN" sz="2400" dirty="0">
                <a:latin typeface="Consolas" panose="020B0609020204030204" pitchFamily="49" charset="0"/>
              </a:rPr>
              <a:t>/*</a:t>
            </a:r>
            <a:r>
              <a:rPr lang="zh-CN" altLang="en-US" sz="2400" dirty="0">
                <a:latin typeface="Consolas" panose="020B0609020204030204" pitchFamily="49" charset="0"/>
              </a:rPr>
              <a:t>删除指定值的所有节点，成功则返回删除个数；否则返回</a:t>
            </a:r>
            <a:r>
              <a:rPr lang="en-US" altLang="zh-CN" sz="2400" dirty="0">
                <a:latin typeface="Consolas" panose="020B0609020204030204" pitchFamily="49" charset="0"/>
              </a:rPr>
              <a:t>0</a:t>
            </a:r>
            <a:r>
              <a:rPr lang="zh-CN" altLang="en-US" sz="2400" dirty="0">
                <a:latin typeface="Consolas" panose="020B0609020204030204" pitchFamily="49" charset="0"/>
              </a:rPr>
              <a:t>*</a:t>
            </a:r>
            <a:r>
              <a:rPr lang="en-US" altLang="zh-CN" sz="2400" dirty="0">
                <a:latin typeface="Consolas" panose="020B0609020204030204" pitchFamily="49" charset="0"/>
              </a:rPr>
              <a:t>/</a:t>
            </a:r>
          </a:p>
          <a:p>
            <a:pPr marL="0" indent="0">
              <a:buFontTx/>
              <a:buNone/>
            </a:pPr>
            <a:r>
              <a:rPr lang="en-US" altLang="zh-CN" sz="2400" dirty="0">
                <a:latin typeface="Consolas" panose="020B0609020204030204" pitchFamily="49" charset="0"/>
              </a:rPr>
              <a:t>int </a:t>
            </a:r>
            <a:r>
              <a:rPr lang="en-US" altLang="zh-CN" sz="2400" dirty="0" err="1">
                <a:latin typeface="Consolas" panose="020B0609020204030204" pitchFamily="49" charset="0"/>
              </a:rPr>
              <a:t>deleteVal</a:t>
            </a:r>
            <a:r>
              <a:rPr lang="en-US" altLang="zh-CN" sz="2400" dirty="0">
                <a:latin typeface="Consolas" panose="020B0609020204030204" pitchFamily="49" charset="0"/>
              </a:rPr>
              <a:t>(</a:t>
            </a:r>
            <a:r>
              <a:rPr lang="en-US" altLang="zh-CN" sz="2400" dirty="0" err="1">
                <a:latin typeface="Consolas" panose="020B0609020204030204" pitchFamily="49" charset="0"/>
              </a:rPr>
              <a:t>PtrNode</a:t>
            </a:r>
            <a:r>
              <a:rPr lang="en-US" altLang="zh-CN" sz="2400" dirty="0">
                <a:latin typeface="Consolas" panose="020B0609020204030204" pitchFamily="49" charset="0"/>
              </a:rPr>
              <a:t> </a:t>
            </a:r>
            <a:r>
              <a:rPr lang="en-US" altLang="zh-CN" sz="2400" dirty="0" err="1">
                <a:latin typeface="Consolas" panose="020B0609020204030204" pitchFamily="49" charset="0"/>
              </a:rPr>
              <a:t>head,ElemType</a:t>
            </a:r>
            <a:r>
              <a:rPr lang="en-US" altLang="zh-CN" sz="2400" dirty="0">
                <a:latin typeface="Consolas" panose="020B0609020204030204" pitchFamily="49" charset="0"/>
              </a:rPr>
              <a:t> x);</a:t>
            </a:r>
          </a:p>
          <a:p>
            <a:pPr marL="0" indent="0">
              <a:buNone/>
            </a:pPr>
            <a:endParaRPr lang="en-US" altLang="zh-CN" sz="2400" dirty="0">
              <a:latin typeface="Consolas" panose="020B0609020204030204" pitchFamily="49" charset="0"/>
            </a:endParaRPr>
          </a:p>
        </p:txBody>
      </p:sp>
    </p:spTree>
    <p:extLst>
      <p:ext uri="{BB962C8B-B14F-4D97-AF65-F5344CB8AC3E}">
        <p14:creationId xmlns:p14="http://schemas.microsoft.com/office/powerpoint/2010/main" val="97322595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E55875-E3B8-4DDE-B007-FCDF791F5C3C}"/>
              </a:ext>
            </a:extLst>
          </p:cNvPr>
          <p:cNvSpPr>
            <a:spLocks noGrp="1"/>
          </p:cNvSpPr>
          <p:nvPr>
            <p:ph type="title"/>
          </p:nvPr>
        </p:nvSpPr>
        <p:spPr>
          <a:xfrm>
            <a:off x="2339752" y="404813"/>
            <a:ext cx="6696298" cy="720725"/>
          </a:xfrm>
        </p:spPr>
        <p:txBody>
          <a:bodyPr/>
          <a:lstStyle/>
          <a:p>
            <a:r>
              <a:rPr lang="zh-CN" altLang="en-US" b="1" dirty="0"/>
              <a:t>链表操作函数</a:t>
            </a:r>
            <a:r>
              <a:rPr lang="en-US" altLang="zh-CN" b="1" dirty="0"/>
              <a:t>-3</a:t>
            </a:r>
            <a:endParaRPr lang="zh-CN" altLang="en-US" b="1" dirty="0"/>
          </a:p>
        </p:txBody>
      </p:sp>
      <p:sp>
        <p:nvSpPr>
          <p:cNvPr id="3" name="内容占位符 2">
            <a:extLst>
              <a:ext uri="{FF2B5EF4-FFF2-40B4-BE49-F238E27FC236}">
                <a16:creationId xmlns:a16="http://schemas.microsoft.com/office/drawing/2014/main" id="{11CDF203-C7DB-40B6-9821-29A6CAF572B9}"/>
              </a:ext>
            </a:extLst>
          </p:cNvPr>
          <p:cNvSpPr>
            <a:spLocks noGrp="1"/>
          </p:cNvSpPr>
          <p:nvPr>
            <p:ph idx="1"/>
          </p:nvPr>
        </p:nvSpPr>
        <p:spPr>
          <a:xfrm>
            <a:off x="431540" y="1268760"/>
            <a:ext cx="8280920" cy="4611687"/>
          </a:xfrm>
        </p:spPr>
        <p:txBody>
          <a:bodyPr/>
          <a:lstStyle/>
          <a:p>
            <a:pPr marL="0" indent="0">
              <a:buFontTx/>
              <a:buNone/>
            </a:pPr>
            <a:r>
              <a:rPr lang="en-US" altLang="zh-CN" sz="2400" dirty="0">
                <a:latin typeface="Consolas" panose="020B0609020204030204" pitchFamily="49" charset="0"/>
              </a:rPr>
              <a:t>/*</a:t>
            </a:r>
            <a:r>
              <a:rPr lang="zh-CN" altLang="en-US" sz="2400" dirty="0">
                <a:latin typeface="Consolas" panose="020B0609020204030204" pitchFamily="49" charset="0"/>
              </a:rPr>
              <a:t>遍历链表，打印每个节点数据</a:t>
            </a:r>
            <a:r>
              <a:rPr lang="en-US" altLang="zh-CN" sz="2400" dirty="0">
                <a:latin typeface="Consolas" panose="020B0609020204030204" pitchFamily="49" charset="0"/>
              </a:rPr>
              <a:t>*/</a:t>
            </a:r>
          </a:p>
          <a:p>
            <a:pPr marL="0" indent="0">
              <a:buFontTx/>
              <a:buNone/>
            </a:pPr>
            <a:r>
              <a:rPr lang="en-US" altLang="zh-CN" sz="2400" dirty="0">
                <a:latin typeface="Consolas" panose="020B0609020204030204" pitchFamily="49" charset="0"/>
              </a:rPr>
              <a:t>void </a:t>
            </a:r>
            <a:r>
              <a:rPr lang="en-US" altLang="zh-CN" sz="2400" dirty="0" err="1">
                <a:latin typeface="Consolas" panose="020B0609020204030204" pitchFamily="49" charset="0"/>
              </a:rPr>
              <a:t>printList</a:t>
            </a:r>
            <a:r>
              <a:rPr lang="en-US" altLang="zh-CN" sz="2400" dirty="0">
                <a:latin typeface="Consolas" panose="020B0609020204030204" pitchFamily="49" charset="0"/>
              </a:rPr>
              <a:t>(</a:t>
            </a:r>
            <a:r>
              <a:rPr lang="en-US" altLang="zh-CN" sz="2400" dirty="0" err="1">
                <a:latin typeface="Consolas" panose="020B0609020204030204" pitchFamily="49" charset="0"/>
              </a:rPr>
              <a:t>PtrNode</a:t>
            </a:r>
            <a:r>
              <a:rPr lang="en-US" altLang="zh-CN" sz="2400" dirty="0">
                <a:latin typeface="Consolas" panose="020B0609020204030204" pitchFamily="49" charset="0"/>
              </a:rPr>
              <a:t>);</a:t>
            </a:r>
          </a:p>
          <a:p>
            <a:pPr marL="0" indent="0">
              <a:buFontTx/>
              <a:buNone/>
            </a:pPr>
            <a:r>
              <a:rPr lang="en-US" altLang="zh-CN" sz="2400" dirty="0">
                <a:latin typeface="Consolas" panose="020B0609020204030204" pitchFamily="49" charset="0"/>
              </a:rPr>
              <a:t>/</a:t>
            </a:r>
            <a:r>
              <a:rPr lang="zh-CN" altLang="en-US" sz="2400" dirty="0">
                <a:latin typeface="Consolas" panose="020B0609020204030204" pitchFamily="49" charset="0"/>
              </a:rPr>
              <a:t>*清空链表，恢复初始状态*</a:t>
            </a:r>
            <a:r>
              <a:rPr lang="en-US" altLang="zh-CN" sz="2400" dirty="0">
                <a:latin typeface="Consolas" panose="020B0609020204030204" pitchFamily="49" charset="0"/>
              </a:rPr>
              <a:t>/</a:t>
            </a:r>
          </a:p>
          <a:p>
            <a:pPr eaLnBrk="1" hangingPunct="1">
              <a:buFontTx/>
              <a:buNone/>
            </a:pPr>
            <a:r>
              <a:rPr lang="en-US" altLang="zh-CN" sz="2400" dirty="0">
                <a:latin typeface="Consolas" panose="020B0609020204030204" pitchFamily="49" charset="0"/>
              </a:rPr>
              <a:t>void </a:t>
            </a:r>
            <a:r>
              <a:rPr lang="en-US" altLang="zh-CN" sz="2400" dirty="0" err="1">
                <a:latin typeface="Consolas" panose="020B0609020204030204" pitchFamily="49" charset="0"/>
              </a:rPr>
              <a:t>clearList</a:t>
            </a:r>
            <a:r>
              <a:rPr lang="en-US" altLang="zh-CN" sz="2400" dirty="0">
                <a:latin typeface="Consolas" panose="020B0609020204030204" pitchFamily="49" charset="0"/>
              </a:rPr>
              <a:t>(</a:t>
            </a:r>
            <a:r>
              <a:rPr lang="en-US" altLang="zh-CN" sz="2400" dirty="0" err="1">
                <a:latin typeface="Consolas" panose="020B0609020204030204" pitchFamily="49" charset="0"/>
              </a:rPr>
              <a:t>PtrNode</a:t>
            </a:r>
            <a:r>
              <a:rPr lang="en-US" altLang="zh-CN" sz="2400" dirty="0">
                <a:latin typeface="Consolas" panose="020B0609020204030204" pitchFamily="49" charset="0"/>
              </a:rPr>
              <a:t>); </a:t>
            </a:r>
          </a:p>
          <a:p>
            <a:pPr marL="0" indent="0">
              <a:buFontTx/>
              <a:buNone/>
            </a:pPr>
            <a:r>
              <a:rPr lang="en-US" altLang="zh-CN" sz="2400" dirty="0">
                <a:latin typeface="Consolas" panose="020B0609020204030204" pitchFamily="49" charset="0"/>
              </a:rPr>
              <a:t>/</a:t>
            </a:r>
            <a:r>
              <a:rPr lang="zh-CN" altLang="en-US" sz="2400" dirty="0">
                <a:latin typeface="Consolas" panose="020B0609020204030204" pitchFamily="49" charset="0"/>
              </a:rPr>
              <a:t>*释放整个链表，包括空节点，修正头指针为空*</a:t>
            </a:r>
            <a:r>
              <a:rPr lang="en-US" altLang="zh-CN" sz="2400" dirty="0">
                <a:latin typeface="Consolas" panose="020B0609020204030204" pitchFamily="49" charset="0"/>
              </a:rPr>
              <a:t>/</a:t>
            </a:r>
          </a:p>
          <a:p>
            <a:pPr eaLnBrk="1" hangingPunct="1">
              <a:buFontTx/>
              <a:buNone/>
            </a:pPr>
            <a:r>
              <a:rPr lang="en-US" altLang="zh-CN" sz="2400" dirty="0">
                <a:latin typeface="Consolas" panose="020B0609020204030204" pitchFamily="49" charset="0"/>
              </a:rPr>
              <a:t>void </a:t>
            </a:r>
            <a:r>
              <a:rPr lang="en-US" altLang="zh-CN" sz="2400" dirty="0" err="1">
                <a:latin typeface="Consolas" panose="020B0609020204030204" pitchFamily="49" charset="0"/>
              </a:rPr>
              <a:t>destroyList</a:t>
            </a:r>
            <a:r>
              <a:rPr lang="en-US" altLang="zh-CN" sz="2400" dirty="0">
                <a:latin typeface="Consolas" panose="020B0609020204030204" pitchFamily="49" charset="0"/>
              </a:rPr>
              <a:t>(</a:t>
            </a:r>
            <a:r>
              <a:rPr lang="en-US" altLang="zh-CN" sz="2400" dirty="0" err="1">
                <a:latin typeface="Consolas" panose="020B0609020204030204" pitchFamily="49" charset="0"/>
              </a:rPr>
              <a:t>PtrNode</a:t>
            </a:r>
            <a:r>
              <a:rPr lang="en-US" altLang="zh-CN" sz="2400" dirty="0">
                <a:latin typeface="Consolas" panose="020B0609020204030204" pitchFamily="49" charset="0"/>
              </a:rPr>
              <a:t>); </a:t>
            </a:r>
          </a:p>
          <a:p>
            <a:pPr eaLnBrk="1" hangingPunct="1">
              <a:buFontTx/>
              <a:buNone/>
            </a:pPr>
            <a:r>
              <a:rPr lang="en-US" altLang="zh-CN" sz="2400" dirty="0">
                <a:latin typeface="Consolas" panose="020B0609020204030204" pitchFamily="49" charset="0"/>
              </a:rPr>
              <a:t>/*</a:t>
            </a:r>
            <a:r>
              <a:rPr lang="zh-CN" altLang="en-US" sz="2400" dirty="0">
                <a:latin typeface="Consolas" panose="020B0609020204030204" pitchFamily="49" charset="0"/>
              </a:rPr>
              <a:t>计算链表有效节点数并返回</a:t>
            </a:r>
            <a:r>
              <a:rPr lang="en-US" altLang="zh-CN" sz="2400" dirty="0">
                <a:latin typeface="Consolas" panose="020B0609020204030204" pitchFamily="49" charset="0"/>
              </a:rPr>
              <a:t>*/</a:t>
            </a:r>
          </a:p>
          <a:p>
            <a:pPr eaLnBrk="1" hangingPunct="1">
              <a:buFontTx/>
              <a:buNone/>
            </a:pPr>
            <a:r>
              <a:rPr lang="en-US" altLang="zh-CN" sz="2400" dirty="0">
                <a:latin typeface="Consolas" panose="020B0609020204030204" pitchFamily="49" charset="0"/>
              </a:rPr>
              <a:t>int </a:t>
            </a:r>
            <a:r>
              <a:rPr lang="en-US" altLang="zh-CN" sz="2400" dirty="0" err="1">
                <a:latin typeface="Consolas" panose="020B0609020204030204" pitchFamily="49" charset="0"/>
              </a:rPr>
              <a:t>getSize</a:t>
            </a:r>
            <a:r>
              <a:rPr lang="en-US" altLang="zh-CN" sz="2400" dirty="0">
                <a:latin typeface="Consolas" panose="020B0609020204030204" pitchFamily="49" charset="0"/>
              </a:rPr>
              <a:t> (</a:t>
            </a:r>
            <a:r>
              <a:rPr lang="en-US" altLang="zh-CN" sz="2400" dirty="0" err="1">
                <a:latin typeface="Consolas" panose="020B0609020204030204" pitchFamily="49" charset="0"/>
              </a:rPr>
              <a:t>PtrNode</a:t>
            </a:r>
            <a:r>
              <a:rPr lang="en-US" altLang="zh-CN" sz="2400" dirty="0">
                <a:latin typeface="Consolas" panose="020B0609020204030204" pitchFamily="49" charset="0"/>
              </a:rPr>
              <a:t>);</a:t>
            </a:r>
          </a:p>
          <a:p>
            <a:pPr eaLnBrk="1" hangingPunct="1">
              <a:spcBef>
                <a:spcPct val="0"/>
              </a:spcBef>
              <a:buFontTx/>
              <a:buNone/>
            </a:pPr>
            <a:r>
              <a:rPr lang="en-US" altLang="zh-CN" sz="2400" dirty="0">
                <a:latin typeface="Consolas" panose="020B0609020204030204" pitchFamily="49" charset="0"/>
              </a:rPr>
              <a:t>/*</a:t>
            </a:r>
            <a:r>
              <a:rPr lang="zh-CN" altLang="en-US" sz="2400" dirty="0">
                <a:latin typeface="Consolas" panose="020B0609020204030204" pitchFamily="49" charset="0"/>
              </a:rPr>
              <a:t>查找值为</a:t>
            </a:r>
            <a:r>
              <a:rPr lang="en-US" altLang="zh-CN" sz="2400" dirty="0">
                <a:latin typeface="Consolas" panose="020B0609020204030204" pitchFamily="49" charset="0"/>
              </a:rPr>
              <a:t>x</a:t>
            </a:r>
            <a:r>
              <a:rPr lang="zh-CN" altLang="en-US" sz="2400" dirty="0">
                <a:latin typeface="Consolas" panose="020B0609020204030204" pitchFamily="49" charset="0"/>
              </a:rPr>
              <a:t>的第一个节点，返回指针，失败返回</a:t>
            </a:r>
            <a:r>
              <a:rPr lang="en-US" altLang="zh-CN" sz="2400" dirty="0">
                <a:latin typeface="Consolas" panose="020B0609020204030204" pitchFamily="49" charset="0"/>
              </a:rPr>
              <a:t>NULL*/</a:t>
            </a:r>
          </a:p>
          <a:p>
            <a:pPr eaLnBrk="1" hangingPunct="1">
              <a:spcBef>
                <a:spcPct val="0"/>
              </a:spcBef>
              <a:buFontTx/>
              <a:buNone/>
            </a:pPr>
            <a:r>
              <a:rPr lang="en-US" altLang="zh-CN" sz="2400" dirty="0" err="1">
                <a:latin typeface="Consolas" panose="020B0609020204030204" pitchFamily="49" charset="0"/>
              </a:rPr>
              <a:t>PtrNode</a:t>
            </a:r>
            <a:r>
              <a:rPr lang="en-US" altLang="zh-CN" sz="2400" dirty="0">
                <a:latin typeface="Consolas" panose="020B0609020204030204" pitchFamily="49" charset="0"/>
              </a:rPr>
              <a:t> find(</a:t>
            </a:r>
            <a:r>
              <a:rPr lang="en-US" altLang="zh-CN" sz="2400" dirty="0" err="1">
                <a:latin typeface="Consolas" panose="020B0609020204030204" pitchFamily="49" charset="0"/>
              </a:rPr>
              <a:t>PtrNode</a:t>
            </a:r>
            <a:r>
              <a:rPr lang="en-US" altLang="zh-CN" sz="2400" dirty="0">
                <a:latin typeface="Consolas" panose="020B0609020204030204" pitchFamily="49" charset="0"/>
              </a:rPr>
              <a:t>, </a:t>
            </a:r>
            <a:r>
              <a:rPr lang="en-US" altLang="zh-CN" sz="2400" dirty="0" err="1">
                <a:latin typeface="Consolas" panose="020B0609020204030204" pitchFamily="49" charset="0"/>
              </a:rPr>
              <a:t>ElemType</a:t>
            </a:r>
            <a:r>
              <a:rPr lang="en-US" altLang="zh-CN" sz="2400" dirty="0">
                <a:latin typeface="Consolas" panose="020B0609020204030204" pitchFamily="49" charset="0"/>
              </a:rPr>
              <a:t> x);</a:t>
            </a:r>
          </a:p>
          <a:p>
            <a:pPr eaLnBrk="1" hangingPunct="1">
              <a:spcBef>
                <a:spcPct val="0"/>
              </a:spcBef>
              <a:buFontTx/>
              <a:buNone/>
            </a:pPr>
            <a:r>
              <a:rPr lang="en-US" altLang="zh-CN" sz="2400" b="0" dirty="0">
                <a:latin typeface="Consolas" panose="020B0609020204030204" pitchFamily="49" charset="0"/>
              </a:rPr>
              <a:t>/*</a:t>
            </a:r>
            <a:r>
              <a:rPr lang="zh-CN" altLang="en-US" sz="2400" b="0" dirty="0">
                <a:latin typeface="Consolas" panose="020B0609020204030204" pitchFamily="49" charset="0"/>
              </a:rPr>
              <a:t>查找链表中第</a:t>
            </a:r>
            <a:r>
              <a:rPr lang="en-US" altLang="zh-CN" sz="2400" b="0" dirty="0">
                <a:latin typeface="Consolas" panose="020B0609020204030204" pitchFamily="49" charset="0"/>
              </a:rPr>
              <a:t>n</a:t>
            </a:r>
            <a:r>
              <a:rPr lang="zh-CN" altLang="en-US" sz="2400" b="0" dirty="0">
                <a:latin typeface="Consolas" panose="020B0609020204030204" pitchFamily="49" charset="0"/>
              </a:rPr>
              <a:t>个节点，返回节点指针，失败返回</a:t>
            </a:r>
            <a:r>
              <a:rPr lang="en-US" altLang="zh-CN" sz="2400" b="0" dirty="0">
                <a:latin typeface="Consolas" panose="020B0609020204030204" pitchFamily="49" charset="0"/>
              </a:rPr>
              <a:t>NULL*/</a:t>
            </a:r>
          </a:p>
          <a:p>
            <a:pPr eaLnBrk="1" hangingPunct="1">
              <a:spcBef>
                <a:spcPct val="0"/>
              </a:spcBef>
              <a:buFontTx/>
              <a:buNone/>
            </a:pPr>
            <a:r>
              <a:rPr lang="en-US" altLang="zh-CN" sz="2400" b="0" dirty="0" err="1">
                <a:latin typeface="Consolas" panose="020B0609020204030204" pitchFamily="49" charset="0"/>
              </a:rPr>
              <a:t>PtrNode</a:t>
            </a:r>
            <a:r>
              <a:rPr lang="en-US" altLang="zh-CN" sz="2400" b="0" dirty="0">
                <a:latin typeface="Consolas" panose="020B0609020204030204" pitchFamily="49" charset="0"/>
              </a:rPr>
              <a:t> </a:t>
            </a:r>
            <a:r>
              <a:rPr lang="en-US" altLang="zh-CN" sz="2400" b="0" dirty="0" err="1">
                <a:latin typeface="Consolas" panose="020B0609020204030204" pitchFamily="49" charset="0"/>
              </a:rPr>
              <a:t>findNth</a:t>
            </a:r>
            <a:r>
              <a:rPr lang="en-US" altLang="zh-CN" sz="2400" b="0" dirty="0">
                <a:latin typeface="Consolas" panose="020B0609020204030204" pitchFamily="49" charset="0"/>
              </a:rPr>
              <a:t>(</a:t>
            </a:r>
            <a:r>
              <a:rPr lang="en-US" altLang="zh-CN" sz="2400" b="0" dirty="0" err="1">
                <a:latin typeface="Consolas" panose="020B0609020204030204" pitchFamily="49" charset="0"/>
              </a:rPr>
              <a:t>PtrNode</a:t>
            </a:r>
            <a:r>
              <a:rPr lang="en-US" altLang="zh-CN" sz="2400" b="0" dirty="0">
                <a:latin typeface="Consolas" panose="020B0609020204030204" pitchFamily="49" charset="0"/>
              </a:rPr>
              <a:t> head</a:t>
            </a:r>
            <a:r>
              <a:rPr lang="en-US" altLang="zh-CN" sz="2400" dirty="0">
                <a:latin typeface="Consolas" panose="020B0609020204030204" pitchFamily="49" charset="0"/>
              </a:rPr>
              <a:t>,</a:t>
            </a:r>
            <a:r>
              <a:rPr lang="zh-CN" altLang="en-US" sz="2400" dirty="0">
                <a:latin typeface="Consolas" panose="020B0609020204030204" pitchFamily="49" charset="0"/>
              </a:rPr>
              <a:t> </a:t>
            </a:r>
            <a:r>
              <a:rPr lang="en-US" altLang="zh-CN" sz="2400" dirty="0">
                <a:latin typeface="Consolas" panose="020B0609020204030204" pitchFamily="49" charset="0"/>
              </a:rPr>
              <a:t>int n</a:t>
            </a:r>
            <a:r>
              <a:rPr lang="en-US" altLang="zh-CN" sz="2400" b="0" dirty="0">
                <a:latin typeface="Consolas" panose="020B0609020204030204" pitchFamily="49" charset="0"/>
              </a:rPr>
              <a:t>);</a:t>
            </a:r>
            <a:endParaRPr lang="en-US" altLang="zh-CN" sz="2400" dirty="0">
              <a:latin typeface="Consolas" panose="020B0609020204030204" pitchFamily="49" charset="0"/>
            </a:endParaRPr>
          </a:p>
          <a:p>
            <a:pPr eaLnBrk="1" hangingPunct="1">
              <a:buFontTx/>
              <a:buNone/>
            </a:pPr>
            <a:endParaRPr lang="en-US" altLang="zh-CN" sz="2400" dirty="0">
              <a:latin typeface="Consolas" panose="020B0609020204030204" pitchFamily="49" charset="0"/>
            </a:endParaRPr>
          </a:p>
          <a:p>
            <a:pPr eaLnBrk="1" hangingPunct="1">
              <a:buFontTx/>
              <a:buNone/>
            </a:pPr>
            <a:endParaRPr lang="en-US" altLang="zh-CN" sz="2400" dirty="0">
              <a:latin typeface="Consolas" panose="020B0609020204030204" pitchFamily="49" charset="0"/>
            </a:endParaRPr>
          </a:p>
        </p:txBody>
      </p:sp>
    </p:spTree>
    <p:extLst>
      <p:ext uri="{BB962C8B-B14F-4D97-AF65-F5344CB8AC3E}">
        <p14:creationId xmlns:p14="http://schemas.microsoft.com/office/powerpoint/2010/main" val="242233765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8BC5AA-AE95-4193-8BDE-39AF85381536}"/>
              </a:ext>
            </a:extLst>
          </p:cNvPr>
          <p:cNvSpPr>
            <a:spLocks noGrp="1"/>
          </p:cNvSpPr>
          <p:nvPr>
            <p:ph type="title"/>
          </p:nvPr>
        </p:nvSpPr>
        <p:spPr/>
        <p:txBody>
          <a:bodyPr/>
          <a:lstStyle/>
          <a:p>
            <a:r>
              <a:rPr lang="zh-CN" altLang="en-US" dirty="0"/>
              <a:t>初始化链表</a:t>
            </a:r>
          </a:p>
        </p:txBody>
      </p:sp>
      <p:sp>
        <p:nvSpPr>
          <p:cNvPr id="3" name="内容占位符 2">
            <a:extLst>
              <a:ext uri="{FF2B5EF4-FFF2-40B4-BE49-F238E27FC236}">
                <a16:creationId xmlns:a16="http://schemas.microsoft.com/office/drawing/2014/main" id="{A7356289-5129-498F-9533-8374CA3632FD}"/>
              </a:ext>
            </a:extLst>
          </p:cNvPr>
          <p:cNvSpPr>
            <a:spLocks noGrp="1"/>
          </p:cNvSpPr>
          <p:nvPr>
            <p:ph idx="1"/>
          </p:nvPr>
        </p:nvSpPr>
        <p:spPr>
          <a:xfrm>
            <a:off x="467544" y="1196752"/>
            <a:ext cx="8424936" cy="4611687"/>
          </a:xfrm>
        </p:spPr>
        <p:txBody>
          <a:bodyPr/>
          <a:lstStyle/>
          <a:p>
            <a:pPr marL="0" indent="0">
              <a:buNone/>
            </a:pPr>
            <a:r>
              <a:rPr lang="en-US" altLang="zh-CN" sz="2000" dirty="0">
                <a:latin typeface="Consolas" panose="020B0609020204030204" pitchFamily="49" charset="0"/>
              </a:rPr>
              <a:t>/*</a:t>
            </a:r>
            <a:r>
              <a:rPr lang="zh-CN" altLang="en-US" sz="2000" dirty="0">
                <a:latin typeface="Consolas" panose="020B0609020204030204" pitchFamily="49" charset="0"/>
              </a:rPr>
              <a:t>创建一个带空节点的初始链表*</a:t>
            </a:r>
            <a:r>
              <a:rPr lang="en-US" altLang="zh-CN" sz="2000" dirty="0">
                <a:latin typeface="Consolas" panose="020B0609020204030204" pitchFamily="49" charset="0"/>
              </a:rPr>
              <a:t>/</a:t>
            </a:r>
          </a:p>
          <a:p>
            <a:pPr marL="0" indent="0">
              <a:buNone/>
            </a:pPr>
            <a:r>
              <a:rPr lang="en-US" altLang="zh-CN" sz="2000" dirty="0" err="1">
                <a:latin typeface="Consolas" panose="020B0609020204030204" pitchFamily="49" charset="0"/>
              </a:rPr>
              <a:t>PtrNode</a:t>
            </a:r>
            <a:r>
              <a:rPr lang="en-US" altLang="zh-CN" sz="2000" dirty="0">
                <a:latin typeface="Consolas" panose="020B0609020204030204" pitchFamily="49" charset="0"/>
              </a:rPr>
              <a:t>  </a:t>
            </a:r>
            <a:r>
              <a:rPr lang="en-US" altLang="zh-CN" sz="2000" dirty="0" err="1">
                <a:latin typeface="Consolas" panose="020B0609020204030204" pitchFamily="49" charset="0"/>
              </a:rPr>
              <a:t>initEmptyList</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PtrNode</a:t>
            </a:r>
            <a:r>
              <a:rPr lang="en-US" altLang="zh-CN" sz="2000" dirty="0">
                <a:latin typeface="Consolas" panose="020B0609020204030204" pitchFamily="49" charset="0"/>
              </a:rPr>
              <a:t> head = malloc(</a:t>
            </a:r>
            <a:r>
              <a:rPr lang="en-US" altLang="zh-CN" sz="2000" dirty="0" err="1">
                <a:latin typeface="Consolas" panose="020B0609020204030204" pitchFamily="49" charset="0"/>
              </a:rPr>
              <a:t>sizeof</a:t>
            </a:r>
            <a:r>
              <a:rPr lang="en-US" altLang="zh-CN" sz="2000" dirty="0">
                <a:latin typeface="Consolas" panose="020B0609020204030204" pitchFamily="49" charset="0"/>
              </a:rPr>
              <a:t>(struct Node));</a:t>
            </a:r>
          </a:p>
          <a:p>
            <a:pPr marL="0" indent="0">
              <a:buNone/>
            </a:pPr>
            <a:r>
              <a:rPr lang="en-US" altLang="zh-CN" sz="2000" dirty="0">
                <a:latin typeface="Consolas" panose="020B0609020204030204" pitchFamily="49" charset="0"/>
              </a:rPr>
              <a:t>	if ( head != NULL){</a:t>
            </a:r>
          </a:p>
          <a:p>
            <a:pPr marL="0" indent="0">
              <a:buNone/>
            </a:pPr>
            <a:r>
              <a:rPr lang="en-US" altLang="zh-CN" sz="2000" dirty="0">
                <a:latin typeface="Consolas" panose="020B0609020204030204" pitchFamily="49" charset="0"/>
              </a:rPr>
              <a:t>		head-&gt;next = NULL;</a:t>
            </a:r>
          </a:p>
          <a:p>
            <a:pPr marL="0" indent="0">
              <a:buNone/>
            </a:pPr>
            <a:r>
              <a:rPr lang="en-US" altLang="zh-CN" sz="2000" dirty="0">
                <a:latin typeface="Consolas" panose="020B0609020204030204" pitchFamily="49" charset="0"/>
              </a:rPr>
              <a:t>	} </a:t>
            </a:r>
          </a:p>
          <a:p>
            <a:pPr marL="0" indent="0">
              <a:buNone/>
            </a:pPr>
            <a:r>
              <a:rPr lang="en-US" altLang="zh-CN" sz="2000" dirty="0">
                <a:latin typeface="Consolas" panose="020B0609020204030204" pitchFamily="49" charset="0"/>
              </a:rPr>
              <a:t>	return head;</a:t>
            </a:r>
          </a:p>
          <a:p>
            <a:pPr marL="0" indent="0">
              <a:buNone/>
            </a:pPr>
            <a:r>
              <a:rPr lang="en-US" altLang="zh-CN" sz="2000" dirty="0">
                <a:latin typeface="Consolas" panose="020B0609020204030204" pitchFamily="49" charset="0"/>
              </a:rPr>
              <a:t>}</a:t>
            </a:r>
          </a:p>
        </p:txBody>
      </p:sp>
    </p:spTree>
    <p:extLst>
      <p:ext uri="{BB962C8B-B14F-4D97-AF65-F5344CB8AC3E}">
        <p14:creationId xmlns:p14="http://schemas.microsoft.com/office/powerpoint/2010/main" val="1261196736"/>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8BC5AA-AE95-4193-8BDE-39AF85381536}"/>
              </a:ext>
            </a:extLst>
          </p:cNvPr>
          <p:cNvSpPr>
            <a:spLocks noGrp="1"/>
          </p:cNvSpPr>
          <p:nvPr>
            <p:ph type="title"/>
          </p:nvPr>
        </p:nvSpPr>
        <p:spPr/>
        <p:txBody>
          <a:bodyPr/>
          <a:lstStyle/>
          <a:p>
            <a:r>
              <a:rPr lang="zh-CN" altLang="en-US" dirty="0"/>
              <a:t>测试主程序</a:t>
            </a:r>
          </a:p>
        </p:txBody>
      </p:sp>
      <p:sp>
        <p:nvSpPr>
          <p:cNvPr id="3" name="内容占位符 2">
            <a:extLst>
              <a:ext uri="{FF2B5EF4-FFF2-40B4-BE49-F238E27FC236}">
                <a16:creationId xmlns:a16="http://schemas.microsoft.com/office/drawing/2014/main" id="{A7356289-5129-498F-9533-8374CA3632FD}"/>
              </a:ext>
            </a:extLst>
          </p:cNvPr>
          <p:cNvSpPr>
            <a:spLocks noGrp="1"/>
          </p:cNvSpPr>
          <p:nvPr>
            <p:ph idx="1"/>
          </p:nvPr>
        </p:nvSpPr>
        <p:spPr>
          <a:xfrm>
            <a:off x="467544" y="1196752"/>
            <a:ext cx="7772400" cy="4611687"/>
          </a:xfrm>
        </p:spPr>
        <p:txBody>
          <a:bodyPr/>
          <a:lstStyle/>
          <a:p>
            <a:pPr marL="0" indent="0">
              <a:buNone/>
            </a:pPr>
            <a:r>
              <a:rPr lang="en-US" altLang="zh-CN" sz="2000" dirty="0">
                <a:latin typeface="Consolas" panose="020B0609020204030204" pitchFamily="49" charset="0"/>
              </a:rPr>
              <a:t>#include &lt;</a:t>
            </a:r>
            <a:r>
              <a:rPr lang="en-US" altLang="zh-CN" sz="2000" dirty="0" err="1">
                <a:latin typeface="Consolas" panose="020B0609020204030204" pitchFamily="49" charset="0"/>
              </a:rPr>
              <a:t>stdio.h</a:t>
            </a:r>
            <a:r>
              <a:rPr lang="en-US" altLang="zh-CN" sz="2000" dirty="0">
                <a:latin typeface="Consolas" panose="020B0609020204030204" pitchFamily="49" charset="0"/>
              </a:rPr>
              <a:t>&gt;</a:t>
            </a:r>
          </a:p>
          <a:p>
            <a:pPr eaLnBrk="1" hangingPunct="1">
              <a:lnSpc>
                <a:spcPct val="90000"/>
              </a:lnSpc>
              <a:buFontTx/>
              <a:buNone/>
            </a:pPr>
            <a:r>
              <a:rPr lang="en-US" altLang="zh-CN" sz="2000" b="0" dirty="0">
                <a:latin typeface="Consolas" panose="020B0609020204030204" pitchFamily="49" charset="0"/>
              </a:rPr>
              <a:t>#define </a:t>
            </a:r>
            <a:r>
              <a:rPr lang="en-US" altLang="zh-CN" sz="2000" b="0" dirty="0" err="1">
                <a:latin typeface="Consolas" panose="020B0609020204030204" pitchFamily="49" charset="0"/>
              </a:rPr>
              <a:t>ElemType</a:t>
            </a:r>
            <a:r>
              <a:rPr lang="en-US" altLang="zh-CN" sz="2000" b="0" dirty="0">
                <a:latin typeface="Consolas" panose="020B0609020204030204" pitchFamily="49" charset="0"/>
              </a:rPr>
              <a:t> int</a:t>
            </a:r>
          </a:p>
          <a:p>
            <a:pPr eaLnBrk="1" hangingPunct="1">
              <a:lnSpc>
                <a:spcPct val="90000"/>
              </a:lnSpc>
              <a:buFontTx/>
              <a:buNone/>
            </a:pPr>
            <a:r>
              <a:rPr lang="en-US" altLang="zh-CN" sz="2000" b="0" dirty="0">
                <a:latin typeface="Consolas" panose="020B0609020204030204" pitchFamily="49" charset="0"/>
              </a:rPr>
              <a:t>struct Node{</a:t>
            </a:r>
          </a:p>
          <a:p>
            <a:pPr eaLnBrk="1" hangingPunct="1">
              <a:lnSpc>
                <a:spcPct val="90000"/>
              </a:lnSpc>
              <a:buFontTx/>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ElemType</a:t>
            </a:r>
            <a:r>
              <a:rPr lang="en-US" altLang="zh-CN" sz="2000" b="0" dirty="0">
                <a:latin typeface="Consolas" panose="020B0609020204030204" pitchFamily="49" charset="0"/>
              </a:rPr>
              <a:t> data;</a:t>
            </a:r>
          </a:p>
          <a:p>
            <a:pPr eaLnBrk="1" hangingPunct="1">
              <a:lnSpc>
                <a:spcPct val="90000"/>
              </a:lnSpc>
              <a:buFontTx/>
              <a:buNone/>
            </a:pPr>
            <a:r>
              <a:rPr lang="en-US" altLang="zh-CN" sz="2000" b="0" dirty="0">
                <a:latin typeface="Consolas" panose="020B0609020204030204" pitchFamily="49" charset="0"/>
              </a:rPr>
              <a:t>	struct Node * next; </a:t>
            </a:r>
          </a:p>
          <a:p>
            <a:pPr eaLnBrk="1" hangingPunct="1">
              <a:lnSpc>
                <a:spcPct val="90000"/>
              </a:lnSpc>
              <a:buFontTx/>
              <a:buNone/>
            </a:pPr>
            <a:r>
              <a:rPr lang="en-US" altLang="zh-CN" sz="2000" b="0" dirty="0">
                <a:latin typeface="Consolas" panose="020B0609020204030204" pitchFamily="49" charset="0"/>
              </a:rPr>
              <a:t>};</a:t>
            </a:r>
          </a:p>
          <a:p>
            <a:pPr eaLnBrk="1" hangingPunct="1">
              <a:lnSpc>
                <a:spcPct val="90000"/>
              </a:lnSpc>
              <a:buNone/>
            </a:pPr>
            <a:r>
              <a:rPr lang="en-US" altLang="zh-CN" sz="2000" dirty="0">
                <a:latin typeface="Consolas" panose="020B0609020204030204" pitchFamily="49" charset="0"/>
              </a:rPr>
              <a:t>typedef </a:t>
            </a:r>
            <a:r>
              <a:rPr lang="en-US" altLang="zh-CN" sz="2000" dirty="0">
                <a:solidFill>
                  <a:schemeClr val="accent2"/>
                </a:solidFill>
                <a:latin typeface="Consolas" panose="020B0609020204030204" pitchFamily="49" charset="0"/>
              </a:rPr>
              <a:t>struct Node</a:t>
            </a:r>
            <a:r>
              <a:rPr lang="en-US" altLang="zh-CN" sz="2000" dirty="0">
                <a:latin typeface="Consolas" panose="020B0609020204030204" pitchFamily="49" charset="0"/>
              </a:rPr>
              <a:t> </a:t>
            </a:r>
            <a:r>
              <a:rPr lang="en-US" altLang="zh-CN" sz="2000" dirty="0">
                <a:solidFill>
                  <a:schemeClr val="accent2"/>
                </a:solidFill>
                <a:latin typeface="Consolas" panose="020B0609020204030204" pitchFamily="49" charset="0"/>
              </a:rPr>
              <a:t> *</a:t>
            </a:r>
            <a:r>
              <a:rPr lang="en-US" altLang="zh-CN" sz="2000" dirty="0">
                <a:latin typeface="Consolas" panose="020B0609020204030204" pitchFamily="49" charset="0"/>
              </a:rPr>
              <a:t> </a:t>
            </a:r>
            <a:r>
              <a:rPr lang="en-US" altLang="zh-CN" sz="2000" dirty="0" err="1">
                <a:solidFill>
                  <a:srgbClr val="FF3300"/>
                </a:solidFill>
                <a:latin typeface="Consolas" panose="020B0609020204030204" pitchFamily="49" charset="0"/>
              </a:rPr>
              <a:t>PtrNode</a:t>
            </a:r>
            <a:r>
              <a:rPr lang="en-US" altLang="zh-CN" sz="2000" dirty="0">
                <a:latin typeface="Consolas" panose="020B0609020204030204" pitchFamily="49" charset="0"/>
              </a:rPr>
              <a:t>;</a:t>
            </a:r>
          </a:p>
          <a:p>
            <a:pPr marL="0" indent="0">
              <a:buNone/>
            </a:pPr>
            <a:r>
              <a:rPr lang="en-US" altLang="zh-CN" sz="2000" dirty="0" err="1">
                <a:latin typeface="Consolas" panose="020B0609020204030204" pitchFamily="49" charset="0"/>
              </a:rPr>
              <a:t>PtrNode</a:t>
            </a:r>
            <a:r>
              <a:rPr lang="en-US" altLang="zh-CN" sz="2000" dirty="0">
                <a:latin typeface="Consolas" panose="020B0609020204030204" pitchFamily="49" charset="0"/>
              </a:rPr>
              <a:t> </a:t>
            </a:r>
            <a:r>
              <a:rPr lang="en-US" altLang="zh-CN" sz="2000" dirty="0" err="1">
                <a:latin typeface="Consolas" panose="020B0609020204030204" pitchFamily="49" charset="0"/>
              </a:rPr>
              <a:t>initEmptyList</a:t>
            </a:r>
            <a:r>
              <a:rPr lang="en-US" altLang="zh-CN" sz="2000" dirty="0">
                <a:latin typeface="Consolas" panose="020B0609020204030204" pitchFamily="49" charset="0"/>
              </a:rPr>
              <a:t>();</a:t>
            </a:r>
          </a:p>
          <a:p>
            <a:pPr marL="0" indent="0">
              <a:buNone/>
            </a:pPr>
            <a:r>
              <a:rPr lang="en-US" altLang="zh-CN" sz="2000" b="0" dirty="0">
                <a:latin typeface="Consolas" panose="020B0609020204030204" pitchFamily="49" charset="0"/>
              </a:rPr>
              <a:t>void </a:t>
            </a:r>
            <a:r>
              <a:rPr lang="en-US" altLang="zh-CN" sz="2000" b="0" dirty="0" err="1">
                <a:latin typeface="Consolas" panose="020B0609020204030204" pitchFamily="49" charset="0"/>
              </a:rPr>
              <a:t>printList</a:t>
            </a:r>
            <a:r>
              <a:rPr lang="en-US" altLang="zh-CN" sz="2000" b="0" dirty="0">
                <a:latin typeface="Consolas" panose="020B0609020204030204" pitchFamily="49" charset="0"/>
              </a:rPr>
              <a:t>(</a:t>
            </a:r>
            <a:r>
              <a:rPr lang="en-US" altLang="zh-CN" sz="2000" b="0" dirty="0" err="1">
                <a:latin typeface="Consolas" panose="020B0609020204030204" pitchFamily="49" charset="0"/>
              </a:rPr>
              <a:t>PtrNode</a:t>
            </a:r>
            <a:r>
              <a:rPr lang="en-US" altLang="zh-CN" sz="2000" b="0" dirty="0">
                <a:latin typeface="Consolas" panose="020B0609020204030204" pitchFamily="49" charset="0"/>
              </a:rPr>
              <a:t> head);</a:t>
            </a:r>
            <a:endParaRPr lang="en-US" altLang="zh-CN" sz="2000" dirty="0">
              <a:latin typeface="Consolas" panose="020B0609020204030204" pitchFamily="49" charset="0"/>
            </a:endParaRPr>
          </a:p>
          <a:p>
            <a:pPr marL="0" indent="0">
              <a:buNone/>
            </a:pPr>
            <a:r>
              <a:rPr lang="en-US" altLang="zh-CN" sz="2000" dirty="0">
                <a:latin typeface="Consolas" panose="020B0609020204030204" pitchFamily="49" charset="0"/>
              </a:rPr>
              <a:t>int main(){</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PtrNode</a:t>
            </a:r>
            <a:r>
              <a:rPr lang="en-US" altLang="zh-CN" sz="2000" dirty="0">
                <a:latin typeface="Consolas" panose="020B0609020204030204" pitchFamily="49" charset="0"/>
              </a:rPr>
              <a:t> head = NULL;</a:t>
            </a:r>
          </a:p>
          <a:p>
            <a:pPr marL="0" indent="0">
              <a:buNone/>
            </a:pPr>
            <a:r>
              <a:rPr lang="en-US" altLang="zh-CN" sz="2000" dirty="0">
                <a:latin typeface="Consolas" panose="020B0609020204030204" pitchFamily="49" charset="0"/>
              </a:rPr>
              <a:t>	head = </a:t>
            </a:r>
            <a:r>
              <a:rPr lang="en-US" altLang="zh-CN" sz="2000" dirty="0" err="1">
                <a:latin typeface="Consolas" panose="020B0609020204030204" pitchFamily="49" charset="0"/>
              </a:rPr>
              <a:t>initEmptyList</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printList</a:t>
            </a:r>
            <a:r>
              <a:rPr lang="en-US" altLang="zh-CN" sz="2000" dirty="0">
                <a:latin typeface="Consolas" panose="020B0609020204030204" pitchFamily="49" charset="0"/>
              </a:rPr>
              <a:t>(head);</a:t>
            </a:r>
          </a:p>
          <a:p>
            <a:pPr marL="0" indent="0">
              <a:buNone/>
            </a:pPr>
            <a:r>
              <a:rPr lang="en-US" altLang="zh-CN" sz="2000" dirty="0">
                <a:latin typeface="Consolas" panose="020B0609020204030204" pitchFamily="49" charset="0"/>
              </a:rPr>
              <a:t>	return 0;</a:t>
            </a:r>
          </a:p>
          <a:p>
            <a:pPr marL="0" indent="0">
              <a:buNone/>
            </a:pPr>
            <a:r>
              <a:rPr lang="en-US" altLang="zh-CN" sz="2000" dirty="0">
                <a:latin typeface="Consolas" panose="020B0609020204030204" pitchFamily="49" charset="0"/>
              </a:rPr>
              <a:t>}</a:t>
            </a:r>
          </a:p>
        </p:txBody>
      </p:sp>
    </p:spTree>
    <p:extLst>
      <p:ext uri="{BB962C8B-B14F-4D97-AF65-F5344CB8AC3E}">
        <p14:creationId xmlns:p14="http://schemas.microsoft.com/office/powerpoint/2010/main" val="428245386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a:extLst>
              <a:ext uri="{FF2B5EF4-FFF2-40B4-BE49-F238E27FC236}">
                <a16:creationId xmlns:a16="http://schemas.microsoft.com/office/drawing/2014/main" id="{D7EEBF11-7A5C-4A2F-9213-873287D14036}"/>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5E429960-A614-4024-8390-5A9D73F6BFC0}" type="slidenum">
              <a:rPr lang="en-US" altLang="zh-CN" sz="1400">
                <a:latin typeface="Times New Roman" panose="02020603050405020304" pitchFamily="18" charset="0"/>
              </a:rPr>
              <a:pPr algn="r" eaLnBrk="1" hangingPunct="1">
                <a:spcBef>
                  <a:spcPct val="50000"/>
                </a:spcBef>
                <a:buFontTx/>
                <a:buNone/>
              </a:pPr>
              <a:t>11</a:t>
            </a:fld>
            <a:endParaRPr lang="en-US" altLang="zh-CN" sz="1400">
              <a:latin typeface="Times New Roman" panose="02020603050405020304" pitchFamily="18" charset="0"/>
            </a:endParaRPr>
          </a:p>
        </p:txBody>
      </p:sp>
      <p:sp>
        <p:nvSpPr>
          <p:cNvPr id="23568" name="Text Box 45">
            <a:extLst>
              <a:ext uri="{FF2B5EF4-FFF2-40B4-BE49-F238E27FC236}">
                <a16:creationId xmlns:a16="http://schemas.microsoft.com/office/drawing/2014/main" id="{0A0C76A9-D115-4BA3-B78E-4A48B4C92B18}"/>
              </a:ext>
            </a:extLst>
          </p:cNvPr>
          <p:cNvSpPr txBox="1">
            <a:spLocks noChangeArrowheads="1"/>
          </p:cNvSpPr>
          <p:nvPr/>
        </p:nvSpPr>
        <p:spPr bwMode="auto">
          <a:xfrm>
            <a:off x="3059113" y="404813"/>
            <a:ext cx="57800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r>
              <a:rPr lang="zh-CN" altLang="en-US" sz="3200" dirty="0">
                <a:solidFill>
                  <a:srgbClr val="FF3300"/>
                </a:solidFill>
                <a:latin typeface="微软雅黑" panose="020B0503020204020204" pitchFamily="34" charset="-122"/>
                <a:ea typeface="微软雅黑" panose="020B0503020204020204" pitchFamily="34" charset="-122"/>
              </a:rPr>
              <a:t>遍历链表（打印）</a:t>
            </a:r>
          </a:p>
        </p:txBody>
      </p:sp>
      <p:sp>
        <p:nvSpPr>
          <p:cNvPr id="42" name="Rectangle 4">
            <a:extLst>
              <a:ext uri="{FF2B5EF4-FFF2-40B4-BE49-F238E27FC236}">
                <a16:creationId xmlns:a16="http://schemas.microsoft.com/office/drawing/2014/main" id="{DA6271E2-8A51-4A56-97D1-DFDEAB526BEC}"/>
              </a:ext>
            </a:extLst>
          </p:cNvPr>
          <p:cNvSpPr txBox="1">
            <a:spLocks noChangeArrowheads="1"/>
          </p:cNvSpPr>
          <p:nvPr/>
        </p:nvSpPr>
        <p:spPr bwMode="auto">
          <a:xfrm>
            <a:off x="539552" y="1253153"/>
            <a:ext cx="7772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SzPct val="65000"/>
              <a:buFont typeface="Wingdings" panose="05000000000000000000" pitchFamily="2" charset="2"/>
              <a:buChar char="n"/>
              <a:defRPr sz="28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9pPr>
          </a:lstStyle>
          <a:p>
            <a:pPr eaLnBrk="1" hangingPunct="1">
              <a:buFontTx/>
              <a:buNone/>
            </a:pPr>
            <a:r>
              <a:rPr lang="en-US" altLang="zh-CN" sz="2100" b="0" dirty="0">
                <a:latin typeface="Consolas" panose="020B0609020204030204" pitchFamily="49" charset="0"/>
              </a:rPr>
              <a:t>void </a:t>
            </a:r>
            <a:r>
              <a:rPr lang="en-US" altLang="zh-CN" sz="2100" b="0" dirty="0" err="1">
                <a:latin typeface="Consolas" panose="020B0609020204030204" pitchFamily="49" charset="0"/>
              </a:rPr>
              <a:t>printList</a:t>
            </a:r>
            <a:r>
              <a:rPr lang="en-US" altLang="zh-CN" sz="2100" b="0" dirty="0">
                <a:latin typeface="Consolas" panose="020B0609020204030204" pitchFamily="49" charset="0"/>
              </a:rPr>
              <a:t>(</a:t>
            </a:r>
            <a:r>
              <a:rPr lang="en-US" altLang="zh-CN" sz="2100" b="0" dirty="0" err="1">
                <a:latin typeface="Consolas" panose="020B0609020204030204" pitchFamily="49" charset="0"/>
              </a:rPr>
              <a:t>PtrNode</a:t>
            </a:r>
            <a:r>
              <a:rPr lang="en-US" altLang="zh-CN" sz="2100" b="0" dirty="0">
                <a:latin typeface="Consolas" panose="020B0609020204030204" pitchFamily="49" charset="0"/>
              </a:rPr>
              <a:t> head)</a:t>
            </a:r>
          </a:p>
          <a:p>
            <a:pPr eaLnBrk="1" hangingPunct="1">
              <a:buFontTx/>
              <a:buNone/>
            </a:pPr>
            <a:r>
              <a:rPr lang="en-US" altLang="zh-CN" sz="2100" b="0" dirty="0">
                <a:latin typeface="Consolas" panose="020B0609020204030204" pitchFamily="49" charset="0"/>
              </a:rPr>
              <a:t>{</a:t>
            </a:r>
          </a:p>
          <a:p>
            <a:pPr eaLnBrk="1" hangingPunct="1">
              <a:buNone/>
            </a:pPr>
            <a:r>
              <a:rPr lang="en-US" altLang="zh-CN" sz="2100" b="0" dirty="0">
                <a:latin typeface="Consolas" panose="020B0609020204030204" pitchFamily="49" charset="0"/>
              </a:rPr>
              <a:t>    </a:t>
            </a:r>
            <a:r>
              <a:rPr lang="en-US" altLang="zh-CN" sz="2100" b="0" dirty="0" err="1">
                <a:latin typeface="Consolas" panose="020B0609020204030204" pitchFamily="49" charset="0"/>
              </a:rPr>
              <a:t>PtrNode</a:t>
            </a:r>
            <a:r>
              <a:rPr lang="zh-CN" altLang="en-US" sz="2100" b="0" dirty="0">
                <a:latin typeface="Consolas" panose="020B0609020204030204" pitchFamily="49" charset="0"/>
              </a:rPr>
              <a:t> </a:t>
            </a:r>
            <a:r>
              <a:rPr lang="en-US" altLang="zh-CN" sz="2100" b="0" dirty="0">
                <a:solidFill>
                  <a:schemeClr val="accent2">
                    <a:lumMod val="75000"/>
                  </a:schemeClr>
                </a:solidFill>
                <a:latin typeface="Consolas" panose="020B0609020204030204" pitchFamily="49" charset="0"/>
              </a:rPr>
              <a:t>cur=head-&gt;next; /</a:t>
            </a:r>
            <a:r>
              <a:rPr lang="zh-CN" altLang="en-US" sz="2100" b="0" dirty="0">
                <a:solidFill>
                  <a:schemeClr val="accent2">
                    <a:lumMod val="75000"/>
                  </a:schemeClr>
                </a:solidFill>
                <a:latin typeface="Consolas" panose="020B0609020204030204" pitchFamily="49" charset="0"/>
              </a:rPr>
              <a:t>*跳过空节点*</a:t>
            </a:r>
            <a:r>
              <a:rPr lang="en-US" altLang="zh-CN" sz="2100" b="0" dirty="0">
                <a:solidFill>
                  <a:schemeClr val="accent2">
                    <a:lumMod val="75000"/>
                  </a:schemeClr>
                </a:solidFill>
                <a:latin typeface="Consolas" panose="020B0609020204030204" pitchFamily="49" charset="0"/>
              </a:rPr>
              <a:t>/</a:t>
            </a:r>
          </a:p>
          <a:p>
            <a:pPr eaLnBrk="1" hangingPunct="1">
              <a:buFontTx/>
              <a:buNone/>
            </a:pPr>
            <a:r>
              <a:rPr lang="en-US" altLang="zh-CN" sz="2100" b="0" dirty="0">
                <a:latin typeface="Consolas" panose="020B0609020204030204" pitchFamily="49" charset="0"/>
              </a:rPr>
              <a:t>    if (cur==NULL)</a:t>
            </a:r>
          </a:p>
          <a:p>
            <a:pPr eaLnBrk="1" hangingPunct="1">
              <a:buFontTx/>
              <a:buNone/>
            </a:pPr>
            <a:r>
              <a:rPr lang="en-US" altLang="zh-CN" sz="2100" b="0" dirty="0">
                <a:latin typeface="Consolas" panose="020B0609020204030204" pitchFamily="49" charset="0"/>
              </a:rPr>
              <a:t>    	   </a:t>
            </a:r>
            <a:r>
              <a:rPr lang="en-US" altLang="zh-CN" sz="2100" b="0" dirty="0" err="1">
                <a:latin typeface="Consolas" panose="020B0609020204030204" pitchFamily="49" charset="0"/>
              </a:rPr>
              <a:t>printf</a:t>
            </a:r>
            <a:r>
              <a:rPr lang="en-US" altLang="zh-CN" sz="2100" b="0" dirty="0">
                <a:latin typeface="Consolas" panose="020B0609020204030204" pitchFamily="49" charset="0"/>
              </a:rPr>
              <a:t>("List is empty.\n");</a:t>
            </a:r>
          </a:p>
          <a:p>
            <a:pPr eaLnBrk="1" hangingPunct="1">
              <a:buFontTx/>
              <a:buNone/>
            </a:pPr>
            <a:r>
              <a:rPr lang="en-US" altLang="zh-CN" sz="2100" b="0" dirty="0">
                <a:latin typeface="Consolas" panose="020B0609020204030204" pitchFamily="49" charset="0"/>
              </a:rPr>
              <a:t>    else{</a:t>
            </a:r>
          </a:p>
          <a:p>
            <a:pPr eaLnBrk="1" hangingPunct="1">
              <a:buFontTx/>
              <a:buNone/>
            </a:pPr>
            <a:r>
              <a:rPr lang="en-US" altLang="zh-CN" sz="2100" b="0" dirty="0">
                <a:latin typeface="Consolas" panose="020B0609020204030204" pitchFamily="49" charset="0"/>
              </a:rPr>
              <a:t>	   </a:t>
            </a:r>
            <a:r>
              <a:rPr lang="en-US" altLang="zh-CN" sz="2100" b="0" dirty="0" err="1">
                <a:latin typeface="Consolas" panose="020B0609020204030204" pitchFamily="49" charset="0"/>
              </a:rPr>
              <a:t>printf</a:t>
            </a:r>
            <a:r>
              <a:rPr lang="en-US" altLang="zh-CN" sz="2100" b="0" dirty="0">
                <a:latin typeface="Consolas" panose="020B0609020204030204" pitchFamily="49" charset="0"/>
              </a:rPr>
              <a:t>("the list is:\n");</a:t>
            </a:r>
          </a:p>
          <a:p>
            <a:pPr eaLnBrk="1" hangingPunct="1">
              <a:buFontTx/>
              <a:buNone/>
            </a:pPr>
            <a:r>
              <a:rPr lang="en-US" altLang="zh-CN" sz="2100" b="0" dirty="0">
                <a:latin typeface="Consolas" panose="020B0609020204030204" pitchFamily="49" charset="0"/>
              </a:rPr>
              <a:t>	   while(cur!=NULL){</a:t>
            </a:r>
          </a:p>
          <a:p>
            <a:pPr eaLnBrk="1" hangingPunct="1">
              <a:buFontTx/>
              <a:buNone/>
            </a:pPr>
            <a:r>
              <a:rPr lang="en-US" altLang="zh-CN" sz="2100" b="0" dirty="0">
                <a:latin typeface="Consolas" panose="020B0609020204030204" pitchFamily="49" charset="0"/>
              </a:rPr>
              <a:t>   	        </a:t>
            </a:r>
            <a:r>
              <a:rPr lang="en-US" altLang="zh-CN" sz="2100" b="0" dirty="0" err="1">
                <a:latin typeface="Consolas" panose="020B0609020204030204" pitchFamily="49" charset="0"/>
              </a:rPr>
              <a:t>printf</a:t>
            </a:r>
            <a:r>
              <a:rPr lang="en-US" altLang="zh-CN" sz="2100" b="0" dirty="0">
                <a:latin typeface="Consolas" panose="020B0609020204030204" pitchFamily="49" charset="0"/>
              </a:rPr>
              <a:t>( "%d--&gt;",cur-&gt;data);</a:t>
            </a:r>
          </a:p>
          <a:p>
            <a:pPr eaLnBrk="1" hangingPunct="1">
              <a:buFontTx/>
              <a:buNone/>
            </a:pPr>
            <a:r>
              <a:rPr lang="en-US" altLang="zh-CN" sz="2100" b="0" dirty="0">
                <a:latin typeface="Consolas" panose="020B0609020204030204" pitchFamily="49" charset="0"/>
              </a:rPr>
              <a:t>             cur = cur-&gt;next;</a:t>
            </a:r>
          </a:p>
          <a:p>
            <a:pPr eaLnBrk="1" hangingPunct="1">
              <a:buFontTx/>
              <a:buNone/>
            </a:pPr>
            <a:r>
              <a:rPr lang="en-US" altLang="zh-CN" sz="2100" b="0" dirty="0">
                <a:latin typeface="Consolas" panose="020B0609020204030204" pitchFamily="49" charset="0"/>
              </a:rPr>
              <a:t>         } </a:t>
            </a:r>
          </a:p>
          <a:p>
            <a:pPr eaLnBrk="1" hangingPunct="1">
              <a:buFontTx/>
              <a:buNone/>
            </a:pPr>
            <a:r>
              <a:rPr lang="en-US" altLang="zh-CN" sz="2100" b="0" dirty="0">
                <a:latin typeface="Consolas" panose="020B0609020204030204" pitchFamily="49" charset="0"/>
              </a:rPr>
              <a:t>         </a:t>
            </a:r>
            <a:r>
              <a:rPr lang="en-US" altLang="zh-CN" sz="2100" b="0" dirty="0" err="1">
                <a:latin typeface="Consolas" panose="020B0609020204030204" pitchFamily="49" charset="0"/>
              </a:rPr>
              <a:t>printf</a:t>
            </a:r>
            <a:r>
              <a:rPr lang="en-US" altLang="zh-CN" sz="2100" b="0" dirty="0">
                <a:latin typeface="Consolas" panose="020B0609020204030204" pitchFamily="49" charset="0"/>
              </a:rPr>
              <a:t>("NULL\n\n");   </a:t>
            </a:r>
          </a:p>
          <a:p>
            <a:pPr eaLnBrk="1" hangingPunct="1">
              <a:buFontTx/>
              <a:buNone/>
            </a:pPr>
            <a:r>
              <a:rPr lang="en-US" altLang="zh-CN" sz="2100" b="0" dirty="0">
                <a:latin typeface="Consolas" panose="020B0609020204030204" pitchFamily="49" charset="0"/>
              </a:rPr>
              <a:t>    }</a:t>
            </a:r>
          </a:p>
          <a:p>
            <a:pPr eaLnBrk="1" hangingPunct="1">
              <a:buFontTx/>
              <a:buNone/>
            </a:pPr>
            <a:r>
              <a:rPr lang="en-US" altLang="zh-CN" sz="2100" b="0" dirty="0">
                <a:latin typeface="Consolas" panose="020B0609020204030204" pitchFamily="49" charset="0"/>
              </a:rPr>
              <a:t>}</a:t>
            </a:r>
          </a:p>
        </p:txBody>
      </p:sp>
    </p:spTree>
    <p:extLst>
      <p:ext uri="{BB962C8B-B14F-4D97-AF65-F5344CB8AC3E}">
        <p14:creationId xmlns:p14="http://schemas.microsoft.com/office/powerpoint/2010/main" val="342543063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a:extLst>
              <a:ext uri="{FF2B5EF4-FFF2-40B4-BE49-F238E27FC236}">
                <a16:creationId xmlns:a16="http://schemas.microsoft.com/office/drawing/2014/main" id="{A32552C4-BAC6-4189-9300-BAEF516F4A0E}"/>
              </a:ext>
            </a:extLst>
          </p:cNvPr>
          <p:cNvSpPr>
            <a:spLocks noGrp="1"/>
          </p:cNvSpPr>
          <p:nvPr>
            <p:ph type="sldNum" sz="quarter" idx="12"/>
          </p:nvPr>
        </p:nvSpPr>
        <p:spPr>
          <a:noFill/>
        </p:spPr>
        <p:txBody>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A2C7E6D0-0D57-4C03-AA62-2D56BEF21AEB}" type="slidenum">
              <a:rPr lang="en-US" altLang="zh-CN" sz="1400"/>
              <a:pPr eaLnBrk="1" hangingPunct="1"/>
              <a:t>12</a:t>
            </a:fld>
            <a:endParaRPr lang="en-US" altLang="zh-CN" sz="1400"/>
          </a:p>
        </p:txBody>
      </p:sp>
      <p:grpSp>
        <p:nvGrpSpPr>
          <p:cNvPr id="159748" name="Group 4">
            <a:extLst>
              <a:ext uri="{FF2B5EF4-FFF2-40B4-BE49-F238E27FC236}">
                <a16:creationId xmlns:a16="http://schemas.microsoft.com/office/drawing/2014/main" id="{F4A49444-3292-4BC0-8109-CB7082AE2D17}"/>
              </a:ext>
            </a:extLst>
          </p:cNvPr>
          <p:cNvGrpSpPr>
            <a:grpSpLocks/>
          </p:cNvGrpSpPr>
          <p:nvPr/>
        </p:nvGrpSpPr>
        <p:grpSpPr bwMode="auto">
          <a:xfrm>
            <a:off x="1263650" y="2144713"/>
            <a:ext cx="990600" cy="466725"/>
            <a:chOff x="624" y="2544"/>
            <a:chExt cx="624" cy="294"/>
          </a:xfrm>
        </p:grpSpPr>
        <p:sp>
          <p:nvSpPr>
            <p:cNvPr id="22584" name="Text Box 5">
              <a:extLst>
                <a:ext uri="{FF2B5EF4-FFF2-40B4-BE49-F238E27FC236}">
                  <a16:creationId xmlns:a16="http://schemas.microsoft.com/office/drawing/2014/main" id="{366EADF4-597B-4170-B772-148A4DA314F7}"/>
                </a:ext>
              </a:extLst>
            </p:cNvPr>
            <p:cNvSpPr txBox="1">
              <a:spLocks noChangeArrowheads="1"/>
            </p:cNvSpPr>
            <p:nvPr/>
          </p:nvSpPr>
          <p:spPr bwMode="auto">
            <a:xfrm>
              <a:off x="624" y="2544"/>
              <a:ext cx="624"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t>     </a:t>
              </a:r>
            </a:p>
          </p:txBody>
        </p:sp>
        <p:sp>
          <p:nvSpPr>
            <p:cNvPr id="22585" name="Line 6">
              <a:extLst>
                <a:ext uri="{FF2B5EF4-FFF2-40B4-BE49-F238E27FC236}">
                  <a16:creationId xmlns:a16="http://schemas.microsoft.com/office/drawing/2014/main" id="{19D6E01A-059F-4F52-A199-A9DA5F7EAA8C}"/>
                </a:ext>
              </a:extLst>
            </p:cNvPr>
            <p:cNvSpPr>
              <a:spLocks noChangeShapeType="1"/>
            </p:cNvSpPr>
            <p:nvPr/>
          </p:nvSpPr>
          <p:spPr bwMode="auto">
            <a:xfrm>
              <a:off x="960" y="2544"/>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9760" name="Group 16">
            <a:extLst>
              <a:ext uri="{FF2B5EF4-FFF2-40B4-BE49-F238E27FC236}">
                <a16:creationId xmlns:a16="http://schemas.microsoft.com/office/drawing/2014/main" id="{59CDEB69-8366-49B5-96F5-43B745CEFA84}"/>
              </a:ext>
            </a:extLst>
          </p:cNvPr>
          <p:cNvGrpSpPr>
            <a:grpSpLocks/>
          </p:cNvGrpSpPr>
          <p:nvPr/>
        </p:nvGrpSpPr>
        <p:grpSpPr bwMode="auto">
          <a:xfrm>
            <a:off x="5191357" y="2281715"/>
            <a:ext cx="838200" cy="76200"/>
            <a:chOff x="1104" y="2667"/>
            <a:chExt cx="528" cy="48"/>
          </a:xfrm>
        </p:grpSpPr>
        <p:sp>
          <p:nvSpPr>
            <p:cNvPr id="22580" name="Line 17">
              <a:extLst>
                <a:ext uri="{FF2B5EF4-FFF2-40B4-BE49-F238E27FC236}">
                  <a16:creationId xmlns:a16="http://schemas.microsoft.com/office/drawing/2014/main" id="{FB68CA2C-1EC7-4593-9D06-869E3021F921}"/>
                </a:ext>
              </a:extLst>
            </p:cNvPr>
            <p:cNvSpPr>
              <a:spLocks noChangeShapeType="1"/>
            </p:cNvSpPr>
            <p:nvPr/>
          </p:nvSpPr>
          <p:spPr bwMode="auto">
            <a:xfrm>
              <a:off x="1152" y="2688"/>
              <a:ext cx="480"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FF0000"/>
                </a:solidFill>
              </a:endParaRPr>
            </a:p>
          </p:txBody>
        </p:sp>
        <p:sp>
          <p:nvSpPr>
            <p:cNvPr id="22581" name="Oval 18">
              <a:extLst>
                <a:ext uri="{FF2B5EF4-FFF2-40B4-BE49-F238E27FC236}">
                  <a16:creationId xmlns:a16="http://schemas.microsoft.com/office/drawing/2014/main" id="{1EB611B3-0A40-4041-BB29-E1AA8B761BB1}"/>
                </a:ext>
              </a:extLst>
            </p:cNvPr>
            <p:cNvSpPr>
              <a:spLocks noChangeArrowheads="1"/>
            </p:cNvSpPr>
            <p:nvPr/>
          </p:nvSpPr>
          <p:spPr bwMode="auto">
            <a:xfrm>
              <a:off x="1104" y="2667"/>
              <a:ext cx="48" cy="48"/>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rgbClr val="FF0000"/>
                </a:solidFill>
              </a:endParaRPr>
            </a:p>
          </p:txBody>
        </p:sp>
      </p:grpSp>
      <p:grpSp>
        <p:nvGrpSpPr>
          <p:cNvPr id="159765" name="Group 21">
            <a:extLst>
              <a:ext uri="{FF2B5EF4-FFF2-40B4-BE49-F238E27FC236}">
                <a16:creationId xmlns:a16="http://schemas.microsoft.com/office/drawing/2014/main" id="{D2FDBA3E-4884-4B77-B302-8D4FE12BF4AD}"/>
              </a:ext>
            </a:extLst>
          </p:cNvPr>
          <p:cNvGrpSpPr>
            <a:grpSpLocks/>
          </p:cNvGrpSpPr>
          <p:nvPr/>
        </p:nvGrpSpPr>
        <p:grpSpPr bwMode="auto">
          <a:xfrm>
            <a:off x="730250" y="773113"/>
            <a:ext cx="1219200" cy="1371600"/>
            <a:chOff x="432" y="1536"/>
            <a:chExt cx="768" cy="864"/>
          </a:xfrm>
        </p:grpSpPr>
        <p:sp>
          <p:nvSpPr>
            <p:cNvPr id="22575" name="Text Box 22">
              <a:extLst>
                <a:ext uri="{FF2B5EF4-FFF2-40B4-BE49-F238E27FC236}">
                  <a16:creationId xmlns:a16="http://schemas.microsoft.com/office/drawing/2014/main" id="{667E8DC9-993E-4F71-8696-4276A4CF1F6D}"/>
                </a:ext>
              </a:extLst>
            </p:cNvPr>
            <p:cNvSpPr txBox="1">
              <a:spLocks noChangeArrowheads="1"/>
            </p:cNvSpPr>
            <p:nvPr/>
          </p:nvSpPr>
          <p:spPr bwMode="auto">
            <a:xfrm>
              <a:off x="624" y="1824"/>
              <a:ext cx="336"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b="0"/>
            </a:p>
          </p:txBody>
        </p:sp>
        <p:sp>
          <p:nvSpPr>
            <p:cNvPr id="22576" name="Text Box 23">
              <a:extLst>
                <a:ext uri="{FF2B5EF4-FFF2-40B4-BE49-F238E27FC236}">
                  <a16:creationId xmlns:a16="http://schemas.microsoft.com/office/drawing/2014/main" id="{7240E8A0-7097-4986-B686-AE11B6DC0CD0}"/>
                </a:ext>
              </a:extLst>
            </p:cNvPr>
            <p:cNvSpPr txBox="1">
              <a:spLocks noChangeArrowheads="1"/>
            </p:cNvSpPr>
            <p:nvPr/>
          </p:nvSpPr>
          <p:spPr bwMode="auto">
            <a:xfrm>
              <a:off x="432" y="1536"/>
              <a:ext cx="7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t>head</a:t>
              </a:r>
            </a:p>
          </p:txBody>
        </p:sp>
        <p:grpSp>
          <p:nvGrpSpPr>
            <p:cNvPr id="22577" name="Group 24">
              <a:extLst>
                <a:ext uri="{FF2B5EF4-FFF2-40B4-BE49-F238E27FC236}">
                  <a16:creationId xmlns:a16="http://schemas.microsoft.com/office/drawing/2014/main" id="{8FB8B37C-275D-42D2-A6D5-C3272CAC758A}"/>
                </a:ext>
              </a:extLst>
            </p:cNvPr>
            <p:cNvGrpSpPr>
              <a:grpSpLocks/>
            </p:cNvGrpSpPr>
            <p:nvPr/>
          </p:nvGrpSpPr>
          <p:grpSpPr bwMode="auto">
            <a:xfrm>
              <a:off x="768" y="1968"/>
              <a:ext cx="48" cy="432"/>
              <a:chOff x="768" y="1968"/>
              <a:chExt cx="48" cy="432"/>
            </a:xfrm>
          </p:grpSpPr>
          <p:sp>
            <p:nvSpPr>
              <p:cNvPr id="22578" name="Oval 25">
                <a:extLst>
                  <a:ext uri="{FF2B5EF4-FFF2-40B4-BE49-F238E27FC236}">
                    <a16:creationId xmlns:a16="http://schemas.microsoft.com/office/drawing/2014/main" id="{CF1D484F-80F9-405D-B838-792A527256D0}"/>
                  </a:ext>
                </a:extLst>
              </p:cNvPr>
              <p:cNvSpPr>
                <a:spLocks noChangeArrowheads="1"/>
              </p:cNvSpPr>
              <p:nvPr/>
            </p:nvSpPr>
            <p:spPr bwMode="auto">
              <a:xfrm>
                <a:off x="768" y="196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579" name="Line 26">
                <a:extLst>
                  <a:ext uri="{FF2B5EF4-FFF2-40B4-BE49-F238E27FC236}">
                    <a16:creationId xmlns:a16="http://schemas.microsoft.com/office/drawing/2014/main" id="{2935DE0E-AA09-41A0-8150-F88DA4D2331A}"/>
                  </a:ext>
                </a:extLst>
              </p:cNvPr>
              <p:cNvSpPr>
                <a:spLocks noChangeShapeType="1"/>
              </p:cNvSpPr>
              <p:nvPr/>
            </p:nvSpPr>
            <p:spPr bwMode="auto">
              <a:xfrm>
                <a:off x="786" y="2016"/>
                <a:ext cx="0"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5" name="组合 4">
            <a:extLst>
              <a:ext uri="{FF2B5EF4-FFF2-40B4-BE49-F238E27FC236}">
                <a16:creationId xmlns:a16="http://schemas.microsoft.com/office/drawing/2014/main" id="{E3CB9B2A-A931-4CAF-83E3-08416F5FE14E}"/>
              </a:ext>
            </a:extLst>
          </p:cNvPr>
          <p:cNvGrpSpPr/>
          <p:nvPr/>
        </p:nvGrpSpPr>
        <p:grpSpPr>
          <a:xfrm>
            <a:off x="5956920" y="764704"/>
            <a:ext cx="1203325" cy="1835150"/>
            <a:chOff x="5956920" y="764704"/>
            <a:chExt cx="1203325" cy="1835150"/>
          </a:xfrm>
        </p:grpSpPr>
        <p:grpSp>
          <p:nvGrpSpPr>
            <p:cNvPr id="159772" name="Group 28">
              <a:extLst>
                <a:ext uri="{FF2B5EF4-FFF2-40B4-BE49-F238E27FC236}">
                  <a16:creationId xmlns:a16="http://schemas.microsoft.com/office/drawing/2014/main" id="{B07E1991-71DD-4CF5-A813-7426E56F5E47}"/>
                </a:ext>
              </a:extLst>
            </p:cNvPr>
            <p:cNvGrpSpPr>
              <a:grpSpLocks/>
            </p:cNvGrpSpPr>
            <p:nvPr/>
          </p:nvGrpSpPr>
          <p:grpSpPr bwMode="auto">
            <a:xfrm>
              <a:off x="5956920" y="764704"/>
              <a:ext cx="1203325" cy="1371600"/>
              <a:chOff x="1986" y="1162"/>
              <a:chExt cx="758" cy="864"/>
            </a:xfrm>
          </p:grpSpPr>
          <p:sp>
            <p:nvSpPr>
              <p:cNvPr id="22570" name="Text Box 29">
                <a:extLst>
                  <a:ext uri="{FF2B5EF4-FFF2-40B4-BE49-F238E27FC236}">
                    <a16:creationId xmlns:a16="http://schemas.microsoft.com/office/drawing/2014/main" id="{1917540F-C790-47BA-ACB6-A1A3BDF122D0}"/>
                  </a:ext>
                </a:extLst>
              </p:cNvPr>
              <p:cNvSpPr txBox="1">
                <a:spLocks noChangeArrowheads="1"/>
              </p:cNvSpPr>
              <p:nvPr/>
            </p:nvSpPr>
            <p:spPr bwMode="auto">
              <a:xfrm>
                <a:off x="1986" y="1450"/>
                <a:ext cx="336"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b="0"/>
              </a:p>
            </p:txBody>
          </p:sp>
          <p:sp>
            <p:nvSpPr>
              <p:cNvPr id="22571" name="Text Box 30">
                <a:extLst>
                  <a:ext uri="{FF2B5EF4-FFF2-40B4-BE49-F238E27FC236}">
                    <a16:creationId xmlns:a16="http://schemas.microsoft.com/office/drawing/2014/main" id="{88583F5F-AAEA-440E-ADCD-41E2A92609A9}"/>
                  </a:ext>
                </a:extLst>
              </p:cNvPr>
              <p:cNvSpPr txBox="1">
                <a:spLocks noChangeArrowheads="1"/>
              </p:cNvSpPr>
              <p:nvPr/>
            </p:nvSpPr>
            <p:spPr bwMode="auto">
              <a:xfrm>
                <a:off x="2019" y="1162"/>
                <a:ext cx="72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t>p</a:t>
                </a:r>
              </a:p>
            </p:txBody>
          </p:sp>
          <p:grpSp>
            <p:nvGrpSpPr>
              <p:cNvPr id="22572" name="Group 31">
                <a:extLst>
                  <a:ext uri="{FF2B5EF4-FFF2-40B4-BE49-F238E27FC236}">
                    <a16:creationId xmlns:a16="http://schemas.microsoft.com/office/drawing/2014/main" id="{298EEBCA-FC65-4FF8-96D0-23A18A24452C}"/>
                  </a:ext>
                </a:extLst>
              </p:cNvPr>
              <p:cNvGrpSpPr>
                <a:grpSpLocks/>
              </p:cNvGrpSpPr>
              <p:nvPr/>
            </p:nvGrpSpPr>
            <p:grpSpPr bwMode="auto">
              <a:xfrm>
                <a:off x="2130" y="1594"/>
                <a:ext cx="48" cy="432"/>
                <a:chOff x="768" y="1968"/>
                <a:chExt cx="48" cy="432"/>
              </a:xfrm>
            </p:grpSpPr>
            <p:sp>
              <p:nvSpPr>
                <p:cNvPr id="22573" name="Oval 32">
                  <a:extLst>
                    <a:ext uri="{FF2B5EF4-FFF2-40B4-BE49-F238E27FC236}">
                      <a16:creationId xmlns:a16="http://schemas.microsoft.com/office/drawing/2014/main" id="{22E31F6D-82D8-4E62-A313-F4C482DC5871}"/>
                    </a:ext>
                  </a:extLst>
                </p:cNvPr>
                <p:cNvSpPr>
                  <a:spLocks noChangeArrowheads="1"/>
                </p:cNvSpPr>
                <p:nvPr/>
              </p:nvSpPr>
              <p:spPr bwMode="auto">
                <a:xfrm>
                  <a:off x="768" y="196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574" name="Line 33">
                  <a:extLst>
                    <a:ext uri="{FF2B5EF4-FFF2-40B4-BE49-F238E27FC236}">
                      <a16:creationId xmlns:a16="http://schemas.microsoft.com/office/drawing/2014/main" id="{B1487974-0E43-4181-98A2-B58BF1E1CC2D}"/>
                    </a:ext>
                  </a:extLst>
                </p:cNvPr>
                <p:cNvSpPr>
                  <a:spLocks noChangeShapeType="1"/>
                </p:cNvSpPr>
                <p:nvPr/>
              </p:nvSpPr>
              <p:spPr bwMode="auto">
                <a:xfrm>
                  <a:off x="786" y="2016"/>
                  <a:ext cx="0"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59778" name="Group 34">
              <a:extLst>
                <a:ext uri="{FF2B5EF4-FFF2-40B4-BE49-F238E27FC236}">
                  <a16:creationId xmlns:a16="http://schemas.microsoft.com/office/drawing/2014/main" id="{5A1E6221-EB0C-487E-AC92-0E10DB698519}"/>
                </a:ext>
              </a:extLst>
            </p:cNvPr>
            <p:cNvGrpSpPr>
              <a:grpSpLocks/>
            </p:cNvGrpSpPr>
            <p:nvPr/>
          </p:nvGrpSpPr>
          <p:grpSpPr bwMode="auto">
            <a:xfrm>
              <a:off x="6009307" y="2133129"/>
              <a:ext cx="990600" cy="466725"/>
              <a:chOff x="624" y="2544"/>
              <a:chExt cx="624" cy="294"/>
            </a:xfrm>
          </p:grpSpPr>
          <p:sp>
            <p:nvSpPr>
              <p:cNvPr id="22568" name="Text Box 35">
                <a:extLst>
                  <a:ext uri="{FF2B5EF4-FFF2-40B4-BE49-F238E27FC236}">
                    <a16:creationId xmlns:a16="http://schemas.microsoft.com/office/drawing/2014/main" id="{56929801-F004-43AE-806A-696D4912D373}"/>
                  </a:ext>
                </a:extLst>
              </p:cNvPr>
              <p:cNvSpPr txBox="1">
                <a:spLocks noChangeArrowheads="1"/>
              </p:cNvSpPr>
              <p:nvPr/>
            </p:nvSpPr>
            <p:spPr bwMode="auto">
              <a:xfrm>
                <a:off x="624" y="2544"/>
                <a:ext cx="624"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a:t>37     </a:t>
                </a:r>
              </a:p>
            </p:txBody>
          </p:sp>
          <p:sp>
            <p:nvSpPr>
              <p:cNvPr id="22569" name="Line 36">
                <a:extLst>
                  <a:ext uri="{FF2B5EF4-FFF2-40B4-BE49-F238E27FC236}">
                    <a16:creationId xmlns:a16="http://schemas.microsoft.com/office/drawing/2014/main" id="{C67EF2F2-4CB0-449D-82E0-20FF0AB4AF2F}"/>
                  </a:ext>
                </a:extLst>
              </p:cNvPr>
              <p:cNvSpPr>
                <a:spLocks noChangeShapeType="1"/>
              </p:cNvSpPr>
              <p:nvPr/>
            </p:nvSpPr>
            <p:spPr bwMode="auto">
              <a:xfrm>
                <a:off x="960" y="2544"/>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59824" name="Group 80">
            <a:extLst>
              <a:ext uri="{FF2B5EF4-FFF2-40B4-BE49-F238E27FC236}">
                <a16:creationId xmlns:a16="http://schemas.microsoft.com/office/drawing/2014/main" id="{5A1DA3D5-4038-44D3-BBDA-62839161134F}"/>
              </a:ext>
            </a:extLst>
          </p:cNvPr>
          <p:cNvGrpSpPr>
            <a:grpSpLocks/>
          </p:cNvGrpSpPr>
          <p:nvPr/>
        </p:nvGrpSpPr>
        <p:grpSpPr bwMode="auto">
          <a:xfrm>
            <a:off x="2942741" y="782799"/>
            <a:ext cx="1897063" cy="1387475"/>
            <a:chOff x="2181" y="518"/>
            <a:chExt cx="1195" cy="874"/>
          </a:xfrm>
        </p:grpSpPr>
        <p:sp>
          <p:nvSpPr>
            <p:cNvPr id="22564" name="Text Box 46">
              <a:extLst>
                <a:ext uri="{FF2B5EF4-FFF2-40B4-BE49-F238E27FC236}">
                  <a16:creationId xmlns:a16="http://schemas.microsoft.com/office/drawing/2014/main" id="{4CF4E6A3-F74B-4BED-B4CB-49D18F1AFB4F}"/>
                </a:ext>
              </a:extLst>
            </p:cNvPr>
            <p:cNvSpPr txBox="1">
              <a:spLocks noChangeArrowheads="1"/>
            </p:cNvSpPr>
            <p:nvPr/>
          </p:nvSpPr>
          <p:spPr bwMode="auto">
            <a:xfrm>
              <a:off x="2708" y="760"/>
              <a:ext cx="336"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b="0"/>
            </a:p>
          </p:txBody>
        </p:sp>
        <p:sp>
          <p:nvSpPr>
            <p:cNvPr id="22565" name="Text Box 47">
              <a:extLst>
                <a:ext uri="{FF2B5EF4-FFF2-40B4-BE49-F238E27FC236}">
                  <a16:creationId xmlns:a16="http://schemas.microsoft.com/office/drawing/2014/main" id="{9FCC89BE-BD16-4AE0-A374-2754805CF9DC}"/>
                </a:ext>
              </a:extLst>
            </p:cNvPr>
            <p:cNvSpPr txBox="1">
              <a:spLocks noChangeArrowheads="1"/>
            </p:cNvSpPr>
            <p:nvPr/>
          </p:nvSpPr>
          <p:spPr bwMode="auto">
            <a:xfrm>
              <a:off x="2181" y="518"/>
              <a:ext cx="119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t>   </a:t>
              </a:r>
              <a:r>
                <a:rPr lang="en-US" altLang="zh-CN" b="0" dirty="0" err="1"/>
                <a:t>tmp</a:t>
              </a:r>
              <a:endParaRPr lang="en-US" altLang="zh-CN" b="0" dirty="0"/>
            </a:p>
          </p:txBody>
        </p:sp>
        <p:sp>
          <p:nvSpPr>
            <p:cNvPr id="22566" name="Oval 49">
              <a:extLst>
                <a:ext uri="{FF2B5EF4-FFF2-40B4-BE49-F238E27FC236}">
                  <a16:creationId xmlns:a16="http://schemas.microsoft.com/office/drawing/2014/main" id="{8FD8DFDE-0A74-463D-969A-AFB235872D23}"/>
                </a:ext>
              </a:extLst>
            </p:cNvPr>
            <p:cNvSpPr>
              <a:spLocks noChangeArrowheads="1"/>
            </p:cNvSpPr>
            <p:nvPr/>
          </p:nvSpPr>
          <p:spPr bwMode="auto">
            <a:xfrm>
              <a:off x="2852" y="90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59795" name="Line 51">
              <a:extLst>
                <a:ext uri="{FF2B5EF4-FFF2-40B4-BE49-F238E27FC236}">
                  <a16:creationId xmlns:a16="http://schemas.microsoft.com/office/drawing/2014/main" id="{6CBF55F9-EFC6-4F59-B70C-C972D714A633}"/>
                </a:ext>
              </a:extLst>
            </p:cNvPr>
            <p:cNvSpPr>
              <a:spLocks noChangeShapeType="1"/>
            </p:cNvSpPr>
            <p:nvPr/>
          </p:nvSpPr>
          <p:spPr bwMode="auto">
            <a:xfrm flipH="1" flipV="1">
              <a:off x="2879" y="935"/>
              <a:ext cx="309" cy="457"/>
            </a:xfrm>
            <a:prstGeom prst="line">
              <a:avLst/>
            </a:prstGeom>
            <a:noFill/>
            <a:ln w="9525">
              <a:solidFill>
                <a:schemeClr val="tx1"/>
              </a:solidFill>
              <a:round/>
              <a:headEnd type="triangle" w="med" len="med"/>
              <a:tailEnd/>
            </a:ln>
            <a:effectLst>
              <a:prstShdw prst="shdw18" dist="17961" dir="13500000">
                <a:schemeClr val="tx1">
                  <a:gamma/>
                  <a:shade val="60000"/>
                  <a:invGamma/>
                </a:schemeClr>
              </a:prstShdw>
            </a:effectLst>
            <a:extLst>
              <a:ext uri="{909E8E84-426E-40DD-AFC4-6F175D3DCCD1}">
                <a14:hiddenFill xmlns:a14="http://schemas.microsoft.com/office/drawing/2010/main">
                  <a:noFill/>
                </a14:hiddenFill>
              </a:ext>
            </a:extLst>
          </p:spPr>
          <p:txBody>
            <a:bodyPr wrap="none" anchor="ctr"/>
            <a:lstStyle/>
            <a:p>
              <a:pPr>
                <a:defRPr/>
              </a:pPr>
              <a:endParaRPr lang="zh-CN" altLang="en-US"/>
            </a:p>
          </p:txBody>
        </p:sp>
      </p:grpSp>
      <p:sp>
        <p:nvSpPr>
          <p:cNvPr id="159797" name="Text Box 53">
            <a:extLst>
              <a:ext uri="{FF2B5EF4-FFF2-40B4-BE49-F238E27FC236}">
                <a16:creationId xmlns:a16="http://schemas.microsoft.com/office/drawing/2014/main" id="{597AE8A1-3EA6-4F30-806B-CA943F9BD2F0}"/>
              </a:ext>
            </a:extLst>
          </p:cNvPr>
          <p:cNvSpPr txBox="1">
            <a:spLocks noChangeArrowheads="1"/>
          </p:cNvSpPr>
          <p:nvPr/>
        </p:nvSpPr>
        <p:spPr bwMode="auto">
          <a:xfrm>
            <a:off x="365435" y="3084675"/>
            <a:ext cx="8351837" cy="2123658"/>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defRPr/>
            </a:pPr>
            <a:r>
              <a:rPr lang="zh-CN" altLang="en-US" dirty="0"/>
              <a:t>新增的节点需要追加到链表尾节点后面；</a:t>
            </a:r>
          </a:p>
          <a:p>
            <a:pPr>
              <a:spcBef>
                <a:spcPct val="50000"/>
              </a:spcBef>
              <a:defRPr/>
            </a:pPr>
            <a:r>
              <a:rPr lang="en-US" altLang="zh-CN" dirty="0"/>
              <a:t>(1)</a:t>
            </a:r>
            <a:r>
              <a:rPr lang="zh-CN" altLang="en-US" dirty="0"/>
              <a:t>遍历链表，直到尾节点；</a:t>
            </a:r>
            <a:endParaRPr lang="en-US" altLang="zh-CN" dirty="0"/>
          </a:p>
          <a:p>
            <a:pPr>
              <a:spcBef>
                <a:spcPct val="50000"/>
              </a:spcBef>
              <a:defRPr/>
            </a:pPr>
            <a:r>
              <a:rPr lang="zh-CN" altLang="en-US" dirty="0"/>
              <a:t>链表尾节点的特征：</a:t>
            </a:r>
            <a:r>
              <a:rPr lang="en-US" altLang="zh-CN" dirty="0"/>
              <a:t>cur == NULL</a:t>
            </a:r>
            <a:endParaRPr lang="zh-CN" altLang="en-US" dirty="0"/>
          </a:p>
          <a:p>
            <a:pPr>
              <a:spcBef>
                <a:spcPct val="50000"/>
              </a:spcBef>
              <a:defRPr/>
            </a:pPr>
            <a:r>
              <a:rPr lang="en-US" altLang="zh-CN" dirty="0"/>
              <a:t>(2)</a:t>
            </a:r>
            <a:r>
              <a:rPr lang="zh-CN" altLang="en-US" dirty="0"/>
              <a:t>链接尾节点和新节点：</a:t>
            </a:r>
            <a:r>
              <a:rPr lang="en-US" altLang="zh-CN" dirty="0" err="1"/>
              <a:t>tmp</a:t>
            </a:r>
            <a:r>
              <a:rPr lang="en-US" altLang="zh-CN" dirty="0"/>
              <a:t>-&gt;next=p;</a:t>
            </a:r>
          </a:p>
        </p:txBody>
      </p:sp>
      <p:grpSp>
        <p:nvGrpSpPr>
          <p:cNvPr id="159818" name="Group 74">
            <a:extLst>
              <a:ext uri="{FF2B5EF4-FFF2-40B4-BE49-F238E27FC236}">
                <a16:creationId xmlns:a16="http://schemas.microsoft.com/office/drawing/2014/main" id="{979648D6-90A2-4EAD-B126-839C018F2D16}"/>
              </a:ext>
            </a:extLst>
          </p:cNvPr>
          <p:cNvGrpSpPr>
            <a:grpSpLocks/>
          </p:cNvGrpSpPr>
          <p:nvPr/>
        </p:nvGrpSpPr>
        <p:grpSpPr bwMode="auto">
          <a:xfrm>
            <a:off x="4882590" y="1132304"/>
            <a:ext cx="1036638" cy="1224368"/>
            <a:chOff x="1952" y="1162"/>
            <a:chExt cx="653" cy="956"/>
          </a:xfrm>
        </p:grpSpPr>
        <p:sp>
          <p:nvSpPr>
            <p:cNvPr id="22543" name="Text Box 75">
              <a:extLst>
                <a:ext uri="{FF2B5EF4-FFF2-40B4-BE49-F238E27FC236}">
                  <a16:creationId xmlns:a16="http://schemas.microsoft.com/office/drawing/2014/main" id="{FC22A2F9-54E4-427F-99D7-C870E4E24062}"/>
                </a:ext>
              </a:extLst>
            </p:cNvPr>
            <p:cNvSpPr txBox="1">
              <a:spLocks noChangeArrowheads="1"/>
            </p:cNvSpPr>
            <p:nvPr/>
          </p:nvSpPr>
          <p:spPr bwMode="auto">
            <a:xfrm>
              <a:off x="1986" y="1450"/>
              <a:ext cx="336"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b="0"/>
            </a:p>
          </p:txBody>
        </p:sp>
        <p:sp>
          <p:nvSpPr>
            <p:cNvPr id="22544" name="Text Box 76">
              <a:extLst>
                <a:ext uri="{FF2B5EF4-FFF2-40B4-BE49-F238E27FC236}">
                  <a16:creationId xmlns:a16="http://schemas.microsoft.com/office/drawing/2014/main" id="{523FC504-851D-4E5E-8CA7-448A253A033C}"/>
                </a:ext>
              </a:extLst>
            </p:cNvPr>
            <p:cNvSpPr txBox="1">
              <a:spLocks noChangeArrowheads="1"/>
            </p:cNvSpPr>
            <p:nvPr/>
          </p:nvSpPr>
          <p:spPr bwMode="auto">
            <a:xfrm>
              <a:off x="1952" y="1162"/>
              <a:ext cx="653"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t>cur</a:t>
              </a:r>
            </a:p>
          </p:txBody>
        </p:sp>
        <p:grpSp>
          <p:nvGrpSpPr>
            <p:cNvPr id="22545" name="Group 77">
              <a:extLst>
                <a:ext uri="{FF2B5EF4-FFF2-40B4-BE49-F238E27FC236}">
                  <a16:creationId xmlns:a16="http://schemas.microsoft.com/office/drawing/2014/main" id="{9E0BD45A-18CB-44FB-8C46-61E0EE54596C}"/>
                </a:ext>
              </a:extLst>
            </p:cNvPr>
            <p:cNvGrpSpPr>
              <a:grpSpLocks/>
            </p:cNvGrpSpPr>
            <p:nvPr/>
          </p:nvGrpSpPr>
          <p:grpSpPr bwMode="auto">
            <a:xfrm>
              <a:off x="1998" y="1594"/>
              <a:ext cx="180" cy="524"/>
              <a:chOff x="636" y="1968"/>
              <a:chExt cx="180" cy="524"/>
            </a:xfrm>
          </p:grpSpPr>
          <p:sp>
            <p:nvSpPr>
              <p:cNvPr id="22546" name="Oval 78">
                <a:extLst>
                  <a:ext uri="{FF2B5EF4-FFF2-40B4-BE49-F238E27FC236}">
                    <a16:creationId xmlns:a16="http://schemas.microsoft.com/office/drawing/2014/main" id="{9A659170-9588-43EB-9DF8-1D47D9DDCA5C}"/>
                  </a:ext>
                </a:extLst>
              </p:cNvPr>
              <p:cNvSpPr>
                <a:spLocks noChangeArrowheads="1"/>
              </p:cNvSpPr>
              <p:nvPr/>
            </p:nvSpPr>
            <p:spPr bwMode="auto">
              <a:xfrm>
                <a:off x="768" y="196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547" name="Line 79">
                <a:extLst>
                  <a:ext uri="{FF2B5EF4-FFF2-40B4-BE49-F238E27FC236}">
                    <a16:creationId xmlns:a16="http://schemas.microsoft.com/office/drawing/2014/main" id="{124A9B90-B84D-4C07-8003-1B641EF64D07}"/>
                  </a:ext>
                </a:extLst>
              </p:cNvPr>
              <p:cNvSpPr>
                <a:spLocks noChangeShapeType="1"/>
              </p:cNvSpPr>
              <p:nvPr/>
            </p:nvSpPr>
            <p:spPr bwMode="auto">
              <a:xfrm flipH="1">
                <a:off x="636" y="2016"/>
                <a:ext cx="150" cy="4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58" name="Text Box 33">
            <a:extLst>
              <a:ext uri="{FF2B5EF4-FFF2-40B4-BE49-F238E27FC236}">
                <a16:creationId xmlns:a16="http://schemas.microsoft.com/office/drawing/2014/main" id="{A1FDF194-0345-469A-A469-67A3FD46E506}"/>
              </a:ext>
            </a:extLst>
          </p:cNvPr>
          <p:cNvSpPr txBox="1">
            <a:spLocks noChangeArrowheads="1"/>
          </p:cNvSpPr>
          <p:nvPr/>
        </p:nvSpPr>
        <p:spPr bwMode="auto">
          <a:xfrm>
            <a:off x="4284663" y="404813"/>
            <a:ext cx="4608512" cy="58477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r>
              <a:rPr lang="zh-CN" altLang="en-US" sz="3200" dirty="0">
                <a:solidFill>
                  <a:srgbClr val="FF3300"/>
                </a:solidFill>
                <a:latin typeface="微软雅黑" panose="020B0503020204020204" pitchFamily="34" charset="-122"/>
                <a:ea typeface="微软雅黑" panose="020B0503020204020204" pitchFamily="34" charset="-122"/>
              </a:rPr>
              <a:t>基本操作－尾插节点</a:t>
            </a:r>
          </a:p>
        </p:txBody>
      </p:sp>
      <p:grpSp>
        <p:nvGrpSpPr>
          <p:cNvPr id="4" name="组合 3">
            <a:extLst>
              <a:ext uri="{FF2B5EF4-FFF2-40B4-BE49-F238E27FC236}">
                <a16:creationId xmlns:a16="http://schemas.microsoft.com/office/drawing/2014/main" id="{23AE86DD-6288-4DE1-B318-D5CA4902E777}"/>
              </a:ext>
            </a:extLst>
          </p:cNvPr>
          <p:cNvGrpSpPr/>
          <p:nvPr/>
        </p:nvGrpSpPr>
        <p:grpSpPr>
          <a:xfrm>
            <a:off x="1955800" y="2141538"/>
            <a:ext cx="3340100" cy="469900"/>
            <a:chOff x="1955800" y="2141538"/>
            <a:chExt cx="3340100" cy="469900"/>
          </a:xfrm>
        </p:grpSpPr>
        <p:grpSp>
          <p:nvGrpSpPr>
            <p:cNvPr id="159813" name="Group 69">
              <a:extLst>
                <a:ext uri="{FF2B5EF4-FFF2-40B4-BE49-F238E27FC236}">
                  <a16:creationId xmlns:a16="http://schemas.microsoft.com/office/drawing/2014/main" id="{62A6C776-B96F-4495-8C31-19241B34C43D}"/>
                </a:ext>
              </a:extLst>
            </p:cNvPr>
            <p:cNvGrpSpPr>
              <a:grpSpLocks/>
            </p:cNvGrpSpPr>
            <p:nvPr/>
          </p:nvGrpSpPr>
          <p:grpSpPr bwMode="auto">
            <a:xfrm>
              <a:off x="1955800" y="2141538"/>
              <a:ext cx="3340100" cy="469900"/>
              <a:chOff x="930" y="1298"/>
              <a:chExt cx="2104" cy="296"/>
            </a:xfrm>
          </p:grpSpPr>
          <p:grpSp>
            <p:nvGrpSpPr>
              <p:cNvPr id="22550" name="Group 54">
                <a:extLst>
                  <a:ext uri="{FF2B5EF4-FFF2-40B4-BE49-F238E27FC236}">
                    <a16:creationId xmlns:a16="http://schemas.microsoft.com/office/drawing/2014/main" id="{D66DE6B6-ADEC-41D4-BAC1-E4C94AC17101}"/>
                  </a:ext>
                </a:extLst>
              </p:cNvPr>
              <p:cNvGrpSpPr>
                <a:grpSpLocks/>
              </p:cNvGrpSpPr>
              <p:nvPr/>
            </p:nvGrpSpPr>
            <p:grpSpPr bwMode="auto">
              <a:xfrm>
                <a:off x="930" y="1300"/>
                <a:ext cx="1152" cy="294"/>
                <a:chOff x="1536" y="1706"/>
                <a:chExt cx="1152" cy="294"/>
              </a:xfrm>
            </p:grpSpPr>
            <p:grpSp>
              <p:nvGrpSpPr>
                <p:cNvPr id="22558" name="Group 7">
                  <a:extLst>
                    <a:ext uri="{FF2B5EF4-FFF2-40B4-BE49-F238E27FC236}">
                      <a16:creationId xmlns:a16="http://schemas.microsoft.com/office/drawing/2014/main" id="{531B2F2F-D6FB-447D-96A0-6C71E747C9A1}"/>
                    </a:ext>
                  </a:extLst>
                </p:cNvPr>
                <p:cNvGrpSpPr>
                  <a:grpSpLocks/>
                </p:cNvGrpSpPr>
                <p:nvPr/>
              </p:nvGrpSpPr>
              <p:grpSpPr bwMode="auto">
                <a:xfrm>
                  <a:off x="2064" y="1706"/>
                  <a:ext cx="624" cy="294"/>
                  <a:chOff x="624" y="2544"/>
                  <a:chExt cx="624" cy="294"/>
                </a:xfrm>
              </p:grpSpPr>
              <p:sp>
                <p:nvSpPr>
                  <p:cNvPr id="22562" name="Text Box 8">
                    <a:extLst>
                      <a:ext uri="{FF2B5EF4-FFF2-40B4-BE49-F238E27FC236}">
                        <a16:creationId xmlns:a16="http://schemas.microsoft.com/office/drawing/2014/main" id="{8C2436C6-E40F-4337-812B-DF04F6F13CB8}"/>
                      </a:ext>
                    </a:extLst>
                  </p:cNvPr>
                  <p:cNvSpPr txBox="1">
                    <a:spLocks noChangeArrowheads="1"/>
                  </p:cNvSpPr>
                  <p:nvPr/>
                </p:nvSpPr>
                <p:spPr bwMode="auto">
                  <a:xfrm>
                    <a:off x="624" y="2544"/>
                    <a:ext cx="624"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t>17  </a:t>
                    </a:r>
                  </a:p>
                </p:txBody>
              </p:sp>
              <p:sp>
                <p:nvSpPr>
                  <p:cNvPr id="22563" name="Line 9">
                    <a:extLst>
                      <a:ext uri="{FF2B5EF4-FFF2-40B4-BE49-F238E27FC236}">
                        <a16:creationId xmlns:a16="http://schemas.microsoft.com/office/drawing/2014/main" id="{40801355-DB8A-486A-97FA-A6A50B31C238}"/>
                      </a:ext>
                    </a:extLst>
                  </p:cNvPr>
                  <p:cNvSpPr>
                    <a:spLocks noChangeShapeType="1"/>
                  </p:cNvSpPr>
                  <p:nvPr/>
                </p:nvSpPr>
                <p:spPr bwMode="auto">
                  <a:xfrm>
                    <a:off x="960" y="2544"/>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2559" name="Group 13">
                  <a:extLst>
                    <a:ext uri="{FF2B5EF4-FFF2-40B4-BE49-F238E27FC236}">
                      <a16:creationId xmlns:a16="http://schemas.microsoft.com/office/drawing/2014/main" id="{7842AB5B-3E3B-4E9E-ABFF-EF964C870D65}"/>
                    </a:ext>
                  </a:extLst>
                </p:cNvPr>
                <p:cNvGrpSpPr>
                  <a:grpSpLocks/>
                </p:cNvGrpSpPr>
                <p:nvPr/>
              </p:nvGrpSpPr>
              <p:grpSpPr bwMode="auto">
                <a:xfrm>
                  <a:off x="1536" y="1829"/>
                  <a:ext cx="528" cy="48"/>
                  <a:chOff x="1104" y="2667"/>
                  <a:chExt cx="528" cy="48"/>
                </a:xfrm>
              </p:grpSpPr>
              <p:sp>
                <p:nvSpPr>
                  <p:cNvPr id="22560" name="Line 14">
                    <a:extLst>
                      <a:ext uri="{FF2B5EF4-FFF2-40B4-BE49-F238E27FC236}">
                        <a16:creationId xmlns:a16="http://schemas.microsoft.com/office/drawing/2014/main" id="{66FEC860-505A-435A-93F2-78FB01D36A2B}"/>
                      </a:ext>
                    </a:extLst>
                  </p:cNvPr>
                  <p:cNvSpPr>
                    <a:spLocks noChangeShapeType="1"/>
                  </p:cNvSpPr>
                  <p:nvPr/>
                </p:nvSpPr>
                <p:spPr bwMode="auto">
                  <a:xfrm>
                    <a:off x="1152" y="2688"/>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61" name="Oval 15">
                    <a:extLst>
                      <a:ext uri="{FF2B5EF4-FFF2-40B4-BE49-F238E27FC236}">
                        <a16:creationId xmlns:a16="http://schemas.microsoft.com/office/drawing/2014/main" id="{E5BEA220-6A04-4396-B801-EAF0694BC4A0}"/>
                      </a:ext>
                    </a:extLst>
                  </p:cNvPr>
                  <p:cNvSpPr>
                    <a:spLocks noChangeArrowheads="1"/>
                  </p:cNvSpPr>
                  <p:nvPr/>
                </p:nvSpPr>
                <p:spPr bwMode="auto">
                  <a:xfrm>
                    <a:off x="1104" y="2667"/>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grpSp>
            <p:nvGrpSpPr>
              <p:cNvPr id="22551" name="Group 62">
                <a:extLst>
                  <a:ext uri="{FF2B5EF4-FFF2-40B4-BE49-F238E27FC236}">
                    <a16:creationId xmlns:a16="http://schemas.microsoft.com/office/drawing/2014/main" id="{91457D32-2C5E-44B6-B30B-95600A13E97E}"/>
                  </a:ext>
                </a:extLst>
              </p:cNvPr>
              <p:cNvGrpSpPr>
                <a:grpSpLocks/>
              </p:cNvGrpSpPr>
              <p:nvPr/>
            </p:nvGrpSpPr>
            <p:grpSpPr bwMode="auto">
              <a:xfrm>
                <a:off x="1882" y="1298"/>
                <a:ext cx="1152" cy="294"/>
                <a:chOff x="1536" y="1706"/>
                <a:chExt cx="1152" cy="294"/>
              </a:xfrm>
            </p:grpSpPr>
            <p:grpSp>
              <p:nvGrpSpPr>
                <p:cNvPr id="22552" name="Group 63">
                  <a:extLst>
                    <a:ext uri="{FF2B5EF4-FFF2-40B4-BE49-F238E27FC236}">
                      <a16:creationId xmlns:a16="http://schemas.microsoft.com/office/drawing/2014/main" id="{0F4BF254-504A-4CA7-A8BA-3DDE02F01EA0}"/>
                    </a:ext>
                  </a:extLst>
                </p:cNvPr>
                <p:cNvGrpSpPr>
                  <a:grpSpLocks/>
                </p:cNvGrpSpPr>
                <p:nvPr/>
              </p:nvGrpSpPr>
              <p:grpSpPr bwMode="auto">
                <a:xfrm>
                  <a:off x="2064" y="1706"/>
                  <a:ext cx="624" cy="294"/>
                  <a:chOff x="624" y="2544"/>
                  <a:chExt cx="624" cy="294"/>
                </a:xfrm>
              </p:grpSpPr>
              <p:sp>
                <p:nvSpPr>
                  <p:cNvPr id="22556" name="Text Box 64">
                    <a:extLst>
                      <a:ext uri="{FF2B5EF4-FFF2-40B4-BE49-F238E27FC236}">
                        <a16:creationId xmlns:a16="http://schemas.microsoft.com/office/drawing/2014/main" id="{F0E8D1E2-C7D0-4418-AEB6-862B562DA05E}"/>
                      </a:ext>
                    </a:extLst>
                  </p:cNvPr>
                  <p:cNvSpPr txBox="1">
                    <a:spLocks noChangeArrowheads="1"/>
                  </p:cNvSpPr>
                  <p:nvPr/>
                </p:nvSpPr>
                <p:spPr bwMode="auto">
                  <a:xfrm>
                    <a:off x="624" y="2544"/>
                    <a:ext cx="624"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t>19  </a:t>
                    </a:r>
                  </a:p>
                </p:txBody>
              </p:sp>
              <p:sp>
                <p:nvSpPr>
                  <p:cNvPr id="22557" name="Line 65">
                    <a:extLst>
                      <a:ext uri="{FF2B5EF4-FFF2-40B4-BE49-F238E27FC236}">
                        <a16:creationId xmlns:a16="http://schemas.microsoft.com/office/drawing/2014/main" id="{1B5CBFD3-A95C-4870-9F58-EFB1F4048AED}"/>
                      </a:ext>
                    </a:extLst>
                  </p:cNvPr>
                  <p:cNvSpPr>
                    <a:spLocks noChangeShapeType="1"/>
                  </p:cNvSpPr>
                  <p:nvPr/>
                </p:nvSpPr>
                <p:spPr bwMode="auto">
                  <a:xfrm>
                    <a:off x="960" y="2544"/>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2553" name="Group 66">
                  <a:extLst>
                    <a:ext uri="{FF2B5EF4-FFF2-40B4-BE49-F238E27FC236}">
                      <a16:creationId xmlns:a16="http://schemas.microsoft.com/office/drawing/2014/main" id="{8AB80D2E-21B4-4FA8-801D-7A613DDBFB73}"/>
                    </a:ext>
                  </a:extLst>
                </p:cNvPr>
                <p:cNvGrpSpPr>
                  <a:grpSpLocks/>
                </p:cNvGrpSpPr>
                <p:nvPr/>
              </p:nvGrpSpPr>
              <p:grpSpPr bwMode="auto">
                <a:xfrm>
                  <a:off x="1536" y="1829"/>
                  <a:ext cx="528" cy="48"/>
                  <a:chOff x="1104" y="2667"/>
                  <a:chExt cx="528" cy="48"/>
                </a:xfrm>
              </p:grpSpPr>
              <p:sp>
                <p:nvSpPr>
                  <p:cNvPr id="22554" name="Line 67">
                    <a:extLst>
                      <a:ext uri="{FF2B5EF4-FFF2-40B4-BE49-F238E27FC236}">
                        <a16:creationId xmlns:a16="http://schemas.microsoft.com/office/drawing/2014/main" id="{9773F3D1-D023-40B3-A8D0-146090C6B1D4}"/>
                      </a:ext>
                    </a:extLst>
                  </p:cNvPr>
                  <p:cNvSpPr>
                    <a:spLocks noChangeShapeType="1"/>
                  </p:cNvSpPr>
                  <p:nvPr/>
                </p:nvSpPr>
                <p:spPr bwMode="auto">
                  <a:xfrm>
                    <a:off x="1152" y="2688"/>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55" name="Oval 68">
                    <a:extLst>
                      <a:ext uri="{FF2B5EF4-FFF2-40B4-BE49-F238E27FC236}">
                        <a16:creationId xmlns:a16="http://schemas.microsoft.com/office/drawing/2014/main" id="{E903949A-343B-424E-BD19-5888FB09721C}"/>
                      </a:ext>
                    </a:extLst>
                  </p:cNvPr>
                  <p:cNvSpPr>
                    <a:spLocks noChangeArrowheads="1"/>
                  </p:cNvSpPr>
                  <p:nvPr/>
                </p:nvSpPr>
                <p:spPr bwMode="auto">
                  <a:xfrm>
                    <a:off x="1104" y="2667"/>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grpSp>
        <p:cxnSp>
          <p:nvCxnSpPr>
            <p:cNvPr id="3" name="直接连接符 2">
              <a:extLst>
                <a:ext uri="{FF2B5EF4-FFF2-40B4-BE49-F238E27FC236}">
                  <a16:creationId xmlns:a16="http://schemas.microsoft.com/office/drawing/2014/main" id="{98847978-0CE6-4FCD-81B5-A002E866E07C}"/>
                </a:ext>
              </a:extLst>
            </p:cNvPr>
            <p:cNvCxnSpPr>
              <a:stCxn id="22556" idx="0"/>
            </p:cNvCxnSpPr>
            <p:nvPr/>
          </p:nvCxnSpPr>
          <p:spPr>
            <a:xfrm>
              <a:off x="4800600" y="2141538"/>
              <a:ext cx="495300" cy="4487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59797">
                                            <p:txEl>
                                              <p:pRg st="1" end="1"/>
                                            </p:txEl>
                                          </p:spTgt>
                                        </p:tgtEl>
                                        <p:attrNameLst>
                                          <p:attrName>style.visibility</p:attrName>
                                        </p:attrNameLst>
                                      </p:cBhvr>
                                      <p:to>
                                        <p:strVal val="visible"/>
                                      </p:to>
                                    </p:set>
                                    <p:animEffect transition="in" filter="dissolve">
                                      <p:cBhvr>
                                        <p:cTn id="7" dur="500"/>
                                        <p:tgtEl>
                                          <p:spTgt spid="15979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59824"/>
                                        </p:tgtEl>
                                        <p:attrNameLst>
                                          <p:attrName>style.visibility</p:attrName>
                                        </p:attrNameLst>
                                      </p:cBhvr>
                                      <p:to>
                                        <p:strVal val="visible"/>
                                      </p:to>
                                    </p:set>
                                    <p:animEffect transition="in" filter="dissolve">
                                      <p:cBhvr>
                                        <p:cTn id="12" dur="500"/>
                                        <p:tgtEl>
                                          <p:spTgt spid="15982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59818"/>
                                        </p:tgtEl>
                                        <p:attrNameLst>
                                          <p:attrName>style.visibility</p:attrName>
                                        </p:attrNameLst>
                                      </p:cBhvr>
                                      <p:to>
                                        <p:strVal val="visible"/>
                                      </p:to>
                                    </p:set>
                                    <p:animEffect transition="in" filter="dissolve">
                                      <p:cBhvr>
                                        <p:cTn id="17" dur="500"/>
                                        <p:tgtEl>
                                          <p:spTgt spid="15981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59797">
                                            <p:txEl>
                                              <p:pRg st="2" end="2"/>
                                            </p:txEl>
                                          </p:spTgt>
                                        </p:tgtEl>
                                        <p:attrNameLst>
                                          <p:attrName>style.visibility</p:attrName>
                                        </p:attrNameLst>
                                      </p:cBhvr>
                                      <p:to>
                                        <p:strVal val="visible"/>
                                      </p:to>
                                    </p:set>
                                    <p:animEffect transition="in" filter="dissolve">
                                      <p:cBhvr>
                                        <p:cTn id="22" dur="500"/>
                                        <p:tgtEl>
                                          <p:spTgt spid="15979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59797">
                                            <p:txEl>
                                              <p:pRg st="3" end="3"/>
                                            </p:txEl>
                                          </p:spTgt>
                                        </p:tgtEl>
                                        <p:attrNameLst>
                                          <p:attrName>style.visibility</p:attrName>
                                        </p:attrNameLst>
                                      </p:cBhvr>
                                      <p:to>
                                        <p:strVal val="visible"/>
                                      </p:to>
                                    </p:set>
                                    <p:animEffect transition="in" filter="dissolve">
                                      <p:cBhvr>
                                        <p:cTn id="27" dur="500"/>
                                        <p:tgtEl>
                                          <p:spTgt spid="159797">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59760"/>
                                        </p:tgtEl>
                                        <p:attrNameLst>
                                          <p:attrName>style.visibility</p:attrName>
                                        </p:attrNameLst>
                                      </p:cBhvr>
                                      <p:to>
                                        <p:strVal val="visible"/>
                                      </p:to>
                                    </p:set>
                                    <p:animEffect transition="in" filter="dissolve">
                                      <p:cBhvr>
                                        <p:cTn id="32" dur="500"/>
                                        <p:tgtEl>
                                          <p:spTgt spid="1597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a:extLst>
              <a:ext uri="{FF2B5EF4-FFF2-40B4-BE49-F238E27FC236}">
                <a16:creationId xmlns:a16="http://schemas.microsoft.com/office/drawing/2014/main" id="{A32552C4-BAC6-4189-9300-BAEF516F4A0E}"/>
              </a:ext>
            </a:extLst>
          </p:cNvPr>
          <p:cNvSpPr>
            <a:spLocks noGrp="1"/>
          </p:cNvSpPr>
          <p:nvPr>
            <p:ph type="sldNum" sz="quarter" idx="12"/>
          </p:nvPr>
        </p:nvSpPr>
        <p:spPr>
          <a:noFill/>
        </p:spPr>
        <p:txBody>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A2C7E6D0-0D57-4C03-AA62-2D56BEF21AEB}" type="slidenum">
              <a:rPr lang="en-US" altLang="zh-CN" sz="1400"/>
              <a:pPr eaLnBrk="1" hangingPunct="1"/>
              <a:t>13</a:t>
            </a:fld>
            <a:endParaRPr lang="en-US" altLang="zh-CN" sz="1400"/>
          </a:p>
        </p:txBody>
      </p:sp>
      <p:sp>
        <p:nvSpPr>
          <p:cNvPr id="58" name="Text Box 33">
            <a:extLst>
              <a:ext uri="{FF2B5EF4-FFF2-40B4-BE49-F238E27FC236}">
                <a16:creationId xmlns:a16="http://schemas.microsoft.com/office/drawing/2014/main" id="{A1FDF194-0345-469A-A469-67A3FD46E506}"/>
              </a:ext>
            </a:extLst>
          </p:cNvPr>
          <p:cNvSpPr txBox="1">
            <a:spLocks noChangeArrowheads="1"/>
          </p:cNvSpPr>
          <p:nvPr/>
        </p:nvSpPr>
        <p:spPr bwMode="auto">
          <a:xfrm>
            <a:off x="4284663" y="404813"/>
            <a:ext cx="4608512" cy="58477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r>
              <a:rPr lang="zh-CN" altLang="en-US" sz="3200" dirty="0">
                <a:solidFill>
                  <a:srgbClr val="FF3300"/>
                </a:solidFill>
                <a:latin typeface="微软雅黑" panose="020B0503020204020204" pitchFamily="34" charset="-122"/>
                <a:ea typeface="微软雅黑" panose="020B0503020204020204" pitchFamily="34" charset="-122"/>
              </a:rPr>
              <a:t>获取尾指针</a:t>
            </a:r>
          </a:p>
        </p:txBody>
      </p:sp>
      <p:sp>
        <p:nvSpPr>
          <p:cNvPr id="43" name="Rectangle 4">
            <a:extLst>
              <a:ext uri="{FF2B5EF4-FFF2-40B4-BE49-F238E27FC236}">
                <a16:creationId xmlns:a16="http://schemas.microsoft.com/office/drawing/2014/main" id="{3854CFDA-94D8-4C97-9464-B8CDDA1BCEEF}"/>
              </a:ext>
            </a:extLst>
          </p:cNvPr>
          <p:cNvSpPr txBox="1">
            <a:spLocks noChangeArrowheads="1"/>
          </p:cNvSpPr>
          <p:nvPr/>
        </p:nvSpPr>
        <p:spPr bwMode="auto">
          <a:xfrm>
            <a:off x="467544" y="1160748"/>
            <a:ext cx="8371656" cy="4536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SzPct val="65000"/>
              <a:buFont typeface="Wingdings" panose="05000000000000000000" pitchFamily="2" charset="2"/>
              <a:buChar char="n"/>
              <a:defRPr sz="28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9pPr>
          </a:lstStyle>
          <a:p>
            <a:pPr eaLnBrk="1" hangingPunct="1">
              <a:buFontTx/>
              <a:buNone/>
            </a:pPr>
            <a:r>
              <a:rPr lang="en-US" altLang="zh-CN" sz="2400" b="0" dirty="0">
                <a:latin typeface="Consolas" panose="020B0609020204030204" pitchFamily="49" charset="0"/>
              </a:rPr>
              <a:t>/*</a:t>
            </a:r>
            <a:r>
              <a:rPr lang="zh-CN" altLang="en-US" sz="2400" b="0" dirty="0">
                <a:latin typeface="Consolas" panose="020B0609020204030204" pitchFamily="49" charset="0"/>
              </a:rPr>
              <a:t>查找链表的尾节点，并返回指向尾节点的尾指针*</a:t>
            </a:r>
            <a:r>
              <a:rPr lang="en-US" altLang="zh-CN" sz="2400" b="0" dirty="0">
                <a:latin typeface="Consolas" panose="020B0609020204030204" pitchFamily="49" charset="0"/>
              </a:rPr>
              <a:t>/</a:t>
            </a:r>
          </a:p>
          <a:p>
            <a:pPr eaLnBrk="1" hangingPunct="1">
              <a:buFontTx/>
              <a:buNone/>
            </a:pPr>
            <a:r>
              <a:rPr lang="en-US" altLang="zh-CN" sz="2400" b="0" dirty="0" err="1">
                <a:latin typeface="Consolas" panose="020B0609020204030204" pitchFamily="49" charset="0"/>
              </a:rPr>
              <a:t>PtrNode</a:t>
            </a:r>
            <a:r>
              <a:rPr lang="en-US" altLang="zh-CN" sz="2400" b="0" dirty="0">
                <a:latin typeface="Consolas" panose="020B0609020204030204" pitchFamily="49" charset="0"/>
              </a:rPr>
              <a:t> </a:t>
            </a:r>
            <a:r>
              <a:rPr lang="en-US" altLang="zh-CN" sz="2400" b="0" dirty="0" err="1">
                <a:latin typeface="Consolas" panose="020B0609020204030204" pitchFamily="49" charset="0"/>
              </a:rPr>
              <a:t>getEnd</a:t>
            </a:r>
            <a:r>
              <a:rPr lang="en-US" altLang="zh-CN" sz="2400" b="0" dirty="0">
                <a:latin typeface="Consolas" panose="020B0609020204030204" pitchFamily="49" charset="0"/>
              </a:rPr>
              <a:t>(</a:t>
            </a:r>
            <a:r>
              <a:rPr lang="en-US" altLang="zh-CN" sz="2400" b="0" dirty="0" err="1">
                <a:latin typeface="Consolas" panose="020B0609020204030204" pitchFamily="49" charset="0"/>
              </a:rPr>
              <a:t>PtrNode</a:t>
            </a:r>
            <a:r>
              <a:rPr lang="en-US" altLang="zh-CN" sz="2400" b="0" dirty="0">
                <a:latin typeface="Consolas" panose="020B0609020204030204" pitchFamily="49" charset="0"/>
              </a:rPr>
              <a:t> head){</a:t>
            </a:r>
          </a:p>
          <a:p>
            <a:pPr eaLnBrk="1" hangingPunct="1">
              <a:buFontTx/>
              <a:buNone/>
            </a:pPr>
            <a:r>
              <a:rPr lang="en-US" altLang="zh-CN" sz="2400" b="0" dirty="0">
                <a:latin typeface="Consolas" panose="020B0609020204030204" pitchFamily="49" charset="0"/>
              </a:rPr>
              <a:t>	</a:t>
            </a:r>
            <a:r>
              <a:rPr lang="en-US" altLang="zh-CN" sz="2400" b="0" dirty="0" err="1">
                <a:latin typeface="Consolas" panose="020B0609020204030204" pitchFamily="49" charset="0"/>
              </a:rPr>
              <a:t>PtrNode</a:t>
            </a:r>
            <a:r>
              <a:rPr lang="en-US" altLang="zh-CN" sz="2400" b="0" dirty="0">
                <a:latin typeface="Consolas" panose="020B0609020204030204" pitchFamily="49" charset="0"/>
              </a:rPr>
              <a:t> </a:t>
            </a:r>
            <a:r>
              <a:rPr lang="en-US" altLang="zh-CN" sz="2400" b="0" dirty="0" err="1">
                <a:latin typeface="Consolas" panose="020B0609020204030204" pitchFamily="49" charset="0"/>
              </a:rPr>
              <a:t>cur,tmp</a:t>
            </a:r>
            <a:r>
              <a:rPr lang="en-US" altLang="zh-CN" sz="2400" b="0" dirty="0">
                <a:latin typeface="Consolas" panose="020B0609020204030204" pitchFamily="49" charset="0"/>
              </a:rPr>
              <a:t>;</a:t>
            </a:r>
          </a:p>
          <a:p>
            <a:pPr eaLnBrk="1" hangingPunct="1">
              <a:buFontTx/>
              <a:buNone/>
            </a:pPr>
            <a:r>
              <a:rPr lang="en-US" altLang="zh-CN" sz="2400" b="0" dirty="0">
                <a:latin typeface="Consolas" panose="020B0609020204030204" pitchFamily="49" charset="0"/>
              </a:rPr>
              <a:t>	</a:t>
            </a:r>
            <a:r>
              <a:rPr lang="en-US" altLang="zh-CN" sz="2400" b="0" dirty="0" err="1">
                <a:latin typeface="Consolas" panose="020B0609020204030204" pitchFamily="49" charset="0"/>
              </a:rPr>
              <a:t>tmp</a:t>
            </a:r>
            <a:r>
              <a:rPr lang="en-US" altLang="zh-CN" sz="2400" b="0" dirty="0">
                <a:latin typeface="Consolas" panose="020B0609020204030204" pitchFamily="49" charset="0"/>
              </a:rPr>
              <a:t>=head; </a:t>
            </a:r>
          </a:p>
          <a:p>
            <a:pPr eaLnBrk="1" hangingPunct="1">
              <a:buFontTx/>
              <a:buNone/>
            </a:pPr>
            <a:r>
              <a:rPr lang="en-US" altLang="zh-CN" sz="2400" b="0" dirty="0">
                <a:latin typeface="Consolas" panose="020B0609020204030204" pitchFamily="49" charset="0"/>
              </a:rPr>
              <a:t>  cur=head-&gt;next; /*</a:t>
            </a:r>
            <a:r>
              <a:rPr lang="zh-CN" altLang="en-US" sz="2400" b="0" dirty="0">
                <a:latin typeface="Consolas" panose="020B0609020204030204" pitchFamily="49" charset="0"/>
              </a:rPr>
              <a:t>跳过空节点*</a:t>
            </a:r>
            <a:r>
              <a:rPr lang="en-US" altLang="zh-CN" sz="2400" b="0" dirty="0">
                <a:latin typeface="Consolas" panose="020B0609020204030204" pitchFamily="49" charset="0"/>
              </a:rPr>
              <a:t>/</a:t>
            </a:r>
          </a:p>
          <a:p>
            <a:pPr eaLnBrk="1" hangingPunct="1">
              <a:buFontTx/>
              <a:buNone/>
            </a:pPr>
            <a:r>
              <a:rPr lang="en-US" altLang="zh-CN" sz="2400" b="0" dirty="0">
                <a:latin typeface="Consolas" panose="020B0609020204030204" pitchFamily="49" charset="0"/>
              </a:rPr>
              <a:t>  	while(cur!=NULL){</a:t>
            </a:r>
          </a:p>
          <a:p>
            <a:pPr eaLnBrk="1" hangingPunct="1">
              <a:buFontTx/>
              <a:buNone/>
            </a:pPr>
            <a:r>
              <a:rPr lang="en-US" altLang="zh-CN" sz="2400" b="0" dirty="0">
                <a:latin typeface="Consolas" panose="020B0609020204030204" pitchFamily="49" charset="0"/>
              </a:rPr>
              <a:t>  		</a:t>
            </a:r>
            <a:r>
              <a:rPr lang="en-US" altLang="zh-CN" sz="2400" b="0" dirty="0" err="1">
                <a:latin typeface="Consolas" panose="020B0609020204030204" pitchFamily="49" charset="0"/>
              </a:rPr>
              <a:t>tmp</a:t>
            </a:r>
            <a:r>
              <a:rPr lang="en-US" altLang="zh-CN" sz="2400" b="0" dirty="0">
                <a:latin typeface="Consolas" panose="020B0609020204030204" pitchFamily="49" charset="0"/>
              </a:rPr>
              <a:t> = cur;</a:t>
            </a:r>
          </a:p>
          <a:p>
            <a:pPr eaLnBrk="1" hangingPunct="1">
              <a:buFontTx/>
              <a:buNone/>
            </a:pPr>
            <a:r>
              <a:rPr lang="en-US" altLang="zh-CN" sz="2400" b="0" dirty="0">
                <a:latin typeface="Consolas" panose="020B0609020204030204" pitchFamily="49" charset="0"/>
              </a:rPr>
              <a:t>     	cur = cur-&gt;next;</a:t>
            </a:r>
          </a:p>
          <a:p>
            <a:pPr eaLnBrk="1" hangingPunct="1">
              <a:buFontTx/>
              <a:buNone/>
            </a:pPr>
            <a:r>
              <a:rPr lang="en-US" altLang="zh-CN" sz="2400" b="0" dirty="0">
                <a:latin typeface="Consolas" panose="020B0609020204030204" pitchFamily="49" charset="0"/>
              </a:rPr>
              <a:t>  } </a:t>
            </a:r>
          </a:p>
          <a:p>
            <a:pPr eaLnBrk="1" hangingPunct="1">
              <a:buFontTx/>
              <a:buNone/>
            </a:pPr>
            <a:r>
              <a:rPr lang="en-US" altLang="zh-CN" sz="2400" b="0" dirty="0">
                <a:latin typeface="Consolas" panose="020B0609020204030204" pitchFamily="49" charset="0"/>
              </a:rPr>
              <a:t>  return </a:t>
            </a:r>
            <a:r>
              <a:rPr lang="en-US" altLang="zh-CN" sz="2400" b="0" dirty="0" err="1">
                <a:latin typeface="Consolas" panose="020B0609020204030204" pitchFamily="49" charset="0"/>
              </a:rPr>
              <a:t>tmp</a:t>
            </a:r>
            <a:r>
              <a:rPr lang="en-US" altLang="zh-CN" sz="2400" b="0" dirty="0">
                <a:latin typeface="Consolas" panose="020B0609020204030204" pitchFamily="49" charset="0"/>
              </a:rPr>
              <a:t>;   </a:t>
            </a:r>
          </a:p>
          <a:p>
            <a:pPr eaLnBrk="1" hangingPunct="1">
              <a:buFontTx/>
              <a:buNone/>
            </a:pPr>
            <a:r>
              <a:rPr lang="en-US" altLang="zh-CN" sz="2400" b="0" dirty="0">
                <a:latin typeface="Consolas" panose="020B0609020204030204" pitchFamily="49" charset="0"/>
              </a:rPr>
              <a:t>} </a:t>
            </a:r>
          </a:p>
        </p:txBody>
      </p:sp>
    </p:spTree>
    <p:extLst>
      <p:ext uri="{BB962C8B-B14F-4D97-AF65-F5344CB8AC3E}">
        <p14:creationId xmlns:p14="http://schemas.microsoft.com/office/powerpoint/2010/main" val="1620621440"/>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4" name="Text Box 33">
            <a:extLst>
              <a:ext uri="{FF2B5EF4-FFF2-40B4-BE49-F238E27FC236}">
                <a16:creationId xmlns:a16="http://schemas.microsoft.com/office/drawing/2014/main" id="{9C940483-F973-4DFB-A139-F781117427D3}"/>
              </a:ext>
            </a:extLst>
          </p:cNvPr>
          <p:cNvSpPr txBox="1">
            <a:spLocks noChangeArrowheads="1"/>
          </p:cNvSpPr>
          <p:nvPr/>
        </p:nvSpPr>
        <p:spPr bwMode="auto">
          <a:xfrm>
            <a:off x="4284663" y="404813"/>
            <a:ext cx="4608512" cy="58477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r>
              <a:rPr lang="zh-CN" altLang="en-US" sz="3200" dirty="0">
                <a:solidFill>
                  <a:srgbClr val="FF3300"/>
                </a:solidFill>
                <a:latin typeface="微软雅黑" panose="020B0503020204020204" pitchFamily="34" charset="-122"/>
                <a:ea typeface="微软雅黑" panose="020B0503020204020204" pitchFamily="34" charset="-122"/>
              </a:rPr>
              <a:t>尾插节点</a:t>
            </a:r>
          </a:p>
        </p:txBody>
      </p:sp>
      <p:sp>
        <p:nvSpPr>
          <p:cNvPr id="33" name="内容占位符 2">
            <a:extLst>
              <a:ext uri="{FF2B5EF4-FFF2-40B4-BE49-F238E27FC236}">
                <a16:creationId xmlns:a16="http://schemas.microsoft.com/office/drawing/2014/main" id="{DB0CD740-9251-4001-90A0-E336B8E2D6F3}"/>
              </a:ext>
            </a:extLst>
          </p:cNvPr>
          <p:cNvSpPr txBox="1">
            <a:spLocks/>
          </p:cNvSpPr>
          <p:nvPr/>
        </p:nvSpPr>
        <p:spPr>
          <a:xfrm>
            <a:off x="539552" y="1196752"/>
            <a:ext cx="8424936" cy="4611687"/>
          </a:xfrm>
          <a:prstGeom prst="rect">
            <a:avLst/>
          </a:prstGeom>
        </p:spPr>
        <p:txBody>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SzPct val="65000"/>
              <a:buFont typeface="Wingdings" panose="05000000000000000000" pitchFamily="2" charset="2"/>
              <a:buChar char="n"/>
              <a:defRPr sz="28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9pPr>
          </a:lstStyle>
          <a:p>
            <a:pPr marL="0" indent="0">
              <a:buFontTx/>
              <a:buNone/>
            </a:pPr>
            <a:r>
              <a:rPr lang="en-US" altLang="zh-CN" sz="2000" b="0" dirty="0">
                <a:latin typeface="Consolas" panose="020B0609020204030204" pitchFamily="49" charset="0"/>
              </a:rPr>
              <a:t>/*</a:t>
            </a:r>
            <a:r>
              <a:rPr lang="zh-CN" altLang="en-US" sz="2000" b="0" dirty="0">
                <a:latin typeface="Consolas" panose="020B0609020204030204" pitchFamily="49" charset="0"/>
              </a:rPr>
              <a:t>把一个新节点插入到链表尾部*</a:t>
            </a:r>
            <a:r>
              <a:rPr lang="en-US" altLang="zh-CN" sz="2000" b="0" dirty="0">
                <a:latin typeface="Consolas" panose="020B0609020204030204" pitchFamily="49" charset="0"/>
              </a:rPr>
              <a:t>/</a:t>
            </a:r>
          </a:p>
          <a:p>
            <a:pPr marL="0" indent="0">
              <a:buFontTx/>
              <a:buNone/>
            </a:pPr>
            <a:r>
              <a:rPr lang="en-US" altLang="zh-CN" sz="2000" b="0" dirty="0">
                <a:latin typeface="Consolas" panose="020B0609020204030204" pitchFamily="49" charset="0"/>
              </a:rPr>
              <a:t>void </a:t>
            </a:r>
            <a:r>
              <a:rPr lang="en-US" altLang="zh-CN" sz="2000" b="0" dirty="0" err="1">
                <a:latin typeface="Consolas" panose="020B0609020204030204" pitchFamily="49" charset="0"/>
              </a:rPr>
              <a:t>insertEnd</a:t>
            </a:r>
            <a:r>
              <a:rPr lang="en-US" altLang="zh-CN" sz="2000" b="0" dirty="0">
                <a:latin typeface="Consolas" panose="020B0609020204030204" pitchFamily="49" charset="0"/>
              </a:rPr>
              <a:t> (</a:t>
            </a:r>
            <a:r>
              <a:rPr lang="en-US" altLang="zh-CN" sz="2000" b="0" dirty="0" err="1">
                <a:latin typeface="Consolas" panose="020B0609020204030204" pitchFamily="49" charset="0"/>
              </a:rPr>
              <a:t>PtrNode</a:t>
            </a:r>
            <a:r>
              <a:rPr lang="en-US" altLang="zh-CN" sz="2000" b="0" dirty="0">
                <a:latin typeface="Consolas" panose="020B0609020204030204" pitchFamily="49" charset="0"/>
              </a:rPr>
              <a:t> head, </a:t>
            </a:r>
            <a:r>
              <a:rPr lang="en-US" altLang="zh-CN" sz="2000" b="0" dirty="0" err="1">
                <a:latin typeface="Consolas" panose="020B0609020204030204" pitchFamily="49" charset="0"/>
              </a:rPr>
              <a:t>ElemType</a:t>
            </a:r>
            <a:r>
              <a:rPr lang="en-US" altLang="zh-CN" sz="2000" b="0" dirty="0">
                <a:latin typeface="Consolas" panose="020B0609020204030204" pitchFamily="49" charset="0"/>
              </a:rPr>
              <a:t> x){</a:t>
            </a:r>
          </a:p>
          <a:p>
            <a:pPr marL="0" indent="0">
              <a:buFontTx/>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PtrNode</a:t>
            </a:r>
            <a:r>
              <a:rPr lang="en-US" altLang="zh-CN" sz="2000" b="0" dirty="0">
                <a:latin typeface="Consolas" panose="020B0609020204030204" pitchFamily="49" charset="0"/>
              </a:rPr>
              <a:t> p, </a:t>
            </a:r>
            <a:r>
              <a:rPr lang="en-US" altLang="zh-CN" sz="2000" b="0" dirty="0" err="1">
                <a:latin typeface="Consolas" panose="020B0609020204030204" pitchFamily="49" charset="0"/>
              </a:rPr>
              <a:t>tmp</a:t>
            </a:r>
            <a:r>
              <a:rPr lang="en-US" altLang="zh-CN" sz="2000" b="0" dirty="0">
                <a:latin typeface="Consolas" panose="020B0609020204030204" pitchFamily="49" charset="0"/>
              </a:rPr>
              <a:t>, cur;</a:t>
            </a:r>
          </a:p>
          <a:p>
            <a:pPr marL="0" indent="0">
              <a:buNone/>
            </a:pPr>
            <a:r>
              <a:rPr lang="en-US" altLang="zh-CN" sz="2000" b="0" dirty="0">
                <a:latin typeface="Consolas" panose="020B0609020204030204" pitchFamily="49" charset="0"/>
              </a:rPr>
              <a:t>	/*</a:t>
            </a:r>
            <a:r>
              <a:rPr lang="zh-CN" altLang="en-US" sz="2000" b="0" dirty="0">
                <a:latin typeface="Consolas" panose="020B0609020204030204" pitchFamily="49" charset="0"/>
              </a:rPr>
              <a:t>动态分配新节点，将新值存入</a:t>
            </a:r>
            <a:r>
              <a:rPr lang="en-US" altLang="zh-CN" sz="2000" b="0" dirty="0">
                <a:latin typeface="Consolas" panose="020B0609020204030204" pitchFamily="49" charset="0"/>
              </a:rPr>
              <a:t>*/</a:t>
            </a:r>
          </a:p>
          <a:p>
            <a:pPr marL="0" indent="0">
              <a:buFontTx/>
              <a:buNone/>
            </a:pPr>
            <a:r>
              <a:rPr lang="en-US" altLang="zh-CN" sz="2000" b="0" dirty="0">
                <a:latin typeface="Consolas" panose="020B0609020204030204" pitchFamily="49" charset="0"/>
              </a:rPr>
              <a:t>	p = malloc(</a:t>
            </a:r>
            <a:r>
              <a:rPr lang="en-US" altLang="zh-CN" sz="2000" b="0" dirty="0" err="1">
                <a:latin typeface="Consolas" panose="020B0609020204030204" pitchFamily="49" charset="0"/>
              </a:rPr>
              <a:t>sizeof</a:t>
            </a:r>
            <a:r>
              <a:rPr lang="en-US" altLang="zh-CN" sz="2000" b="0" dirty="0">
                <a:latin typeface="Consolas" panose="020B0609020204030204" pitchFamily="49" charset="0"/>
              </a:rPr>
              <a:t>(struct Node));</a:t>
            </a:r>
          </a:p>
          <a:p>
            <a:pPr marL="0" indent="0">
              <a:buFontTx/>
              <a:buNone/>
            </a:pPr>
            <a:r>
              <a:rPr lang="en-US" altLang="zh-CN" sz="2000" b="0" dirty="0">
                <a:latin typeface="Consolas" panose="020B0609020204030204" pitchFamily="49" charset="0"/>
              </a:rPr>
              <a:t>	if (p != NULL){</a:t>
            </a:r>
          </a:p>
          <a:p>
            <a:pPr marL="0" indent="0">
              <a:buFontTx/>
              <a:buNone/>
            </a:pPr>
            <a:r>
              <a:rPr lang="en-US" altLang="zh-CN" sz="2000" b="0" dirty="0">
                <a:latin typeface="Consolas" panose="020B0609020204030204" pitchFamily="49" charset="0"/>
              </a:rPr>
              <a:t>		p-&gt;data = x;	p-&gt;next = NULL;</a:t>
            </a:r>
          </a:p>
          <a:p>
            <a:pPr marL="0" indent="0">
              <a:buFontTx/>
              <a:buNone/>
            </a:pPr>
            <a:r>
              <a:rPr lang="en-US" altLang="zh-CN" sz="2000" b="0" dirty="0">
                <a:latin typeface="Consolas" panose="020B0609020204030204" pitchFamily="49" charset="0"/>
              </a:rPr>
              <a:t>		/</a:t>
            </a:r>
            <a:r>
              <a:rPr lang="zh-CN" altLang="en-US" sz="2000" b="0" dirty="0">
                <a:latin typeface="Consolas" panose="020B0609020204030204" pitchFamily="49" charset="0"/>
              </a:rPr>
              <a:t>*找到尾节点，记为前驱指针</a:t>
            </a:r>
            <a:r>
              <a:rPr lang="en-US" altLang="zh-CN" sz="2000" b="0" dirty="0" err="1">
                <a:latin typeface="Consolas" panose="020B0609020204030204" pitchFamily="49" charset="0"/>
              </a:rPr>
              <a:t>tmp</a:t>
            </a:r>
            <a:r>
              <a:rPr lang="zh-CN" altLang="en-US" sz="2000" b="0" dirty="0">
                <a:latin typeface="Consolas" panose="020B0609020204030204" pitchFamily="49" charset="0"/>
              </a:rPr>
              <a:t>*</a:t>
            </a:r>
            <a:r>
              <a:rPr lang="en-US" altLang="zh-CN" sz="2000" b="0" dirty="0">
                <a:latin typeface="Consolas" panose="020B0609020204030204" pitchFamily="49" charset="0"/>
              </a:rPr>
              <a:t>/</a:t>
            </a:r>
          </a:p>
          <a:p>
            <a:pPr marL="0" indent="0">
              <a:buFontTx/>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tmp</a:t>
            </a:r>
            <a:r>
              <a:rPr lang="en-US" altLang="zh-CN" sz="2000" b="0" dirty="0">
                <a:latin typeface="Consolas" panose="020B0609020204030204" pitchFamily="49" charset="0"/>
              </a:rPr>
              <a:t> = </a:t>
            </a:r>
            <a:r>
              <a:rPr lang="en-US" altLang="zh-CN" sz="2000" b="0" dirty="0" err="1">
                <a:latin typeface="Consolas" panose="020B0609020204030204" pitchFamily="49" charset="0"/>
              </a:rPr>
              <a:t>getEnd</a:t>
            </a:r>
            <a:r>
              <a:rPr lang="en-US" altLang="zh-CN" sz="2000" b="0" dirty="0">
                <a:latin typeface="Consolas" panose="020B0609020204030204" pitchFamily="49" charset="0"/>
              </a:rPr>
              <a:t>(head) ;</a:t>
            </a:r>
          </a:p>
          <a:p>
            <a:pPr marL="0" indent="0">
              <a:buFontTx/>
              <a:buNone/>
            </a:pPr>
            <a:r>
              <a:rPr lang="en-US" altLang="zh-CN" sz="2000" b="0" dirty="0">
                <a:latin typeface="Consolas" panose="020B0609020204030204" pitchFamily="49" charset="0"/>
              </a:rPr>
              <a:t>		/*</a:t>
            </a:r>
            <a:r>
              <a:rPr lang="zh-CN" altLang="en-US" sz="2000" b="0" dirty="0">
                <a:latin typeface="Consolas" panose="020B0609020204030204" pitchFamily="49" charset="0"/>
              </a:rPr>
              <a:t>在尾节点后链接新节点</a:t>
            </a:r>
            <a:r>
              <a:rPr lang="en-US" altLang="zh-CN" sz="2000" b="0" dirty="0">
                <a:latin typeface="Consolas" panose="020B0609020204030204" pitchFamily="49" charset="0"/>
              </a:rPr>
              <a:t>*/</a:t>
            </a:r>
          </a:p>
          <a:p>
            <a:pPr marL="0" indent="0">
              <a:buFontTx/>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tmp</a:t>
            </a:r>
            <a:r>
              <a:rPr lang="en-US" altLang="zh-CN" sz="2000" b="0" dirty="0">
                <a:latin typeface="Consolas" panose="020B0609020204030204" pitchFamily="49" charset="0"/>
              </a:rPr>
              <a:t>-&gt;next = p;</a:t>
            </a:r>
          </a:p>
          <a:p>
            <a:pPr marL="0" indent="0">
              <a:buFontTx/>
              <a:buNone/>
            </a:pPr>
            <a:r>
              <a:rPr lang="en-US" altLang="zh-CN" sz="2000" b="0" dirty="0">
                <a:latin typeface="Consolas" panose="020B0609020204030204" pitchFamily="49" charset="0"/>
              </a:rPr>
              <a:t>	}</a:t>
            </a:r>
          </a:p>
          <a:p>
            <a:pPr marL="0" indent="0">
              <a:buFontTx/>
              <a:buNone/>
            </a:pPr>
            <a:r>
              <a:rPr lang="en-US" altLang="zh-CN" sz="2000" b="0" dirty="0">
                <a:latin typeface="Consolas" panose="020B0609020204030204" pitchFamily="49" charset="0"/>
              </a:rPr>
              <a:t>	else </a:t>
            </a:r>
            <a:r>
              <a:rPr lang="en-US" altLang="zh-CN" sz="2000" b="0" dirty="0" err="1">
                <a:latin typeface="Consolas" panose="020B0609020204030204" pitchFamily="49" charset="0"/>
              </a:rPr>
              <a:t>printf</a:t>
            </a:r>
            <a:r>
              <a:rPr lang="en-US" altLang="zh-CN" sz="2000" b="0" dirty="0">
                <a:latin typeface="Consolas" panose="020B0609020204030204" pitchFamily="49" charset="0"/>
              </a:rPr>
              <a:t>("Not inserted. No memory </a:t>
            </a:r>
            <a:r>
              <a:rPr lang="en-US" altLang="zh-CN" sz="2000" b="0" dirty="0" err="1">
                <a:latin typeface="Consolas" panose="020B0609020204030204" pitchFamily="49" charset="0"/>
              </a:rPr>
              <a:t>avaliable</a:t>
            </a:r>
            <a:r>
              <a:rPr lang="en-US" altLang="zh-CN" sz="2000" b="0" dirty="0">
                <a:latin typeface="Consolas" panose="020B0609020204030204" pitchFamily="49" charset="0"/>
              </a:rPr>
              <a:t>.\n");</a:t>
            </a:r>
          </a:p>
          <a:p>
            <a:pPr marL="0" indent="0">
              <a:buFontTx/>
              <a:buNone/>
            </a:pPr>
            <a:r>
              <a:rPr lang="en-US" altLang="zh-CN" sz="2000" b="0" dirty="0">
                <a:latin typeface="Consolas" panose="020B0609020204030204" pitchFamily="49" charset="0"/>
              </a:rPr>
              <a:t>}</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8BC5AA-AE95-4193-8BDE-39AF85381536}"/>
              </a:ext>
            </a:extLst>
          </p:cNvPr>
          <p:cNvSpPr>
            <a:spLocks noGrp="1"/>
          </p:cNvSpPr>
          <p:nvPr>
            <p:ph type="title"/>
          </p:nvPr>
        </p:nvSpPr>
        <p:spPr/>
        <p:txBody>
          <a:bodyPr/>
          <a:lstStyle/>
          <a:p>
            <a:r>
              <a:rPr lang="zh-CN" altLang="en-US" dirty="0"/>
              <a:t>测试主程序</a:t>
            </a:r>
          </a:p>
        </p:txBody>
      </p:sp>
      <p:sp>
        <p:nvSpPr>
          <p:cNvPr id="3" name="内容占位符 2">
            <a:extLst>
              <a:ext uri="{FF2B5EF4-FFF2-40B4-BE49-F238E27FC236}">
                <a16:creationId xmlns:a16="http://schemas.microsoft.com/office/drawing/2014/main" id="{A7356289-5129-498F-9533-8374CA3632FD}"/>
              </a:ext>
            </a:extLst>
          </p:cNvPr>
          <p:cNvSpPr>
            <a:spLocks noGrp="1"/>
          </p:cNvSpPr>
          <p:nvPr>
            <p:ph idx="1"/>
          </p:nvPr>
        </p:nvSpPr>
        <p:spPr>
          <a:xfrm>
            <a:off x="467544" y="1196752"/>
            <a:ext cx="7772400" cy="4611687"/>
          </a:xfrm>
        </p:spPr>
        <p:txBody>
          <a:bodyPr/>
          <a:lstStyle/>
          <a:p>
            <a:pPr marL="0" indent="0">
              <a:buNone/>
            </a:pPr>
            <a:r>
              <a:rPr lang="en-US" altLang="zh-CN" sz="2000" dirty="0">
                <a:latin typeface="Consolas" panose="020B0609020204030204" pitchFamily="49" charset="0"/>
              </a:rPr>
              <a:t>int main(){</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PtrNode</a:t>
            </a:r>
            <a:r>
              <a:rPr lang="en-US" altLang="zh-CN" sz="2000" dirty="0">
                <a:latin typeface="Consolas" panose="020B0609020204030204" pitchFamily="49" charset="0"/>
              </a:rPr>
              <a:t> head = NULL;</a:t>
            </a:r>
          </a:p>
          <a:p>
            <a:pPr marL="0" indent="0">
              <a:buNone/>
            </a:pPr>
            <a:r>
              <a:rPr lang="en-US" altLang="zh-CN" sz="2000" dirty="0">
                <a:latin typeface="Consolas" panose="020B0609020204030204" pitchFamily="49" charset="0"/>
              </a:rPr>
              <a:t>	head = </a:t>
            </a:r>
            <a:r>
              <a:rPr lang="en-US" altLang="zh-CN" sz="2000" dirty="0" err="1">
                <a:latin typeface="Consolas" panose="020B0609020204030204" pitchFamily="49" charset="0"/>
              </a:rPr>
              <a:t>initEmptyList</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b="0" dirty="0" err="1">
                <a:latin typeface="Consolas" panose="020B0609020204030204" pitchFamily="49" charset="0"/>
              </a:rPr>
              <a:t>insertEnd</a:t>
            </a:r>
            <a:r>
              <a:rPr lang="en-US" altLang="zh-CN" sz="2000" dirty="0">
                <a:latin typeface="Consolas" panose="020B0609020204030204" pitchFamily="49" charset="0"/>
              </a:rPr>
              <a:t>(</a:t>
            </a:r>
            <a:r>
              <a:rPr lang="en-US" altLang="zh-CN" sz="2000" dirty="0" err="1">
                <a:latin typeface="Consolas" panose="020B0609020204030204" pitchFamily="49" charset="0"/>
              </a:rPr>
              <a:t>head,1</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printList</a:t>
            </a:r>
            <a:r>
              <a:rPr lang="en-US" altLang="zh-CN" sz="2000" dirty="0">
                <a:latin typeface="Consolas" panose="020B0609020204030204" pitchFamily="49" charset="0"/>
              </a:rPr>
              <a:t>(head);</a:t>
            </a:r>
          </a:p>
          <a:p>
            <a:pPr marL="0" indent="0">
              <a:buNone/>
            </a:pPr>
            <a:r>
              <a:rPr lang="en-US" altLang="zh-CN" sz="2000" dirty="0">
                <a:latin typeface="Consolas" panose="020B0609020204030204" pitchFamily="49" charset="0"/>
              </a:rPr>
              <a:t>	return 0;</a:t>
            </a:r>
          </a:p>
          <a:p>
            <a:pPr marL="0" indent="0">
              <a:buNone/>
            </a:pPr>
            <a:r>
              <a:rPr lang="en-US" altLang="zh-CN" sz="2000" dirty="0">
                <a:latin typeface="Consolas" panose="020B0609020204030204" pitchFamily="49" charset="0"/>
              </a:rPr>
              <a:t>}</a:t>
            </a:r>
          </a:p>
        </p:txBody>
      </p:sp>
    </p:spTree>
    <p:extLst>
      <p:ext uri="{BB962C8B-B14F-4D97-AF65-F5344CB8AC3E}">
        <p14:creationId xmlns:p14="http://schemas.microsoft.com/office/powerpoint/2010/main" val="1973639566"/>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a:extLst>
              <a:ext uri="{FF2B5EF4-FFF2-40B4-BE49-F238E27FC236}">
                <a16:creationId xmlns:a16="http://schemas.microsoft.com/office/drawing/2014/main" id="{A32552C4-BAC6-4189-9300-BAEF516F4A0E}"/>
              </a:ext>
            </a:extLst>
          </p:cNvPr>
          <p:cNvSpPr>
            <a:spLocks noGrp="1"/>
          </p:cNvSpPr>
          <p:nvPr>
            <p:ph type="sldNum" sz="quarter" idx="12"/>
          </p:nvPr>
        </p:nvSpPr>
        <p:spPr>
          <a:noFill/>
        </p:spPr>
        <p:txBody>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A2C7E6D0-0D57-4C03-AA62-2D56BEF21AEB}" type="slidenum">
              <a:rPr lang="en-US" altLang="zh-CN" sz="1400"/>
              <a:pPr eaLnBrk="1" hangingPunct="1"/>
              <a:t>16</a:t>
            </a:fld>
            <a:endParaRPr lang="en-US" altLang="zh-CN" sz="1400"/>
          </a:p>
        </p:txBody>
      </p:sp>
      <p:grpSp>
        <p:nvGrpSpPr>
          <p:cNvPr id="159748" name="Group 4">
            <a:extLst>
              <a:ext uri="{FF2B5EF4-FFF2-40B4-BE49-F238E27FC236}">
                <a16:creationId xmlns:a16="http://schemas.microsoft.com/office/drawing/2014/main" id="{F4A49444-3292-4BC0-8109-CB7082AE2D17}"/>
              </a:ext>
            </a:extLst>
          </p:cNvPr>
          <p:cNvGrpSpPr>
            <a:grpSpLocks/>
          </p:cNvGrpSpPr>
          <p:nvPr/>
        </p:nvGrpSpPr>
        <p:grpSpPr bwMode="auto">
          <a:xfrm>
            <a:off x="1263650" y="2144713"/>
            <a:ext cx="990600" cy="466725"/>
            <a:chOff x="624" y="2544"/>
            <a:chExt cx="624" cy="294"/>
          </a:xfrm>
        </p:grpSpPr>
        <p:sp>
          <p:nvSpPr>
            <p:cNvPr id="22584" name="Text Box 5">
              <a:extLst>
                <a:ext uri="{FF2B5EF4-FFF2-40B4-BE49-F238E27FC236}">
                  <a16:creationId xmlns:a16="http://schemas.microsoft.com/office/drawing/2014/main" id="{366EADF4-597B-4170-B772-148A4DA314F7}"/>
                </a:ext>
              </a:extLst>
            </p:cNvPr>
            <p:cNvSpPr txBox="1">
              <a:spLocks noChangeArrowheads="1"/>
            </p:cNvSpPr>
            <p:nvPr/>
          </p:nvSpPr>
          <p:spPr bwMode="auto">
            <a:xfrm>
              <a:off x="624" y="2544"/>
              <a:ext cx="624"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t>     </a:t>
              </a:r>
            </a:p>
          </p:txBody>
        </p:sp>
        <p:sp>
          <p:nvSpPr>
            <p:cNvPr id="22585" name="Line 6">
              <a:extLst>
                <a:ext uri="{FF2B5EF4-FFF2-40B4-BE49-F238E27FC236}">
                  <a16:creationId xmlns:a16="http://schemas.microsoft.com/office/drawing/2014/main" id="{19D6E01A-059F-4F52-A199-A9DA5F7EAA8C}"/>
                </a:ext>
              </a:extLst>
            </p:cNvPr>
            <p:cNvSpPr>
              <a:spLocks noChangeShapeType="1"/>
            </p:cNvSpPr>
            <p:nvPr/>
          </p:nvSpPr>
          <p:spPr bwMode="auto">
            <a:xfrm>
              <a:off x="960" y="2544"/>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9760" name="Group 16">
            <a:extLst>
              <a:ext uri="{FF2B5EF4-FFF2-40B4-BE49-F238E27FC236}">
                <a16:creationId xmlns:a16="http://schemas.microsoft.com/office/drawing/2014/main" id="{59CDEB69-8366-49B5-96F5-43B745CEFA84}"/>
              </a:ext>
            </a:extLst>
          </p:cNvPr>
          <p:cNvGrpSpPr>
            <a:grpSpLocks/>
          </p:cNvGrpSpPr>
          <p:nvPr/>
        </p:nvGrpSpPr>
        <p:grpSpPr bwMode="auto">
          <a:xfrm rot="2419506" flipV="1">
            <a:off x="1914963" y="2798309"/>
            <a:ext cx="1195853" cy="64706"/>
            <a:chOff x="1104" y="2667"/>
            <a:chExt cx="528" cy="48"/>
          </a:xfrm>
        </p:grpSpPr>
        <p:sp>
          <p:nvSpPr>
            <p:cNvPr id="22580" name="Line 17">
              <a:extLst>
                <a:ext uri="{FF2B5EF4-FFF2-40B4-BE49-F238E27FC236}">
                  <a16:creationId xmlns:a16="http://schemas.microsoft.com/office/drawing/2014/main" id="{FB68CA2C-1EC7-4593-9D06-869E3021F921}"/>
                </a:ext>
              </a:extLst>
            </p:cNvPr>
            <p:cNvSpPr>
              <a:spLocks noChangeShapeType="1"/>
            </p:cNvSpPr>
            <p:nvPr/>
          </p:nvSpPr>
          <p:spPr bwMode="auto">
            <a:xfrm>
              <a:off x="1152" y="2688"/>
              <a:ext cx="480"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FF0000"/>
                </a:solidFill>
              </a:endParaRPr>
            </a:p>
          </p:txBody>
        </p:sp>
        <p:sp>
          <p:nvSpPr>
            <p:cNvPr id="22581" name="Oval 18">
              <a:extLst>
                <a:ext uri="{FF2B5EF4-FFF2-40B4-BE49-F238E27FC236}">
                  <a16:creationId xmlns:a16="http://schemas.microsoft.com/office/drawing/2014/main" id="{1EB611B3-0A40-4041-BB29-E1AA8B761BB1}"/>
                </a:ext>
              </a:extLst>
            </p:cNvPr>
            <p:cNvSpPr>
              <a:spLocks noChangeArrowheads="1"/>
            </p:cNvSpPr>
            <p:nvPr/>
          </p:nvSpPr>
          <p:spPr bwMode="auto">
            <a:xfrm>
              <a:off x="1104" y="2667"/>
              <a:ext cx="48" cy="48"/>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rgbClr val="FF0000"/>
                </a:solidFill>
              </a:endParaRPr>
            </a:p>
          </p:txBody>
        </p:sp>
      </p:grpSp>
      <p:grpSp>
        <p:nvGrpSpPr>
          <p:cNvPr id="159765" name="Group 21">
            <a:extLst>
              <a:ext uri="{FF2B5EF4-FFF2-40B4-BE49-F238E27FC236}">
                <a16:creationId xmlns:a16="http://schemas.microsoft.com/office/drawing/2014/main" id="{D2FDBA3E-4884-4B77-B302-8D4FE12BF4AD}"/>
              </a:ext>
            </a:extLst>
          </p:cNvPr>
          <p:cNvGrpSpPr>
            <a:grpSpLocks/>
          </p:cNvGrpSpPr>
          <p:nvPr/>
        </p:nvGrpSpPr>
        <p:grpSpPr bwMode="auto">
          <a:xfrm>
            <a:off x="730250" y="773113"/>
            <a:ext cx="1219200" cy="1371600"/>
            <a:chOff x="432" y="1536"/>
            <a:chExt cx="768" cy="864"/>
          </a:xfrm>
        </p:grpSpPr>
        <p:sp>
          <p:nvSpPr>
            <p:cNvPr id="22575" name="Text Box 22">
              <a:extLst>
                <a:ext uri="{FF2B5EF4-FFF2-40B4-BE49-F238E27FC236}">
                  <a16:creationId xmlns:a16="http://schemas.microsoft.com/office/drawing/2014/main" id="{667E8DC9-993E-4F71-8696-4276A4CF1F6D}"/>
                </a:ext>
              </a:extLst>
            </p:cNvPr>
            <p:cNvSpPr txBox="1">
              <a:spLocks noChangeArrowheads="1"/>
            </p:cNvSpPr>
            <p:nvPr/>
          </p:nvSpPr>
          <p:spPr bwMode="auto">
            <a:xfrm>
              <a:off x="624" y="1824"/>
              <a:ext cx="336"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b="0"/>
            </a:p>
          </p:txBody>
        </p:sp>
        <p:sp>
          <p:nvSpPr>
            <p:cNvPr id="22576" name="Text Box 23">
              <a:extLst>
                <a:ext uri="{FF2B5EF4-FFF2-40B4-BE49-F238E27FC236}">
                  <a16:creationId xmlns:a16="http://schemas.microsoft.com/office/drawing/2014/main" id="{7240E8A0-7097-4986-B686-AE11B6DC0CD0}"/>
                </a:ext>
              </a:extLst>
            </p:cNvPr>
            <p:cNvSpPr txBox="1">
              <a:spLocks noChangeArrowheads="1"/>
            </p:cNvSpPr>
            <p:nvPr/>
          </p:nvSpPr>
          <p:spPr bwMode="auto">
            <a:xfrm>
              <a:off x="432" y="1536"/>
              <a:ext cx="7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t>head</a:t>
              </a:r>
            </a:p>
          </p:txBody>
        </p:sp>
        <p:grpSp>
          <p:nvGrpSpPr>
            <p:cNvPr id="22577" name="Group 24">
              <a:extLst>
                <a:ext uri="{FF2B5EF4-FFF2-40B4-BE49-F238E27FC236}">
                  <a16:creationId xmlns:a16="http://schemas.microsoft.com/office/drawing/2014/main" id="{8FB8B37C-275D-42D2-A6D5-C3272CAC758A}"/>
                </a:ext>
              </a:extLst>
            </p:cNvPr>
            <p:cNvGrpSpPr>
              <a:grpSpLocks/>
            </p:cNvGrpSpPr>
            <p:nvPr/>
          </p:nvGrpSpPr>
          <p:grpSpPr bwMode="auto">
            <a:xfrm>
              <a:off x="768" y="1968"/>
              <a:ext cx="48" cy="432"/>
              <a:chOff x="768" y="1968"/>
              <a:chExt cx="48" cy="432"/>
            </a:xfrm>
          </p:grpSpPr>
          <p:sp>
            <p:nvSpPr>
              <p:cNvPr id="22578" name="Oval 25">
                <a:extLst>
                  <a:ext uri="{FF2B5EF4-FFF2-40B4-BE49-F238E27FC236}">
                    <a16:creationId xmlns:a16="http://schemas.microsoft.com/office/drawing/2014/main" id="{CF1D484F-80F9-405D-B838-792A527256D0}"/>
                  </a:ext>
                </a:extLst>
              </p:cNvPr>
              <p:cNvSpPr>
                <a:spLocks noChangeArrowheads="1"/>
              </p:cNvSpPr>
              <p:nvPr/>
            </p:nvSpPr>
            <p:spPr bwMode="auto">
              <a:xfrm>
                <a:off x="768" y="196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579" name="Line 26">
                <a:extLst>
                  <a:ext uri="{FF2B5EF4-FFF2-40B4-BE49-F238E27FC236}">
                    <a16:creationId xmlns:a16="http://schemas.microsoft.com/office/drawing/2014/main" id="{2935DE0E-AA09-41A0-8150-F88DA4D2331A}"/>
                  </a:ext>
                </a:extLst>
              </p:cNvPr>
              <p:cNvSpPr>
                <a:spLocks noChangeShapeType="1"/>
              </p:cNvSpPr>
              <p:nvPr/>
            </p:nvSpPr>
            <p:spPr bwMode="auto">
              <a:xfrm>
                <a:off x="786" y="2016"/>
                <a:ext cx="0"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59797" name="Text Box 53">
            <a:extLst>
              <a:ext uri="{FF2B5EF4-FFF2-40B4-BE49-F238E27FC236}">
                <a16:creationId xmlns:a16="http://schemas.microsoft.com/office/drawing/2014/main" id="{597AE8A1-3EA6-4F30-806B-CA943F9BD2F0}"/>
              </a:ext>
            </a:extLst>
          </p:cNvPr>
          <p:cNvSpPr txBox="1">
            <a:spLocks noChangeArrowheads="1"/>
          </p:cNvSpPr>
          <p:nvPr/>
        </p:nvSpPr>
        <p:spPr bwMode="auto">
          <a:xfrm>
            <a:off x="322064" y="3616166"/>
            <a:ext cx="8351837" cy="2246769"/>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defRPr/>
            </a:pPr>
            <a:r>
              <a:rPr lang="zh-CN" altLang="en-US" sz="2000" dirty="0"/>
              <a:t>新增的节点需要插入到链表头部的空节点后面；</a:t>
            </a:r>
          </a:p>
          <a:p>
            <a:pPr marL="457200" indent="-457200">
              <a:spcBef>
                <a:spcPct val="50000"/>
              </a:spcBef>
              <a:buAutoNum type="arabicParenBoth"/>
              <a:defRPr/>
            </a:pPr>
            <a:r>
              <a:rPr lang="zh-CN" altLang="en-US" sz="2000" dirty="0"/>
              <a:t>前驱节点是空节点，后继节点是第一个元素节点；</a:t>
            </a:r>
            <a:endParaRPr lang="en-US" altLang="zh-CN" sz="2000" dirty="0"/>
          </a:p>
          <a:p>
            <a:pPr>
              <a:spcBef>
                <a:spcPct val="50000"/>
              </a:spcBef>
              <a:defRPr/>
            </a:pPr>
            <a:r>
              <a:rPr lang="en-US" altLang="zh-CN" sz="2000" dirty="0"/>
              <a:t>cur = head-&gt;next;</a:t>
            </a:r>
            <a:endParaRPr lang="zh-CN" altLang="en-US" sz="2000" dirty="0"/>
          </a:p>
          <a:p>
            <a:pPr>
              <a:spcBef>
                <a:spcPct val="50000"/>
              </a:spcBef>
              <a:defRPr/>
            </a:pPr>
            <a:r>
              <a:rPr lang="en-US" altLang="zh-CN" sz="2000" dirty="0"/>
              <a:t>(2)</a:t>
            </a:r>
            <a:r>
              <a:rPr lang="zh-CN" altLang="en-US" sz="2000" dirty="0"/>
              <a:t>使前驱指向新节点，新节点指向后继节点；</a:t>
            </a:r>
            <a:endParaRPr lang="en-US" altLang="zh-CN" sz="2000" dirty="0"/>
          </a:p>
          <a:p>
            <a:pPr>
              <a:spcBef>
                <a:spcPct val="50000"/>
              </a:spcBef>
              <a:defRPr/>
            </a:pPr>
            <a:r>
              <a:rPr lang="en-US" altLang="zh-CN" sz="2000" dirty="0"/>
              <a:t>head-&gt;next=p;	p-&gt;next=cur;</a:t>
            </a:r>
          </a:p>
        </p:txBody>
      </p:sp>
      <p:grpSp>
        <p:nvGrpSpPr>
          <p:cNvPr id="159818" name="Group 74">
            <a:extLst>
              <a:ext uri="{FF2B5EF4-FFF2-40B4-BE49-F238E27FC236}">
                <a16:creationId xmlns:a16="http://schemas.microsoft.com/office/drawing/2014/main" id="{979648D6-90A2-4EAD-B126-839C018F2D16}"/>
              </a:ext>
            </a:extLst>
          </p:cNvPr>
          <p:cNvGrpSpPr>
            <a:grpSpLocks/>
          </p:cNvGrpSpPr>
          <p:nvPr/>
        </p:nvGrpSpPr>
        <p:grpSpPr bwMode="auto">
          <a:xfrm>
            <a:off x="3142080" y="919177"/>
            <a:ext cx="1020763" cy="1224368"/>
            <a:chOff x="1962" y="1162"/>
            <a:chExt cx="643" cy="956"/>
          </a:xfrm>
        </p:grpSpPr>
        <p:sp>
          <p:nvSpPr>
            <p:cNvPr id="22543" name="Text Box 75">
              <a:extLst>
                <a:ext uri="{FF2B5EF4-FFF2-40B4-BE49-F238E27FC236}">
                  <a16:creationId xmlns:a16="http://schemas.microsoft.com/office/drawing/2014/main" id="{FC22A2F9-54E4-427F-99D7-C870E4E24062}"/>
                </a:ext>
              </a:extLst>
            </p:cNvPr>
            <p:cNvSpPr txBox="1">
              <a:spLocks noChangeArrowheads="1"/>
            </p:cNvSpPr>
            <p:nvPr/>
          </p:nvSpPr>
          <p:spPr bwMode="auto">
            <a:xfrm>
              <a:off x="1986" y="1450"/>
              <a:ext cx="336"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b="0"/>
            </a:p>
          </p:txBody>
        </p:sp>
        <p:sp>
          <p:nvSpPr>
            <p:cNvPr id="22544" name="Text Box 76">
              <a:extLst>
                <a:ext uri="{FF2B5EF4-FFF2-40B4-BE49-F238E27FC236}">
                  <a16:creationId xmlns:a16="http://schemas.microsoft.com/office/drawing/2014/main" id="{523FC504-851D-4E5E-8CA7-448A253A033C}"/>
                </a:ext>
              </a:extLst>
            </p:cNvPr>
            <p:cNvSpPr txBox="1">
              <a:spLocks noChangeArrowheads="1"/>
            </p:cNvSpPr>
            <p:nvPr/>
          </p:nvSpPr>
          <p:spPr bwMode="auto">
            <a:xfrm>
              <a:off x="1962" y="1162"/>
              <a:ext cx="643"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solidFill>
                    <a:srgbClr val="FF0000"/>
                  </a:solidFill>
                </a:rPr>
                <a:t>cur</a:t>
              </a:r>
            </a:p>
          </p:txBody>
        </p:sp>
        <p:grpSp>
          <p:nvGrpSpPr>
            <p:cNvPr id="22545" name="Group 77">
              <a:extLst>
                <a:ext uri="{FF2B5EF4-FFF2-40B4-BE49-F238E27FC236}">
                  <a16:creationId xmlns:a16="http://schemas.microsoft.com/office/drawing/2014/main" id="{9E0BD45A-18CB-44FB-8C46-61E0EE54596C}"/>
                </a:ext>
              </a:extLst>
            </p:cNvPr>
            <p:cNvGrpSpPr>
              <a:grpSpLocks/>
            </p:cNvGrpSpPr>
            <p:nvPr/>
          </p:nvGrpSpPr>
          <p:grpSpPr bwMode="auto">
            <a:xfrm>
              <a:off x="1998" y="1594"/>
              <a:ext cx="180" cy="524"/>
              <a:chOff x="636" y="1968"/>
              <a:chExt cx="180" cy="524"/>
            </a:xfrm>
          </p:grpSpPr>
          <p:sp>
            <p:nvSpPr>
              <p:cNvPr id="22546" name="Oval 78">
                <a:extLst>
                  <a:ext uri="{FF2B5EF4-FFF2-40B4-BE49-F238E27FC236}">
                    <a16:creationId xmlns:a16="http://schemas.microsoft.com/office/drawing/2014/main" id="{9A659170-9588-43EB-9DF8-1D47D9DDCA5C}"/>
                  </a:ext>
                </a:extLst>
              </p:cNvPr>
              <p:cNvSpPr>
                <a:spLocks noChangeArrowheads="1"/>
              </p:cNvSpPr>
              <p:nvPr/>
            </p:nvSpPr>
            <p:spPr bwMode="auto">
              <a:xfrm>
                <a:off x="768" y="196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547" name="Line 79">
                <a:extLst>
                  <a:ext uri="{FF2B5EF4-FFF2-40B4-BE49-F238E27FC236}">
                    <a16:creationId xmlns:a16="http://schemas.microsoft.com/office/drawing/2014/main" id="{124A9B90-B84D-4C07-8003-1B641EF64D07}"/>
                  </a:ext>
                </a:extLst>
              </p:cNvPr>
              <p:cNvSpPr>
                <a:spLocks noChangeShapeType="1"/>
              </p:cNvSpPr>
              <p:nvPr/>
            </p:nvSpPr>
            <p:spPr bwMode="auto">
              <a:xfrm flipH="1">
                <a:off x="636" y="2016"/>
                <a:ext cx="150" cy="4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58" name="Text Box 33">
            <a:extLst>
              <a:ext uri="{FF2B5EF4-FFF2-40B4-BE49-F238E27FC236}">
                <a16:creationId xmlns:a16="http://schemas.microsoft.com/office/drawing/2014/main" id="{A1FDF194-0345-469A-A469-67A3FD46E506}"/>
              </a:ext>
            </a:extLst>
          </p:cNvPr>
          <p:cNvSpPr txBox="1">
            <a:spLocks noChangeArrowheads="1"/>
          </p:cNvSpPr>
          <p:nvPr/>
        </p:nvSpPr>
        <p:spPr bwMode="auto">
          <a:xfrm>
            <a:off x="4284663" y="404813"/>
            <a:ext cx="4608512" cy="58477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r>
              <a:rPr lang="zh-CN" altLang="en-US" sz="3200" dirty="0">
                <a:solidFill>
                  <a:srgbClr val="FF3300"/>
                </a:solidFill>
                <a:latin typeface="微软雅黑" panose="020B0503020204020204" pitchFamily="34" charset="-122"/>
                <a:ea typeface="微软雅黑" panose="020B0503020204020204" pitchFamily="34" charset="-122"/>
              </a:rPr>
              <a:t>基本操作－头插节点</a:t>
            </a:r>
          </a:p>
        </p:txBody>
      </p:sp>
      <p:grpSp>
        <p:nvGrpSpPr>
          <p:cNvPr id="4" name="组合 3">
            <a:extLst>
              <a:ext uri="{FF2B5EF4-FFF2-40B4-BE49-F238E27FC236}">
                <a16:creationId xmlns:a16="http://schemas.microsoft.com/office/drawing/2014/main" id="{23AE86DD-6288-4DE1-B318-D5CA4902E777}"/>
              </a:ext>
            </a:extLst>
          </p:cNvPr>
          <p:cNvGrpSpPr/>
          <p:nvPr/>
        </p:nvGrpSpPr>
        <p:grpSpPr>
          <a:xfrm>
            <a:off x="1955800" y="2141538"/>
            <a:ext cx="3340100" cy="469900"/>
            <a:chOff x="1955800" y="2141538"/>
            <a:chExt cx="3340100" cy="469900"/>
          </a:xfrm>
        </p:grpSpPr>
        <p:grpSp>
          <p:nvGrpSpPr>
            <p:cNvPr id="159813" name="Group 69">
              <a:extLst>
                <a:ext uri="{FF2B5EF4-FFF2-40B4-BE49-F238E27FC236}">
                  <a16:creationId xmlns:a16="http://schemas.microsoft.com/office/drawing/2014/main" id="{62A6C776-B96F-4495-8C31-19241B34C43D}"/>
                </a:ext>
              </a:extLst>
            </p:cNvPr>
            <p:cNvGrpSpPr>
              <a:grpSpLocks/>
            </p:cNvGrpSpPr>
            <p:nvPr/>
          </p:nvGrpSpPr>
          <p:grpSpPr bwMode="auto">
            <a:xfrm>
              <a:off x="1955800" y="2141538"/>
              <a:ext cx="3340100" cy="469900"/>
              <a:chOff x="930" y="1298"/>
              <a:chExt cx="2104" cy="296"/>
            </a:xfrm>
          </p:grpSpPr>
          <p:grpSp>
            <p:nvGrpSpPr>
              <p:cNvPr id="22550" name="Group 54">
                <a:extLst>
                  <a:ext uri="{FF2B5EF4-FFF2-40B4-BE49-F238E27FC236}">
                    <a16:creationId xmlns:a16="http://schemas.microsoft.com/office/drawing/2014/main" id="{D66DE6B6-ADEC-41D4-BAC1-E4C94AC17101}"/>
                  </a:ext>
                </a:extLst>
              </p:cNvPr>
              <p:cNvGrpSpPr>
                <a:grpSpLocks/>
              </p:cNvGrpSpPr>
              <p:nvPr/>
            </p:nvGrpSpPr>
            <p:grpSpPr bwMode="auto">
              <a:xfrm>
                <a:off x="930" y="1300"/>
                <a:ext cx="1152" cy="294"/>
                <a:chOff x="1536" y="1706"/>
                <a:chExt cx="1152" cy="294"/>
              </a:xfrm>
            </p:grpSpPr>
            <p:grpSp>
              <p:nvGrpSpPr>
                <p:cNvPr id="22558" name="Group 7">
                  <a:extLst>
                    <a:ext uri="{FF2B5EF4-FFF2-40B4-BE49-F238E27FC236}">
                      <a16:creationId xmlns:a16="http://schemas.microsoft.com/office/drawing/2014/main" id="{531B2F2F-D6FB-447D-96A0-6C71E747C9A1}"/>
                    </a:ext>
                  </a:extLst>
                </p:cNvPr>
                <p:cNvGrpSpPr>
                  <a:grpSpLocks/>
                </p:cNvGrpSpPr>
                <p:nvPr/>
              </p:nvGrpSpPr>
              <p:grpSpPr bwMode="auto">
                <a:xfrm>
                  <a:off x="2064" y="1706"/>
                  <a:ext cx="624" cy="294"/>
                  <a:chOff x="624" y="2544"/>
                  <a:chExt cx="624" cy="294"/>
                </a:xfrm>
              </p:grpSpPr>
              <p:sp>
                <p:nvSpPr>
                  <p:cNvPr id="22562" name="Text Box 8">
                    <a:extLst>
                      <a:ext uri="{FF2B5EF4-FFF2-40B4-BE49-F238E27FC236}">
                        <a16:creationId xmlns:a16="http://schemas.microsoft.com/office/drawing/2014/main" id="{8C2436C6-E40F-4337-812B-DF04F6F13CB8}"/>
                      </a:ext>
                    </a:extLst>
                  </p:cNvPr>
                  <p:cNvSpPr txBox="1">
                    <a:spLocks noChangeArrowheads="1"/>
                  </p:cNvSpPr>
                  <p:nvPr/>
                </p:nvSpPr>
                <p:spPr bwMode="auto">
                  <a:xfrm>
                    <a:off x="624" y="2544"/>
                    <a:ext cx="624"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t>17  </a:t>
                    </a:r>
                  </a:p>
                </p:txBody>
              </p:sp>
              <p:sp>
                <p:nvSpPr>
                  <p:cNvPr id="22563" name="Line 9">
                    <a:extLst>
                      <a:ext uri="{FF2B5EF4-FFF2-40B4-BE49-F238E27FC236}">
                        <a16:creationId xmlns:a16="http://schemas.microsoft.com/office/drawing/2014/main" id="{40801355-DB8A-486A-97FA-A6A50B31C238}"/>
                      </a:ext>
                    </a:extLst>
                  </p:cNvPr>
                  <p:cNvSpPr>
                    <a:spLocks noChangeShapeType="1"/>
                  </p:cNvSpPr>
                  <p:nvPr/>
                </p:nvSpPr>
                <p:spPr bwMode="auto">
                  <a:xfrm>
                    <a:off x="960" y="2544"/>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2559" name="Group 13">
                  <a:extLst>
                    <a:ext uri="{FF2B5EF4-FFF2-40B4-BE49-F238E27FC236}">
                      <a16:creationId xmlns:a16="http://schemas.microsoft.com/office/drawing/2014/main" id="{7842AB5B-3E3B-4E9E-ABFF-EF964C870D65}"/>
                    </a:ext>
                  </a:extLst>
                </p:cNvPr>
                <p:cNvGrpSpPr>
                  <a:grpSpLocks/>
                </p:cNvGrpSpPr>
                <p:nvPr/>
              </p:nvGrpSpPr>
              <p:grpSpPr bwMode="auto">
                <a:xfrm>
                  <a:off x="1536" y="1829"/>
                  <a:ext cx="528" cy="48"/>
                  <a:chOff x="1104" y="2667"/>
                  <a:chExt cx="528" cy="48"/>
                </a:xfrm>
              </p:grpSpPr>
              <p:sp>
                <p:nvSpPr>
                  <p:cNvPr id="22560" name="Line 14">
                    <a:extLst>
                      <a:ext uri="{FF2B5EF4-FFF2-40B4-BE49-F238E27FC236}">
                        <a16:creationId xmlns:a16="http://schemas.microsoft.com/office/drawing/2014/main" id="{66FEC860-505A-435A-93F2-78FB01D36A2B}"/>
                      </a:ext>
                    </a:extLst>
                  </p:cNvPr>
                  <p:cNvSpPr>
                    <a:spLocks noChangeShapeType="1"/>
                  </p:cNvSpPr>
                  <p:nvPr/>
                </p:nvSpPr>
                <p:spPr bwMode="auto">
                  <a:xfrm>
                    <a:off x="1152" y="2688"/>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61" name="Oval 15">
                    <a:extLst>
                      <a:ext uri="{FF2B5EF4-FFF2-40B4-BE49-F238E27FC236}">
                        <a16:creationId xmlns:a16="http://schemas.microsoft.com/office/drawing/2014/main" id="{E5BEA220-6A04-4396-B801-EAF0694BC4A0}"/>
                      </a:ext>
                    </a:extLst>
                  </p:cNvPr>
                  <p:cNvSpPr>
                    <a:spLocks noChangeArrowheads="1"/>
                  </p:cNvSpPr>
                  <p:nvPr/>
                </p:nvSpPr>
                <p:spPr bwMode="auto">
                  <a:xfrm>
                    <a:off x="1104" y="2667"/>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grpSp>
            <p:nvGrpSpPr>
              <p:cNvPr id="22551" name="Group 62">
                <a:extLst>
                  <a:ext uri="{FF2B5EF4-FFF2-40B4-BE49-F238E27FC236}">
                    <a16:creationId xmlns:a16="http://schemas.microsoft.com/office/drawing/2014/main" id="{91457D32-2C5E-44B6-B30B-95600A13E97E}"/>
                  </a:ext>
                </a:extLst>
              </p:cNvPr>
              <p:cNvGrpSpPr>
                <a:grpSpLocks/>
              </p:cNvGrpSpPr>
              <p:nvPr/>
            </p:nvGrpSpPr>
            <p:grpSpPr bwMode="auto">
              <a:xfrm>
                <a:off x="1882" y="1298"/>
                <a:ext cx="1152" cy="294"/>
                <a:chOff x="1536" y="1706"/>
                <a:chExt cx="1152" cy="294"/>
              </a:xfrm>
            </p:grpSpPr>
            <p:grpSp>
              <p:nvGrpSpPr>
                <p:cNvPr id="22552" name="Group 63">
                  <a:extLst>
                    <a:ext uri="{FF2B5EF4-FFF2-40B4-BE49-F238E27FC236}">
                      <a16:creationId xmlns:a16="http://schemas.microsoft.com/office/drawing/2014/main" id="{0F4BF254-504A-4CA7-A8BA-3DDE02F01EA0}"/>
                    </a:ext>
                  </a:extLst>
                </p:cNvPr>
                <p:cNvGrpSpPr>
                  <a:grpSpLocks/>
                </p:cNvGrpSpPr>
                <p:nvPr/>
              </p:nvGrpSpPr>
              <p:grpSpPr bwMode="auto">
                <a:xfrm>
                  <a:off x="2064" y="1706"/>
                  <a:ext cx="624" cy="294"/>
                  <a:chOff x="624" y="2544"/>
                  <a:chExt cx="624" cy="294"/>
                </a:xfrm>
              </p:grpSpPr>
              <p:sp>
                <p:nvSpPr>
                  <p:cNvPr id="22556" name="Text Box 64">
                    <a:extLst>
                      <a:ext uri="{FF2B5EF4-FFF2-40B4-BE49-F238E27FC236}">
                        <a16:creationId xmlns:a16="http://schemas.microsoft.com/office/drawing/2014/main" id="{F0E8D1E2-C7D0-4418-AEB6-862B562DA05E}"/>
                      </a:ext>
                    </a:extLst>
                  </p:cNvPr>
                  <p:cNvSpPr txBox="1">
                    <a:spLocks noChangeArrowheads="1"/>
                  </p:cNvSpPr>
                  <p:nvPr/>
                </p:nvSpPr>
                <p:spPr bwMode="auto">
                  <a:xfrm>
                    <a:off x="624" y="2544"/>
                    <a:ext cx="624"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t>19  </a:t>
                    </a:r>
                  </a:p>
                </p:txBody>
              </p:sp>
              <p:sp>
                <p:nvSpPr>
                  <p:cNvPr id="22557" name="Line 65">
                    <a:extLst>
                      <a:ext uri="{FF2B5EF4-FFF2-40B4-BE49-F238E27FC236}">
                        <a16:creationId xmlns:a16="http://schemas.microsoft.com/office/drawing/2014/main" id="{1B5CBFD3-A95C-4870-9F58-EFB1F4048AED}"/>
                      </a:ext>
                    </a:extLst>
                  </p:cNvPr>
                  <p:cNvSpPr>
                    <a:spLocks noChangeShapeType="1"/>
                  </p:cNvSpPr>
                  <p:nvPr/>
                </p:nvSpPr>
                <p:spPr bwMode="auto">
                  <a:xfrm>
                    <a:off x="960" y="2544"/>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2553" name="Group 66">
                  <a:extLst>
                    <a:ext uri="{FF2B5EF4-FFF2-40B4-BE49-F238E27FC236}">
                      <a16:creationId xmlns:a16="http://schemas.microsoft.com/office/drawing/2014/main" id="{8AB80D2E-21B4-4FA8-801D-7A613DDBFB73}"/>
                    </a:ext>
                  </a:extLst>
                </p:cNvPr>
                <p:cNvGrpSpPr>
                  <a:grpSpLocks/>
                </p:cNvGrpSpPr>
                <p:nvPr/>
              </p:nvGrpSpPr>
              <p:grpSpPr bwMode="auto">
                <a:xfrm>
                  <a:off x="1536" y="1829"/>
                  <a:ext cx="528" cy="48"/>
                  <a:chOff x="1104" y="2667"/>
                  <a:chExt cx="528" cy="48"/>
                </a:xfrm>
              </p:grpSpPr>
              <p:sp>
                <p:nvSpPr>
                  <p:cNvPr id="22554" name="Line 67">
                    <a:extLst>
                      <a:ext uri="{FF2B5EF4-FFF2-40B4-BE49-F238E27FC236}">
                        <a16:creationId xmlns:a16="http://schemas.microsoft.com/office/drawing/2014/main" id="{9773F3D1-D023-40B3-A8D0-146090C6B1D4}"/>
                      </a:ext>
                    </a:extLst>
                  </p:cNvPr>
                  <p:cNvSpPr>
                    <a:spLocks noChangeShapeType="1"/>
                  </p:cNvSpPr>
                  <p:nvPr/>
                </p:nvSpPr>
                <p:spPr bwMode="auto">
                  <a:xfrm>
                    <a:off x="1152" y="2688"/>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55" name="Oval 68">
                    <a:extLst>
                      <a:ext uri="{FF2B5EF4-FFF2-40B4-BE49-F238E27FC236}">
                        <a16:creationId xmlns:a16="http://schemas.microsoft.com/office/drawing/2014/main" id="{E903949A-343B-424E-BD19-5888FB09721C}"/>
                      </a:ext>
                    </a:extLst>
                  </p:cNvPr>
                  <p:cNvSpPr>
                    <a:spLocks noChangeArrowheads="1"/>
                  </p:cNvSpPr>
                  <p:nvPr/>
                </p:nvSpPr>
                <p:spPr bwMode="auto">
                  <a:xfrm>
                    <a:off x="1104" y="2667"/>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grpSp>
        <p:cxnSp>
          <p:nvCxnSpPr>
            <p:cNvPr id="3" name="直接连接符 2">
              <a:extLst>
                <a:ext uri="{FF2B5EF4-FFF2-40B4-BE49-F238E27FC236}">
                  <a16:creationId xmlns:a16="http://schemas.microsoft.com/office/drawing/2014/main" id="{98847978-0CE6-4FCD-81B5-A002E866E07C}"/>
                </a:ext>
              </a:extLst>
            </p:cNvPr>
            <p:cNvCxnSpPr>
              <a:stCxn id="22556" idx="0"/>
            </p:cNvCxnSpPr>
            <p:nvPr/>
          </p:nvCxnSpPr>
          <p:spPr>
            <a:xfrm>
              <a:off x="4800600" y="2141538"/>
              <a:ext cx="495300" cy="4487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5" name="Group 60">
            <a:extLst>
              <a:ext uri="{FF2B5EF4-FFF2-40B4-BE49-F238E27FC236}">
                <a16:creationId xmlns:a16="http://schemas.microsoft.com/office/drawing/2014/main" id="{D6C6D9A0-0FA2-4B3E-BD00-8C7C2520DD5D}"/>
              </a:ext>
            </a:extLst>
          </p:cNvPr>
          <p:cNvGrpSpPr>
            <a:grpSpLocks/>
          </p:cNvGrpSpPr>
          <p:nvPr/>
        </p:nvGrpSpPr>
        <p:grpSpPr bwMode="auto">
          <a:xfrm>
            <a:off x="1247746" y="2704941"/>
            <a:ext cx="2438400" cy="845938"/>
            <a:chOff x="0" y="0"/>
            <a:chExt cx="1536" cy="582"/>
          </a:xfrm>
        </p:grpSpPr>
        <p:grpSp>
          <p:nvGrpSpPr>
            <p:cNvPr id="56" name="Group 61">
              <a:extLst>
                <a:ext uri="{FF2B5EF4-FFF2-40B4-BE49-F238E27FC236}">
                  <a16:creationId xmlns:a16="http://schemas.microsoft.com/office/drawing/2014/main" id="{7BFBB453-F293-440D-B14D-CD24C438A3FF}"/>
                </a:ext>
              </a:extLst>
            </p:cNvPr>
            <p:cNvGrpSpPr>
              <a:grpSpLocks/>
            </p:cNvGrpSpPr>
            <p:nvPr/>
          </p:nvGrpSpPr>
          <p:grpSpPr bwMode="auto">
            <a:xfrm>
              <a:off x="912" y="288"/>
              <a:ext cx="624" cy="294"/>
              <a:chOff x="0" y="0"/>
              <a:chExt cx="624" cy="294"/>
            </a:xfrm>
          </p:grpSpPr>
          <p:sp>
            <p:nvSpPr>
              <p:cNvPr id="64" name="Text Box 62">
                <a:extLst>
                  <a:ext uri="{FF2B5EF4-FFF2-40B4-BE49-F238E27FC236}">
                    <a16:creationId xmlns:a16="http://schemas.microsoft.com/office/drawing/2014/main" id="{84D173F2-0BAE-430B-B190-F2F59EE4DC8D}"/>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27</a:t>
                </a:r>
              </a:p>
            </p:txBody>
          </p:sp>
          <p:sp>
            <p:nvSpPr>
              <p:cNvPr id="65" name="Line 63">
                <a:extLst>
                  <a:ext uri="{FF2B5EF4-FFF2-40B4-BE49-F238E27FC236}">
                    <a16:creationId xmlns:a16="http://schemas.microsoft.com/office/drawing/2014/main" id="{4FEBD6F4-70D2-4381-88DC-61DEB2C26606}"/>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7" name="Group 64">
              <a:extLst>
                <a:ext uri="{FF2B5EF4-FFF2-40B4-BE49-F238E27FC236}">
                  <a16:creationId xmlns:a16="http://schemas.microsoft.com/office/drawing/2014/main" id="{ACD6BDC8-6DFB-487A-A133-6B4CE6570426}"/>
                </a:ext>
              </a:extLst>
            </p:cNvPr>
            <p:cNvGrpSpPr>
              <a:grpSpLocks/>
            </p:cNvGrpSpPr>
            <p:nvPr/>
          </p:nvGrpSpPr>
          <p:grpSpPr bwMode="auto">
            <a:xfrm>
              <a:off x="0" y="0"/>
              <a:ext cx="912" cy="582"/>
              <a:chOff x="0" y="0"/>
              <a:chExt cx="912" cy="582"/>
            </a:xfrm>
          </p:grpSpPr>
          <p:sp>
            <p:nvSpPr>
              <p:cNvPr id="59" name="Oval 65">
                <a:extLst>
                  <a:ext uri="{FF2B5EF4-FFF2-40B4-BE49-F238E27FC236}">
                    <a16:creationId xmlns:a16="http://schemas.microsoft.com/office/drawing/2014/main" id="{4DFC9319-7F52-4FF3-9AFA-8FDF212DB761}"/>
                  </a:ext>
                </a:extLst>
              </p:cNvPr>
              <p:cNvSpPr>
                <a:spLocks noChangeArrowheads="1"/>
              </p:cNvSpPr>
              <p:nvPr/>
            </p:nvSpPr>
            <p:spPr bwMode="auto">
              <a:xfrm>
                <a:off x="399" y="390"/>
                <a:ext cx="57"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nvGrpSpPr>
              <p:cNvPr id="60" name="Group 66">
                <a:extLst>
                  <a:ext uri="{FF2B5EF4-FFF2-40B4-BE49-F238E27FC236}">
                    <a16:creationId xmlns:a16="http://schemas.microsoft.com/office/drawing/2014/main" id="{52D2669D-97A2-49DF-A46B-9B151C82DD10}"/>
                  </a:ext>
                </a:extLst>
              </p:cNvPr>
              <p:cNvGrpSpPr>
                <a:grpSpLocks/>
              </p:cNvGrpSpPr>
              <p:nvPr/>
            </p:nvGrpSpPr>
            <p:grpSpPr bwMode="auto">
              <a:xfrm>
                <a:off x="0" y="0"/>
                <a:ext cx="912" cy="582"/>
                <a:chOff x="0" y="0"/>
                <a:chExt cx="912" cy="582"/>
              </a:xfrm>
            </p:grpSpPr>
            <p:sp>
              <p:nvSpPr>
                <p:cNvPr id="61" name="Text Box 67">
                  <a:extLst>
                    <a:ext uri="{FF2B5EF4-FFF2-40B4-BE49-F238E27FC236}">
                      <a16:creationId xmlns:a16="http://schemas.microsoft.com/office/drawing/2014/main" id="{30CA5F82-72B3-4EAD-946C-629D688E07CA}"/>
                    </a:ext>
                  </a:extLst>
                </p:cNvPr>
                <p:cNvSpPr txBox="1">
                  <a:spLocks noChangeArrowheads="1"/>
                </p:cNvSpPr>
                <p:nvPr/>
              </p:nvSpPr>
              <p:spPr bwMode="auto">
                <a:xfrm>
                  <a:off x="228" y="288"/>
                  <a:ext cx="399"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62" name="Text Box 68">
                  <a:extLst>
                    <a:ext uri="{FF2B5EF4-FFF2-40B4-BE49-F238E27FC236}">
                      <a16:creationId xmlns:a16="http://schemas.microsoft.com/office/drawing/2014/main" id="{B36ACE5B-3C49-4C02-8E78-B6E73067ABDA}"/>
                    </a:ext>
                  </a:extLst>
                </p:cNvPr>
                <p:cNvSpPr txBox="1">
                  <a:spLocks noChangeArrowheads="1"/>
                </p:cNvSpPr>
                <p:nvPr/>
              </p:nvSpPr>
              <p:spPr bwMode="auto">
                <a:xfrm>
                  <a:off x="0" y="0"/>
                  <a:ext cx="912"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latin typeface="Times New Roman" panose="02020603050405020304" pitchFamily="18" charset="0"/>
                    </a:rPr>
                    <a:t>   </a:t>
                  </a:r>
                  <a:r>
                    <a:rPr lang="en-US" altLang="zh-CN" sz="2400" b="0" dirty="0">
                      <a:solidFill>
                        <a:srgbClr val="FF3300"/>
                      </a:solidFill>
                      <a:latin typeface="Times New Roman" panose="02020603050405020304" pitchFamily="18" charset="0"/>
                    </a:rPr>
                    <a:t>p</a:t>
                  </a:r>
                </a:p>
              </p:txBody>
            </p:sp>
            <p:sp>
              <p:nvSpPr>
                <p:cNvPr id="63" name="Line 69">
                  <a:extLst>
                    <a:ext uri="{FF2B5EF4-FFF2-40B4-BE49-F238E27FC236}">
                      <a16:creationId xmlns:a16="http://schemas.microsoft.com/office/drawing/2014/main" id="{05135E0F-742D-440D-9932-861003974FBB}"/>
                    </a:ext>
                  </a:extLst>
                </p:cNvPr>
                <p:cNvSpPr>
                  <a:spLocks noChangeShapeType="1"/>
                </p:cNvSpPr>
                <p:nvPr/>
              </p:nvSpPr>
              <p:spPr bwMode="auto">
                <a:xfrm>
                  <a:off x="432" y="432"/>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grpSp>
        <p:nvGrpSpPr>
          <p:cNvPr id="66" name="Group 16">
            <a:extLst>
              <a:ext uri="{FF2B5EF4-FFF2-40B4-BE49-F238E27FC236}">
                <a16:creationId xmlns:a16="http://schemas.microsoft.com/office/drawing/2014/main" id="{7060FF75-4E22-4B17-A799-6F652A74842E}"/>
              </a:ext>
            </a:extLst>
          </p:cNvPr>
          <p:cNvGrpSpPr>
            <a:grpSpLocks/>
          </p:cNvGrpSpPr>
          <p:nvPr/>
        </p:nvGrpSpPr>
        <p:grpSpPr bwMode="auto">
          <a:xfrm rot="13731382">
            <a:off x="2953434" y="2844853"/>
            <a:ext cx="722774" cy="45719"/>
            <a:chOff x="1104" y="2667"/>
            <a:chExt cx="528" cy="48"/>
          </a:xfrm>
        </p:grpSpPr>
        <p:sp>
          <p:nvSpPr>
            <p:cNvPr id="67" name="Line 17">
              <a:extLst>
                <a:ext uri="{FF2B5EF4-FFF2-40B4-BE49-F238E27FC236}">
                  <a16:creationId xmlns:a16="http://schemas.microsoft.com/office/drawing/2014/main" id="{13E6532F-A665-428B-85C2-33971BDA2323}"/>
                </a:ext>
              </a:extLst>
            </p:cNvPr>
            <p:cNvSpPr>
              <a:spLocks noChangeShapeType="1"/>
            </p:cNvSpPr>
            <p:nvPr/>
          </p:nvSpPr>
          <p:spPr bwMode="auto">
            <a:xfrm>
              <a:off x="1152" y="2688"/>
              <a:ext cx="480"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FF0000"/>
                </a:solidFill>
              </a:endParaRPr>
            </a:p>
          </p:txBody>
        </p:sp>
        <p:sp>
          <p:nvSpPr>
            <p:cNvPr id="68" name="Oval 18">
              <a:extLst>
                <a:ext uri="{FF2B5EF4-FFF2-40B4-BE49-F238E27FC236}">
                  <a16:creationId xmlns:a16="http://schemas.microsoft.com/office/drawing/2014/main" id="{99673D49-CA51-47B2-9A38-E0B57D4F5BC4}"/>
                </a:ext>
              </a:extLst>
            </p:cNvPr>
            <p:cNvSpPr>
              <a:spLocks noChangeArrowheads="1"/>
            </p:cNvSpPr>
            <p:nvPr/>
          </p:nvSpPr>
          <p:spPr bwMode="auto">
            <a:xfrm>
              <a:off x="1104" y="2667"/>
              <a:ext cx="48" cy="48"/>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rgbClr val="FF0000"/>
                </a:solidFill>
              </a:endParaRPr>
            </a:p>
          </p:txBody>
        </p:sp>
      </p:grpSp>
      <p:grpSp>
        <p:nvGrpSpPr>
          <p:cNvPr id="69" name="Group 49">
            <a:extLst>
              <a:ext uri="{FF2B5EF4-FFF2-40B4-BE49-F238E27FC236}">
                <a16:creationId xmlns:a16="http://schemas.microsoft.com/office/drawing/2014/main" id="{E2D4B80A-608C-47AC-AC99-B40C47AD6CFA}"/>
              </a:ext>
            </a:extLst>
          </p:cNvPr>
          <p:cNvGrpSpPr>
            <a:grpSpLocks/>
          </p:cNvGrpSpPr>
          <p:nvPr/>
        </p:nvGrpSpPr>
        <p:grpSpPr bwMode="auto">
          <a:xfrm>
            <a:off x="2325688" y="2163121"/>
            <a:ext cx="341313" cy="457200"/>
            <a:chOff x="0" y="0"/>
            <a:chExt cx="192" cy="288"/>
          </a:xfrm>
        </p:grpSpPr>
        <p:sp>
          <p:nvSpPr>
            <p:cNvPr id="70" name="Line 50">
              <a:extLst>
                <a:ext uri="{FF2B5EF4-FFF2-40B4-BE49-F238E27FC236}">
                  <a16:creationId xmlns:a16="http://schemas.microsoft.com/office/drawing/2014/main" id="{64C16EA1-AA96-4543-8B61-5D878CA05DDF}"/>
                </a:ext>
              </a:extLst>
            </p:cNvPr>
            <p:cNvSpPr>
              <a:spLocks noChangeShapeType="1"/>
            </p:cNvSpPr>
            <p:nvPr/>
          </p:nvSpPr>
          <p:spPr bwMode="auto">
            <a:xfrm flipH="1">
              <a:off x="0" y="0"/>
              <a:ext cx="192" cy="288"/>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Line 51">
              <a:extLst>
                <a:ext uri="{FF2B5EF4-FFF2-40B4-BE49-F238E27FC236}">
                  <a16:creationId xmlns:a16="http://schemas.microsoft.com/office/drawing/2014/main" id="{633A1732-5372-4FBD-A194-A18D00A4D4F3}"/>
                </a:ext>
              </a:extLst>
            </p:cNvPr>
            <p:cNvSpPr>
              <a:spLocks noChangeShapeType="1"/>
            </p:cNvSpPr>
            <p:nvPr/>
          </p:nvSpPr>
          <p:spPr bwMode="auto">
            <a:xfrm>
              <a:off x="0" y="48"/>
              <a:ext cx="192" cy="19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ustDataLst>
      <p:tags r:id="rId1"/>
    </p:custDataLst>
    <p:extLst>
      <p:ext uri="{BB962C8B-B14F-4D97-AF65-F5344CB8AC3E}">
        <p14:creationId xmlns:p14="http://schemas.microsoft.com/office/powerpoint/2010/main" val="37728877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59797">
                                            <p:txEl>
                                              <p:pRg st="1" end="1"/>
                                            </p:txEl>
                                          </p:spTgt>
                                        </p:tgtEl>
                                        <p:attrNameLst>
                                          <p:attrName>style.visibility</p:attrName>
                                        </p:attrNameLst>
                                      </p:cBhvr>
                                      <p:to>
                                        <p:strVal val="visible"/>
                                      </p:to>
                                    </p:set>
                                    <p:animEffect transition="in" filter="dissolve">
                                      <p:cBhvr>
                                        <p:cTn id="7" dur="500"/>
                                        <p:tgtEl>
                                          <p:spTgt spid="15979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59797">
                                            <p:txEl>
                                              <p:pRg st="2" end="2"/>
                                            </p:txEl>
                                          </p:spTgt>
                                        </p:tgtEl>
                                        <p:attrNameLst>
                                          <p:attrName>style.visibility</p:attrName>
                                        </p:attrNameLst>
                                      </p:cBhvr>
                                      <p:to>
                                        <p:strVal val="visible"/>
                                      </p:to>
                                    </p:set>
                                    <p:animEffect transition="in" filter="dissolve">
                                      <p:cBhvr>
                                        <p:cTn id="12" dur="500"/>
                                        <p:tgtEl>
                                          <p:spTgt spid="15979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59797">
                                            <p:txEl>
                                              <p:pRg st="3" end="3"/>
                                            </p:txEl>
                                          </p:spTgt>
                                        </p:tgtEl>
                                        <p:attrNameLst>
                                          <p:attrName>style.visibility</p:attrName>
                                        </p:attrNameLst>
                                      </p:cBhvr>
                                      <p:to>
                                        <p:strVal val="visible"/>
                                      </p:to>
                                    </p:set>
                                    <p:animEffect transition="in" filter="dissolve">
                                      <p:cBhvr>
                                        <p:cTn id="17" dur="500"/>
                                        <p:tgtEl>
                                          <p:spTgt spid="15979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59797">
                                            <p:txEl>
                                              <p:pRg st="4" end="4"/>
                                            </p:txEl>
                                          </p:spTgt>
                                        </p:tgtEl>
                                        <p:attrNameLst>
                                          <p:attrName>style.visibility</p:attrName>
                                        </p:attrNameLst>
                                      </p:cBhvr>
                                      <p:to>
                                        <p:strVal val="visible"/>
                                      </p:to>
                                    </p:set>
                                    <p:animEffect transition="in" filter="dissolve">
                                      <p:cBhvr>
                                        <p:cTn id="22" dur="500"/>
                                        <p:tgtEl>
                                          <p:spTgt spid="15979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59760"/>
                                        </p:tgtEl>
                                        <p:attrNameLst>
                                          <p:attrName>style.visibility</p:attrName>
                                        </p:attrNameLst>
                                      </p:cBhvr>
                                      <p:to>
                                        <p:strVal val="visible"/>
                                      </p:to>
                                    </p:set>
                                    <p:animEffect transition="in" filter="dissolve">
                                      <p:cBhvr>
                                        <p:cTn id="27" dur="500"/>
                                        <p:tgtEl>
                                          <p:spTgt spid="159760"/>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66"/>
                                        </p:tgtEl>
                                        <p:attrNameLst>
                                          <p:attrName>style.visibility</p:attrName>
                                        </p:attrNameLst>
                                      </p:cBhvr>
                                      <p:to>
                                        <p:strVal val="visible"/>
                                      </p:to>
                                    </p:set>
                                    <p:animEffect transition="in" filter="dissolve">
                                      <p:cBhvr>
                                        <p:cTn id="32" dur="500"/>
                                        <p:tgtEl>
                                          <p:spTgt spid="66"/>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69"/>
                                        </p:tgtEl>
                                        <p:attrNameLst>
                                          <p:attrName>style.visibility</p:attrName>
                                        </p:attrNameLst>
                                      </p:cBhvr>
                                      <p:to>
                                        <p:strVal val="visible"/>
                                      </p:to>
                                    </p:set>
                                    <p:animEffect transition="in" filter="dissolve">
                                      <p:cBhvr>
                                        <p:cTn id="37"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4" name="Text Box 33">
            <a:extLst>
              <a:ext uri="{FF2B5EF4-FFF2-40B4-BE49-F238E27FC236}">
                <a16:creationId xmlns:a16="http://schemas.microsoft.com/office/drawing/2014/main" id="{9C940483-F973-4DFB-A139-F781117427D3}"/>
              </a:ext>
            </a:extLst>
          </p:cNvPr>
          <p:cNvSpPr txBox="1">
            <a:spLocks noChangeArrowheads="1"/>
          </p:cNvSpPr>
          <p:nvPr/>
        </p:nvSpPr>
        <p:spPr bwMode="auto">
          <a:xfrm>
            <a:off x="3059832" y="404813"/>
            <a:ext cx="5833343" cy="58477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r>
              <a:rPr lang="zh-CN" altLang="en-US" sz="3200" dirty="0">
                <a:solidFill>
                  <a:srgbClr val="FF3300"/>
                </a:solidFill>
                <a:latin typeface="微软雅黑" panose="020B0503020204020204" pitchFamily="34" charset="-122"/>
                <a:ea typeface="微软雅黑" panose="020B0503020204020204" pitchFamily="34" charset="-122"/>
              </a:rPr>
              <a:t>头插节点</a:t>
            </a:r>
          </a:p>
        </p:txBody>
      </p:sp>
      <p:sp>
        <p:nvSpPr>
          <p:cNvPr id="33" name="内容占位符 2">
            <a:extLst>
              <a:ext uri="{FF2B5EF4-FFF2-40B4-BE49-F238E27FC236}">
                <a16:creationId xmlns:a16="http://schemas.microsoft.com/office/drawing/2014/main" id="{DB0CD740-9251-4001-90A0-E336B8E2D6F3}"/>
              </a:ext>
            </a:extLst>
          </p:cNvPr>
          <p:cNvSpPr txBox="1">
            <a:spLocks/>
          </p:cNvSpPr>
          <p:nvPr/>
        </p:nvSpPr>
        <p:spPr>
          <a:xfrm>
            <a:off x="539552" y="1196752"/>
            <a:ext cx="8424936" cy="4611687"/>
          </a:xfrm>
          <a:prstGeom prst="rect">
            <a:avLst/>
          </a:prstGeom>
        </p:spPr>
        <p:txBody>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SzPct val="65000"/>
              <a:buFont typeface="Wingdings" panose="05000000000000000000" pitchFamily="2" charset="2"/>
              <a:buChar char="n"/>
              <a:defRPr sz="28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9pPr>
          </a:lstStyle>
          <a:p>
            <a:pPr marL="0" indent="0">
              <a:buFontTx/>
              <a:buNone/>
            </a:pPr>
            <a:r>
              <a:rPr lang="en-US" altLang="zh-CN" sz="2000" b="0" dirty="0">
                <a:latin typeface="Consolas" panose="020B0609020204030204" pitchFamily="49" charset="0"/>
              </a:rPr>
              <a:t>/*</a:t>
            </a:r>
            <a:r>
              <a:rPr lang="zh-CN" altLang="en-US" sz="2000" b="0" dirty="0">
                <a:latin typeface="Consolas" panose="020B0609020204030204" pitchFamily="49" charset="0"/>
              </a:rPr>
              <a:t>把一个新节点插入到链表头部*</a:t>
            </a:r>
            <a:r>
              <a:rPr lang="en-US" altLang="zh-CN" sz="2000" b="0" dirty="0">
                <a:latin typeface="Consolas" panose="020B0609020204030204" pitchFamily="49" charset="0"/>
              </a:rPr>
              <a:t>/</a:t>
            </a:r>
          </a:p>
          <a:p>
            <a:pPr marL="0" indent="0">
              <a:buFontTx/>
              <a:buNone/>
            </a:pPr>
            <a:r>
              <a:rPr lang="en-US" altLang="zh-CN" sz="2000" b="0" dirty="0">
                <a:latin typeface="Consolas" panose="020B0609020204030204" pitchFamily="49" charset="0"/>
              </a:rPr>
              <a:t>void </a:t>
            </a:r>
            <a:r>
              <a:rPr lang="en-US" altLang="zh-CN" sz="2000" b="0" dirty="0" err="1">
                <a:latin typeface="Consolas" panose="020B0609020204030204" pitchFamily="49" charset="0"/>
              </a:rPr>
              <a:t>insertBegin</a:t>
            </a:r>
            <a:r>
              <a:rPr lang="en-US" altLang="zh-CN" sz="2000" b="0" dirty="0">
                <a:latin typeface="Consolas" panose="020B0609020204030204" pitchFamily="49" charset="0"/>
              </a:rPr>
              <a:t>(</a:t>
            </a:r>
            <a:r>
              <a:rPr lang="en-US" altLang="zh-CN" sz="2000" b="0" dirty="0" err="1">
                <a:latin typeface="Consolas" panose="020B0609020204030204" pitchFamily="49" charset="0"/>
              </a:rPr>
              <a:t>PtrNode</a:t>
            </a:r>
            <a:r>
              <a:rPr lang="en-US" altLang="zh-CN" sz="2000" b="0" dirty="0">
                <a:latin typeface="Consolas" panose="020B0609020204030204" pitchFamily="49" charset="0"/>
              </a:rPr>
              <a:t> head ,</a:t>
            </a:r>
            <a:r>
              <a:rPr lang="zh-CN" altLang="en-US" sz="2000" b="0" dirty="0">
                <a:latin typeface="Consolas" panose="020B0609020204030204" pitchFamily="49" charset="0"/>
              </a:rPr>
              <a:t> </a:t>
            </a:r>
            <a:r>
              <a:rPr lang="en-US" altLang="zh-CN" sz="2000" b="0" dirty="0" err="1">
                <a:latin typeface="Consolas" panose="020B0609020204030204" pitchFamily="49" charset="0"/>
              </a:rPr>
              <a:t>ElemType</a:t>
            </a:r>
            <a:r>
              <a:rPr lang="en-US" altLang="zh-CN" sz="2000" b="0" dirty="0">
                <a:latin typeface="Consolas" panose="020B0609020204030204" pitchFamily="49" charset="0"/>
              </a:rPr>
              <a:t> x){</a:t>
            </a:r>
          </a:p>
          <a:p>
            <a:pPr marL="0" indent="0">
              <a:buFontTx/>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PtrNode</a:t>
            </a:r>
            <a:r>
              <a:rPr lang="en-US" altLang="zh-CN" sz="2000" b="0" dirty="0">
                <a:latin typeface="Consolas" panose="020B0609020204030204" pitchFamily="49" charset="0"/>
              </a:rPr>
              <a:t> p,</a:t>
            </a:r>
            <a:r>
              <a:rPr lang="zh-CN" altLang="en-US" sz="2000" b="0" dirty="0">
                <a:latin typeface="Consolas" panose="020B0609020204030204" pitchFamily="49" charset="0"/>
              </a:rPr>
              <a:t> </a:t>
            </a:r>
            <a:r>
              <a:rPr lang="en-US" altLang="zh-CN" sz="2000" b="0" dirty="0">
                <a:latin typeface="Consolas" panose="020B0609020204030204" pitchFamily="49" charset="0"/>
              </a:rPr>
              <a:t>cur;</a:t>
            </a:r>
          </a:p>
          <a:p>
            <a:pPr marL="0" indent="0">
              <a:buNone/>
            </a:pPr>
            <a:r>
              <a:rPr lang="en-US" altLang="zh-CN" sz="2000" b="0" dirty="0">
                <a:latin typeface="Consolas" panose="020B0609020204030204" pitchFamily="49" charset="0"/>
              </a:rPr>
              <a:t>	/*</a:t>
            </a:r>
            <a:r>
              <a:rPr lang="zh-CN" altLang="en-US" sz="2000" b="0" dirty="0">
                <a:latin typeface="Consolas" panose="020B0609020204030204" pitchFamily="49" charset="0"/>
              </a:rPr>
              <a:t>动态分配新节点，将新值存入</a:t>
            </a:r>
            <a:r>
              <a:rPr lang="en-US" altLang="zh-CN" sz="2000" b="0" dirty="0">
                <a:latin typeface="Consolas" panose="020B0609020204030204" pitchFamily="49" charset="0"/>
              </a:rPr>
              <a:t>*/</a:t>
            </a:r>
          </a:p>
          <a:p>
            <a:pPr marL="0" indent="0">
              <a:buFontTx/>
              <a:buNone/>
            </a:pPr>
            <a:r>
              <a:rPr lang="en-US" altLang="zh-CN" sz="2000" b="0" dirty="0">
                <a:latin typeface="Consolas" panose="020B0609020204030204" pitchFamily="49" charset="0"/>
              </a:rPr>
              <a:t>	p = malloc(</a:t>
            </a:r>
            <a:r>
              <a:rPr lang="en-US" altLang="zh-CN" sz="2000" b="0" dirty="0" err="1">
                <a:latin typeface="Consolas" panose="020B0609020204030204" pitchFamily="49" charset="0"/>
              </a:rPr>
              <a:t>sizeof</a:t>
            </a:r>
            <a:r>
              <a:rPr lang="en-US" altLang="zh-CN" sz="2000" b="0" dirty="0">
                <a:latin typeface="Consolas" panose="020B0609020204030204" pitchFamily="49" charset="0"/>
              </a:rPr>
              <a:t>(struct Node));</a:t>
            </a:r>
          </a:p>
          <a:p>
            <a:pPr marL="0" indent="0">
              <a:buFontTx/>
              <a:buNone/>
            </a:pPr>
            <a:r>
              <a:rPr lang="en-US" altLang="zh-CN" sz="2000" b="0" dirty="0">
                <a:latin typeface="Consolas" panose="020B0609020204030204" pitchFamily="49" charset="0"/>
              </a:rPr>
              <a:t>	if (p != NULL){</a:t>
            </a:r>
          </a:p>
          <a:p>
            <a:pPr marL="0" indent="0">
              <a:buFontTx/>
              <a:buNone/>
            </a:pPr>
            <a:r>
              <a:rPr lang="en-US" altLang="zh-CN" sz="2000" b="0" dirty="0">
                <a:latin typeface="Consolas" panose="020B0609020204030204" pitchFamily="49" charset="0"/>
              </a:rPr>
              <a:t>		p-&gt;data = x;</a:t>
            </a:r>
          </a:p>
          <a:p>
            <a:pPr marL="0" indent="0">
              <a:buNone/>
            </a:pPr>
            <a:r>
              <a:rPr lang="en-US" altLang="zh-CN" sz="2000" b="0" dirty="0">
                <a:latin typeface="Consolas" panose="020B0609020204030204" pitchFamily="49" charset="0"/>
              </a:rPr>
              <a:t>		/*</a:t>
            </a:r>
            <a:r>
              <a:rPr lang="zh-CN" altLang="en-US" sz="2000" b="0" dirty="0">
                <a:latin typeface="Consolas" panose="020B0609020204030204" pitchFamily="49" charset="0"/>
              </a:rPr>
              <a:t>直接在空节点后链接新节点</a:t>
            </a:r>
            <a:r>
              <a:rPr lang="en-US" altLang="zh-CN" sz="2000" b="0" dirty="0">
                <a:latin typeface="Consolas" panose="020B0609020204030204" pitchFamily="49" charset="0"/>
              </a:rPr>
              <a:t>*/</a:t>
            </a:r>
          </a:p>
          <a:p>
            <a:pPr marL="0" indent="0">
              <a:buFontTx/>
              <a:buNone/>
            </a:pPr>
            <a:r>
              <a:rPr lang="en-US" altLang="zh-CN" sz="2000" b="0" dirty="0">
                <a:latin typeface="Consolas" panose="020B0609020204030204" pitchFamily="49" charset="0"/>
              </a:rPr>
              <a:t>		cur = head-&gt;next;</a:t>
            </a:r>
          </a:p>
          <a:p>
            <a:pPr marL="0" indent="0">
              <a:buFontTx/>
              <a:buNone/>
            </a:pPr>
            <a:r>
              <a:rPr lang="en-US" altLang="zh-CN" sz="2000" b="0" dirty="0">
                <a:latin typeface="Consolas" panose="020B0609020204030204" pitchFamily="49" charset="0"/>
              </a:rPr>
              <a:t>		head-&gt;next=p;</a:t>
            </a:r>
          </a:p>
          <a:p>
            <a:pPr marL="0" indent="0">
              <a:buFontTx/>
              <a:buNone/>
            </a:pPr>
            <a:r>
              <a:rPr lang="en-US" altLang="zh-CN" sz="2000" b="0" dirty="0">
                <a:latin typeface="Consolas" panose="020B0609020204030204" pitchFamily="49" charset="0"/>
              </a:rPr>
              <a:t>		p-&gt;next=cur;</a:t>
            </a:r>
          </a:p>
          <a:p>
            <a:pPr marL="0" indent="0">
              <a:buFontTx/>
              <a:buNone/>
            </a:pPr>
            <a:r>
              <a:rPr lang="en-US" altLang="zh-CN" sz="2000" b="0" dirty="0">
                <a:latin typeface="Consolas" panose="020B0609020204030204" pitchFamily="49" charset="0"/>
              </a:rPr>
              <a:t>	}</a:t>
            </a:r>
          </a:p>
          <a:p>
            <a:pPr marL="0" indent="0">
              <a:buFontTx/>
              <a:buNone/>
            </a:pPr>
            <a:r>
              <a:rPr lang="en-US" altLang="zh-CN" sz="2000" b="0" dirty="0">
                <a:latin typeface="Consolas" panose="020B0609020204030204" pitchFamily="49" charset="0"/>
              </a:rPr>
              <a:t>	else </a:t>
            </a:r>
            <a:r>
              <a:rPr lang="en-US" altLang="zh-CN" sz="2000" b="0" dirty="0" err="1">
                <a:latin typeface="Consolas" panose="020B0609020204030204" pitchFamily="49" charset="0"/>
              </a:rPr>
              <a:t>printf</a:t>
            </a:r>
            <a:r>
              <a:rPr lang="en-US" altLang="zh-CN" sz="2000" b="0" dirty="0">
                <a:latin typeface="Consolas" panose="020B0609020204030204" pitchFamily="49" charset="0"/>
              </a:rPr>
              <a:t>("Not inserted. No memory </a:t>
            </a:r>
            <a:r>
              <a:rPr lang="en-US" altLang="zh-CN" sz="2000" b="0" dirty="0" err="1">
                <a:latin typeface="Consolas" panose="020B0609020204030204" pitchFamily="49" charset="0"/>
              </a:rPr>
              <a:t>avaliable</a:t>
            </a:r>
            <a:r>
              <a:rPr lang="en-US" altLang="zh-CN" sz="2000" b="0" dirty="0">
                <a:latin typeface="Consolas" panose="020B0609020204030204" pitchFamily="49" charset="0"/>
              </a:rPr>
              <a:t>.\n");</a:t>
            </a:r>
          </a:p>
          <a:p>
            <a:pPr marL="0" indent="0">
              <a:buFontTx/>
              <a:buNone/>
            </a:pPr>
            <a:r>
              <a:rPr lang="en-US" altLang="zh-CN" sz="2000" b="0" dirty="0">
                <a:latin typeface="Consolas" panose="020B0609020204030204" pitchFamily="49" charset="0"/>
              </a:rPr>
              <a:t>}</a:t>
            </a:r>
          </a:p>
        </p:txBody>
      </p:sp>
    </p:spTree>
    <p:extLst>
      <p:ext uri="{BB962C8B-B14F-4D97-AF65-F5344CB8AC3E}">
        <p14:creationId xmlns:p14="http://schemas.microsoft.com/office/powerpoint/2010/main" val="323946545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8BC5AA-AE95-4193-8BDE-39AF85381536}"/>
              </a:ext>
            </a:extLst>
          </p:cNvPr>
          <p:cNvSpPr>
            <a:spLocks noGrp="1"/>
          </p:cNvSpPr>
          <p:nvPr>
            <p:ph type="title"/>
          </p:nvPr>
        </p:nvSpPr>
        <p:spPr/>
        <p:txBody>
          <a:bodyPr/>
          <a:lstStyle/>
          <a:p>
            <a:r>
              <a:rPr lang="zh-CN" altLang="en-US" dirty="0"/>
              <a:t>测试主程序</a:t>
            </a:r>
          </a:p>
        </p:txBody>
      </p:sp>
      <p:sp>
        <p:nvSpPr>
          <p:cNvPr id="3" name="内容占位符 2">
            <a:extLst>
              <a:ext uri="{FF2B5EF4-FFF2-40B4-BE49-F238E27FC236}">
                <a16:creationId xmlns:a16="http://schemas.microsoft.com/office/drawing/2014/main" id="{A7356289-5129-498F-9533-8374CA3632FD}"/>
              </a:ext>
            </a:extLst>
          </p:cNvPr>
          <p:cNvSpPr>
            <a:spLocks noGrp="1"/>
          </p:cNvSpPr>
          <p:nvPr>
            <p:ph idx="1"/>
          </p:nvPr>
        </p:nvSpPr>
        <p:spPr>
          <a:xfrm>
            <a:off x="467544" y="1196752"/>
            <a:ext cx="7772400" cy="4611687"/>
          </a:xfrm>
        </p:spPr>
        <p:txBody>
          <a:bodyPr/>
          <a:lstStyle/>
          <a:p>
            <a:pPr marL="0" indent="0">
              <a:buNone/>
            </a:pPr>
            <a:r>
              <a:rPr lang="en-US" altLang="zh-CN" sz="2000" dirty="0">
                <a:latin typeface="Consolas" panose="020B0609020204030204" pitchFamily="49" charset="0"/>
              </a:rPr>
              <a:t>int main(){</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PtrNode</a:t>
            </a:r>
            <a:r>
              <a:rPr lang="en-US" altLang="zh-CN" sz="2000" dirty="0">
                <a:latin typeface="Consolas" panose="020B0609020204030204" pitchFamily="49" charset="0"/>
              </a:rPr>
              <a:t> head = NULL;</a:t>
            </a:r>
          </a:p>
          <a:p>
            <a:pPr marL="0" indent="0">
              <a:buNone/>
            </a:pPr>
            <a:r>
              <a:rPr lang="en-US" altLang="zh-CN" sz="2000" dirty="0">
                <a:latin typeface="Consolas" panose="020B0609020204030204" pitchFamily="49" charset="0"/>
              </a:rPr>
              <a:t>	head = </a:t>
            </a:r>
            <a:r>
              <a:rPr lang="en-US" altLang="zh-CN" sz="2000" dirty="0" err="1">
                <a:latin typeface="Consolas" panose="020B0609020204030204" pitchFamily="49" charset="0"/>
              </a:rPr>
              <a:t>initEmptyList</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b="0" dirty="0" err="1">
                <a:latin typeface="Consolas" panose="020B0609020204030204" pitchFamily="49" charset="0"/>
              </a:rPr>
              <a:t>insertEnd</a:t>
            </a:r>
            <a:r>
              <a:rPr lang="en-US" altLang="zh-CN" sz="2000" dirty="0">
                <a:latin typeface="Consolas" panose="020B0609020204030204" pitchFamily="49" charset="0"/>
              </a:rPr>
              <a:t>(</a:t>
            </a:r>
            <a:r>
              <a:rPr lang="en-US" altLang="zh-CN" sz="2000" dirty="0" err="1">
                <a:latin typeface="Consolas" panose="020B0609020204030204" pitchFamily="49" charset="0"/>
              </a:rPr>
              <a:t>head,1</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insertBegin</a:t>
            </a:r>
            <a:r>
              <a:rPr lang="en-US" altLang="zh-CN" sz="2000" dirty="0">
                <a:latin typeface="Consolas" panose="020B0609020204030204" pitchFamily="49" charset="0"/>
              </a:rPr>
              <a:t>(</a:t>
            </a:r>
            <a:r>
              <a:rPr lang="en-US" altLang="zh-CN" sz="2000" dirty="0" err="1">
                <a:latin typeface="Consolas" panose="020B0609020204030204" pitchFamily="49" charset="0"/>
              </a:rPr>
              <a:t>head,2</a:t>
            </a:r>
            <a:r>
              <a:rPr lang="en-US" altLang="zh-CN" sz="2000" dirty="0">
                <a:latin typeface="Consolas" panose="020B0609020204030204" pitchFamily="49" charset="0"/>
              </a:rPr>
              <a:t>); </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printList</a:t>
            </a:r>
            <a:r>
              <a:rPr lang="en-US" altLang="zh-CN" sz="2000" dirty="0">
                <a:latin typeface="Consolas" panose="020B0609020204030204" pitchFamily="49" charset="0"/>
              </a:rPr>
              <a:t>(head);</a:t>
            </a:r>
          </a:p>
          <a:p>
            <a:pPr marL="0" indent="0">
              <a:buNone/>
            </a:pPr>
            <a:r>
              <a:rPr lang="en-US" altLang="zh-CN" sz="2000" dirty="0">
                <a:latin typeface="Consolas" panose="020B0609020204030204" pitchFamily="49" charset="0"/>
              </a:rPr>
              <a:t>	return 0;</a:t>
            </a:r>
          </a:p>
          <a:p>
            <a:pPr marL="0" indent="0">
              <a:buNone/>
            </a:pPr>
            <a:r>
              <a:rPr lang="en-US" altLang="zh-CN" sz="2000" dirty="0">
                <a:latin typeface="Consolas" panose="020B0609020204030204" pitchFamily="49" charset="0"/>
              </a:rPr>
              <a:t>}</a:t>
            </a:r>
          </a:p>
        </p:txBody>
      </p:sp>
    </p:spTree>
    <p:extLst>
      <p:ext uri="{BB962C8B-B14F-4D97-AF65-F5344CB8AC3E}">
        <p14:creationId xmlns:p14="http://schemas.microsoft.com/office/powerpoint/2010/main" val="2705014636"/>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a:extLst>
              <a:ext uri="{FF2B5EF4-FFF2-40B4-BE49-F238E27FC236}">
                <a16:creationId xmlns:a16="http://schemas.microsoft.com/office/drawing/2014/main" id="{A32552C4-BAC6-4189-9300-BAEF516F4A0E}"/>
              </a:ext>
            </a:extLst>
          </p:cNvPr>
          <p:cNvSpPr>
            <a:spLocks noGrp="1"/>
          </p:cNvSpPr>
          <p:nvPr>
            <p:ph type="sldNum" sz="quarter" idx="12"/>
          </p:nvPr>
        </p:nvSpPr>
        <p:spPr>
          <a:noFill/>
        </p:spPr>
        <p:txBody>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A2C7E6D0-0D57-4C03-AA62-2D56BEF21AEB}" type="slidenum">
              <a:rPr lang="en-US" altLang="zh-CN" sz="1400"/>
              <a:pPr eaLnBrk="1" hangingPunct="1"/>
              <a:t>19</a:t>
            </a:fld>
            <a:endParaRPr lang="en-US" altLang="zh-CN" sz="1400"/>
          </a:p>
        </p:txBody>
      </p:sp>
      <p:sp>
        <p:nvSpPr>
          <p:cNvPr id="159797" name="Text Box 53">
            <a:extLst>
              <a:ext uri="{FF2B5EF4-FFF2-40B4-BE49-F238E27FC236}">
                <a16:creationId xmlns:a16="http://schemas.microsoft.com/office/drawing/2014/main" id="{597AE8A1-3EA6-4F30-806B-CA943F9BD2F0}"/>
              </a:ext>
            </a:extLst>
          </p:cNvPr>
          <p:cNvSpPr txBox="1">
            <a:spLocks noChangeArrowheads="1"/>
          </p:cNvSpPr>
          <p:nvPr/>
        </p:nvSpPr>
        <p:spPr bwMode="auto">
          <a:xfrm>
            <a:off x="322064" y="3616166"/>
            <a:ext cx="8351837" cy="2092881"/>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defRPr/>
            </a:pPr>
            <a:r>
              <a:rPr lang="zh-CN" altLang="en-US" sz="2000" dirty="0"/>
              <a:t>新增的节点需要按数值顺序插入到链表中第一个大于其值的节点前面；</a:t>
            </a:r>
          </a:p>
          <a:p>
            <a:pPr marL="457200" indent="-457200">
              <a:spcBef>
                <a:spcPct val="50000"/>
              </a:spcBef>
              <a:buAutoNum type="arabicParenBoth"/>
              <a:defRPr/>
            </a:pPr>
            <a:r>
              <a:rPr lang="zh-CN" altLang="en-US" sz="2000" dirty="0"/>
              <a:t>从头遍历链表，直到找到第一个元素值大于插入值的节点，并记录前驱节点；</a:t>
            </a:r>
            <a:endParaRPr lang="en-US" altLang="zh-CN" sz="2000" dirty="0"/>
          </a:p>
          <a:p>
            <a:pPr>
              <a:spcBef>
                <a:spcPct val="50000"/>
              </a:spcBef>
              <a:defRPr/>
            </a:pPr>
            <a:r>
              <a:rPr lang="en-US" altLang="zh-CN" sz="2000" dirty="0"/>
              <a:t>(2)</a:t>
            </a:r>
            <a:r>
              <a:rPr lang="zh-CN" altLang="en-US" sz="2000" dirty="0"/>
              <a:t>使前驱指向新节点，新节点指向后继节点；</a:t>
            </a:r>
            <a:endParaRPr lang="en-US" altLang="zh-CN" sz="2000" dirty="0"/>
          </a:p>
          <a:p>
            <a:pPr>
              <a:spcBef>
                <a:spcPct val="50000"/>
              </a:spcBef>
              <a:defRPr/>
            </a:pPr>
            <a:r>
              <a:rPr lang="en-US" altLang="zh-CN" sz="2000" dirty="0" err="1"/>
              <a:t>tmp</a:t>
            </a:r>
            <a:r>
              <a:rPr lang="en-US" altLang="zh-CN" sz="2000" dirty="0"/>
              <a:t>-&gt;next=p;	p-&gt;next=cur;</a:t>
            </a:r>
          </a:p>
        </p:txBody>
      </p:sp>
      <p:sp>
        <p:nvSpPr>
          <p:cNvPr id="58" name="Text Box 33">
            <a:extLst>
              <a:ext uri="{FF2B5EF4-FFF2-40B4-BE49-F238E27FC236}">
                <a16:creationId xmlns:a16="http://schemas.microsoft.com/office/drawing/2014/main" id="{A1FDF194-0345-469A-A469-67A3FD46E506}"/>
              </a:ext>
            </a:extLst>
          </p:cNvPr>
          <p:cNvSpPr txBox="1">
            <a:spLocks noChangeArrowheads="1"/>
          </p:cNvSpPr>
          <p:nvPr/>
        </p:nvSpPr>
        <p:spPr bwMode="auto">
          <a:xfrm>
            <a:off x="4284663" y="404813"/>
            <a:ext cx="4608512" cy="58477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r>
              <a:rPr lang="zh-CN" altLang="en-US" sz="3200" dirty="0">
                <a:solidFill>
                  <a:srgbClr val="FF3300"/>
                </a:solidFill>
                <a:latin typeface="微软雅黑" panose="020B0503020204020204" pitchFamily="34" charset="-122"/>
                <a:ea typeface="微软雅黑" panose="020B0503020204020204" pitchFamily="34" charset="-122"/>
              </a:rPr>
              <a:t>基本操作－有序插节点</a:t>
            </a:r>
          </a:p>
        </p:txBody>
      </p:sp>
      <p:grpSp>
        <p:nvGrpSpPr>
          <p:cNvPr id="72" name="Group 28">
            <a:extLst>
              <a:ext uri="{FF2B5EF4-FFF2-40B4-BE49-F238E27FC236}">
                <a16:creationId xmlns:a16="http://schemas.microsoft.com/office/drawing/2014/main" id="{F758DB59-53E7-4AA4-A398-AC33C928863C}"/>
              </a:ext>
            </a:extLst>
          </p:cNvPr>
          <p:cNvGrpSpPr>
            <a:grpSpLocks/>
          </p:cNvGrpSpPr>
          <p:nvPr/>
        </p:nvGrpSpPr>
        <p:grpSpPr bwMode="auto">
          <a:xfrm>
            <a:off x="1936750" y="2136304"/>
            <a:ext cx="1111250" cy="466725"/>
            <a:chOff x="0" y="0"/>
            <a:chExt cx="624" cy="294"/>
          </a:xfrm>
        </p:grpSpPr>
        <p:sp>
          <p:nvSpPr>
            <p:cNvPr id="73" name="Text Box 29">
              <a:extLst>
                <a:ext uri="{FF2B5EF4-FFF2-40B4-BE49-F238E27FC236}">
                  <a16:creationId xmlns:a16="http://schemas.microsoft.com/office/drawing/2014/main" id="{3A118777-3F23-4779-BF50-CB93766FCD29}"/>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dirty="0">
                  <a:latin typeface="Times New Roman" panose="02020603050405020304" pitchFamily="18" charset="0"/>
                </a:rPr>
                <a:t>     </a:t>
              </a:r>
            </a:p>
          </p:txBody>
        </p:sp>
        <p:sp>
          <p:nvSpPr>
            <p:cNvPr id="74" name="Line 30">
              <a:extLst>
                <a:ext uri="{FF2B5EF4-FFF2-40B4-BE49-F238E27FC236}">
                  <a16:creationId xmlns:a16="http://schemas.microsoft.com/office/drawing/2014/main" id="{8CCC3693-4B03-4C4E-8DD6-C5A2BBC45BA8}"/>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5" name="Group 31">
            <a:extLst>
              <a:ext uri="{FF2B5EF4-FFF2-40B4-BE49-F238E27FC236}">
                <a16:creationId xmlns:a16="http://schemas.microsoft.com/office/drawing/2014/main" id="{64E4D109-C5A4-4F0D-9723-E8622591A6CC}"/>
              </a:ext>
            </a:extLst>
          </p:cNvPr>
          <p:cNvGrpSpPr>
            <a:grpSpLocks/>
          </p:cNvGrpSpPr>
          <p:nvPr/>
        </p:nvGrpSpPr>
        <p:grpSpPr bwMode="auto">
          <a:xfrm>
            <a:off x="3536950" y="2136304"/>
            <a:ext cx="1111250" cy="466725"/>
            <a:chOff x="0" y="0"/>
            <a:chExt cx="624" cy="294"/>
          </a:xfrm>
        </p:grpSpPr>
        <p:sp>
          <p:nvSpPr>
            <p:cNvPr id="76" name="Text Box 32">
              <a:extLst>
                <a:ext uri="{FF2B5EF4-FFF2-40B4-BE49-F238E27FC236}">
                  <a16:creationId xmlns:a16="http://schemas.microsoft.com/office/drawing/2014/main" id="{1E04F2D7-DFA8-4402-AF2A-0D060A206E1B}"/>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19  </a:t>
              </a:r>
            </a:p>
          </p:txBody>
        </p:sp>
        <p:sp>
          <p:nvSpPr>
            <p:cNvPr id="77" name="Line 33">
              <a:extLst>
                <a:ext uri="{FF2B5EF4-FFF2-40B4-BE49-F238E27FC236}">
                  <a16:creationId xmlns:a16="http://schemas.microsoft.com/office/drawing/2014/main" id="{0EE106DF-022A-4A8A-A01E-5F23EF36AAFD}"/>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8" name="Group 34">
            <a:extLst>
              <a:ext uri="{FF2B5EF4-FFF2-40B4-BE49-F238E27FC236}">
                <a16:creationId xmlns:a16="http://schemas.microsoft.com/office/drawing/2014/main" id="{6C98C5F7-0FA2-4A74-99DA-356A583F26D3}"/>
              </a:ext>
            </a:extLst>
          </p:cNvPr>
          <p:cNvGrpSpPr>
            <a:grpSpLocks/>
          </p:cNvGrpSpPr>
          <p:nvPr/>
        </p:nvGrpSpPr>
        <p:grpSpPr bwMode="auto">
          <a:xfrm>
            <a:off x="5137150" y="2136304"/>
            <a:ext cx="1111250" cy="466725"/>
            <a:chOff x="0" y="0"/>
            <a:chExt cx="624" cy="294"/>
          </a:xfrm>
        </p:grpSpPr>
        <p:sp>
          <p:nvSpPr>
            <p:cNvPr id="79" name="Text Box 35">
              <a:extLst>
                <a:ext uri="{FF2B5EF4-FFF2-40B4-BE49-F238E27FC236}">
                  <a16:creationId xmlns:a16="http://schemas.microsoft.com/office/drawing/2014/main" id="{FB51D099-6E3A-42AD-8701-911AA5808972}"/>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47  </a:t>
              </a:r>
            </a:p>
          </p:txBody>
        </p:sp>
        <p:sp>
          <p:nvSpPr>
            <p:cNvPr id="80" name="Line 36">
              <a:extLst>
                <a:ext uri="{FF2B5EF4-FFF2-40B4-BE49-F238E27FC236}">
                  <a16:creationId xmlns:a16="http://schemas.microsoft.com/office/drawing/2014/main" id="{F517C94B-8884-4B31-910D-D57D9EDF6484}"/>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1" name="Group 37">
            <a:extLst>
              <a:ext uri="{FF2B5EF4-FFF2-40B4-BE49-F238E27FC236}">
                <a16:creationId xmlns:a16="http://schemas.microsoft.com/office/drawing/2014/main" id="{6F57E3C9-186D-4836-8169-8172B43639A7}"/>
              </a:ext>
            </a:extLst>
          </p:cNvPr>
          <p:cNvGrpSpPr>
            <a:grpSpLocks/>
          </p:cNvGrpSpPr>
          <p:nvPr/>
        </p:nvGrpSpPr>
        <p:grpSpPr bwMode="auto">
          <a:xfrm>
            <a:off x="2698750" y="2331566"/>
            <a:ext cx="939800" cy="76200"/>
            <a:chOff x="0" y="0"/>
            <a:chExt cx="528" cy="48"/>
          </a:xfrm>
        </p:grpSpPr>
        <p:sp>
          <p:nvSpPr>
            <p:cNvPr id="82" name="Line 38">
              <a:extLst>
                <a:ext uri="{FF2B5EF4-FFF2-40B4-BE49-F238E27FC236}">
                  <a16:creationId xmlns:a16="http://schemas.microsoft.com/office/drawing/2014/main" id="{0CFCCB7A-0348-4416-9A36-BE23FDD080F5}"/>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 name="Oval 39">
              <a:extLst>
                <a:ext uri="{FF2B5EF4-FFF2-40B4-BE49-F238E27FC236}">
                  <a16:creationId xmlns:a16="http://schemas.microsoft.com/office/drawing/2014/main" id="{C16CD824-ECB5-4F67-BE8E-D51E661798AE}"/>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84" name="Group 40">
            <a:extLst>
              <a:ext uri="{FF2B5EF4-FFF2-40B4-BE49-F238E27FC236}">
                <a16:creationId xmlns:a16="http://schemas.microsoft.com/office/drawing/2014/main" id="{54CC4D40-597D-45FD-85B4-B5AC0BD40C96}"/>
              </a:ext>
            </a:extLst>
          </p:cNvPr>
          <p:cNvGrpSpPr>
            <a:grpSpLocks/>
          </p:cNvGrpSpPr>
          <p:nvPr/>
        </p:nvGrpSpPr>
        <p:grpSpPr bwMode="auto">
          <a:xfrm>
            <a:off x="4298950" y="2336329"/>
            <a:ext cx="939800" cy="76200"/>
            <a:chOff x="0" y="0"/>
            <a:chExt cx="528" cy="48"/>
          </a:xfrm>
        </p:grpSpPr>
        <p:sp>
          <p:nvSpPr>
            <p:cNvPr id="85" name="Line 41">
              <a:extLst>
                <a:ext uri="{FF2B5EF4-FFF2-40B4-BE49-F238E27FC236}">
                  <a16:creationId xmlns:a16="http://schemas.microsoft.com/office/drawing/2014/main" id="{0127A5EF-EB72-4982-8EF0-8728C34728C6}"/>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6" name="Oval 42">
              <a:extLst>
                <a:ext uri="{FF2B5EF4-FFF2-40B4-BE49-F238E27FC236}">
                  <a16:creationId xmlns:a16="http://schemas.microsoft.com/office/drawing/2014/main" id="{9D06F9DF-86F0-47D3-A4C1-095D5E240D28}"/>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87" name="Group 43">
            <a:extLst>
              <a:ext uri="{FF2B5EF4-FFF2-40B4-BE49-F238E27FC236}">
                <a16:creationId xmlns:a16="http://schemas.microsoft.com/office/drawing/2014/main" id="{B29BE8E5-DFB0-42C6-926C-927DDA504B25}"/>
              </a:ext>
            </a:extLst>
          </p:cNvPr>
          <p:cNvGrpSpPr>
            <a:grpSpLocks/>
          </p:cNvGrpSpPr>
          <p:nvPr/>
        </p:nvGrpSpPr>
        <p:grpSpPr bwMode="auto">
          <a:xfrm>
            <a:off x="1403350" y="764704"/>
            <a:ext cx="1366838" cy="1371600"/>
            <a:chOff x="0" y="0"/>
            <a:chExt cx="768" cy="864"/>
          </a:xfrm>
        </p:grpSpPr>
        <p:sp>
          <p:nvSpPr>
            <p:cNvPr id="88" name="Text Box 44">
              <a:extLst>
                <a:ext uri="{FF2B5EF4-FFF2-40B4-BE49-F238E27FC236}">
                  <a16:creationId xmlns:a16="http://schemas.microsoft.com/office/drawing/2014/main" id="{1076A7FF-6E6A-4077-AB08-D55FB28C2992}"/>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a:latin typeface="Times New Roman" panose="02020603050405020304" pitchFamily="18" charset="0"/>
              </a:endParaRPr>
            </a:p>
          </p:txBody>
        </p:sp>
        <p:sp>
          <p:nvSpPr>
            <p:cNvPr id="89" name="Text Box 45">
              <a:extLst>
                <a:ext uri="{FF2B5EF4-FFF2-40B4-BE49-F238E27FC236}">
                  <a16:creationId xmlns:a16="http://schemas.microsoft.com/office/drawing/2014/main" id="{21FEDFC7-9BB6-4D13-AC9D-C2E8887675F3}"/>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dirty="0">
                  <a:latin typeface="Times New Roman" panose="02020603050405020304" pitchFamily="18" charset="0"/>
                </a:rPr>
                <a:t>head</a:t>
              </a:r>
            </a:p>
          </p:txBody>
        </p:sp>
        <p:grpSp>
          <p:nvGrpSpPr>
            <p:cNvPr id="90" name="Group 46">
              <a:extLst>
                <a:ext uri="{FF2B5EF4-FFF2-40B4-BE49-F238E27FC236}">
                  <a16:creationId xmlns:a16="http://schemas.microsoft.com/office/drawing/2014/main" id="{37F3AA5D-F642-44EA-AE0F-CBB5E7EF0797}"/>
                </a:ext>
              </a:extLst>
            </p:cNvPr>
            <p:cNvGrpSpPr>
              <a:grpSpLocks/>
            </p:cNvGrpSpPr>
            <p:nvPr/>
          </p:nvGrpSpPr>
          <p:grpSpPr bwMode="auto">
            <a:xfrm>
              <a:off x="336" y="432"/>
              <a:ext cx="48" cy="432"/>
              <a:chOff x="0" y="0"/>
              <a:chExt cx="48" cy="432"/>
            </a:xfrm>
          </p:grpSpPr>
          <p:sp>
            <p:nvSpPr>
              <p:cNvPr id="91" name="Oval 47">
                <a:extLst>
                  <a:ext uri="{FF2B5EF4-FFF2-40B4-BE49-F238E27FC236}">
                    <a16:creationId xmlns:a16="http://schemas.microsoft.com/office/drawing/2014/main" id="{5A168346-A823-4D7A-8FDB-7EC61E6DE458}"/>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92" name="Line 48">
                <a:extLst>
                  <a:ext uri="{FF2B5EF4-FFF2-40B4-BE49-F238E27FC236}">
                    <a16:creationId xmlns:a16="http://schemas.microsoft.com/office/drawing/2014/main" id="{ACF5454F-5EC3-4C38-945F-E4DFC8E4C76E}"/>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93" name="Group 49">
            <a:extLst>
              <a:ext uri="{FF2B5EF4-FFF2-40B4-BE49-F238E27FC236}">
                <a16:creationId xmlns:a16="http://schemas.microsoft.com/office/drawing/2014/main" id="{2EF07689-3A10-4BAC-84B7-AB232A9D7906}"/>
              </a:ext>
            </a:extLst>
          </p:cNvPr>
          <p:cNvGrpSpPr>
            <a:grpSpLocks/>
          </p:cNvGrpSpPr>
          <p:nvPr/>
        </p:nvGrpSpPr>
        <p:grpSpPr bwMode="auto">
          <a:xfrm>
            <a:off x="4603750" y="2145829"/>
            <a:ext cx="341313" cy="457200"/>
            <a:chOff x="0" y="0"/>
            <a:chExt cx="192" cy="288"/>
          </a:xfrm>
        </p:grpSpPr>
        <p:sp>
          <p:nvSpPr>
            <p:cNvPr id="94" name="Line 50">
              <a:extLst>
                <a:ext uri="{FF2B5EF4-FFF2-40B4-BE49-F238E27FC236}">
                  <a16:creationId xmlns:a16="http://schemas.microsoft.com/office/drawing/2014/main" id="{1063C284-1F2F-46EA-84F3-3C3BD49F7344}"/>
                </a:ext>
              </a:extLst>
            </p:cNvPr>
            <p:cNvSpPr>
              <a:spLocks noChangeShapeType="1"/>
            </p:cNvSpPr>
            <p:nvPr/>
          </p:nvSpPr>
          <p:spPr bwMode="auto">
            <a:xfrm flipH="1">
              <a:off x="0" y="0"/>
              <a:ext cx="192" cy="288"/>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 name="Line 51">
              <a:extLst>
                <a:ext uri="{FF2B5EF4-FFF2-40B4-BE49-F238E27FC236}">
                  <a16:creationId xmlns:a16="http://schemas.microsoft.com/office/drawing/2014/main" id="{8C83C8D2-6756-4B86-A30C-9608FD287D45}"/>
                </a:ext>
              </a:extLst>
            </p:cNvPr>
            <p:cNvSpPr>
              <a:spLocks noChangeShapeType="1"/>
            </p:cNvSpPr>
            <p:nvPr/>
          </p:nvSpPr>
          <p:spPr bwMode="auto">
            <a:xfrm>
              <a:off x="0" y="48"/>
              <a:ext cx="192" cy="19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6" name="Line 52">
            <a:extLst>
              <a:ext uri="{FF2B5EF4-FFF2-40B4-BE49-F238E27FC236}">
                <a16:creationId xmlns:a16="http://schemas.microsoft.com/office/drawing/2014/main" id="{90D64CB8-8827-40B6-9D71-FF9A600E7BC5}"/>
              </a:ext>
            </a:extLst>
          </p:cNvPr>
          <p:cNvSpPr>
            <a:spLocks noChangeShapeType="1"/>
          </p:cNvSpPr>
          <p:nvPr/>
        </p:nvSpPr>
        <p:spPr bwMode="auto">
          <a:xfrm>
            <a:off x="4375150" y="2374429"/>
            <a:ext cx="85725" cy="60960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 name="Oval 53">
            <a:extLst>
              <a:ext uri="{FF2B5EF4-FFF2-40B4-BE49-F238E27FC236}">
                <a16:creationId xmlns:a16="http://schemas.microsoft.com/office/drawing/2014/main" id="{10D3F75B-E8C9-40E6-BFC5-F2FE50B06065}"/>
              </a:ext>
            </a:extLst>
          </p:cNvPr>
          <p:cNvSpPr>
            <a:spLocks noChangeArrowheads="1"/>
          </p:cNvSpPr>
          <p:nvPr/>
        </p:nvSpPr>
        <p:spPr bwMode="auto">
          <a:xfrm>
            <a:off x="4984750" y="3212629"/>
            <a:ext cx="203200" cy="762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98" name="Line 54">
            <a:extLst>
              <a:ext uri="{FF2B5EF4-FFF2-40B4-BE49-F238E27FC236}">
                <a16:creationId xmlns:a16="http://schemas.microsoft.com/office/drawing/2014/main" id="{DE4C2177-91A4-40A6-BE51-0E1DDD0CCDD4}"/>
              </a:ext>
            </a:extLst>
          </p:cNvPr>
          <p:cNvSpPr>
            <a:spLocks noChangeShapeType="1"/>
          </p:cNvSpPr>
          <p:nvPr/>
        </p:nvSpPr>
        <p:spPr bwMode="auto">
          <a:xfrm flipV="1">
            <a:off x="5060950" y="2603029"/>
            <a:ext cx="257175" cy="68580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99" name="Group 55">
            <a:extLst>
              <a:ext uri="{FF2B5EF4-FFF2-40B4-BE49-F238E27FC236}">
                <a16:creationId xmlns:a16="http://schemas.microsoft.com/office/drawing/2014/main" id="{C66EBA4A-CFE3-42E2-8613-39B50F541C34}"/>
              </a:ext>
            </a:extLst>
          </p:cNvPr>
          <p:cNvGrpSpPr>
            <a:grpSpLocks/>
          </p:cNvGrpSpPr>
          <p:nvPr/>
        </p:nvGrpSpPr>
        <p:grpSpPr bwMode="auto">
          <a:xfrm>
            <a:off x="2627313" y="2593504"/>
            <a:ext cx="2735262" cy="923925"/>
            <a:chOff x="0" y="0"/>
            <a:chExt cx="1536" cy="582"/>
          </a:xfrm>
        </p:grpSpPr>
        <p:grpSp>
          <p:nvGrpSpPr>
            <p:cNvPr id="100" name="Group 56">
              <a:extLst>
                <a:ext uri="{FF2B5EF4-FFF2-40B4-BE49-F238E27FC236}">
                  <a16:creationId xmlns:a16="http://schemas.microsoft.com/office/drawing/2014/main" id="{949FEF10-CD3B-448E-9DEA-4889D42EE525}"/>
                </a:ext>
              </a:extLst>
            </p:cNvPr>
            <p:cNvGrpSpPr>
              <a:grpSpLocks/>
            </p:cNvGrpSpPr>
            <p:nvPr/>
          </p:nvGrpSpPr>
          <p:grpSpPr bwMode="auto">
            <a:xfrm>
              <a:off x="912" y="288"/>
              <a:ext cx="624" cy="294"/>
              <a:chOff x="0" y="0"/>
              <a:chExt cx="624" cy="294"/>
            </a:xfrm>
          </p:grpSpPr>
          <p:sp>
            <p:nvSpPr>
              <p:cNvPr id="107" name="Text Box 57">
                <a:extLst>
                  <a:ext uri="{FF2B5EF4-FFF2-40B4-BE49-F238E27FC236}">
                    <a16:creationId xmlns:a16="http://schemas.microsoft.com/office/drawing/2014/main" id="{82F80F39-2702-4BCA-AAE1-49B77CF6AD17}"/>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27</a:t>
                </a:r>
              </a:p>
            </p:txBody>
          </p:sp>
          <p:sp>
            <p:nvSpPr>
              <p:cNvPr id="108" name="Line 58">
                <a:extLst>
                  <a:ext uri="{FF2B5EF4-FFF2-40B4-BE49-F238E27FC236}">
                    <a16:creationId xmlns:a16="http://schemas.microsoft.com/office/drawing/2014/main" id="{DC16E00E-33C7-4716-A9CC-19438F6486A1}"/>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1" name="Group 59">
              <a:extLst>
                <a:ext uri="{FF2B5EF4-FFF2-40B4-BE49-F238E27FC236}">
                  <a16:creationId xmlns:a16="http://schemas.microsoft.com/office/drawing/2014/main" id="{541053AE-A062-47EC-9C90-096848850AC3}"/>
                </a:ext>
              </a:extLst>
            </p:cNvPr>
            <p:cNvGrpSpPr>
              <a:grpSpLocks/>
            </p:cNvGrpSpPr>
            <p:nvPr/>
          </p:nvGrpSpPr>
          <p:grpSpPr bwMode="auto">
            <a:xfrm>
              <a:off x="0" y="0"/>
              <a:ext cx="912" cy="582"/>
              <a:chOff x="0" y="0"/>
              <a:chExt cx="912" cy="582"/>
            </a:xfrm>
          </p:grpSpPr>
          <p:sp>
            <p:nvSpPr>
              <p:cNvPr id="102" name="Oval 60">
                <a:extLst>
                  <a:ext uri="{FF2B5EF4-FFF2-40B4-BE49-F238E27FC236}">
                    <a16:creationId xmlns:a16="http://schemas.microsoft.com/office/drawing/2014/main" id="{F2E83F7A-DCB5-4C60-8FD7-711956C20AA3}"/>
                  </a:ext>
                </a:extLst>
              </p:cNvPr>
              <p:cNvSpPr>
                <a:spLocks noChangeArrowheads="1"/>
              </p:cNvSpPr>
              <p:nvPr/>
            </p:nvSpPr>
            <p:spPr bwMode="auto">
              <a:xfrm>
                <a:off x="399" y="390"/>
                <a:ext cx="57"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nvGrpSpPr>
              <p:cNvPr id="103" name="Group 61">
                <a:extLst>
                  <a:ext uri="{FF2B5EF4-FFF2-40B4-BE49-F238E27FC236}">
                    <a16:creationId xmlns:a16="http://schemas.microsoft.com/office/drawing/2014/main" id="{C49A2149-776A-4731-A1BB-BDCDA0615BDB}"/>
                  </a:ext>
                </a:extLst>
              </p:cNvPr>
              <p:cNvGrpSpPr>
                <a:grpSpLocks/>
              </p:cNvGrpSpPr>
              <p:nvPr/>
            </p:nvGrpSpPr>
            <p:grpSpPr bwMode="auto">
              <a:xfrm>
                <a:off x="0" y="0"/>
                <a:ext cx="912" cy="582"/>
                <a:chOff x="0" y="0"/>
                <a:chExt cx="912" cy="582"/>
              </a:xfrm>
            </p:grpSpPr>
            <p:sp>
              <p:nvSpPr>
                <p:cNvPr id="104" name="Text Box 62">
                  <a:extLst>
                    <a:ext uri="{FF2B5EF4-FFF2-40B4-BE49-F238E27FC236}">
                      <a16:creationId xmlns:a16="http://schemas.microsoft.com/office/drawing/2014/main" id="{BD6E3618-CCC1-4A70-BA0C-92B95F1020B9}"/>
                    </a:ext>
                  </a:extLst>
                </p:cNvPr>
                <p:cNvSpPr txBox="1">
                  <a:spLocks noChangeArrowheads="1"/>
                </p:cNvSpPr>
                <p:nvPr/>
              </p:nvSpPr>
              <p:spPr bwMode="auto">
                <a:xfrm>
                  <a:off x="228" y="288"/>
                  <a:ext cx="399"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a:latin typeface="Times New Roman" panose="02020603050405020304" pitchFamily="18" charset="0"/>
                  </a:endParaRPr>
                </a:p>
              </p:txBody>
            </p:sp>
            <p:sp>
              <p:nvSpPr>
                <p:cNvPr id="105" name="Text Box 63">
                  <a:extLst>
                    <a:ext uri="{FF2B5EF4-FFF2-40B4-BE49-F238E27FC236}">
                      <a16:creationId xmlns:a16="http://schemas.microsoft.com/office/drawing/2014/main" id="{56A48514-678C-4C11-BA23-21FC4147F9E9}"/>
                    </a:ext>
                  </a:extLst>
                </p:cNvPr>
                <p:cNvSpPr txBox="1">
                  <a:spLocks noChangeArrowheads="1"/>
                </p:cNvSpPr>
                <p:nvPr/>
              </p:nvSpPr>
              <p:spPr bwMode="auto">
                <a:xfrm>
                  <a:off x="0" y="0"/>
                  <a:ext cx="9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dirty="0">
                      <a:latin typeface="Times New Roman" panose="02020603050405020304" pitchFamily="18" charset="0"/>
                    </a:rPr>
                    <a:t>   </a:t>
                  </a:r>
                  <a:r>
                    <a:rPr lang="en-US" altLang="zh-CN" sz="2400" dirty="0">
                      <a:solidFill>
                        <a:srgbClr val="FF3300"/>
                      </a:solidFill>
                      <a:latin typeface="Times New Roman" panose="02020603050405020304" pitchFamily="18" charset="0"/>
                    </a:rPr>
                    <a:t>p</a:t>
                  </a:r>
                </a:p>
              </p:txBody>
            </p:sp>
            <p:sp>
              <p:nvSpPr>
                <p:cNvPr id="106" name="Line 64">
                  <a:extLst>
                    <a:ext uri="{FF2B5EF4-FFF2-40B4-BE49-F238E27FC236}">
                      <a16:creationId xmlns:a16="http://schemas.microsoft.com/office/drawing/2014/main" id="{950925C8-A2D2-488E-9E97-E95FA2E08CFA}"/>
                    </a:ext>
                  </a:extLst>
                </p:cNvPr>
                <p:cNvSpPr>
                  <a:spLocks noChangeShapeType="1"/>
                </p:cNvSpPr>
                <p:nvPr/>
              </p:nvSpPr>
              <p:spPr bwMode="auto">
                <a:xfrm>
                  <a:off x="432" y="432"/>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sp>
        <p:nvSpPr>
          <p:cNvPr id="109" name="Line 65">
            <a:extLst>
              <a:ext uri="{FF2B5EF4-FFF2-40B4-BE49-F238E27FC236}">
                <a16:creationId xmlns:a16="http://schemas.microsoft.com/office/drawing/2014/main" id="{8F204F23-8379-4F9E-95E5-FA50C647B513}"/>
              </a:ext>
            </a:extLst>
          </p:cNvPr>
          <p:cNvSpPr>
            <a:spLocks noChangeShapeType="1"/>
          </p:cNvSpPr>
          <p:nvPr/>
        </p:nvSpPr>
        <p:spPr bwMode="auto">
          <a:xfrm>
            <a:off x="5670550" y="2145829"/>
            <a:ext cx="512763"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11" name="Group 70">
            <a:extLst>
              <a:ext uri="{FF2B5EF4-FFF2-40B4-BE49-F238E27FC236}">
                <a16:creationId xmlns:a16="http://schemas.microsoft.com/office/drawing/2014/main" id="{6F70B029-6785-4062-967B-CC7B22FD000B}"/>
              </a:ext>
            </a:extLst>
          </p:cNvPr>
          <p:cNvGrpSpPr>
            <a:grpSpLocks/>
          </p:cNvGrpSpPr>
          <p:nvPr/>
        </p:nvGrpSpPr>
        <p:grpSpPr bwMode="auto">
          <a:xfrm>
            <a:off x="3059832" y="761256"/>
            <a:ext cx="1600200" cy="1371600"/>
            <a:chOff x="0" y="0"/>
            <a:chExt cx="768" cy="864"/>
          </a:xfrm>
        </p:grpSpPr>
        <p:sp>
          <p:nvSpPr>
            <p:cNvPr id="112" name="Text Box 71">
              <a:extLst>
                <a:ext uri="{FF2B5EF4-FFF2-40B4-BE49-F238E27FC236}">
                  <a16:creationId xmlns:a16="http://schemas.microsoft.com/office/drawing/2014/main" id="{323B4589-0EEB-4F67-A553-4EF312FAEE27}"/>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113" name="Text Box 72">
              <a:extLst>
                <a:ext uri="{FF2B5EF4-FFF2-40B4-BE49-F238E27FC236}">
                  <a16:creationId xmlns:a16="http://schemas.microsoft.com/office/drawing/2014/main" id="{28154CFA-3FA9-419B-BBFD-5475D959F2F1}"/>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err="1">
                  <a:solidFill>
                    <a:srgbClr val="FF3300"/>
                  </a:solidFill>
                  <a:latin typeface="Times New Roman" panose="02020603050405020304" pitchFamily="18" charset="0"/>
                </a:rPr>
                <a:t>tmp</a:t>
              </a:r>
              <a:endParaRPr lang="en-US" altLang="zh-CN" sz="2400" b="0" dirty="0">
                <a:solidFill>
                  <a:srgbClr val="FF3300"/>
                </a:solidFill>
                <a:latin typeface="Times New Roman" panose="02020603050405020304" pitchFamily="18" charset="0"/>
              </a:endParaRPr>
            </a:p>
          </p:txBody>
        </p:sp>
        <p:grpSp>
          <p:nvGrpSpPr>
            <p:cNvPr id="114" name="Group 73">
              <a:extLst>
                <a:ext uri="{FF2B5EF4-FFF2-40B4-BE49-F238E27FC236}">
                  <a16:creationId xmlns:a16="http://schemas.microsoft.com/office/drawing/2014/main" id="{1D23FFD7-C14A-441F-91B1-F91980519E18}"/>
                </a:ext>
              </a:extLst>
            </p:cNvPr>
            <p:cNvGrpSpPr>
              <a:grpSpLocks/>
            </p:cNvGrpSpPr>
            <p:nvPr/>
          </p:nvGrpSpPr>
          <p:grpSpPr bwMode="auto">
            <a:xfrm>
              <a:off x="336" y="432"/>
              <a:ext cx="48" cy="432"/>
              <a:chOff x="0" y="0"/>
              <a:chExt cx="48" cy="432"/>
            </a:xfrm>
          </p:grpSpPr>
          <p:sp>
            <p:nvSpPr>
              <p:cNvPr id="115" name="Oval 74">
                <a:extLst>
                  <a:ext uri="{FF2B5EF4-FFF2-40B4-BE49-F238E27FC236}">
                    <a16:creationId xmlns:a16="http://schemas.microsoft.com/office/drawing/2014/main" id="{98925E63-69BA-4544-9CA1-DEAEDD9EA7D7}"/>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116" name="Line 75">
                <a:extLst>
                  <a:ext uri="{FF2B5EF4-FFF2-40B4-BE49-F238E27FC236}">
                    <a16:creationId xmlns:a16="http://schemas.microsoft.com/office/drawing/2014/main" id="{209DCD98-B27E-4628-BF37-93B191795914}"/>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17" name="Group 76">
            <a:extLst>
              <a:ext uri="{FF2B5EF4-FFF2-40B4-BE49-F238E27FC236}">
                <a16:creationId xmlns:a16="http://schemas.microsoft.com/office/drawing/2014/main" id="{C8AAF0A9-5C4F-4CA8-B233-3ECC999A7F94}"/>
              </a:ext>
            </a:extLst>
          </p:cNvPr>
          <p:cNvGrpSpPr>
            <a:grpSpLocks/>
          </p:cNvGrpSpPr>
          <p:nvPr/>
        </p:nvGrpSpPr>
        <p:grpSpPr bwMode="auto">
          <a:xfrm>
            <a:off x="4660032" y="761256"/>
            <a:ext cx="1447800" cy="1371600"/>
            <a:chOff x="0" y="0"/>
            <a:chExt cx="768" cy="864"/>
          </a:xfrm>
        </p:grpSpPr>
        <p:sp>
          <p:nvSpPr>
            <p:cNvPr id="118" name="Text Box 77">
              <a:extLst>
                <a:ext uri="{FF2B5EF4-FFF2-40B4-BE49-F238E27FC236}">
                  <a16:creationId xmlns:a16="http://schemas.microsoft.com/office/drawing/2014/main" id="{CFC18491-636D-4574-8708-2BD4CF842FCF}"/>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119" name="Text Box 78">
              <a:extLst>
                <a:ext uri="{FF2B5EF4-FFF2-40B4-BE49-F238E27FC236}">
                  <a16:creationId xmlns:a16="http://schemas.microsoft.com/office/drawing/2014/main" id="{C67E78D0-EC79-468E-AE06-2AD43D88CD94}"/>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solidFill>
                    <a:srgbClr val="FF3300"/>
                  </a:solidFill>
                  <a:latin typeface="Times New Roman" panose="02020603050405020304" pitchFamily="18" charset="0"/>
                </a:rPr>
                <a:t>cur</a:t>
              </a:r>
            </a:p>
          </p:txBody>
        </p:sp>
        <p:grpSp>
          <p:nvGrpSpPr>
            <p:cNvPr id="120" name="Group 79">
              <a:extLst>
                <a:ext uri="{FF2B5EF4-FFF2-40B4-BE49-F238E27FC236}">
                  <a16:creationId xmlns:a16="http://schemas.microsoft.com/office/drawing/2014/main" id="{F1BCC12A-D235-4229-A854-9C46A3779600}"/>
                </a:ext>
              </a:extLst>
            </p:cNvPr>
            <p:cNvGrpSpPr>
              <a:grpSpLocks/>
            </p:cNvGrpSpPr>
            <p:nvPr/>
          </p:nvGrpSpPr>
          <p:grpSpPr bwMode="auto">
            <a:xfrm>
              <a:off x="336" y="432"/>
              <a:ext cx="48" cy="432"/>
              <a:chOff x="0" y="0"/>
              <a:chExt cx="48" cy="432"/>
            </a:xfrm>
          </p:grpSpPr>
          <p:sp>
            <p:nvSpPr>
              <p:cNvPr id="121" name="Oval 80">
                <a:extLst>
                  <a:ext uri="{FF2B5EF4-FFF2-40B4-BE49-F238E27FC236}">
                    <a16:creationId xmlns:a16="http://schemas.microsoft.com/office/drawing/2014/main" id="{1DB0D0C7-ACB8-4519-AC6E-04DA8AEDB9F0}"/>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122" name="Line 81">
                <a:extLst>
                  <a:ext uri="{FF2B5EF4-FFF2-40B4-BE49-F238E27FC236}">
                    <a16:creationId xmlns:a16="http://schemas.microsoft.com/office/drawing/2014/main" id="{59139FFD-A597-48E6-81E6-FA990AFC6ED9}"/>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Tree>
    <p:custDataLst>
      <p:tags r:id="rId1"/>
    </p:custDataLst>
    <p:extLst>
      <p:ext uri="{BB962C8B-B14F-4D97-AF65-F5344CB8AC3E}">
        <p14:creationId xmlns:p14="http://schemas.microsoft.com/office/powerpoint/2010/main" val="182189865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59797">
                                            <p:txEl>
                                              <p:pRg st="1" end="1"/>
                                            </p:txEl>
                                          </p:spTgt>
                                        </p:tgtEl>
                                        <p:attrNameLst>
                                          <p:attrName>style.visibility</p:attrName>
                                        </p:attrNameLst>
                                      </p:cBhvr>
                                      <p:to>
                                        <p:strVal val="visible"/>
                                      </p:to>
                                    </p:set>
                                    <p:animEffect transition="in" filter="dissolve">
                                      <p:cBhvr>
                                        <p:cTn id="7" dur="500"/>
                                        <p:tgtEl>
                                          <p:spTgt spid="15979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59797">
                                            <p:txEl>
                                              <p:pRg st="2" end="2"/>
                                            </p:txEl>
                                          </p:spTgt>
                                        </p:tgtEl>
                                        <p:attrNameLst>
                                          <p:attrName>style.visibility</p:attrName>
                                        </p:attrNameLst>
                                      </p:cBhvr>
                                      <p:to>
                                        <p:strVal val="visible"/>
                                      </p:to>
                                    </p:set>
                                    <p:animEffect transition="in" filter="dissolve">
                                      <p:cBhvr>
                                        <p:cTn id="12" dur="500"/>
                                        <p:tgtEl>
                                          <p:spTgt spid="15979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59797">
                                            <p:txEl>
                                              <p:pRg st="3" end="3"/>
                                            </p:txEl>
                                          </p:spTgt>
                                        </p:tgtEl>
                                        <p:attrNameLst>
                                          <p:attrName>style.visibility</p:attrName>
                                        </p:attrNameLst>
                                      </p:cBhvr>
                                      <p:to>
                                        <p:strVal val="visible"/>
                                      </p:to>
                                    </p:set>
                                    <p:animEffect transition="in" filter="dissolve">
                                      <p:cBhvr>
                                        <p:cTn id="17" dur="500"/>
                                        <p:tgtEl>
                                          <p:spTgt spid="15979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93"/>
                                        </p:tgtEl>
                                        <p:attrNameLst>
                                          <p:attrName>style.visibility</p:attrName>
                                        </p:attrNameLst>
                                      </p:cBhvr>
                                      <p:to>
                                        <p:strVal val="visible"/>
                                      </p:to>
                                    </p:set>
                                    <p:animEffect transition="in" filter="dissolve">
                                      <p:cBhvr>
                                        <p:cTn id="22" dur="500"/>
                                        <p:tgtEl>
                                          <p:spTgt spid="93"/>
                                        </p:tgtEl>
                                      </p:cBhvr>
                                    </p:animEffect>
                                  </p:childTnLst>
                                </p:cTn>
                              </p:par>
                              <p:par>
                                <p:cTn id="23" presetID="9" presetClass="entr" presetSubtype="0" fill="hold" nodeType="withEffect">
                                  <p:stCondLst>
                                    <p:cond delay="0"/>
                                  </p:stCondLst>
                                  <p:childTnLst>
                                    <p:set>
                                      <p:cBhvr>
                                        <p:cTn id="24" dur="1" fill="hold">
                                          <p:stCondLst>
                                            <p:cond delay="0"/>
                                          </p:stCondLst>
                                        </p:cTn>
                                        <p:tgtEl>
                                          <p:spTgt spid="96"/>
                                        </p:tgtEl>
                                        <p:attrNameLst>
                                          <p:attrName>style.visibility</p:attrName>
                                        </p:attrNameLst>
                                      </p:cBhvr>
                                      <p:to>
                                        <p:strVal val="visible"/>
                                      </p:to>
                                    </p:set>
                                    <p:animEffect transition="in" filter="dissolve">
                                      <p:cBhvr>
                                        <p:cTn id="25" dur="500"/>
                                        <p:tgtEl>
                                          <p:spTgt spid="96"/>
                                        </p:tgtEl>
                                      </p:cBhvr>
                                    </p:animEffect>
                                  </p:childTnLst>
                                </p:cTn>
                              </p:par>
                              <p:par>
                                <p:cTn id="26" presetID="9" presetClass="entr" presetSubtype="0" fill="hold" nodeType="withEffect">
                                  <p:stCondLst>
                                    <p:cond delay="0"/>
                                  </p:stCondLst>
                                  <p:childTnLst>
                                    <p:set>
                                      <p:cBhvr>
                                        <p:cTn id="27" dur="1" fill="hold">
                                          <p:stCondLst>
                                            <p:cond delay="0"/>
                                          </p:stCondLst>
                                        </p:cTn>
                                        <p:tgtEl>
                                          <p:spTgt spid="98"/>
                                        </p:tgtEl>
                                        <p:attrNameLst>
                                          <p:attrName>style.visibility</p:attrName>
                                        </p:attrNameLst>
                                      </p:cBhvr>
                                      <p:to>
                                        <p:strVal val="visible"/>
                                      </p:to>
                                    </p:set>
                                    <p:animEffect transition="in" filter="dissolve">
                                      <p:cBhvr>
                                        <p:cTn id="28"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4" name="Text Box 33">
            <a:extLst>
              <a:ext uri="{FF2B5EF4-FFF2-40B4-BE49-F238E27FC236}">
                <a16:creationId xmlns:a16="http://schemas.microsoft.com/office/drawing/2014/main" id="{9C940483-F973-4DFB-A139-F781117427D3}"/>
              </a:ext>
            </a:extLst>
          </p:cNvPr>
          <p:cNvSpPr txBox="1">
            <a:spLocks noChangeArrowheads="1"/>
          </p:cNvSpPr>
          <p:nvPr/>
        </p:nvSpPr>
        <p:spPr bwMode="auto">
          <a:xfrm>
            <a:off x="4284663" y="404813"/>
            <a:ext cx="4608512" cy="58477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r>
              <a:rPr lang="zh-CN" altLang="en-US" sz="3200" dirty="0">
                <a:solidFill>
                  <a:srgbClr val="FF3300"/>
                </a:solidFill>
                <a:latin typeface="微软雅黑" panose="020B0503020204020204" pitchFamily="34" charset="-122"/>
                <a:ea typeface="微软雅黑" panose="020B0503020204020204" pitchFamily="34" charset="-122"/>
              </a:rPr>
              <a:t>有序插节点</a:t>
            </a:r>
          </a:p>
        </p:txBody>
      </p:sp>
      <p:sp>
        <p:nvSpPr>
          <p:cNvPr id="33" name="内容占位符 2">
            <a:extLst>
              <a:ext uri="{FF2B5EF4-FFF2-40B4-BE49-F238E27FC236}">
                <a16:creationId xmlns:a16="http://schemas.microsoft.com/office/drawing/2014/main" id="{DB0CD740-9251-4001-90A0-E336B8E2D6F3}"/>
              </a:ext>
            </a:extLst>
          </p:cNvPr>
          <p:cNvSpPr txBox="1">
            <a:spLocks/>
          </p:cNvSpPr>
          <p:nvPr/>
        </p:nvSpPr>
        <p:spPr>
          <a:xfrm>
            <a:off x="323529" y="1196752"/>
            <a:ext cx="8569646" cy="4611687"/>
          </a:xfrm>
          <a:prstGeom prst="rect">
            <a:avLst/>
          </a:prstGeom>
        </p:spPr>
        <p:txBody>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SzPct val="65000"/>
              <a:buFont typeface="Wingdings" panose="05000000000000000000" pitchFamily="2" charset="2"/>
              <a:buChar char="n"/>
              <a:defRPr sz="28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9pPr>
          </a:lstStyle>
          <a:p>
            <a:pPr marL="0" indent="0">
              <a:buFontTx/>
              <a:buNone/>
            </a:pPr>
            <a:r>
              <a:rPr lang="en-US" altLang="zh-CN" sz="2000" b="0" dirty="0">
                <a:latin typeface="Consolas" panose="020B0609020204030204" pitchFamily="49" charset="0"/>
              </a:rPr>
              <a:t>/*</a:t>
            </a:r>
            <a:r>
              <a:rPr lang="zh-CN" altLang="en-US" sz="2000" b="0" dirty="0">
                <a:latin typeface="Consolas" panose="020B0609020204030204" pitchFamily="49" charset="0"/>
              </a:rPr>
              <a:t>把一个新节点插入到升序链表中*</a:t>
            </a:r>
            <a:r>
              <a:rPr lang="en-US" altLang="zh-CN" sz="2000" b="0" dirty="0">
                <a:latin typeface="Consolas" panose="020B0609020204030204" pitchFamily="49" charset="0"/>
              </a:rPr>
              <a:t>/</a:t>
            </a:r>
          </a:p>
          <a:p>
            <a:pPr marL="0" indent="0">
              <a:buFontTx/>
              <a:buNone/>
            </a:pPr>
            <a:r>
              <a:rPr lang="en-US" altLang="zh-CN" sz="2000" b="0" dirty="0">
                <a:latin typeface="Consolas" panose="020B0609020204030204" pitchFamily="49" charset="0"/>
              </a:rPr>
              <a:t>void </a:t>
            </a:r>
            <a:r>
              <a:rPr lang="en-US" altLang="zh-CN" sz="2000" b="0" dirty="0" err="1">
                <a:latin typeface="Consolas" panose="020B0609020204030204" pitchFamily="49" charset="0"/>
              </a:rPr>
              <a:t>insertUp</a:t>
            </a:r>
            <a:r>
              <a:rPr lang="en-US" altLang="zh-CN" sz="2000" b="0" dirty="0">
                <a:latin typeface="Consolas" panose="020B0609020204030204" pitchFamily="49" charset="0"/>
              </a:rPr>
              <a:t>(</a:t>
            </a:r>
            <a:r>
              <a:rPr lang="en-US" altLang="zh-CN" sz="2000" b="0" dirty="0" err="1">
                <a:latin typeface="Consolas" panose="020B0609020204030204" pitchFamily="49" charset="0"/>
              </a:rPr>
              <a:t>PtrNode</a:t>
            </a:r>
            <a:r>
              <a:rPr lang="en-US" altLang="zh-CN" sz="2000" b="0" dirty="0">
                <a:latin typeface="Consolas" panose="020B0609020204030204" pitchFamily="49" charset="0"/>
              </a:rPr>
              <a:t> head, </a:t>
            </a:r>
            <a:r>
              <a:rPr lang="en-US" altLang="zh-CN" sz="2000" b="0" dirty="0" err="1">
                <a:latin typeface="Consolas" panose="020B0609020204030204" pitchFamily="49" charset="0"/>
              </a:rPr>
              <a:t>ElemType</a:t>
            </a:r>
            <a:r>
              <a:rPr lang="en-US" altLang="zh-CN" sz="2000" b="0" dirty="0">
                <a:latin typeface="Consolas" panose="020B0609020204030204" pitchFamily="49" charset="0"/>
              </a:rPr>
              <a:t> x){</a:t>
            </a:r>
          </a:p>
          <a:p>
            <a:pPr marL="0" indent="0">
              <a:buFontTx/>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PtrNode</a:t>
            </a:r>
            <a:r>
              <a:rPr lang="en-US" altLang="zh-CN" sz="2000" b="0" dirty="0">
                <a:latin typeface="Consolas" panose="020B0609020204030204" pitchFamily="49" charset="0"/>
              </a:rPr>
              <a:t> p, </a:t>
            </a:r>
            <a:r>
              <a:rPr lang="en-US" altLang="zh-CN" sz="2000" b="0" dirty="0" err="1">
                <a:latin typeface="Consolas" panose="020B0609020204030204" pitchFamily="49" charset="0"/>
              </a:rPr>
              <a:t>tmp</a:t>
            </a:r>
            <a:r>
              <a:rPr lang="en-US" altLang="zh-CN" sz="2000" b="0" dirty="0">
                <a:latin typeface="Consolas" panose="020B0609020204030204" pitchFamily="49" charset="0"/>
              </a:rPr>
              <a:t>, cur;</a:t>
            </a:r>
          </a:p>
          <a:p>
            <a:pPr marL="0" indent="0">
              <a:buNone/>
            </a:pPr>
            <a:r>
              <a:rPr lang="en-US" altLang="zh-CN" sz="2000" b="0" dirty="0">
                <a:latin typeface="Consolas" panose="020B0609020204030204" pitchFamily="49" charset="0"/>
              </a:rPr>
              <a:t>	/*</a:t>
            </a:r>
            <a:r>
              <a:rPr lang="zh-CN" altLang="en-US" sz="2000" b="0" dirty="0">
                <a:latin typeface="Consolas" panose="020B0609020204030204" pitchFamily="49" charset="0"/>
              </a:rPr>
              <a:t>动态分配新节点，将新值存入</a:t>
            </a:r>
            <a:r>
              <a:rPr lang="en-US" altLang="zh-CN" sz="2000" b="0" dirty="0">
                <a:latin typeface="Consolas" panose="020B0609020204030204" pitchFamily="49" charset="0"/>
              </a:rPr>
              <a:t>*/</a:t>
            </a:r>
          </a:p>
          <a:p>
            <a:pPr marL="0" indent="0">
              <a:buFontTx/>
              <a:buNone/>
            </a:pPr>
            <a:r>
              <a:rPr lang="en-US" altLang="zh-CN" sz="2000" b="0" dirty="0">
                <a:latin typeface="Consolas" panose="020B0609020204030204" pitchFamily="49" charset="0"/>
              </a:rPr>
              <a:t>	p = malloc(</a:t>
            </a:r>
            <a:r>
              <a:rPr lang="en-US" altLang="zh-CN" sz="2000" b="0" dirty="0" err="1">
                <a:latin typeface="Consolas" panose="020B0609020204030204" pitchFamily="49" charset="0"/>
              </a:rPr>
              <a:t>sizeof</a:t>
            </a:r>
            <a:r>
              <a:rPr lang="en-US" altLang="zh-CN" sz="2000" b="0" dirty="0">
                <a:latin typeface="Consolas" panose="020B0609020204030204" pitchFamily="49" charset="0"/>
              </a:rPr>
              <a:t>(struct Node));</a:t>
            </a:r>
          </a:p>
          <a:p>
            <a:pPr marL="0" indent="0">
              <a:buFontTx/>
              <a:buNone/>
            </a:pPr>
            <a:r>
              <a:rPr lang="en-US" altLang="zh-CN" sz="2000" b="0" dirty="0">
                <a:latin typeface="Consolas" panose="020B0609020204030204" pitchFamily="49" charset="0"/>
              </a:rPr>
              <a:t>	if (p != NULL){</a:t>
            </a:r>
          </a:p>
          <a:p>
            <a:pPr marL="0" indent="0">
              <a:buFontTx/>
              <a:buNone/>
            </a:pPr>
            <a:r>
              <a:rPr lang="en-US" altLang="zh-CN" sz="2000" b="0" dirty="0">
                <a:latin typeface="Consolas" panose="020B0609020204030204" pitchFamily="49" charset="0"/>
              </a:rPr>
              <a:t>		p-&gt;data = x;	p-&gt;next = NULL;</a:t>
            </a:r>
          </a:p>
          <a:p>
            <a:pPr marL="0" indent="0">
              <a:buFontTx/>
              <a:buNone/>
            </a:pPr>
            <a:r>
              <a:rPr lang="en-US" altLang="zh-CN" sz="2000" b="0" dirty="0">
                <a:latin typeface="Consolas" panose="020B0609020204030204" pitchFamily="49" charset="0"/>
              </a:rPr>
              <a:t>		/</a:t>
            </a:r>
            <a:r>
              <a:rPr lang="zh-CN" altLang="en-US" sz="2000" b="0" dirty="0">
                <a:latin typeface="Consolas" panose="020B0609020204030204" pitchFamily="49" charset="0"/>
              </a:rPr>
              <a:t>*找到插入位置后继节点，并记录前驱指针</a:t>
            </a:r>
            <a:r>
              <a:rPr lang="en-US" altLang="zh-CN" sz="2000" b="0" dirty="0" err="1">
                <a:latin typeface="Consolas" panose="020B0609020204030204" pitchFamily="49" charset="0"/>
              </a:rPr>
              <a:t>tmp</a:t>
            </a:r>
            <a:r>
              <a:rPr lang="zh-CN" altLang="en-US" sz="2000" b="0" dirty="0">
                <a:latin typeface="Consolas" panose="020B0609020204030204" pitchFamily="49" charset="0"/>
              </a:rPr>
              <a:t>*</a:t>
            </a:r>
            <a:r>
              <a:rPr lang="en-US" altLang="zh-CN" sz="2000" b="0" dirty="0">
                <a:latin typeface="Consolas" panose="020B0609020204030204" pitchFamily="49" charset="0"/>
              </a:rPr>
              <a:t>/</a:t>
            </a:r>
          </a:p>
          <a:p>
            <a:pPr marL="0" indent="0">
              <a:buFontTx/>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tmp</a:t>
            </a:r>
            <a:r>
              <a:rPr lang="en-US" altLang="zh-CN" sz="2000" b="0" dirty="0">
                <a:latin typeface="Consolas" panose="020B0609020204030204" pitchFamily="49" charset="0"/>
              </a:rPr>
              <a:t> = head ;	cur = head-&gt;next;</a:t>
            </a:r>
          </a:p>
          <a:p>
            <a:pPr marL="0" indent="0">
              <a:buFontTx/>
              <a:buNone/>
            </a:pPr>
            <a:r>
              <a:rPr lang="en-US" altLang="zh-CN" sz="2000" b="0" dirty="0">
                <a:latin typeface="Consolas" panose="020B0609020204030204" pitchFamily="49" charset="0"/>
              </a:rPr>
              <a:t>		while (cur != NULL </a:t>
            </a:r>
            <a:r>
              <a:rPr lang="en-US" altLang="zh-CN" sz="2000" dirty="0">
                <a:solidFill>
                  <a:srgbClr val="FF0000"/>
                </a:solidFill>
                <a:latin typeface="Consolas" panose="020B0609020204030204" pitchFamily="49" charset="0"/>
              </a:rPr>
              <a:t>&amp;&amp; x &gt; cur-&gt;data</a:t>
            </a:r>
            <a:r>
              <a:rPr lang="en-US" altLang="zh-CN" sz="2000" b="0" dirty="0">
                <a:latin typeface="Consolas" panose="020B0609020204030204" pitchFamily="49" charset="0"/>
              </a:rPr>
              <a:t>){</a:t>
            </a:r>
          </a:p>
          <a:p>
            <a:pPr marL="0" indent="0">
              <a:buFontTx/>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tmp</a:t>
            </a:r>
            <a:r>
              <a:rPr lang="en-US" altLang="zh-CN" sz="2000" b="0" dirty="0">
                <a:latin typeface="Consolas" panose="020B0609020204030204" pitchFamily="49" charset="0"/>
              </a:rPr>
              <a:t> = cur;</a:t>
            </a:r>
          </a:p>
          <a:p>
            <a:pPr marL="0" indent="0">
              <a:buFontTx/>
              <a:buNone/>
            </a:pPr>
            <a:r>
              <a:rPr lang="en-US" altLang="zh-CN" sz="2000" b="0" dirty="0">
                <a:latin typeface="Consolas" panose="020B0609020204030204" pitchFamily="49" charset="0"/>
              </a:rPr>
              <a:t>			cur = cur-&gt;next;</a:t>
            </a:r>
          </a:p>
          <a:p>
            <a:pPr marL="0" indent="0">
              <a:buFontTx/>
              <a:buNone/>
            </a:pPr>
            <a:r>
              <a:rPr lang="en-US" altLang="zh-CN" sz="2000" b="0" dirty="0">
                <a:latin typeface="Consolas" panose="020B0609020204030204" pitchFamily="49" charset="0"/>
              </a:rPr>
              <a:t>		}</a:t>
            </a:r>
          </a:p>
        </p:txBody>
      </p:sp>
    </p:spTree>
    <p:extLst>
      <p:ext uri="{BB962C8B-B14F-4D97-AF65-F5344CB8AC3E}">
        <p14:creationId xmlns:p14="http://schemas.microsoft.com/office/powerpoint/2010/main" val="89324686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4" name="Text Box 33">
            <a:extLst>
              <a:ext uri="{FF2B5EF4-FFF2-40B4-BE49-F238E27FC236}">
                <a16:creationId xmlns:a16="http://schemas.microsoft.com/office/drawing/2014/main" id="{9C940483-F973-4DFB-A139-F781117427D3}"/>
              </a:ext>
            </a:extLst>
          </p:cNvPr>
          <p:cNvSpPr txBox="1">
            <a:spLocks noChangeArrowheads="1"/>
          </p:cNvSpPr>
          <p:nvPr/>
        </p:nvSpPr>
        <p:spPr bwMode="auto">
          <a:xfrm>
            <a:off x="4284663" y="404813"/>
            <a:ext cx="4608512" cy="58477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r>
              <a:rPr lang="zh-CN" altLang="en-US" sz="3200" dirty="0">
                <a:solidFill>
                  <a:srgbClr val="FF3300"/>
                </a:solidFill>
                <a:latin typeface="微软雅黑" panose="020B0503020204020204" pitchFamily="34" charset="-122"/>
                <a:ea typeface="微软雅黑" panose="020B0503020204020204" pitchFamily="34" charset="-122"/>
              </a:rPr>
              <a:t>有序插节点</a:t>
            </a:r>
          </a:p>
        </p:txBody>
      </p:sp>
      <p:sp>
        <p:nvSpPr>
          <p:cNvPr id="33" name="内容占位符 2">
            <a:extLst>
              <a:ext uri="{FF2B5EF4-FFF2-40B4-BE49-F238E27FC236}">
                <a16:creationId xmlns:a16="http://schemas.microsoft.com/office/drawing/2014/main" id="{DB0CD740-9251-4001-90A0-E336B8E2D6F3}"/>
              </a:ext>
            </a:extLst>
          </p:cNvPr>
          <p:cNvSpPr txBox="1">
            <a:spLocks/>
          </p:cNvSpPr>
          <p:nvPr/>
        </p:nvSpPr>
        <p:spPr>
          <a:xfrm>
            <a:off x="539552" y="1196752"/>
            <a:ext cx="8208912" cy="4611687"/>
          </a:xfrm>
          <a:prstGeom prst="rect">
            <a:avLst/>
          </a:prstGeom>
        </p:spPr>
        <p:txBody>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SzPct val="65000"/>
              <a:buFont typeface="Wingdings" panose="05000000000000000000" pitchFamily="2" charset="2"/>
              <a:buChar char="n"/>
              <a:defRPr sz="28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9pPr>
          </a:lstStyle>
          <a:p>
            <a:pPr marL="0" indent="0">
              <a:buFontTx/>
              <a:buNone/>
            </a:pPr>
            <a:r>
              <a:rPr lang="en-US" altLang="zh-CN" sz="2000" b="0" dirty="0">
                <a:latin typeface="Consolas" panose="020B0609020204030204" pitchFamily="49" charset="0"/>
              </a:rPr>
              <a:t>		/*</a:t>
            </a:r>
            <a:r>
              <a:rPr lang="zh-CN" altLang="en-US" sz="2000" b="0" dirty="0">
                <a:latin typeface="Consolas" panose="020B0609020204030204" pitchFamily="49" charset="0"/>
              </a:rPr>
              <a:t>在插入位置的前驱节点和后继节点之间链接新节点</a:t>
            </a:r>
            <a:r>
              <a:rPr lang="en-US" altLang="zh-CN" sz="2000" b="0" dirty="0">
                <a:latin typeface="Consolas" panose="020B0609020204030204" pitchFamily="49" charset="0"/>
              </a:rPr>
              <a:t>*/</a:t>
            </a:r>
          </a:p>
          <a:p>
            <a:pPr marL="0" indent="0">
              <a:buFontTx/>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tmp</a:t>
            </a:r>
            <a:r>
              <a:rPr lang="en-US" altLang="zh-CN" sz="2000" b="0" dirty="0">
                <a:latin typeface="Consolas" panose="020B0609020204030204" pitchFamily="49" charset="0"/>
              </a:rPr>
              <a:t>-&gt;next = p;</a:t>
            </a:r>
          </a:p>
          <a:p>
            <a:pPr marL="0" indent="0">
              <a:buFontTx/>
              <a:buNone/>
            </a:pPr>
            <a:r>
              <a:rPr lang="en-US" altLang="zh-CN" sz="2000" b="0" dirty="0">
                <a:latin typeface="Consolas" panose="020B0609020204030204" pitchFamily="49" charset="0"/>
              </a:rPr>
              <a:t>		p-&gt;next = cur;</a:t>
            </a:r>
          </a:p>
          <a:p>
            <a:pPr marL="0" indent="0">
              <a:buFontTx/>
              <a:buNone/>
            </a:pPr>
            <a:r>
              <a:rPr lang="en-US" altLang="zh-CN" sz="2000" b="0" dirty="0">
                <a:latin typeface="Consolas" panose="020B0609020204030204" pitchFamily="49" charset="0"/>
              </a:rPr>
              <a:t>	}</a:t>
            </a:r>
          </a:p>
          <a:p>
            <a:pPr marL="0" indent="0">
              <a:buFontTx/>
              <a:buNone/>
            </a:pPr>
            <a:r>
              <a:rPr lang="en-US" altLang="zh-CN" sz="2000" b="0" dirty="0">
                <a:latin typeface="Consolas" panose="020B0609020204030204" pitchFamily="49" charset="0"/>
              </a:rPr>
              <a:t>	else </a:t>
            </a:r>
          </a:p>
          <a:p>
            <a:pPr marL="0" indent="0">
              <a:buFontTx/>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printf</a:t>
            </a:r>
            <a:r>
              <a:rPr lang="en-US" altLang="zh-CN" sz="2000" b="0" dirty="0">
                <a:latin typeface="Consolas" panose="020B0609020204030204" pitchFamily="49" charset="0"/>
              </a:rPr>
              <a:t>("Not inserted. No memory </a:t>
            </a:r>
            <a:r>
              <a:rPr lang="en-US" altLang="zh-CN" sz="2000" b="0" dirty="0" err="1">
                <a:latin typeface="Consolas" panose="020B0609020204030204" pitchFamily="49" charset="0"/>
              </a:rPr>
              <a:t>avaliable</a:t>
            </a:r>
            <a:r>
              <a:rPr lang="en-US" altLang="zh-CN" sz="2000" b="0" dirty="0">
                <a:latin typeface="Consolas" panose="020B0609020204030204" pitchFamily="49" charset="0"/>
              </a:rPr>
              <a:t>.\n");</a:t>
            </a:r>
          </a:p>
          <a:p>
            <a:pPr marL="0" indent="0">
              <a:buFontTx/>
              <a:buNone/>
            </a:pPr>
            <a:r>
              <a:rPr lang="en-US" altLang="zh-CN" sz="2000" b="0" dirty="0">
                <a:latin typeface="Consolas" panose="020B0609020204030204" pitchFamily="49" charset="0"/>
              </a:rPr>
              <a:t>}</a:t>
            </a:r>
          </a:p>
          <a:p>
            <a:pPr marL="0" indent="0">
              <a:buFontTx/>
              <a:buNone/>
            </a:pPr>
            <a:endParaRPr lang="en-US" altLang="zh-CN" sz="2000" b="0" dirty="0">
              <a:latin typeface="Consolas" panose="020B0609020204030204" pitchFamily="49" charset="0"/>
            </a:endParaRPr>
          </a:p>
        </p:txBody>
      </p:sp>
    </p:spTree>
    <p:extLst>
      <p:ext uri="{BB962C8B-B14F-4D97-AF65-F5344CB8AC3E}">
        <p14:creationId xmlns:p14="http://schemas.microsoft.com/office/powerpoint/2010/main" val="3762237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8BC5AA-AE95-4193-8BDE-39AF85381536}"/>
              </a:ext>
            </a:extLst>
          </p:cNvPr>
          <p:cNvSpPr>
            <a:spLocks noGrp="1"/>
          </p:cNvSpPr>
          <p:nvPr>
            <p:ph type="title"/>
          </p:nvPr>
        </p:nvSpPr>
        <p:spPr/>
        <p:txBody>
          <a:bodyPr/>
          <a:lstStyle/>
          <a:p>
            <a:r>
              <a:rPr lang="zh-CN" altLang="en-US" dirty="0"/>
              <a:t>测试主程序</a:t>
            </a:r>
          </a:p>
        </p:txBody>
      </p:sp>
      <p:sp>
        <p:nvSpPr>
          <p:cNvPr id="3" name="内容占位符 2">
            <a:extLst>
              <a:ext uri="{FF2B5EF4-FFF2-40B4-BE49-F238E27FC236}">
                <a16:creationId xmlns:a16="http://schemas.microsoft.com/office/drawing/2014/main" id="{A7356289-5129-498F-9533-8374CA3632FD}"/>
              </a:ext>
            </a:extLst>
          </p:cNvPr>
          <p:cNvSpPr>
            <a:spLocks noGrp="1"/>
          </p:cNvSpPr>
          <p:nvPr>
            <p:ph idx="1"/>
          </p:nvPr>
        </p:nvSpPr>
        <p:spPr>
          <a:xfrm>
            <a:off x="467544" y="1196752"/>
            <a:ext cx="7772400" cy="4611687"/>
          </a:xfrm>
        </p:spPr>
        <p:txBody>
          <a:bodyPr/>
          <a:lstStyle/>
          <a:p>
            <a:pPr marL="0" indent="0">
              <a:buNone/>
            </a:pPr>
            <a:r>
              <a:rPr lang="en-US" altLang="zh-CN" sz="2000" dirty="0">
                <a:latin typeface="Consolas" panose="020B0609020204030204" pitchFamily="49" charset="0"/>
              </a:rPr>
              <a:t>int main(){</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PtrNode</a:t>
            </a:r>
            <a:r>
              <a:rPr lang="en-US" altLang="zh-CN" sz="2000" dirty="0">
                <a:latin typeface="Consolas" panose="020B0609020204030204" pitchFamily="49" charset="0"/>
              </a:rPr>
              <a:t> head = NULL;</a:t>
            </a:r>
          </a:p>
          <a:p>
            <a:pPr marL="0" indent="0">
              <a:buNone/>
            </a:pPr>
            <a:r>
              <a:rPr lang="en-US" altLang="zh-CN" sz="2000" dirty="0">
                <a:latin typeface="Consolas" panose="020B0609020204030204" pitchFamily="49" charset="0"/>
              </a:rPr>
              <a:t>	head = </a:t>
            </a:r>
            <a:r>
              <a:rPr lang="en-US" altLang="zh-CN" sz="2000" dirty="0" err="1">
                <a:latin typeface="Consolas" panose="020B0609020204030204" pitchFamily="49" charset="0"/>
              </a:rPr>
              <a:t>initEmptyList</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b="0" dirty="0" err="1">
                <a:latin typeface="Consolas" panose="020B0609020204030204" pitchFamily="49" charset="0"/>
              </a:rPr>
              <a:t>insertEnd</a:t>
            </a:r>
            <a:r>
              <a:rPr lang="en-US" altLang="zh-CN" sz="2000" dirty="0">
                <a:latin typeface="Consolas" panose="020B0609020204030204" pitchFamily="49" charset="0"/>
              </a:rPr>
              <a:t>(</a:t>
            </a:r>
            <a:r>
              <a:rPr lang="en-US" altLang="zh-CN" sz="2000" dirty="0" err="1">
                <a:latin typeface="Consolas" panose="020B0609020204030204" pitchFamily="49" charset="0"/>
              </a:rPr>
              <a:t>head,1</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insertBegin</a:t>
            </a:r>
            <a:r>
              <a:rPr lang="en-US" altLang="zh-CN" sz="2000" dirty="0">
                <a:latin typeface="Consolas" panose="020B0609020204030204" pitchFamily="49" charset="0"/>
              </a:rPr>
              <a:t>(</a:t>
            </a:r>
            <a:r>
              <a:rPr lang="en-US" altLang="zh-CN" sz="2000" dirty="0" err="1">
                <a:latin typeface="Consolas" panose="020B0609020204030204" pitchFamily="49" charset="0"/>
              </a:rPr>
              <a:t>head,2</a:t>
            </a:r>
            <a:r>
              <a:rPr lang="en-US" altLang="zh-CN" sz="2000" dirty="0">
                <a:latin typeface="Consolas" panose="020B0609020204030204" pitchFamily="49" charset="0"/>
              </a:rPr>
              <a:t>); </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insertUp</a:t>
            </a:r>
            <a:r>
              <a:rPr lang="en-US" altLang="zh-CN" sz="2000" dirty="0">
                <a:latin typeface="Consolas" panose="020B0609020204030204" pitchFamily="49" charset="0"/>
              </a:rPr>
              <a:t>(</a:t>
            </a:r>
            <a:r>
              <a:rPr lang="en-US" altLang="zh-CN" sz="2000" dirty="0" err="1">
                <a:latin typeface="Consolas" panose="020B0609020204030204" pitchFamily="49" charset="0"/>
              </a:rPr>
              <a:t>head,3</a:t>
            </a:r>
            <a:r>
              <a:rPr lang="en-US" altLang="zh-CN" sz="2000" dirty="0">
                <a:latin typeface="Consolas" panose="020B0609020204030204" pitchFamily="49" charset="0"/>
              </a:rPr>
              <a:t>); </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printList</a:t>
            </a:r>
            <a:r>
              <a:rPr lang="en-US" altLang="zh-CN" sz="2000" dirty="0">
                <a:latin typeface="Consolas" panose="020B0609020204030204" pitchFamily="49" charset="0"/>
              </a:rPr>
              <a:t>(head);</a:t>
            </a:r>
          </a:p>
          <a:p>
            <a:pPr marL="0" indent="0">
              <a:buNone/>
            </a:pPr>
            <a:r>
              <a:rPr lang="en-US" altLang="zh-CN" sz="2000" dirty="0">
                <a:latin typeface="Consolas" panose="020B0609020204030204" pitchFamily="49" charset="0"/>
              </a:rPr>
              <a:t>	return 0;</a:t>
            </a:r>
          </a:p>
          <a:p>
            <a:pPr marL="0" indent="0">
              <a:buNone/>
            </a:pPr>
            <a:r>
              <a:rPr lang="en-US" altLang="zh-CN" sz="2000" dirty="0">
                <a:latin typeface="Consolas" panose="020B0609020204030204" pitchFamily="49" charset="0"/>
              </a:rPr>
              <a:t>}</a:t>
            </a:r>
          </a:p>
        </p:txBody>
      </p:sp>
    </p:spTree>
    <p:extLst>
      <p:ext uri="{BB962C8B-B14F-4D97-AF65-F5344CB8AC3E}">
        <p14:creationId xmlns:p14="http://schemas.microsoft.com/office/powerpoint/2010/main" val="326156157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a:extLst>
              <a:ext uri="{FF2B5EF4-FFF2-40B4-BE49-F238E27FC236}">
                <a16:creationId xmlns:a16="http://schemas.microsoft.com/office/drawing/2014/main" id="{A32552C4-BAC6-4189-9300-BAEF516F4A0E}"/>
              </a:ext>
            </a:extLst>
          </p:cNvPr>
          <p:cNvSpPr>
            <a:spLocks noGrp="1"/>
          </p:cNvSpPr>
          <p:nvPr>
            <p:ph type="sldNum" sz="quarter" idx="12"/>
          </p:nvPr>
        </p:nvSpPr>
        <p:spPr>
          <a:noFill/>
        </p:spPr>
        <p:txBody>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A2C7E6D0-0D57-4C03-AA62-2D56BEF21AEB}" type="slidenum">
              <a:rPr lang="en-US" altLang="zh-CN" sz="1400"/>
              <a:pPr eaLnBrk="1" hangingPunct="1"/>
              <a:t>23</a:t>
            </a:fld>
            <a:endParaRPr lang="en-US" altLang="zh-CN" sz="1400"/>
          </a:p>
        </p:txBody>
      </p:sp>
      <p:grpSp>
        <p:nvGrpSpPr>
          <p:cNvPr id="159748" name="Group 4">
            <a:extLst>
              <a:ext uri="{FF2B5EF4-FFF2-40B4-BE49-F238E27FC236}">
                <a16:creationId xmlns:a16="http://schemas.microsoft.com/office/drawing/2014/main" id="{F4A49444-3292-4BC0-8109-CB7082AE2D17}"/>
              </a:ext>
            </a:extLst>
          </p:cNvPr>
          <p:cNvGrpSpPr>
            <a:grpSpLocks/>
          </p:cNvGrpSpPr>
          <p:nvPr/>
        </p:nvGrpSpPr>
        <p:grpSpPr bwMode="auto">
          <a:xfrm>
            <a:off x="1475854" y="2611287"/>
            <a:ext cx="990600" cy="466725"/>
            <a:chOff x="624" y="2544"/>
            <a:chExt cx="624" cy="294"/>
          </a:xfrm>
        </p:grpSpPr>
        <p:sp>
          <p:nvSpPr>
            <p:cNvPr id="22584" name="Text Box 5">
              <a:extLst>
                <a:ext uri="{FF2B5EF4-FFF2-40B4-BE49-F238E27FC236}">
                  <a16:creationId xmlns:a16="http://schemas.microsoft.com/office/drawing/2014/main" id="{366EADF4-597B-4170-B772-148A4DA314F7}"/>
                </a:ext>
              </a:extLst>
            </p:cNvPr>
            <p:cNvSpPr txBox="1">
              <a:spLocks noChangeArrowheads="1"/>
            </p:cNvSpPr>
            <p:nvPr/>
          </p:nvSpPr>
          <p:spPr bwMode="auto">
            <a:xfrm>
              <a:off x="624" y="2544"/>
              <a:ext cx="624"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t>     </a:t>
              </a:r>
            </a:p>
          </p:txBody>
        </p:sp>
        <p:sp>
          <p:nvSpPr>
            <p:cNvPr id="22585" name="Line 6">
              <a:extLst>
                <a:ext uri="{FF2B5EF4-FFF2-40B4-BE49-F238E27FC236}">
                  <a16:creationId xmlns:a16="http://schemas.microsoft.com/office/drawing/2014/main" id="{19D6E01A-059F-4F52-A199-A9DA5F7EAA8C}"/>
                </a:ext>
              </a:extLst>
            </p:cNvPr>
            <p:cNvSpPr>
              <a:spLocks noChangeShapeType="1"/>
            </p:cNvSpPr>
            <p:nvPr/>
          </p:nvSpPr>
          <p:spPr bwMode="auto">
            <a:xfrm>
              <a:off x="960" y="2544"/>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9765" name="Group 21">
            <a:extLst>
              <a:ext uri="{FF2B5EF4-FFF2-40B4-BE49-F238E27FC236}">
                <a16:creationId xmlns:a16="http://schemas.microsoft.com/office/drawing/2014/main" id="{D2FDBA3E-4884-4B77-B302-8D4FE12BF4AD}"/>
              </a:ext>
            </a:extLst>
          </p:cNvPr>
          <p:cNvGrpSpPr>
            <a:grpSpLocks/>
          </p:cNvGrpSpPr>
          <p:nvPr/>
        </p:nvGrpSpPr>
        <p:grpSpPr bwMode="auto">
          <a:xfrm>
            <a:off x="942454" y="1239687"/>
            <a:ext cx="1219200" cy="1371600"/>
            <a:chOff x="432" y="1536"/>
            <a:chExt cx="768" cy="864"/>
          </a:xfrm>
        </p:grpSpPr>
        <p:sp>
          <p:nvSpPr>
            <p:cNvPr id="22575" name="Text Box 22">
              <a:extLst>
                <a:ext uri="{FF2B5EF4-FFF2-40B4-BE49-F238E27FC236}">
                  <a16:creationId xmlns:a16="http://schemas.microsoft.com/office/drawing/2014/main" id="{667E8DC9-993E-4F71-8696-4276A4CF1F6D}"/>
                </a:ext>
              </a:extLst>
            </p:cNvPr>
            <p:cNvSpPr txBox="1">
              <a:spLocks noChangeArrowheads="1"/>
            </p:cNvSpPr>
            <p:nvPr/>
          </p:nvSpPr>
          <p:spPr bwMode="auto">
            <a:xfrm>
              <a:off x="624" y="1824"/>
              <a:ext cx="336"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b="0"/>
            </a:p>
          </p:txBody>
        </p:sp>
        <p:sp>
          <p:nvSpPr>
            <p:cNvPr id="22576" name="Text Box 23">
              <a:extLst>
                <a:ext uri="{FF2B5EF4-FFF2-40B4-BE49-F238E27FC236}">
                  <a16:creationId xmlns:a16="http://schemas.microsoft.com/office/drawing/2014/main" id="{7240E8A0-7097-4986-B686-AE11B6DC0CD0}"/>
                </a:ext>
              </a:extLst>
            </p:cNvPr>
            <p:cNvSpPr txBox="1">
              <a:spLocks noChangeArrowheads="1"/>
            </p:cNvSpPr>
            <p:nvPr/>
          </p:nvSpPr>
          <p:spPr bwMode="auto">
            <a:xfrm>
              <a:off x="432" y="1536"/>
              <a:ext cx="7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t>head</a:t>
              </a:r>
            </a:p>
          </p:txBody>
        </p:sp>
        <p:grpSp>
          <p:nvGrpSpPr>
            <p:cNvPr id="22577" name="Group 24">
              <a:extLst>
                <a:ext uri="{FF2B5EF4-FFF2-40B4-BE49-F238E27FC236}">
                  <a16:creationId xmlns:a16="http://schemas.microsoft.com/office/drawing/2014/main" id="{8FB8B37C-275D-42D2-A6D5-C3272CAC758A}"/>
                </a:ext>
              </a:extLst>
            </p:cNvPr>
            <p:cNvGrpSpPr>
              <a:grpSpLocks/>
            </p:cNvGrpSpPr>
            <p:nvPr/>
          </p:nvGrpSpPr>
          <p:grpSpPr bwMode="auto">
            <a:xfrm>
              <a:off x="768" y="1968"/>
              <a:ext cx="48" cy="432"/>
              <a:chOff x="768" y="1968"/>
              <a:chExt cx="48" cy="432"/>
            </a:xfrm>
          </p:grpSpPr>
          <p:sp>
            <p:nvSpPr>
              <p:cNvPr id="22578" name="Oval 25">
                <a:extLst>
                  <a:ext uri="{FF2B5EF4-FFF2-40B4-BE49-F238E27FC236}">
                    <a16:creationId xmlns:a16="http://schemas.microsoft.com/office/drawing/2014/main" id="{CF1D484F-80F9-405D-B838-792A527256D0}"/>
                  </a:ext>
                </a:extLst>
              </p:cNvPr>
              <p:cNvSpPr>
                <a:spLocks noChangeArrowheads="1"/>
              </p:cNvSpPr>
              <p:nvPr/>
            </p:nvSpPr>
            <p:spPr bwMode="auto">
              <a:xfrm>
                <a:off x="768" y="196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579" name="Line 26">
                <a:extLst>
                  <a:ext uri="{FF2B5EF4-FFF2-40B4-BE49-F238E27FC236}">
                    <a16:creationId xmlns:a16="http://schemas.microsoft.com/office/drawing/2014/main" id="{2935DE0E-AA09-41A0-8150-F88DA4D2331A}"/>
                  </a:ext>
                </a:extLst>
              </p:cNvPr>
              <p:cNvSpPr>
                <a:spLocks noChangeShapeType="1"/>
              </p:cNvSpPr>
              <p:nvPr/>
            </p:nvSpPr>
            <p:spPr bwMode="auto">
              <a:xfrm>
                <a:off x="786" y="2016"/>
                <a:ext cx="0"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59818" name="Group 74">
            <a:extLst>
              <a:ext uri="{FF2B5EF4-FFF2-40B4-BE49-F238E27FC236}">
                <a16:creationId xmlns:a16="http://schemas.microsoft.com/office/drawing/2014/main" id="{979648D6-90A2-4EAD-B126-839C018F2D16}"/>
              </a:ext>
            </a:extLst>
          </p:cNvPr>
          <p:cNvGrpSpPr>
            <a:grpSpLocks/>
          </p:cNvGrpSpPr>
          <p:nvPr/>
        </p:nvGrpSpPr>
        <p:grpSpPr bwMode="auto">
          <a:xfrm>
            <a:off x="3354284" y="1385751"/>
            <a:ext cx="1020763" cy="1224368"/>
            <a:chOff x="1962" y="1162"/>
            <a:chExt cx="643" cy="956"/>
          </a:xfrm>
        </p:grpSpPr>
        <p:sp>
          <p:nvSpPr>
            <p:cNvPr id="22543" name="Text Box 75">
              <a:extLst>
                <a:ext uri="{FF2B5EF4-FFF2-40B4-BE49-F238E27FC236}">
                  <a16:creationId xmlns:a16="http://schemas.microsoft.com/office/drawing/2014/main" id="{FC22A2F9-54E4-427F-99D7-C870E4E24062}"/>
                </a:ext>
              </a:extLst>
            </p:cNvPr>
            <p:cNvSpPr txBox="1">
              <a:spLocks noChangeArrowheads="1"/>
            </p:cNvSpPr>
            <p:nvPr/>
          </p:nvSpPr>
          <p:spPr bwMode="auto">
            <a:xfrm>
              <a:off x="1986" y="1450"/>
              <a:ext cx="336"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b="0"/>
            </a:p>
          </p:txBody>
        </p:sp>
        <p:sp>
          <p:nvSpPr>
            <p:cNvPr id="22544" name="Text Box 76">
              <a:extLst>
                <a:ext uri="{FF2B5EF4-FFF2-40B4-BE49-F238E27FC236}">
                  <a16:creationId xmlns:a16="http://schemas.microsoft.com/office/drawing/2014/main" id="{523FC504-851D-4E5E-8CA7-448A253A033C}"/>
                </a:ext>
              </a:extLst>
            </p:cNvPr>
            <p:cNvSpPr txBox="1">
              <a:spLocks noChangeArrowheads="1"/>
            </p:cNvSpPr>
            <p:nvPr/>
          </p:nvSpPr>
          <p:spPr bwMode="auto">
            <a:xfrm>
              <a:off x="1962" y="1162"/>
              <a:ext cx="643"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solidFill>
                    <a:srgbClr val="FF0000"/>
                  </a:solidFill>
                </a:rPr>
                <a:t>cur</a:t>
              </a:r>
            </a:p>
          </p:txBody>
        </p:sp>
        <p:grpSp>
          <p:nvGrpSpPr>
            <p:cNvPr id="22545" name="Group 77">
              <a:extLst>
                <a:ext uri="{FF2B5EF4-FFF2-40B4-BE49-F238E27FC236}">
                  <a16:creationId xmlns:a16="http://schemas.microsoft.com/office/drawing/2014/main" id="{9E0BD45A-18CB-44FB-8C46-61E0EE54596C}"/>
                </a:ext>
              </a:extLst>
            </p:cNvPr>
            <p:cNvGrpSpPr>
              <a:grpSpLocks/>
            </p:cNvGrpSpPr>
            <p:nvPr/>
          </p:nvGrpSpPr>
          <p:grpSpPr bwMode="auto">
            <a:xfrm>
              <a:off x="1998" y="1594"/>
              <a:ext cx="180" cy="524"/>
              <a:chOff x="636" y="1968"/>
              <a:chExt cx="180" cy="524"/>
            </a:xfrm>
          </p:grpSpPr>
          <p:sp>
            <p:nvSpPr>
              <p:cNvPr id="22546" name="Oval 78">
                <a:extLst>
                  <a:ext uri="{FF2B5EF4-FFF2-40B4-BE49-F238E27FC236}">
                    <a16:creationId xmlns:a16="http://schemas.microsoft.com/office/drawing/2014/main" id="{9A659170-9588-43EB-9DF8-1D47D9DDCA5C}"/>
                  </a:ext>
                </a:extLst>
              </p:cNvPr>
              <p:cNvSpPr>
                <a:spLocks noChangeArrowheads="1"/>
              </p:cNvSpPr>
              <p:nvPr/>
            </p:nvSpPr>
            <p:spPr bwMode="auto">
              <a:xfrm>
                <a:off x="768" y="196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547" name="Line 79">
                <a:extLst>
                  <a:ext uri="{FF2B5EF4-FFF2-40B4-BE49-F238E27FC236}">
                    <a16:creationId xmlns:a16="http://schemas.microsoft.com/office/drawing/2014/main" id="{124A9B90-B84D-4C07-8003-1B641EF64D07}"/>
                  </a:ext>
                </a:extLst>
              </p:cNvPr>
              <p:cNvSpPr>
                <a:spLocks noChangeShapeType="1"/>
              </p:cNvSpPr>
              <p:nvPr/>
            </p:nvSpPr>
            <p:spPr bwMode="auto">
              <a:xfrm flipH="1">
                <a:off x="636" y="2016"/>
                <a:ext cx="150" cy="4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58" name="Text Box 33">
            <a:extLst>
              <a:ext uri="{FF2B5EF4-FFF2-40B4-BE49-F238E27FC236}">
                <a16:creationId xmlns:a16="http://schemas.microsoft.com/office/drawing/2014/main" id="{A1FDF194-0345-469A-A469-67A3FD46E506}"/>
              </a:ext>
            </a:extLst>
          </p:cNvPr>
          <p:cNvSpPr txBox="1">
            <a:spLocks noChangeArrowheads="1"/>
          </p:cNvSpPr>
          <p:nvPr/>
        </p:nvSpPr>
        <p:spPr bwMode="auto">
          <a:xfrm>
            <a:off x="4284663" y="404813"/>
            <a:ext cx="4608512" cy="58477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r>
              <a:rPr lang="zh-CN" altLang="en-US" sz="3200" dirty="0">
                <a:solidFill>
                  <a:srgbClr val="FF3300"/>
                </a:solidFill>
                <a:latin typeface="微软雅黑" panose="020B0503020204020204" pitchFamily="34" charset="-122"/>
                <a:ea typeface="微软雅黑" panose="020B0503020204020204" pitchFamily="34" charset="-122"/>
              </a:rPr>
              <a:t>基本操作－删头节点</a:t>
            </a:r>
          </a:p>
        </p:txBody>
      </p:sp>
      <p:grpSp>
        <p:nvGrpSpPr>
          <p:cNvPr id="4" name="组合 3">
            <a:extLst>
              <a:ext uri="{FF2B5EF4-FFF2-40B4-BE49-F238E27FC236}">
                <a16:creationId xmlns:a16="http://schemas.microsoft.com/office/drawing/2014/main" id="{23AE86DD-6288-4DE1-B318-D5CA4902E777}"/>
              </a:ext>
            </a:extLst>
          </p:cNvPr>
          <p:cNvGrpSpPr/>
          <p:nvPr/>
        </p:nvGrpSpPr>
        <p:grpSpPr>
          <a:xfrm>
            <a:off x="2168004" y="2608112"/>
            <a:ext cx="3340100" cy="469900"/>
            <a:chOff x="1955800" y="2141538"/>
            <a:chExt cx="3340100" cy="469900"/>
          </a:xfrm>
        </p:grpSpPr>
        <p:grpSp>
          <p:nvGrpSpPr>
            <p:cNvPr id="159813" name="Group 69">
              <a:extLst>
                <a:ext uri="{FF2B5EF4-FFF2-40B4-BE49-F238E27FC236}">
                  <a16:creationId xmlns:a16="http://schemas.microsoft.com/office/drawing/2014/main" id="{62A6C776-B96F-4495-8C31-19241B34C43D}"/>
                </a:ext>
              </a:extLst>
            </p:cNvPr>
            <p:cNvGrpSpPr>
              <a:grpSpLocks/>
            </p:cNvGrpSpPr>
            <p:nvPr/>
          </p:nvGrpSpPr>
          <p:grpSpPr bwMode="auto">
            <a:xfrm>
              <a:off x="1955800" y="2141538"/>
              <a:ext cx="3340100" cy="469900"/>
              <a:chOff x="930" y="1298"/>
              <a:chExt cx="2104" cy="296"/>
            </a:xfrm>
          </p:grpSpPr>
          <p:grpSp>
            <p:nvGrpSpPr>
              <p:cNvPr id="22550" name="Group 54">
                <a:extLst>
                  <a:ext uri="{FF2B5EF4-FFF2-40B4-BE49-F238E27FC236}">
                    <a16:creationId xmlns:a16="http://schemas.microsoft.com/office/drawing/2014/main" id="{D66DE6B6-ADEC-41D4-BAC1-E4C94AC17101}"/>
                  </a:ext>
                </a:extLst>
              </p:cNvPr>
              <p:cNvGrpSpPr>
                <a:grpSpLocks/>
              </p:cNvGrpSpPr>
              <p:nvPr/>
            </p:nvGrpSpPr>
            <p:grpSpPr bwMode="auto">
              <a:xfrm>
                <a:off x="930" y="1300"/>
                <a:ext cx="1152" cy="294"/>
                <a:chOff x="1536" y="1706"/>
                <a:chExt cx="1152" cy="294"/>
              </a:xfrm>
            </p:grpSpPr>
            <p:grpSp>
              <p:nvGrpSpPr>
                <p:cNvPr id="22558" name="Group 7">
                  <a:extLst>
                    <a:ext uri="{FF2B5EF4-FFF2-40B4-BE49-F238E27FC236}">
                      <a16:creationId xmlns:a16="http://schemas.microsoft.com/office/drawing/2014/main" id="{531B2F2F-D6FB-447D-96A0-6C71E747C9A1}"/>
                    </a:ext>
                  </a:extLst>
                </p:cNvPr>
                <p:cNvGrpSpPr>
                  <a:grpSpLocks/>
                </p:cNvGrpSpPr>
                <p:nvPr/>
              </p:nvGrpSpPr>
              <p:grpSpPr bwMode="auto">
                <a:xfrm>
                  <a:off x="2064" y="1706"/>
                  <a:ext cx="624" cy="294"/>
                  <a:chOff x="624" y="2544"/>
                  <a:chExt cx="624" cy="294"/>
                </a:xfrm>
              </p:grpSpPr>
              <p:sp>
                <p:nvSpPr>
                  <p:cNvPr id="22562" name="Text Box 8">
                    <a:extLst>
                      <a:ext uri="{FF2B5EF4-FFF2-40B4-BE49-F238E27FC236}">
                        <a16:creationId xmlns:a16="http://schemas.microsoft.com/office/drawing/2014/main" id="{8C2436C6-E40F-4337-812B-DF04F6F13CB8}"/>
                      </a:ext>
                    </a:extLst>
                  </p:cNvPr>
                  <p:cNvSpPr txBox="1">
                    <a:spLocks noChangeArrowheads="1"/>
                  </p:cNvSpPr>
                  <p:nvPr/>
                </p:nvSpPr>
                <p:spPr bwMode="auto">
                  <a:xfrm>
                    <a:off x="624" y="2544"/>
                    <a:ext cx="624"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t>17  </a:t>
                    </a:r>
                  </a:p>
                </p:txBody>
              </p:sp>
              <p:sp>
                <p:nvSpPr>
                  <p:cNvPr id="22563" name="Line 9">
                    <a:extLst>
                      <a:ext uri="{FF2B5EF4-FFF2-40B4-BE49-F238E27FC236}">
                        <a16:creationId xmlns:a16="http://schemas.microsoft.com/office/drawing/2014/main" id="{40801355-DB8A-486A-97FA-A6A50B31C238}"/>
                      </a:ext>
                    </a:extLst>
                  </p:cNvPr>
                  <p:cNvSpPr>
                    <a:spLocks noChangeShapeType="1"/>
                  </p:cNvSpPr>
                  <p:nvPr/>
                </p:nvSpPr>
                <p:spPr bwMode="auto">
                  <a:xfrm>
                    <a:off x="960" y="2544"/>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2559" name="Group 13">
                  <a:extLst>
                    <a:ext uri="{FF2B5EF4-FFF2-40B4-BE49-F238E27FC236}">
                      <a16:creationId xmlns:a16="http://schemas.microsoft.com/office/drawing/2014/main" id="{7842AB5B-3E3B-4E9E-ABFF-EF964C870D65}"/>
                    </a:ext>
                  </a:extLst>
                </p:cNvPr>
                <p:cNvGrpSpPr>
                  <a:grpSpLocks/>
                </p:cNvGrpSpPr>
                <p:nvPr/>
              </p:nvGrpSpPr>
              <p:grpSpPr bwMode="auto">
                <a:xfrm>
                  <a:off x="1536" y="1829"/>
                  <a:ext cx="528" cy="48"/>
                  <a:chOff x="1104" y="2667"/>
                  <a:chExt cx="528" cy="48"/>
                </a:xfrm>
              </p:grpSpPr>
              <p:sp>
                <p:nvSpPr>
                  <p:cNvPr id="22560" name="Line 14">
                    <a:extLst>
                      <a:ext uri="{FF2B5EF4-FFF2-40B4-BE49-F238E27FC236}">
                        <a16:creationId xmlns:a16="http://schemas.microsoft.com/office/drawing/2014/main" id="{66FEC860-505A-435A-93F2-78FB01D36A2B}"/>
                      </a:ext>
                    </a:extLst>
                  </p:cNvPr>
                  <p:cNvSpPr>
                    <a:spLocks noChangeShapeType="1"/>
                  </p:cNvSpPr>
                  <p:nvPr/>
                </p:nvSpPr>
                <p:spPr bwMode="auto">
                  <a:xfrm>
                    <a:off x="1152" y="2688"/>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61" name="Oval 15">
                    <a:extLst>
                      <a:ext uri="{FF2B5EF4-FFF2-40B4-BE49-F238E27FC236}">
                        <a16:creationId xmlns:a16="http://schemas.microsoft.com/office/drawing/2014/main" id="{E5BEA220-6A04-4396-B801-EAF0694BC4A0}"/>
                      </a:ext>
                    </a:extLst>
                  </p:cNvPr>
                  <p:cNvSpPr>
                    <a:spLocks noChangeArrowheads="1"/>
                  </p:cNvSpPr>
                  <p:nvPr/>
                </p:nvSpPr>
                <p:spPr bwMode="auto">
                  <a:xfrm>
                    <a:off x="1104" y="2667"/>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grpSp>
            <p:nvGrpSpPr>
              <p:cNvPr id="22551" name="Group 62">
                <a:extLst>
                  <a:ext uri="{FF2B5EF4-FFF2-40B4-BE49-F238E27FC236}">
                    <a16:creationId xmlns:a16="http://schemas.microsoft.com/office/drawing/2014/main" id="{91457D32-2C5E-44B6-B30B-95600A13E97E}"/>
                  </a:ext>
                </a:extLst>
              </p:cNvPr>
              <p:cNvGrpSpPr>
                <a:grpSpLocks/>
              </p:cNvGrpSpPr>
              <p:nvPr/>
            </p:nvGrpSpPr>
            <p:grpSpPr bwMode="auto">
              <a:xfrm>
                <a:off x="1882" y="1298"/>
                <a:ext cx="1152" cy="294"/>
                <a:chOff x="1536" y="1706"/>
                <a:chExt cx="1152" cy="294"/>
              </a:xfrm>
            </p:grpSpPr>
            <p:grpSp>
              <p:nvGrpSpPr>
                <p:cNvPr id="22552" name="Group 63">
                  <a:extLst>
                    <a:ext uri="{FF2B5EF4-FFF2-40B4-BE49-F238E27FC236}">
                      <a16:creationId xmlns:a16="http://schemas.microsoft.com/office/drawing/2014/main" id="{0F4BF254-504A-4CA7-A8BA-3DDE02F01EA0}"/>
                    </a:ext>
                  </a:extLst>
                </p:cNvPr>
                <p:cNvGrpSpPr>
                  <a:grpSpLocks/>
                </p:cNvGrpSpPr>
                <p:nvPr/>
              </p:nvGrpSpPr>
              <p:grpSpPr bwMode="auto">
                <a:xfrm>
                  <a:off x="2064" y="1706"/>
                  <a:ext cx="624" cy="294"/>
                  <a:chOff x="624" y="2544"/>
                  <a:chExt cx="624" cy="294"/>
                </a:xfrm>
              </p:grpSpPr>
              <p:sp>
                <p:nvSpPr>
                  <p:cNvPr id="22556" name="Text Box 64">
                    <a:extLst>
                      <a:ext uri="{FF2B5EF4-FFF2-40B4-BE49-F238E27FC236}">
                        <a16:creationId xmlns:a16="http://schemas.microsoft.com/office/drawing/2014/main" id="{F0E8D1E2-C7D0-4418-AEB6-862B562DA05E}"/>
                      </a:ext>
                    </a:extLst>
                  </p:cNvPr>
                  <p:cNvSpPr txBox="1">
                    <a:spLocks noChangeArrowheads="1"/>
                  </p:cNvSpPr>
                  <p:nvPr/>
                </p:nvSpPr>
                <p:spPr bwMode="auto">
                  <a:xfrm>
                    <a:off x="624" y="2544"/>
                    <a:ext cx="624"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t>19  </a:t>
                    </a:r>
                  </a:p>
                </p:txBody>
              </p:sp>
              <p:sp>
                <p:nvSpPr>
                  <p:cNvPr id="22557" name="Line 65">
                    <a:extLst>
                      <a:ext uri="{FF2B5EF4-FFF2-40B4-BE49-F238E27FC236}">
                        <a16:creationId xmlns:a16="http://schemas.microsoft.com/office/drawing/2014/main" id="{1B5CBFD3-A95C-4870-9F58-EFB1F4048AED}"/>
                      </a:ext>
                    </a:extLst>
                  </p:cNvPr>
                  <p:cNvSpPr>
                    <a:spLocks noChangeShapeType="1"/>
                  </p:cNvSpPr>
                  <p:nvPr/>
                </p:nvSpPr>
                <p:spPr bwMode="auto">
                  <a:xfrm>
                    <a:off x="960" y="2544"/>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2553" name="Group 66">
                  <a:extLst>
                    <a:ext uri="{FF2B5EF4-FFF2-40B4-BE49-F238E27FC236}">
                      <a16:creationId xmlns:a16="http://schemas.microsoft.com/office/drawing/2014/main" id="{8AB80D2E-21B4-4FA8-801D-7A613DDBFB73}"/>
                    </a:ext>
                  </a:extLst>
                </p:cNvPr>
                <p:cNvGrpSpPr>
                  <a:grpSpLocks/>
                </p:cNvGrpSpPr>
                <p:nvPr/>
              </p:nvGrpSpPr>
              <p:grpSpPr bwMode="auto">
                <a:xfrm>
                  <a:off x="1536" y="1829"/>
                  <a:ext cx="528" cy="48"/>
                  <a:chOff x="1104" y="2667"/>
                  <a:chExt cx="528" cy="48"/>
                </a:xfrm>
              </p:grpSpPr>
              <p:sp>
                <p:nvSpPr>
                  <p:cNvPr id="22554" name="Line 67">
                    <a:extLst>
                      <a:ext uri="{FF2B5EF4-FFF2-40B4-BE49-F238E27FC236}">
                        <a16:creationId xmlns:a16="http://schemas.microsoft.com/office/drawing/2014/main" id="{9773F3D1-D023-40B3-A8D0-146090C6B1D4}"/>
                      </a:ext>
                    </a:extLst>
                  </p:cNvPr>
                  <p:cNvSpPr>
                    <a:spLocks noChangeShapeType="1"/>
                  </p:cNvSpPr>
                  <p:nvPr/>
                </p:nvSpPr>
                <p:spPr bwMode="auto">
                  <a:xfrm>
                    <a:off x="1152" y="2688"/>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55" name="Oval 68">
                    <a:extLst>
                      <a:ext uri="{FF2B5EF4-FFF2-40B4-BE49-F238E27FC236}">
                        <a16:creationId xmlns:a16="http://schemas.microsoft.com/office/drawing/2014/main" id="{E903949A-343B-424E-BD19-5888FB09721C}"/>
                      </a:ext>
                    </a:extLst>
                  </p:cNvPr>
                  <p:cNvSpPr>
                    <a:spLocks noChangeArrowheads="1"/>
                  </p:cNvSpPr>
                  <p:nvPr/>
                </p:nvSpPr>
                <p:spPr bwMode="auto">
                  <a:xfrm>
                    <a:off x="1104" y="2667"/>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grpSp>
        <p:cxnSp>
          <p:nvCxnSpPr>
            <p:cNvPr id="3" name="直接连接符 2">
              <a:extLst>
                <a:ext uri="{FF2B5EF4-FFF2-40B4-BE49-F238E27FC236}">
                  <a16:creationId xmlns:a16="http://schemas.microsoft.com/office/drawing/2014/main" id="{98847978-0CE6-4FCD-81B5-A002E866E07C}"/>
                </a:ext>
              </a:extLst>
            </p:cNvPr>
            <p:cNvCxnSpPr>
              <a:stCxn id="22556" idx="0"/>
            </p:cNvCxnSpPr>
            <p:nvPr/>
          </p:nvCxnSpPr>
          <p:spPr>
            <a:xfrm>
              <a:off x="4800600" y="2141538"/>
              <a:ext cx="495300" cy="4487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9" name="Group 49">
            <a:extLst>
              <a:ext uri="{FF2B5EF4-FFF2-40B4-BE49-F238E27FC236}">
                <a16:creationId xmlns:a16="http://schemas.microsoft.com/office/drawing/2014/main" id="{E2D4B80A-608C-47AC-AC99-B40C47AD6CFA}"/>
              </a:ext>
            </a:extLst>
          </p:cNvPr>
          <p:cNvGrpSpPr>
            <a:grpSpLocks/>
          </p:cNvGrpSpPr>
          <p:nvPr/>
        </p:nvGrpSpPr>
        <p:grpSpPr bwMode="auto">
          <a:xfrm>
            <a:off x="2519475" y="2639653"/>
            <a:ext cx="341313" cy="457200"/>
            <a:chOff x="0" y="0"/>
            <a:chExt cx="192" cy="288"/>
          </a:xfrm>
        </p:grpSpPr>
        <p:sp>
          <p:nvSpPr>
            <p:cNvPr id="70" name="Line 50">
              <a:extLst>
                <a:ext uri="{FF2B5EF4-FFF2-40B4-BE49-F238E27FC236}">
                  <a16:creationId xmlns:a16="http://schemas.microsoft.com/office/drawing/2014/main" id="{64C16EA1-AA96-4543-8B61-5D878CA05DDF}"/>
                </a:ext>
              </a:extLst>
            </p:cNvPr>
            <p:cNvSpPr>
              <a:spLocks noChangeShapeType="1"/>
            </p:cNvSpPr>
            <p:nvPr/>
          </p:nvSpPr>
          <p:spPr bwMode="auto">
            <a:xfrm flipH="1">
              <a:off x="0" y="0"/>
              <a:ext cx="192" cy="288"/>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Line 51">
              <a:extLst>
                <a:ext uri="{FF2B5EF4-FFF2-40B4-BE49-F238E27FC236}">
                  <a16:creationId xmlns:a16="http://schemas.microsoft.com/office/drawing/2014/main" id="{633A1732-5372-4FBD-A194-A18D00A4D4F3}"/>
                </a:ext>
              </a:extLst>
            </p:cNvPr>
            <p:cNvSpPr>
              <a:spLocks noChangeShapeType="1"/>
            </p:cNvSpPr>
            <p:nvPr/>
          </p:nvSpPr>
          <p:spPr bwMode="auto">
            <a:xfrm>
              <a:off x="0" y="48"/>
              <a:ext cx="192" cy="19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2" name="Group 44">
            <a:extLst>
              <a:ext uri="{FF2B5EF4-FFF2-40B4-BE49-F238E27FC236}">
                <a16:creationId xmlns:a16="http://schemas.microsoft.com/office/drawing/2014/main" id="{10FC3378-9103-4569-ABA4-2E531006EC59}"/>
              </a:ext>
            </a:extLst>
          </p:cNvPr>
          <p:cNvGrpSpPr>
            <a:grpSpLocks/>
          </p:cNvGrpSpPr>
          <p:nvPr/>
        </p:nvGrpSpPr>
        <p:grpSpPr bwMode="auto">
          <a:xfrm>
            <a:off x="2217534" y="3069655"/>
            <a:ext cx="2605087" cy="287337"/>
            <a:chOff x="0" y="0"/>
            <a:chExt cx="1641" cy="272"/>
          </a:xfrm>
        </p:grpSpPr>
        <p:sp>
          <p:nvSpPr>
            <p:cNvPr id="73" name="Line 45">
              <a:extLst>
                <a:ext uri="{FF2B5EF4-FFF2-40B4-BE49-F238E27FC236}">
                  <a16:creationId xmlns:a16="http://schemas.microsoft.com/office/drawing/2014/main" id="{5A27E82F-92DB-4223-A830-B023504B0FC9}"/>
                </a:ext>
              </a:extLst>
            </p:cNvPr>
            <p:cNvSpPr>
              <a:spLocks noChangeShapeType="1"/>
            </p:cNvSpPr>
            <p:nvPr/>
          </p:nvSpPr>
          <p:spPr bwMode="auto">
            <a:xfrm>
              <a:off x="0" y="0"/>
              <a:ext cx="0" cy="272"/>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74" name="Line 46">
              <a:extLst>
                <a:ext uri="{FF2B5EF4-FFF2-40B4-BE49-F238E27FC236}">
                  <a16:creationId xmlns:a16="http://schemas.microsoft.com/office/drawing/2014/main" id="{6F9F3685-3A63-4502-AC44-C183DDF1352D}"/>
                </a:ext>
              </a:extLst>
            </p:cNvPr>
            <p:cNvSpPr>
              <a:spLocks noChangeShapeType="1"/>
            </p:cNvSpPr>
            <p:nvPr/>
          </p:nvSpPr>
          <p:spPr bwMode="auto">
            <a:xfrm>
              <a:off x="0" y="272"/>
              <a:ext cx="1633" cy="0"/>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75" name="Line 47">
              <a:extLst>
                <a:ext uri="{FF2B5EF4-FFF2-40B4-BE49-F238E27FC236}">
                  <a16:creationId xmlns:a16="http://schemas.microsoft.com/office/drawing/2014/main" id="{379A93FC-DA60-4089-B9AD-51238D1858D6}"/>
                </a:ext>
              </a:extLst>
            </p:cNvPr>
            <p:cNvSpPr>
              <a:spLocks noChangeShapeType="1"/>
            </p:cNvSpPr>
            <p:nvPr/>
          </p:nvSpPr>
          <p:spPr bwMode="auto">
            <a:xfrm flipV="1">
              <a:off x="1633" y="90"/>
              <a:ext cx="8" cy="182"/>
            </a:xfrm>
            <a:prstGeom prst="line">
              <a:avLst/>
            </a:prstGeom>
            <a:noFill/>
            <a:ln w="9525">
              <a:solidFill>
                <a:schemeClr val="tx1"/>
              </a:solidFill>
              <a:round/>
              <a:headEnd/>
              <a:tailEnd type="triangle" w="med" len="me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grpSp>
      <p:grpSp>
        <p:nvGrpSpPr>
          <p:cNvPr id="76" name="Group 4">
            <a:extLst>
              <a:ext uri="{FF2B5EF4-FFF2-40B4-BE49-F238E27FC236}">
                <a16:creationId xmlns:a16="http://schemas.microsoft.com/office/drawing/2014/main" id="{D50B8571-8EF6-47B7-90DE-721CD37124BB}"/>
              </a:ext>
            </a:extLst>
          </p:cNvPr>
          <p:cNvGrpSpPr>
            <a:grpSpLocks/>
          </p:cNvGrpSpPr>
          <p:nvPr/>
        </p:nvGrpSpPr>
        <p:grpSpPr bwMode="auto">
          <a:xfrm>
            <a:off x="1475854" y="4927600"/>
            <a:ext cx="990600" cy="466725"/>
            <a:chOff x="624" y="2544"/>
            <a:chExt cx="624" cy="294"/>
          </a:xfrm>
        </p:grpSpPr>
        <p:sp>
          <p:nvSpPr>
            <p:cNvPr id="77" name="Text Box 5">
              <a:extLst>
                <a:ext uri="{FF2B5EF4-FFF2-40B4-BE49-F238E27FC236}">
                  <a16:creationId xmlns:a16="http://schemas.microsoft.com/office/drawing/2014/main" id="{7A7E2333-C2A8-4B73-A22A-14BF2A7FF0F4}"/>
                </a:ext>
              </a:extLst>
            </p:cNvPr>
            <p:cNvSpPr txBox="1">
              <a:spLocks noChangeArrowheads="1"/>
            </p:cNvSpPr>
            <p:nvPr/>
          </p:nvSpPr>
          <p:spPr bwMode="auto">
            <a:xfrm>
              <a:off x="624" y="2544"/>
              <a:ext cx="624"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t>     </a:t>
              </a:r>
            </a:p>
          </p:txBody>
        </p:sp>
        <p:sp>
          <p:nvSpPr>
            <p:cNvPr id="78" name="Line 6">
              <a:extLst>
                <a:ext uri="{FF2B5EF4-FFF2-40B4-BE49-F238E27FC236}">
                  <a16:creationId xmlns:a16="http://schemas.microsoft.com/office/drawing/2014/main" id="{27C22B18-AEBD-43CD-AAAA-32EC016F9BA9}"/>
                </a:ext>
              </a:extLst>
            </p:cNvPr>
            <p:cNvSpPr>
              <a:spLocks noChangeShapeType="1"/>
            </p:cNvSpPr>
            <p:nvPr/>
          </p:nvSpPr>
          <p:spPr bwMode="auto">
            <a:xfrm>
              <a:off x="960" y="2544"/>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9" name="Group 21">
            <a:extLst>
              <a:ext uri="{FF2B5EF4-FFF2-40B4-BE49-F238E27FC236}">
                <a16:creationId xmlns:a16="http://schemas.microsoft.com/office/drawing/2014/main" id="{5884DB0E-69E1-4F47-9F25-3BF7461B5BF4}"/>
              </a:ext>
            </a:extLst>
          </p:cNvPr>
          <p:cNvGrpSpPr>
            <a:grpSpLocks/>
          </p:cNvGrpSpPr>
          <p:nvPr/>
        </p:nvGrpSpPr>
        <p:grpSpPr bwMode="auto">
          <a:xfrm>
            <a:off x="942454" y="3556000"/>
            <a:ext cx="1219200" cy="1371600"/>
            <a:chOff x="432" y="1536"/>
            <a:chExt cx="768" cy="864"/>
          </a:xfrm>
        </p:grpSpPr>
        <p:sp>
          <p:nvSpPr>
            <p:cNvPr id="80" name="Text Box 22">
              <a:extLst>
                <a:ext uri="{FF2B5EF4-FFF2-40B4-BE49-F238E27FC236}">
                  <a16:creationId xmlns:a16="http://schemas.microsoft.com/office/drawing/2014/main" id="{E4994D75-60AA-4AA0-B70D-9C6479E431AE}"/>
                </a:ext>
              </a:extLst>
            </p:cNvPr>
            <p:cNvSpPr txBox="1">
              <a:spLocks noChangeArrowheads="1"/>
            </p:cNvSpPr>
            <p:nvPr/>
          </p:nvSpPr>
          <p:spPr bwMode="auto">
            <a:xfrm>
              <a:off x="624" y="1824"/>
              <a:ext cx="336"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b="0"/>
            </a:p>
          </p:txBody>
        </p:sp>
        <p:sp>
          <p:nvSpPr>
            <p:cNvPr id="81" name="Text Box 23">
              <a:extLst>
                <a:ext uri="{FF2B5EF4-FFF2-40B4-BE49-F238E27FC236}">
                  <a16:creationId xmlns:a16="http://schemas.microsoft.com/office/drawing/2014/main" id="{08172554-EAA7-4609-891F-11161954ADFB}"/>
                </a:ext>
              </a:extLst>
            </p:cNvPr>
            <p:cNvSpPr txBox="1">
              <a:spLocks noChangeArrowheads="1"/>
            </p:cNvSpPr>
            <p:nvPr/>
          </p:nvSpPr>
          <p:spPr bwMode="auto">
            <a:xfrm>
              <a:off x="432" y="1536"/>
              <a:ext cx="7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t>head</a:t>
              </a:r>
            </a:p>
          </p:txBody>
        </p:sp>
        <p:grpSp>
          <p:nvGrpSpPr>
            <p:cNvPr id="82" name="Group 24">
              <a:extLst>
                <a:ext uri="{FF2B5EF4-FFF2-40B4-BE49-F238E27FC236}">
                  <a16:creationId xmlns:a16="http://schemas.microsoft.com/office/drawing/2014/main" id="{350A86A1-6E44-45C9-8E88-10299C2FED78}"/>
                </a:ext>
              </a:extLst>
            </p:cNvPr>
            <p:cNvGrpSpPr>
              <a:grpSpLocks/>
            </p:cNvGrpSpPr>
            <p:nvPr/>
          </p:nvGrpSpPr>
          <p:grpSpPr bwMode="auto">
            <a:xfrm>
              <a:off x="768" y="1968"/>
              <a:ext cx="48" cy="432"/>
              <a:chOff x="768" y="1968"/>
              <a:chExt cx="48" cy="432"/>
            </a:xfrm>
          </p:grpSpPr>
          <p:sp>
            <p:nvSpPr>
              <p:cNvPr id="83" name="Oval 25">
                <a:extLst>
                  <a:ext uri="{FF2B5EF4-FFF2-40B4-BE49-F238E27FC236}">
                    <a16:creationId xmlns:a16="http://schemas.microsoft.com/office/drawing/2014/main" id="{8FB147E8-EA29-4F70-ADE2-BE062F249D68}"/>
                  </a:ext>
                </a:extLst>
              </p:cNvPr>
              <p:cNvSpPr>
                <a:spLocks noChangeArrowheads="1"/>
              </p:cNvSpPr>
              <p:nvPr/>
            </p:nvSpPr>
            <p:spPr bwMode="auto">
              <a:xfrm>
                <a:off x="768" y="196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4" name="Line 26">
                <a:extLst>
                  <a:ext uri="{FF2B5EF4-FFF2-40B4-BE49-F238E27FC236}">
                    <a16:creationId xmlns:a16="http://schemas.microsoft.com/office/drawing/2014/main" id="{6179E2B2-DB6E-4575-92D6-F6CA94F64F56}"/>
                  </a:ext>
                </a:extLst>
              </p:cNvPr>
              <p:cNvSpPr>
                <a:spLocks noChangeShapeType="1"/>
              </p:cNvSpPr>
              <p:nvPr/>
            </p:nvSpPr>
            <p:spPr bwMode="auto">
              <a:xfrm>
                <a:off x="786" y="2016"/>
                <a:ext cx="0"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85" name="Group 74">
            <a:extLst>
              <a:ext uri="{FF2B5EF4-FFF2-40B4-BE49-F238E27FC236}">
                <a16:creationId xmlns:a16="http://schemas.microsoft.com/office/drawing/2014/main" id="{76001EC3-78A5-4FE4-B479-9DB447F3A0C2}"/>
              </a:ext>
            </a:extLst>
          </p:cNvPr>
          <p:cNvGrpSpPr>
            <a:grpSpLocks/>
          </p:cNvGrpSpPr>
          <p:nvPr/>
        </p:nvGrpSpPr>
        <p:grpSpPr bwMode="auto">
          <a:xfrm>
            <a:off x="2976041" y="3689897"/>
            <a:ext cx="1020763" cy="1224368"/>
            <a:chOff x="1962" y="1162"/>
            <a:chExt cx="643" cy="956"/>
          </a:xfrm>
        </p:grpSpPr>
        <p:sp>
          <p:nvSpPr>
            <p:cNvPr id="86" name="Text Box 75">
              <a:extLst>
                <a:ext uri="{FF2B5EF4-FFF2-40B4-BE49-F238E27FC236}">
                  <a16:creationId xmlns:a16="http://schemas.microsoft.com/office/drawing/2014/main" id="{BFFC69AA-A7C5-444D-AEB8-4B038FE1F970}"/>
                </a:ext>
              </a:extLst>
            </p:cNvPr>
            <p:cNvSpPr txBox="1">
              <a:spLocks noChangeArrowheads="1"/>
            </p:cNvSpPr>
            <p:nvPr/>
          </p:nvSpPr>
          <p:spPr bwMode="auto">
            <a:xfrm>
              <a:off x="1986" y="1450"/>
              <a:ext cx="336"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b="0"/>
            </a:p>
          </p:txBody>
        </p:sp>
        <p:sp>
          <p:nvSpPr>
            <p:cNvPr id="87" name="Text Box 76">
              <a:extLst>
                <a:ext uri="{FF2B5EF4-FFF2-40B4-BE49-F238E27FC236}">
                  <a16:creationId xmlns:a16="http://schemas.microsoft.com/office/drawing/2014/main" id="{2DB515FE-73B4-459A-A028-E976CFE30019}"/>
                </a:ext>
              </a:extLst>
            </p:cNvPr>
            <p:cNvSpPr txBox="1">
              <a:spLocks noChangeArrowheads="1"/>
            </p:cNvSpPr>
            <p:nvPr/>
          </p:nvSpPr>
          <p:spPr bwMode="auto">
            <a:xfrm>
              <a:off x="1962" y="1162"/>
              <a:ext cx="643"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solidFill>
                    <a:srgbClr val="FF0000"/>
                  </a:solidFill>
                </a:rPr>
                <a:t>cur</a:t>
              </a:r>
            </a:p>
          </p:txBody>
        </p:sp>
        <p:grpSp>
          <p:nvGrpSpPr>
            <p:cNvPr id="88" name="Group 77">
              <a:extLst>
                <a:ext uri="{FF2B5EF4-FFF2-40B4-BE49-F238E27FC236}">
                  <a16:creationId xmlns:a16="http://schemas.microsoft.com/office/drawing/2014/main" id="{C2C3E0AC-0552-4032-A240-0FF14E812103}"/>
                </a:ext>
              </a:extLst>
            </p:cNvPr>
            <p:cNvGrpSpPr>
              <a:grpSpLocks/>
            </p:cNvGrpSpPr>
            <p:nvPr/>
          </p:nvGrpSpPr>
          <p:grpSpPr bwMode="auto">
            <a:xfrm>
              <a:off x="1998" y="1594"/>
              <a:ext cx="180" cy="524"/>
              <a:chOff x="636" y="1968"/>
              <a:chExt cx="180" cy="524"/>
            </a:xfrm>
          </p:grpSpPr>
          <p:sp>
            <p:nvSpPr>
              <p:cNvPr id="89" name="Oval 78">
                <a:extLst>
                  <a:ext uri="{FF2B5EF4-FFF2-40B4-BE49-F238E27FC236}">
                    <a16:creationId xmlns:a16="http://schemas.microsoft.com/office/drawing/2014/main" id="{C834F8CB-3A11-47C6-8A9D-9489C0FDF50E}"/>
                  </a:ext>
                </a:extLst>
              </p:cNvPr>
              <p:cNvSpPr>
                <a:spLocks noChangeArrowheads="1"/>
              </p:cNvSpPr>
              <p:nvPr/>
            </p:nvSpPr>
            <p:spPr bwMode="auto">
              <a:xfrm>
                <a:off x="768" y="196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0" name="Line 79">
                <a:extLst>
                  <a:ext uri="{FF2B5EF4-FFF2-40B4-BE49-F238E27FC236}">
                    <a16:creationId xmlns:a16="http://schemas.microsoft.com/office/drawing/2014/main" id="{61C5D300-13F2-49DB-BAD0-7458CD37938A}"/>
                  </a:ext>
                </a:extLst>
              </p:cNvPr>
              <p:cNvSpPr>
                <a:spLocks noChangeShapeType="1"/>
              </p:cNvSpPr>
              <p:nvPr/>
            </p:nvSpPr>
            <p:spPr bwMode="auto">
              <a:xfrm flipH="1">
                <a:off x="636" y="2016"/>
                <a:ext cx="150" cy="4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11" name="Group 44">
            <a:extLst>
              <a:ext uri="{FF2B5EF4-FFF2-40B4-BE49-F238E27FC236}">
                <a16:creationId xmlns:a16="http://schemas.microsoft.com/office/drawing/2014/main" id="{9B4DC23F-459D-4F03-9B2C-909FF29B8185}"/>
              </a:ext>
            </a:extLst>
          </p:cNvPr>
          <p:cNvGrpSpPr>
            <a:grpSpLocks/>
          </p:cNvGrpSpPr>
          <p:nvPr/>
        </p:nvGrpSpPr>
        <p:grpSpPr bwMode="auto">
          <a:xfrm>
            <a:off x="2217534" y="5385968"/>
            <a:ext cx="2605087" cy="287337"/>
            <a:chOff x="0" y="0"/>
            <a:chExt cx="1641" cy="272"/>
          </a:xfrm>
        </p:grpSpPr>
        <p:sp>
          <p:nvSpPr>
            <p:cNvPr id="112" name="Line 45">
              <a:extLst>
                <a:ext uri="{FF2B5EF4-FFF2-40B4-BE49-F238E27FC236}">
                  <a16:creationId xmlns:a16="http://schemas.microsoft.com/office/drawing/2014/main" id="{6CE244B6-F65C-405C-8D10-E9518379CFF2}"/>
                </a:ext>
              </a:extLst>
            </p:cNvPr>
            <p:cNvSpPr>
              <a:spLocks noChangeShapeType="1"/>
            </p:cNvSpPr>
            <p:nvPr/>
          </p:nvSpPr>
          <p:spPr bwMode="auto">
            <a:xfrm>
              <a:off x="0" y="0"/>
              <a:ext cx="0" cy="272"/>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113" name="Line 46">
              <a:extLst>
                <a:ext uri="{FF2B5EF4-FFF2-40B4-BE49-F238E27FC236}">
                  <a16:creationId xmlns:a16="http://schemas.microsoft.com/office/drawing/2014/main" id="{D879B547-778A-4037-8EDE-6C5E0EC526A1}"/>
                </a:ext>
              </a:extLst>
            </p:cNvPr>
            <p:cNvSpPr>
              <a:spLocks noChangeShapeType="1"/>
            </p:cNvSpPr>
            <p:nvPr/>
          </p:nvSpPr>
          <p:spPr bwMode="auto">
            <a:xfrm>
              <a:off x="0" y="272"/>
              <a:ext cx="1633" cy="0"/>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114" name="Line 47">
              <a:extLst>
                <a:ext uri="{FF2B5EF4-FFF2-40B4-BE49-F238E27FC236}">
                  <a16:creationId xmlns:a16="http://schemas.microsoft.com/office/drawing/2014/main" id="{8A2FB3C7-A3C6-4429-9F98-8FEA984BD9B3}"/>
                </a:ext>
              </a:extLst>
            </p:cNvPr>
            <p:cNvSpPr>
              <a:spLocks noChangeShapeType="1"/>
            </p:cNvSpPr>
            <p:nvPr/>
          </p:nvSpPr>
          <p:spPr bwMode="auto">
            <a:xfrm flipV="1">
              <a:off x="1633" y="90"/>
              <a:ext cx="8" cy="182"/>
            </a:xfrm>
            <a:prstGeom prst="line">
              <a:avLst/>
            </a:prstGeom>
            <a:noFill/>
            <a:ln w="9525">
              <a:solidFill>
                <a:schemeClr val="tx1"/>
              </a:solidFill>
              <a:round/>
              <a:headEnd/>
              <a:tailEnd type="triangle" w="med" len="me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grpSp>
      <p:cxnSp>
        <p:nvCxnSpPr>
          <p:cNvPr id="115" name="直接连接符 114">
            <a:extLst>
              <a:ext uri="{FF2B5EF4-FFF2-40B4-BE49-F238E27FC236}">
                <a16:creationId xmlns:a16="http://schemas.microsoft.com/office/drawing/2014/main" id="{825BB226-7286-4496-A968-ECCCB556ABAC}"/>
              </a:ext>
            </a:extLst>
          </p:cNvPr>
          <p:cNvCxnSpPr/>
          <p:nvPr/>
        </p:nvCxnSpPr>
        <p:spPr>
          <a:xfrm>
            <a:off x="1994966" y="4914265"/>
            <a:ext cx="495300" cy="4487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52951273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dissolve">
                                      <p:cBhvr>
                                        <p:cTn id="7"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4" name="Text Box 33">
            <a:extLst>
              <a:ext uri="{FF2B5EF4-FFF2-40B4-BE49-F238E27FC236}">
                <a16:creationId xmlns:a16="http://schemas.microsoft.com/office/drawing/2014/main" id="{9C940483-F973-4DFB-A139-F781117427D3}"/>
              </a:ext>
            </a:extLst>
          </p:cNvPr>
          <p:cNvSpPr txBox="1">
            <a:spLocks noChangeArrowheads="1"/>
          </p:cNvSpPr>
          <p:nvPr/>
        </p:nvSpPr>
        <p:spPr bwMode="auto">
          <a:xfrm>
            <a:off x="3059832" y="404813"/>
            <a:ext cx="5833343" cy="58477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r>
              <a:rPr lang="zh-CN" altLang="en-US" sz="3200" dirty="0">
                <a:solidFill>
                  <a:srgbClr val="FF3300"/>
                </a:solidFill>
                <a:latin typeface="微软雅黑" panose="020B0503020204020204" pitchFamily="34" charset="-122"/>
                <a:ea typeface="微软雅黑" panose="020B0503020204020204" pitchFamily="34" charset="-122"/>
              </a:rPr>
              <a:t>删头节点</a:t>
            </a:r>
          </a:p>
        </p:txBody>
      </p:sp>
      <p:sp>
        <p:nvSpPr>
          <p:cNvPr id="33" name="内容占位符 2">
            <a:extLst>
              <a:ext uri="{FF2B5EF4-FFF2-40B4-BE49-F238E27FC236}">
                <a16:creationId xmlns:a16="http://schemas.microsoft.com/office/drawing/2014/main" id="{DB0CD740-9251-4001-90A0-E336B8E2D6F3}"/>
              </a:ext>
            </a:extLst>
          </p:cNvPr>
          <p:cNvSpPr txBox="1">
            <a:spLocks/>
          </p:cNvSpPr>
          <p:nvPr/>
        </p:nvSpPr>
        <p:spPr>
          <a:xfrm>
            <a:off x="539552" y="1196752"/>
            <a:ext cx="8424936" cy="4611687"/>
          </a:xfrm>
          <a:prstGeom prst="rect">
            <a:avLst/>
          </a:prstGeom>
        </p:spPr>
        <p:txBody>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SzPct val="65000"/>
              <a:buFont typeface="Wingdings" panose="05000000000000000000" pitchFamily="2" charset="2"/>
              <a:buChar char="n"/>
              <a:defRPr sz="28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9pPr>
          </a:lstStyle>
          <a:p>
            <a:pPr marL="0" indent="0">
              <a:spcBef>
                <a:spcPct val="50000"/>
              </a:spcBef>
              <a:buNone/>
              <a:defRPr/>
            </a:pPr>
            <a:r>
              <a:rPr lang="en-US" altLang="zh-CN" sz="2000" b="0" dirty="0">
                <a:latin typeface="Consolas" panose="020B0609020204030204" pitchFamily="49" charset="0"/>
              </a:rPr>
              <a:t>/*</a:t>
            </a:r>
            <a:r>
              <a:rPr lang="zh-CN" altLang="en-US" sz="2000" b="0" dirty="0">
                <a:latin typeface="Consolas" panose="020B0609020204030204" pitchFamily="49" charset="0"/>
              </a:rPr>
              <a:t>删除链表的头节点*</a:t>
            </a:r>
            <a:r>
              <a:rPr lang="en-US" altLang="zh-CN" sz="2000" b="0" dirty="0">
                <a:latin typeface="Consolas" panose="020B0609020204030204" pitchFamily="49" charset="0"/>
              </a:rPr>
              <a:t>/</a:t>
            </a:r>
          </a:p>
          <a:p>
            <a:pPr marL="0" indent="0">
              <a:spcBef>
                <a:spcPct val="50000"/>
              </a:spcBef>
              <a:buNone/>
              <a:defRPr/>
            </a:pPr>
            <a:r>
              <a:rPr lang="en-US" altLang="zh-CN" sz="2000" b="0" dirty="0">
                <a:latin typeface="Consolas" panose="020B0609020204030204" pitchFamily="49" charset="0"/>
              </a:rPr>
              <a:t>void </a:t>
            </a:r>
            <a:r>
              <a:rPr lang="en-US" altLang="zh-CN" sz="2000" b="0" dirty="0" err="1">
                <a:latin typeface="Consolas" panose="020B0609020204030204" pitchFamily="49" charset="0"/>
              </a:rPr>
              <a:t>deleteBegin</a:t>
            </a:r>
            <a:r>
              <a:rPr lang="en-US" altLang="zh-CN" sz="2000" b="0" dirty="0">
                <a:latin typeface="Consolas" panose="020B0609020204030204" pitchFamily="49" charset="0"/>
              </a:rPr>
              <a:t>(</a:t>
            </a:r>
            <a:r>
              <a:rPr lang="en-US" altLang="zh-CN" sz="2000" b="0" dirty="0" err="1">
                <a:latin typeface="Consolas" panose="020B0609020204030204" pitchFamily="49" charset="0"/>
              </a:rPr>
              <a:t>PtrNode</a:t>
            </a:r>
            <a:r>
              <a:rPr lang="en-US" altLang="zh-CN" sz="2000" b="0" dirty="0">
                <a:latin typeface="Consolas" panose="020B0609020204030204" pitchFamily="49" charset="0"/>
              </a:rPr>
              <a:t> head){</a:t>
            </a:r>
          </a:p>
          <a:p>
            <a:pPr marL="0" indent="0">
              <a:spcBef>
                <a:spcPct val="50000"/>
              </a:spcBef>
              <a:buNone/>
              <a:defRPr/>
            </a:pPr>
            <a:r>
              <a:rPr lang="en-US" altLang="zh-CN" sz="2000" b="0" dirty="0">
                <a:latin typeface="Consolas" panose="020B0609020204030204" pitchFamily="49" charset="0"/>
              </a:rPr>
              <a:t>	</a:t>
            </a:r>
            <a:r>
              <a:rPr lang="en-US" altLang="zh-CN" sz="2000" b="0" dirty="0" err="1">
                <a:latin typeface="Consolas" panose="020B0609020204030204" pitchFamily="49" charset="0"/>
              </a:rPr>
              <a:t>PtrNode</a:t>
            </a:r>
            <a:r>
              <a:rPr lang="en-US" altLang="zh-CN" sz="2000" b="0" dirty="0">
                <a:latin typeface="Consolas" panose="020B0609020204030204" pitchFamily="49" charset="0"/>
              </a:rPr>
              <a:t> cur;	</a:t>
            </a:r>
          </a:p>
          <a:p>
            <a:pPr marL="0" indent="0">
              <a:spcBef>
                <a:spcPct val="50000"/>
              </a:spcBef>
              <a:buNone/>
              <a:defRPr/>
            </a:pPr>
            <a:r>
              <a:rPr lang="en-US" altLang="zh-CN" sz="2000" b="0" dirty="0">
                <a:latin typeface="Consolas" panose="020B0609020204030204" pitchFamily="49" charset="0"/>
              </a:rPr>
              <a:t>	cur = head-&gt;next;</a:t>
            </a:r>
          </a:p>
          <a:p>
            <a:pPr marL="0" indent="0">
              <a:spcBef>
                <a:spcPct val="50000"/>
              </a:spcBef>
              <a:buNone/>
              <a:defRPr/>
            </a:pPr>
            <a:r>
              <a:rPr lang="en-US" altLang="zh-CN" sz="2000" b="0" dirty="0">
                <a:latin typeface="Consolas" panose="020B0609020204030204" pitchFamily="49" charset="0"/>
              </a:rPr>
              <a:t>	if (cur!=NULL) </a:t>
            </a:r>
          </a:p>
          <a:p>
            <a:pPr marL="0" indent="0">
              <a:spcBef>
                <a:spcPct val="50000"/>
              </a:spcBef>
              <a:buNone/>
              <a:defRPr/>
            </a:pPr>
            <a:r>
              <a:rPr lang="en-US" altLang="zh-CN" sz="2000" b="0" dirty="0">
                <a:latin typeface="Consolas" panose="020B0609020204030204" pitchFamily="49" charset="0"/>
              </a:rPr>
              <a:t>	{</a:t>
            </a:r>
          </a:p>
          <a:p>
            <a:pPr marL="0" indent="0">
              <a:spcBef>
                <a:spcPct val="50000"/>
              </a:spcBef>
              <a:buNone/>
              <a:defRPr/>
            </a:pPr>
            <a:r>
              <a:rPr lang="en-US" altLang="zh-CN" sz="2000" b="0" dirty="0">
                <a:latin typeface="Consolas" panose="020B0609020204030204" pitchFamily="49" charset="0"/>
              </a:rPr>
              <a:t>		head-&gt;next = cur-&gt;next;</a:t>
            </a:r>
          </a:p>
          <a:p>
            <a:pPr marL="0" indent="0">
              <a:spcBef>
                <a:spcPct val="50000"/>
              </a:spcBef>
              <a:buNone/>
              <a:defRPr/>
            </a:pPr>
            <a:r>
              <a:rPr lang="en-US" altLang="zh-CN" sz="2000" b="0" dirty="0">
                <a:latin typeface="Consolas" panose="020B0609020204030204" pitchFamily="49" charset="0"/>
              </a:rPr>
              <a:t>		free(cur);	</a:t>
            </a:r>
          </a:p>
          <a:p>
            <a:pPr marL="0" indent="0">
              <a:spcBef>
                <a:spcPct val="50000"/>
              </a:spcBef>
              <a:buNone/>
              <a:defRPr/>
            </a:pPr>
            <a:r>
              <a:rPr lang="en-US" altLang="zh-CN" sz="2000" b="0" dirty="0">
                <a:latin typeface="Consolas" panose="020B0609020204030204" pitchFamily="49" charset="0"/>
              </a:rPr>
              <a:t>	}</a:t>
            </a:r>
          </a:p>
          <a:p>
            <a:pPr marL="0" indent="0">
              <a:spcBef>
                <a:spcPct val="50000"/>
              </a:spcBef>
              <a:buNone/>
              <a:defRPr/>
            </a:pPr>
            <a:r>
              <a:rPr lang="en-US" altLang="zh-CN" sz="2000" b="0" dirty="0">
                <a:latin typeface="Consolas" panose="020B0609020204030204" pitchFamily="49" charset="0"/>
              </a:rPr>
              <a:t>}</a:t>
            </a:r>
          </a:p>
        </p:txBody>
      </p:sp>
    </p:spTree>
    <p:extLst>
      <p:ext uri="{BB962C8B-B14F-4D97-AF65-F5344CB8AC3E}">
        <p14:creationId xmlns:p14="http://schemas.microsoft.com/office/powerpoint/2010/main" val="1426706572"/>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8BC5AA-AE95-4193-8BDE-39AF85381536}"/>
              </a:ext>
            </a:extLst>
          </p:cNvPr>
          <p:cNvSpPr>
            <a:spLocks noGrp="1"/>
          </p:cNvSpPr>
          <p:nvPr>
            <p:ph type="title"/>
          </p:nvPr>
        </p:nvSpPr>
        <p:spPr/>
        <p:txBody>
          <a:bodyPr/>
          <a:lstStyle/>
          <a:p>
            <a:r>
              <a:rPr lang="zh-CN" altLang="en-US" dirty="0"/>
              <a:t>测试主程序</a:t>
            </a:r>
          </a:p>
        </p:txBody>
      </p:sp>
      <p:sp>
        <p:nvSpPr>
          <p:cNvPr id="3" name="内容占位符 2">
            <a:extLst>
              <a:ext uri="{FF2B5EF4-FFF2-40B4-BE49-F238E27FC236}">
                <a16:creationId xmlns:a16="http://schemas.microsoft.com/office/drawing/2014/main" id="{A7356289-5129-498F-9533-8374CA3632FD}"/>
              </a:ext>
            </a:extLst>
          </p:cNvPr>
          <p:cNvSpPr>
            <a:spLocks noGrp="1"/>
          </p:cNvSpPr>
          <p:nvPr>
            <p:ph idx="1"/>
          </p:nvPr>
        </p:nvSpPr>
        <p:spPr>
          <a:xfrm>
            <a:off x="467544" y="1196752"/>
            <a:ext cx="7772400" cy="4611687"/>
          </a:xfrm>
        </p:spPr>
        <p:txBody>
          <a:bodyPr/>
          <a:lstStyle/>
          <a:p>
            <a:pPr marL="0" indent="0">
              <a:buNone/>
            </a:pPr>
            <a:r>
              <a:rPr lang="en-US" altLang="zh-CN" sz="2000" dirty="0">
                <a:latin typeface="Consolas" panose="020B0609020204030204" pitchFamily="49" charset="0"/>
              </a:rPr>
              <a:t>int main(){</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PtrNode</a:t>
            </a:r>
            <a:r>
              <a:rPr lang="en-US" altLang="zh-CN" sz="2000" dirty="0">
                <a:latin typeface="Consolas" panose="020B0609020204030204" pitchFamily="49" charset="0"/>
              </a:rPr>
              <a:t> head = NULL;</a:t>
            </a:r>
          </a:p>
          <a:p>
            <a:pPr marL="0" indent="0">
              <a:buNone/>
            </a:pPr>
            <a:r>
              <a:rPr lang="en-US" altLang="zh-CN" sz="2000" dirty="0">
                <a:latin typeface="Consolas" panose="020B0609020204030204" pitchFamily="49" charset="0"/>
              </a:rPr>
              <a:t>	head = </a:t>
            </a:r>
            <a:r>
              <a:rPr lang="en-US" altLang="zh-CN" sz="2000" dirty="0" err="1">
                <a:latin typeface="Consolas" panose="020B0609020204030204" pitchFamily="49" charset="0"/>
              </a:rPr>
              <a:t>initEmptyList</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b="0" dirty="0" err="1">
                <a:latin typeface="Consolas" panose="020B0609020204030204" pitchFamily="49" charset="0"/>
              </a:rPr>
              <a:t>insertEnd</a:t>
            </a:r>
            <a:r>
              <a:rPr lang="en-US" altLang="zh-CN" sz="2000" dirty="0">
                <a:latin typeface="Consolas" panose="020B0609020204030204" pitchFamily="49" charset="0"/>
              </a:rPr>
              <a:t>(</a:t>
            </a:r>
            <a:r>
              <a:rPr lang="en-US" altLang="zh-CN" sz="2000" dirty="0" err="1">
                <a:latin typeface="Consolas" panose="020B0609020204030204" pitchFamily="49" charset="0"/>
              </a:rPr>
              <a:t>head,1</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insertBegin</a:t>
            </a:r>
            <a:r>
              <a:rPr lang="en-US" altLang="zh-CN" sz="2000" dirty="0">
                <a:latin typeface="Consolas" panose="020B0609020204030204" pitchFamily="49" charset="0"/>
              </a:rPr>
              <a:t>(</a:t>
            </a:r>
            <a:r>
              <a:rPr lang="en-US" altLang="zh-CN" sz="2000" dirty="0" err="1">
                <a:latin typeface="Consolas" panose="020B0609020204030204" pitchFamily="49" charset="0"/>
              </a:rPr>
              <a:t>head,2</a:t>
            </a:r>
            <a:r>
              <a:rPr lang="en-US" altLang="zh-CN" sz="2000" dirty="0">
                <a:latin typeface="Consolas" panose="020B0609020204030204" pitchFamily="49" charset="0"/>
              </a:rPr>
              <a:t>); </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insertUp</a:t>
            </a:r>
            <a:r>
              <a:rPr lang="en-US" altLang="zh-CN" sz="2000" dirty="0">
                <a:latin typeface="Consolas" panose="020B0609020204030204" pitchFamily="49" charset="0"/>
              </a:rPr>
              <a:t>(</a:t>
            </a:r>
            <a:r>
              <a:rPr lang="en-US" altLang="zh-CN" sz="2000" dirty="0" err="1">
                <a:latin typeface="Consolas" panose="020B0609020204030204" pitchFamily="49" charset="0"/>
              </a:rPr>
              <a:t>head,3</a:t>
            </a:r>
            <a:r>
              <a:rPr lang="en-US" altLang="zh-CN" sz="2000" dirty="0">
                <a:latin typeface="Consolas" panose="020B0609020204030204" pitchFamily="49" charset="0"/>
              </a:rPr>
              <a:t>); </a:t>
            </a:r>
          </a:p>
          <a:p>
            <a:pPr marL="0" indent="0">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deleteBegin</a:t>
            </a:r>
            <a:r>
              <a:rPr lang="en-US" altLang="zh-CN" sz="2000" dirty="0">
                <a:latin typeface="Consolas" panose="020B0609020204030204" pitchFamily="49" charset="0"/>
              </a:rPr>
              <a:t>(head);</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printList</a:t>
            </a:r>
            <a:r>
              <a:rPr lang="en-US" altLang="zh-CN" sz="2000" dirty="0">
                <a:latin typeface="Consolas" panose="020B0609020204030204" pitchFamily="49" charset="0"/>
              </a:rPr>
              <a:t>(head);</a:t>
            </a:r>
          </a:p>
          <a:p>
            <a:pPr marL="0" indent="0">
              <a:buNone/>
            </a:pPr>
            <a:r>
              <a:rPr lang="en-US" altLang="zh-CN" sz="2000" dirty="0">
                <a:latin typeface="Consolas" panose="020B0609020204030204" pitchFamily="49" charset="0"/>
              </a:rPr>
              <a:t>	return 0;</a:t>
            </a:r>
          </a:p>
          <a:p>
            <a:pPr marL="0" indent="0">
              <a:buNone/>
            </a:pPr>
            <a:r>
              <a:rPr lang="en-US" altLang="zh-CN" sz="2000" dirty="0">
                <a:latin typeface="Consolas" panose="020B0609020204030204" pitchFamily="49" charset="0"/>
              </a:rPr>
              <a:t>}</a:t>
            </a:r>
          </a:p>
        </p:txBody>
      </p:sp>
    </p:spTree>
    <p:extLst>
      <p:ext uri="{BB962C8B-B14F-4D97-AF65-F5344CB8AC3E}">
        <p14:creationId xmlns:p14="http://schemas.microsoft.com/office/powerpoint/2010/main" val="2367606432"/>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a:extLst>
              <a:ext uri="{FF2B5EF4-FFF2-40B4-BE49-F238E27FC236}">
                <a16:creationId xmlns:a16="http://schemas.microsoft.com/office/drawing/2014/main" id="{A32552C4-BAC6-4189-9300-BAEF516F4A0E}"/>
              </a:ext>
            </a:extLst>
          </p:cNvPr>
          <p:cNvSpPr>
            <a:spLocks noGrp="1"/>
          </p:cNvSpPr>
          <p:nvPr>
            <p:ph type="sldNum" sz="quarter" idx="12"/>
          </p:nvPr>
        </p:nvSpPr>
        <p:spPr>
          <a:noFill/>
        </p:spPr>
        <p:txBody>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A2C7E6D0-0D57-4C03-AA62-2D56BEF21AEB}" type="slidenum">
              <a:rPr lang="en-US" altLang="zh-CN" sz="1400"/>
              <a:pPr eaLnBrk="1" hangingPunct="1"/>
              <a:t>26</a:t>
            </a:fld>
            <a:endParaRPr lang="en-US" altLang="zh-CN" sz="1400"/>
          </a:p>
        </p:txBody>
      </p:sp>
      <p:grpSp>
        <p:nvGrpSpPr>
          <p:cNvPr id="159748" name="Group 4">
            <a:extLst>
              <a:ext uri="{FF2B5EF4-FFF2-40B4-BE49-F238E27FC236}">
                <a16:creationId xmlns:a16="http://schemas.microsoft.com/office/drawing/2014/main" id="{F4A49444-3292-4BC0-8109-CB7082AE2D17}"/>
              </a:ext>
            </a:extLst>
          </p:cNvPr>
          <p:cNvGrpSpPr>
            <a:grpSpLocks/>
          </p:cNvGrpSpPr>
          <p:nvPr/>
        </p:nvGrpSpPr>
        <p:grpSpPr bwMode="auto">
          <a:xfrm>
            <a:off x="1475854" y="2611287"/>
            <a:ext cx="990600" cy="466725"/>
            <a:chOff x="624" y="2544"/>
            <a:chExt cx="624" cy="294"/>
          </a:xfrm>
        </p:grpSpPr>
        <p:sp>
          <p:nvSpPr>
            <p:cNvPr id="22584" name="Text Box 5">
              <a:extLst>
                <a:ext uri="{FF2B5EF4-FFF2-40B4-BE49-F238E27FC236}">
                  <a16:creationId xmlns:a16="http://schemas.microsoft.com/office/drawing/2014/main" id="{366EADF4-597B-4170-B772-148A4DA314F7}"/>
                </a:ext>
              </a:extLst>
            </p:cNvPr>
            <p:cNvSpPr txBox="1">
              <a:spLocks noChangeArrowheads="1"/>
            </p:cNvSpPr>
            <p:nvPr/>
          </p:nvSpPr>
          <p:spPr bwMode="auto">
            <a:xfrm>
              <a:off x="624" y="2544"/>
              <a:ext cx="624"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t>     </a:t>
              </a:r>
            </a:p>
          </p:txBody>
        </p:sp>
        <p:sp>
          <p:nvSpPr>
            <p:cNvPr id="22585" name="Line 6">
              <a:extLst>
                <a:ext uri="{FF2B5EF4-FFF2-40B4-BE49-F238E27FC236}">
                  <a16:creationId xmlns:a16="http://schemas.microsoft.com/office/drawing/2014/main" id="{19D6E01A-059F-4F52-A199-A9DA5F7EAA8C}"/>
                </a:ext>
              </a:extLst>
            </p:cNvPr>
            <p:cNvSpPr>
              <a:spLocks noChangeShapeType="1"/>
            </p:cNvSpPr>
            <p:nvPr/>
          </p:nvSpPr>
          <p:spPr bwMode="auto">
            <a:xfrm>
              <a:off x="960" y="2544"/>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9765" name="Group 21">
            <a:extLst>
              <a:ext uri="{FF2B5EF4-FFF2-40B4-BE49-F238E27FC236}">
                <a16:creationId xmlns:a16="http://schemas.microsoft.com/office/drawing/2014/main" id="{D2FDBA3E-4884-4B77-B302-8D4FE12BF4AD}"/>
              </a:ext>
            </a:extLst>
          </p:cNvPr>
          <p:cNvGrpSpPr>
            <a:grpSpLocks/>
          </p:cNvGrpSpPr>
          <p:nvPr/>
        </p:nvGrpSpPr>
        <p:grpSpPr bwMode="auto">
          <a:xfrm>
            <a:off x="942454" y="1239687"/>
            <a:ext cx="1219200" cy="1371600"/>
            <a:chOff x="432" y="1536"/>
            <a:chExt cx="768" cy="864"/>
          </a:xfrm>
        </p:grpSpPr>
        <p:sp>
          <p:nvSpPr>
            <p:cNvPr id="22575" name="Text Box 22">
              <a:extLst>
                <a:ext uri="{FF2B5EF4-FFF2-40B4-BE49-F238E27FC236}">
                  <a16:creationId xmlns:a16="http://schemas.microsoft.com/office/drawing/2014/main" id="{667E8DC9-993E-4F71-8696-4276A4CF1F6D}"/>
                </a:ext>
              </a:extLst>
            </p:cNvPr>
            <p:cNvSpPr txBox="1">
              <a:spLocks noChangeArrowheads="1"/>
            </p:cNvSpPr>
            <p:nvPr/>
          </p:nvSpPr>
          <p:spPr bwMode="auto">
            <a:xfrm>
              <a:off x="624" y="1824"/>
              <a:ext cx="336"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b="0"/>
            </a:p>
          </p:txBody>
        </p:sp>
        <p:sp>
          <p:nvSpPr>
            <p:cNvPr id="22576" name="Text Box 23">
              <a:extLst>
                <a:ext uri="{FF2B5EF4-FFF2-40B4-BE49-F238E27FC236}">
                  <a16:creationId xmlns:a16="http://schemas.microsoft.com/office/drawing/2014/main" id="{7240E8A0-7097-4986-B686-AE11B6DC0CD0}"/>
                </a:ext>
              </a:extLst>
            </p:cNvPr>
            <p:cNvSpPr txBox="1">
              <a:spLocks noChangeArrowheads="1"/>
            </p:cNvSpPr>
            <p:nvPr/>
          </p:nvSpPr>
          <p:spPr bwMode="auto">
            <a:xfrm>
              <a:off x="432" y="1536"/>
              <a:ext cx="7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t>head</a:t>
              </a:r>
            </a:p>
          </p:txBody>
        </p:sp>
        <p:grpSp>
          <p:nvGrpSpPr>
            <p:cNvPr id="22577" name="Group 24">
              <a:extLst>
                <a:ext uri="{FF2B5EF4-FFF2-40B4-BE49-F238E27FC236}">
                  <a16:creationId xmlns:a16="http://schemas.microsoft.com/office/drawing/2014/main" id="{8FB8B37C-275D-42D2-A6D5-C3272CAC758A}"/>
                </a:ext>
              </a:extLst>
            </p:cNvPr>
            <p:cNvGrpSpPr>
              <a:grpSpLocks/>
            </p:cNvGrpSpPr>
            <p:nvPr/>
          </p:nvGrpSpPr>
          <p:grpSpPr bwMode="auto">
            <a:xfrm>
              <a:off x="768" y="1968"/>
              <a:ext cx="48" cy="432"/>
              <a:chOff x="768" y="1968"/>
              <a:chExt cx="48" cy="432"/>
            </a:xfrm>
          </p:grpSpPr>
          <p:sp>
            <p:nvSpPr>
              <p:cNvPr id="22578" name="Oval 25">
                <a:extLst>
                  <a:ext uri="{FF2B5EF4-FFF2-40B4-BE49-F238E27FC236}">
                    <a16:creationId xmlns:a16="http://schemas.microsoft.com/office/drawing/2014/main" id="{CF1D484F-80F9-405D-B838-792A527256D0}"/>
                  </a:ext>
                </a:extLst>
              </p:cNvPr>
              <p:cNvSpPr>
                <a:spLocks noChangeArrowheads="1"/>
              </p:cNvSpPr>
              <p:nvPr/>
            </p:nvSpPr>
            <p:spPr bwMode="auto">
              <a:xfrm>
                <a:off x="768" y="196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579" name="Line 26">
                <a:extLst>
                  <a:ext uri="{FF2B5EF4-FFF2-40B4-BE49-F238E27FC236}">
                    <a16:creationId xmlns:a16="http://schemas.microsoft.com/office/drawing/2014/main" id="{2935DE0E-AA09-41A0-8150-F88DA4D2331A}"/>
                  </a:ext>
                </a:extLst>
              </p:cNvPr>
              <p:cNvSpPr>
                <a:spLocks noChangeShapeType="1"/>
              </p:cNvSpPr>
              <p:nvPr/>
            </p:nvSpPr>
            <p:spPr bwMode="auto">
              <a:xfrm>
                <a:off x="786" y="2016"/>
                <a:ext cx="0"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59818" name="Group 74">
            <a:extLst>
              <a:ext uri="{FF2B5EF4-FFF2-40B4-BE49-F238E27FC236}">
                <a16:creationId xmlns:a16="http://schemas.microsoft.com/office/drawing/2014/main" id="{979648D6-90A2-4EAD-B126-839C018F2D16}"/>
              </a:ext>
            </a:extLst>
          </p:cNvPr>
          <p:cNvGrpSpPr>
            <a:grpSpLocks/>
          </p:cNvGrpSpPr>
          <p:nvPr/>
        </p:nvGrpSpPr>
        <p:grpSpPr bwMode="auto">
          <a:xfrm>
            <a:off x="3419369" y="1283294"/>
            <a:ext cx="1020763" cy="1326826"/>
            <a:chOff x="2003" y="1082"/>
            <a:chExt cx="643" cy="1036"/>
          </a:xfrm>
        </p:grpSpPr>
        <p:sp>
          <p:nvSpPr>
            <p:cNvPr id="22543" name="Text Box 75">
              <a:extLst>
                <a:ext uri="{FF2B5EF4-FFF2-40B4-BE49-F238E27FC236}">
                  <a16:creationId xmlns:a16="http://schemas.microsoft.com/office/drawing/2014/main" id="{FC22A2F9-54E4-427F-99D7-C870E4E24062}"/>
                </a:ext>
              </a:extLst>
            </p:cNvPr>
            <p:cNvSpPr txBox="1">
              <a:spLocks noChangeArrowheads="1"/>
            </p:cNvSpPr>
            <p:nvPr/>
          </p:nvSpPr>
          <p:spPr bwMode="auto">
            <a:xfrm>
              <a:off x="2007" y="1450"/>
              <a:ext cx="336"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b="0"/>
            </a:p>
          </p:txBody>
        </p:sp>
        <p:sp>
          <p:nvSpPr>
            <p:cNvPr id="22544" name="Text Box 76">
              <a:extLst>
                <a:ext uri="{FF2B5EF4-FFF2-40B4-BE49-F238E27FC236}">
                  <a16:creationId xmlns:a16="http://schemas.microsoft.com/office/drawing/2014/main" id="{523FC504-851D-4E5E-8CA7-448A253A033C}"/>
                </a:ext>
              </a:extLst>
            </p:cNvPr>
            <p:cNvSpPr txBox="1">
              <a:spLocks noChangeArrowheads="1"/>
            </p:cNvSpPr>
            <p:nvPr/>
          </p:nvSpPr>
          <p:spPr bwMode="auto">
            <a:xfrm>
              <a:off x="2003" y="1082"/>
              <a:ext cx="643"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err="1">
                  <a:solidFill>
                    <a:srgbClr val="FF0000"/>
                  </a:solidFill>
                </a:rPr>
                <a:t>tmp</a:t>
              </a:r>
              <a:endParaRPr lang="en-US" altLang="zh-CN" b="0" dirty="0">
                <a:solidFill>
                  <a:srgbClr val="FF0000"/>
                </a:solidFill>
              </a:endParaRPr>
            </a:p>
          </p:txBody>
        </p:sp>
        <p:grpSp>
          <p:nvGrpSpPr>
            <p:cNvPr id="22545" name="Group 77">
              <a:extLst>
                <a:ext uri="{FF2B5EF4-FFF2-40B4-BE49-F238E27FC236}">
                  <a16:creationId xmlns:a16="http://schemas.microsoft.com/office/drawing/2014/main" id="{9E0BD45A-18CB-44FB-8C46-61E0EE54596C}"/>
                </a:ext>
              </a:extLst>
            </p:cNvPr>
            <p:cNvGrpSpPr>
              <a:grpSpLocks/>
            </p:cNvGrpSpPr>
            <p:nvPr/>
          </p:nvGrpSpPr>
          <p:grpSpPr bwMode="auto">
            <a:xfrm>
              <a:off x="2019" y="1594"/>
              <a:ext cx="159" cy="524"/>
              <a:chOff x="657" y="1968"/>
              <a:chExt cx="159" cy="524"/>
            </a:xfrm>
          </p:grpSpPr>
          <p:sp>
            <p:nvSpPr>
              <p:cNvPr id="22546" name="Oval 78">
                <a:extLst>
                  <a:ext uri="{FF2B5EF4-FFF2-40B4-BE49-F238E27FC236}">
                    <a16:creationId xmlns:a16="http://schemas.microsoft.com/office/drawing/2014/main" id="{9A659170-9588-43EB-9DF8-1D47D9DDCA5C}"/>
                  </a:ext>
                </a:extLst>
              </p:cNvPr>
              <p:cNvSpPr>
                <a:spLocks noChangeArrowheads="1"/>
              </p:cNvSpPr>
              <p:nvPr/>
            </p:nvSpPr>
            <p:spPr bwMode="auto">
              <a:xfrm>
                <a:off x="768" y="196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547" name="Line 79">
                <a:extLst>
                  <a:ext uri="{FF2B5EF4-FFF2-40B4-BE49-F238E27FC236}">
                    <a16:creationId xmlns:a16="http://schemas.microsoft.com/office/drawing/2014/main" id="{124A9B90-B84D-4C07-8003-1B641EF64D07}"/>
                  </a:ext>
                </a:extLst>
              </p:cNvPr>
              <p:cNvSpPr>
                <a:spLocks noChangeShapeType="1"/>
              </p:cNvSpPr>
              <p:nvPr/>
            </p:nvSpPr>
            <p:spPr bwMode="auto">
              <a:xfrm flipH="1">
                <a:off x="657" y="2016"/>
                <a:ext cx="150" cy="4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58" name="Text Box 33">
            <a:extLst>
              <a:ext uri="{FF2B5EF4-FFF2-40B4-BE49-F238E27FC236}">
                <a16:creationId xmlns:a16="http://schemas.microsoft.com/office/drawing/2014/main" id="{A1FDF194-0345-469A-A469-67A3FD46E506}"/>
              </a:ext>
            </a:extLst>
          </p:cNvPr>
          <p:cNvSpPr txBox="1">
            <a:spLocks noChangeArrowheads="1"/>
          </p:cNvSpPr>
          <p:nvPr/>
        </p:nvSpPr>
        <p:spPr bwMode="auto">
          <a:xfrm>
            <a:off x="4284663" y="404813"/>
            <a:ext cx="4608512" cy="58477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r>
              <a:rPr lang="zh-CN" altLang="en-US" sz="3200" dirty="0">
                <a:solidFill>
                  <a:srgbClr val="FF3300"/>
                </a:solidFill>
                <a:latin typeface="微软雅黑" panose="020B0503020204020204" pitchFamily="34" charset="-122"/>
                <a:ea typeface="微软雅黑" panose="020B0503020204020204" pitchFamily="34" charset="-122"/>
              </a:rPr>
              <a:t>基本操作－删尾节点</a:t>
            </a:r>
          </a:p>
        </p:txBody>
      </p:sp>
      <p:grpSp>
        <p:nvGrpSpPr>
          <p:cNvPr id="4" name="组合 3">
            <a:extLst>
              <a:ext uri="{FF2B5EF4-FFF2-40B4-BE49-F238E27FC236}">
                <a16:creationId xmlns:a16="http://schemas.microsoft.com/office/drawing/2014/main" id="{23AE86DD-6288-4DE1-B318-D5CA4902E777}"/>
              </a:ext>
            </a:extLst>
          </p:cNvPr>
          <p:cNvGrpSpPr/>
          <p:nvPr/>
        </p:nvGrpSpPr>
        <p:grpSpPr>
          <a:xfrm>
            <a:off x="2168004" y="2608112"/>
            <a:ext cx="3340100" cy="469900"/>
            <a:chOff x="1955800" y="2141538"/>
            <a:chExt cx="3340100" cy="469900"/>
          </a:xfrm>
        </p:grpSpPr>
        <p:grpSp>
          <p:nvGrpSpPr>
            <p:cNvPr id="159813" name="Group 69">
              <a:extLst>
                <a:ext uri="{FF2B5EF4-FFF2-40B4-BE49-F238E27FC236}">
                  <a16:creationId xmlns:a16="http://schemas.microsoft.com/office/drawing/2014/main" id="{62A6C776-B96F-4495-8C31-19241B34C43D}"/>
                </a:ext>
              </a:extLst>
            </p:cNvPr>
            <p:cNvGrpSpPr>
              <a:grpSpLocks/>
            </p:cNvGrpSpPr>
            <p:nvPr/>
          </p:nvGrpSpPr>
          <p:grpSpPr bwMode="auto">
            <a:xfrm>
              <a:off x="1955800" y="2141538"/>
              <a:ext cx="3340100" cy="469900"/>
              <a:chOff x="930" y="1298"/>
              <a:chExt cx="2104" cy="296"/>
            </a:xfrm>
          </p:grpSpPr>
          <p:grpSp>
            <p:nvGrpSpPr>
              <p:cNvPr id="22550" name="Group 54">
                <a:extLst>
                  <a:ext uri="{FF2B5EF4-FFF2-40B4-BE49-F238E27FC236}">
                    <a16:creationId xmlns:a16="http://schemas.microsoft.com/office/drawing/2014/main" id="{D66DE6B6-ADEC-41D4-BAC1-E4C94AC17101}"/>
                  </a:ext>
                </a:extLst>
              </p:cNvPr>
              <p:cNvGrpSpPr>
                <a:grpSpLocks/>
              </p:cNvGrpSpPr>
              <p:nvPr/>
            </p:nvGrpSpPr>
            <p:grpSpPr bwMode="auto">
              <a:xfrm>
                <a:off x="930" y="1300"/>
                <a:ext cx="1152" cy="294"/>
                <a:chOff x="1536" y="1706"/>
                <a:chExt cx="1152" cy="294"/>
              </a:xfrm>
            </p:grpSpPr>
            <p:grpSp>
              <p:nvGrpSpPr>
                <p:cNvPr id="22558" name="Group 7">
                  <a:extLst>
                    <a:ext uri="{FF2B5EF4-FFF2-40B4-BE49-F238E27FC236}">
                      <a16:creationId xmlns:a16="http://schemas.microsoft.com/office/drawing/2014/main" id="{531B2F2F-D6FB-447D-96A0-6C71E747C9A1}"/>
                    </a:ext>
                  </a:extLst>
                </p:cNvPr>
                <p:cNvGrpSpPr>
                  <a:grpSpLocks/>
                </p:cNvGrpSpPr>
                <p:nvPr/>
              </p:nvGrpSpPr>
              <p:grpSpPr bwMode="auto">
                <a:xfrm>
                  <a:off x="2064" y="1706"/>
                  <a:ext cx="624" cy="294"/>
                  <a:chOff x="624" y="2544"/>
                  <a:chExt cx="624" cy="294"/>
                </a:xfrm>
              </p:grpSpPr>
              <p:sp>
                <p:nvSpPr>
                  <p:cNvPr id="22562" name="Text Box 8">
                    <a:extLst>
                      <a:ext uri="{FF2B5EF4-FFF2-40B4-BE49-F238E27FC236}">
                        <a16:creationId xmlns:a16="http://schemas.microsoft.com/office/drawing/2014/main" id="{8C2436C6-E40F-4337-812B-DF04F6F13CB8}"/>
                      </a:ext>
                    </a:extLst>
                  </p:cNvPr>
                  <p:cNvSpPr txBox="1">
                    <a:spLocks noChangeArrowheads="1"/>
                  </p:cNvSpPr>
                  <p:nvPr/>
                </p:nvSpPr>
                <p:spPr bwMode="auto">
                  <a:xfrm>
                    <a:off x="624" y="2544"/>
                    <a:ext cx="624"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t>17  </a:t>
                    </a:r>
                  </a:p>
                </p:txBody>
              </p:sp>
              <p:sp>
                <p:nvSpPr>
                  <p:cNvPr id="22563" name="Line 9">
                    <a:extLst>
                      <a:ext uri="{FF2B5EF4-FFF2-40B4-BE49-F238E27FC236}">
                        <a16:creationId xmlns:a16="http://schemas.microsoft.com/office/drawing/2014/main" id="{40801355-DB8A-486A-97FA-A6A50B31C238}"/>
                      </a:ext>
                    </a:extLst>
                  </p:cNvPr>
                  <p:cNvSpPr>
                    <a:spLocks noChangeShapeType="1"/>
                  </p:cNvSpPr>
                  <p:nvPr/>
                </p:nvSpPr>
                <p:spPr bwMode="auto">
                  <a:xfrm>
                    <a:off x="960" y="2544"/>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2559" name="Group 13">
                  <a:extLst>
                    <a:ext uri="{FF2B5EF4-FFF2-40B4-BE49-F238E27FC236}">
                      <a16:creationId xmlns:a16="http://schemas.microsoft.com/office/drawing/2014/main" id="{7842AB5B-3E3B-4E9E-ABFF-EF964C870D65}"/>
                    </a:ext>
                  </a:extLst>
                </p:cNvPr>
                <p:cNvGrpSpPr>
                  <a:grpSpLocks/>
                </p:cNvGrpSpPr>
                <p:nvPr/>
              </p:nvGrpSpPr>
              <p:grpSpPr bwMode="auto">
                <a:xfrm>
                  <a:off x="1536" y="1829"/>
                  <a:ext cx="528" cy="48"/>
                  <a:chOff x="1104" y="2667"/>
                  <a:chExt cx="528" cy="48"/>
                </a:xfrm>
              </p:grpSpPr>
              <p:sp>
                <p:nvSpPr>
                  <p:cNvPr id="22560" name="Line 14">
                    <a:extLst>
                      <a:ext uri="{FF2B5EF4-FFF2-40B4-BE49-F238E27FC236}">
                        <a16:creationId xmlns:a16="http://schemas.microsoft.com/office/drawing/2014/main" id="{66FEC860-505A-435A-93F2-78FB01D36A2B}"/>
                      </a:ext>
                    </a:extLst>
                  </p:cNvPr>
                  <p:cNvSpPr>
                    <a:spLocks noChangeShapeType="1"/>
                  </p:cNvSpPr>
                  <p:nvPr/>
                </p:nvSpPr>
                <p:spPr bwMode="auto">
                  <a:xfrm>
                    <a:off x="1152" y="2688"/>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61" name="Oval 15">
                    <a:extLst>
                      <a:ext uri="{FF2B5EF4-FFF2-40B4-BE49-F238E27FC236}">
                        <a16:creationId xmlns:a16="http://schemas.microsoft.com/office/drawing/2014/main" id="{E5BEA220-6A04-4396-B801-EAF0694BC4A0}"/>
                      </a:ext>
                    </a:extLst>
                  </p:cNvPr>
                  <p:cNvSpPr>
                    <a:spLocks noChangeArrowheads="1"/>
                  </p:cNvSpPr>
                  <p:nvPr/>
                </p:nvSpPr>
                <p:spPr bwMode="auto">
                  <a:xfrm>
                    <a:off x="1104" y="2667"/>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grpSp>
            <p:nvGrpSpPr>
              <p:cNvPr id="22551" name="Group 62">
                <a:extLst>
                  <a:ext uri="{FF2B5EF4-FFF2-40B4-BE49-F238E27FC236}">
                    <a16:creationId xmlns:a16="http://schemas.microsoft.com/office/drawing/2014/main" id="{91457D32-2C5E-44B6-B30B-95600A13E97E}"/>
                  </a:ext>
                </a:extLst>
              </p:cNvPr>
              <p:cNvGrpSpPr>
                <a:grpSpLocks/>
              </p:cNvGrpSpPr>
              <p:nvPr/>
            </p:nvGrpSpPr>
            <p:grpSpPr bwMode="auto">
              <a:xfrm>
                <a:off x="1882" y="1298"/>
                <a:ext cx="1152" cy="294"/>
                <a:chOff x="1536" y="1706"/>
                <a:chExt cx="1152" cy="294"/>
              </a:xfrm>
            </p:grpSpPr>
            <p:grpSp>
              <p:nvGrpSpPr>
                <p:cNvPr id="22552" name="Group 63">
                  <a:extLst>
                    <a:ext uri="{FF2B5EF4-FFF2-40B4-BE49-F238E27FC236}">
                      <a16:creationId xmlns:a16="http://schemas.microsoft.com/office/drawing/2014/main" id="{0F4BF254-504A-4CA7-A8BA-3DDE02F01EA0}"/>
                    </a:ext>
                  </a:extLst>
                </p:cNvPr>
                <p:cNvGrpSpPr>
                  <a:grpSpLocks/>
                </p:cNvGrpSpPr>
                <p:nvPr/>
              </p:nvGrpSpPr>
              <p:grpSpPr bwMode="auto">
                <a:xfrm>
                  <a:off x="2064" y="1706"/>
                  <a:ext cx="624" cy="294"/>
                  <a:chOff x="624" y="2544"/>
                  <a:chExt cx="624" cy="294"/>
                </a:xfrm>
              </p:grpSpPr>
              <p:sp>
                <p:nvSpPr>
                  <p:cNvPr id="22556" name="Text Box 64">
                    <a:extLst>
                      <a:ext uri="{FF2B5EF4-FFF2-40B4-BE49-F238E27FC236}">
                        <a16:creationId xmlns:a16="http://schemas.microsoft.com/office/drawing/2014/main" id="{F0E8D1E2-C7D0-4418-AEB6-862B562DA05E}"/>
                      </a:ext>
                    </a:extLst>
                  </p:cNvPr>
                  <p:cNvSpPr txBox="1">
                    <a:spLocks noChangeArrowheads="1"/>
                  </p:cNvSpPr>
                  <p:nvPr/>
                </p:nvSpPr>
                <p:spPr bwMode="auto">
                  <a:xfrm>
                    <a:off x="624" y="2544"/>
                    <a:ext cx="624"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t>19  </a:t>
                    </a:r>
                  </a:p>
                </p:txBody>
              </p:sp>
              <p:sp>
                <p:nvSpPr>
                  <p:cNvPr id="22557" name="Line 65">
                    <a:extLst>
                      <a:ext uri="{FF2B5EF4-FFF2-40B4-BE49-F238E27FC236}">
                        <a16:creationId xmlns:a16="http://schemas.microsoft.com/office/drawing/2014/main" id="{1B5CBFD3-A95C-4870-9F58-EFB1F4048AED}"/>
                      </a:ext>
                    </a:extLst>
                  </p:cNvPr>
                  <p:cNvSpPr>
                    <a:spLocks noChangeShapeType="1"/>
                  </p:cNvSpPr>
                  <p:nvPr/>
                </p:nvSpPr>
                <p:spPr bwMode="auto">
                  <a:xfrm>
                    <a:off x="960" y="2544"/>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2553" name="Group 66">
                  <a:extLst>
                    <a:ext uri="{FF2B5EF4-FFF2-40B4-BE49-F238E27FC236}">
                      <a16:creationId xmlns:a16="http://schemas.microsoft.com/office/drawing/2014/main" id="{8AB80D2E-21B4-4FA8-801D-7A613DDBFB73}"/>
                    </a:ext>
                  </a:extLst>
                </p:cNvPr>
                <p:cNvGrpSpPr>
                  <a:grpSpLocks/>
                </p:cNvGrpSpPr>
                <p:nvPr/>
              </p:nvGrpSpPr>
              <p:grpSpPr bwMode="auto">
                <a:xfrm>
                  <a:off x="1536" y="1829"/>
                  <a:ext cx="528" cy="48"/>
                  <a:chOff x="1104" y="2667"/>
                  <a:chExt cx="528" cy="48"/>
                </a:xfrm>
              </p:grpSpPr>
              <p:sp>
                <p:nvSpPr>
                  <p:cNvPr id="22554" name="Line 67">
                    <a:extLst>
                      <a:ext uri="{FF2B5EF4-FFF2-40B4-BE49-F238E27FC236}">
                        <a16:creationId xmlns:a16="http://schemas.microsoft.com/office/drawing/2014/main" id="{9773F3D1-D023-40B3-A8D0-146090C6B1D4}"/>
                      </a:ext>
                    </a:extLst>
                  </p:cNvPr>
                  <p:cNvSpPr>
                    <a:spLocks noChangeShapeType="1"/>
                  </p:cNvSpPr>
                  <p:nvPr/>
                </p:nvSpPr>
                <p:spPr bwMode="auto">
                  <a:xfrm>
                    <a:off x="1152" y="2688"/>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55" name="Oval 68">
                    <a:extLst>
                      <a:ext uri="{FF2B5EF4-FFF2-40B4-BE49-F238E27FC236}">
                        <a16:creationId xmlns:a16="http://schemas.microsoft.com/office/drawing/2014/main" id="{E903949A-343B-424E-BD19-5888FB09721C}"/>
                      </a:ext>
                    </a:extLst>
                  </p:cNvPr>
                  <p:cNvSpPr>
                    <a:spLocks noChangeArrowheads="1"/>
                  </p:cNvSpPr>
                  <p:nvPr/>
                </p:nvSpPr>
                <p:spPr bwMode="auto">
                  <a:xfrm>
                    <a:off x="1104" y="2667"/>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grpSp>
        <p:cxnSp>
          <p:nvCxnSpPr>
            <p:cNvPr id="3" name="直接连接符 2">
              <a:extLst>
                <a:ext uri="{FF2B5EF4-FFF2-40B4-BE49-F238E27FC236}">
                  <a16:creationId xmlns:a16="http://schemas.microsoft.com/office/drawing/2014/main" id="{98847978-0CE6-4FCD-81B5-A002E866E07C}"/>
                </a:ext>
              </a:extLst>
            </p:cNvPr>
            <p:cNvCxnSpPr>
              <a:stCxn id="22556" idx="0"/>
            </p:cNvCxnSpPr>
            <p:nvPr/>
          </p:nvCxnSpPr>
          <p:spPr>
            <a:xfrm>
              <a:off x="4800600" y="2141538"/>
              <a:ext cx="495300" cy="4487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9" name="Group 49">
            <a:extLst>
              <a:ext uri="{FF2B5EF4-FFF2-40B4-BE49-F238E27FC236}">
                <a16:creationId xmlns:a16="http://schemas.microsoft.com/office/drawing/2014/main" id="{E2D4B80A-608C-47AC-AC99-B40C47AD6CFA}"/>
              </a:ext>
            </a:extLst>
          </p:cNvPr>
          <p:cNvGrpSpPr>
            <a:grpSpLocks/>
          </p:cNvGrpSpPr>
          <p:nvPr/>
        </p:nvGrpSpPr>
        <p:grpSpPr bwMode="auto">
          <a:xfrm>
            <a:off x="4054747" y="2639653"/>
            <a:ext cx="341313" cy="457200"/>
            <a:chOff x="0" y="0"/>
            <a:chExt cx="192" cy="288"/>
          </a:xfrm>
        </p:grpSpPr>
        <p:sp>
          <p:nvSpPr>
            <p:cNvPr id="70" name="Line 50">
              <a:extLst>
                <a:ext uri="{FF2B5EF4-FFF2-40B4-BE49-F238E27FC236}">
                  <a16:creationId xmlns:a16="http://schemas.microsoft.com/office/drawing/2014/main" id="{64C16EA1-AA96-4543-8B61-5D878CA05DDF}"/>
                </a:ext>
              </a:extLst>
            </p:cNvPr>
            <p:cNvSpPr>
              <a:spLocks noChangeShapeType="1"/>
            </p:cNvSpPr>
            <p:nvPr/>
          </p:nvSpPr>
          <p:spPr bwMode="auto">
            <a:xfrm flipH="1">
              <a:off x="0" y="0"/>
              <a:ext cx="192" cy="288"/>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Line 51">
              <a:extLst>
                <a:ext uri="{FF2B5EF4-FFF2-40B4-BE49-F238E27FC236}">
                  <a16:creationId xmlns:a16="http://schemas.microsoft.com/office/drawing/2014/main" id="{633A1732-5372-4FBD-A194-A18D00A4D4F3}"/>
                </a:ext>
              </a:extLst>
            </p:cNvPr>
            <p:cNvSpPr>
              <a:spLocks noChangeShapeType="1"/>
            </p:cNvSpPr>
            <p:nvPr/>
          </p:nvSpPr>
          <p:spPr bwMode="auto">
            <a:xfrm>
              <a:off x="0" y="48"/>
              <a:ext cx="192" cy="19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6" name="Group 4">
            <a:extLst>
              <a:ext uri="{FF2B5EF4-FFF2-40B4-BE49-F238E27FC236}">
                <a16:creationId xmlns:a16="http://schemas.microsoft.com/office/drawing/2014/main" id="{D50B8571-8EF6-47B7-90DE-721CD37124BB}"/>
              </a:ext>
            </a:extLst>
          </p:cNvPr>
          <p:cNvGrpSpPr>
            <a:grpSpLocks/>
          </p:cNvGrpSpPr>
          <p:nvPr/>
        </p:nvGrpSpPr>
        <p:grpSpPr bwMode="auto">
          <a:xfrm>
            <a:off x="1475854" y="4927600"/>
            <a:ext cx="990600" cy="466725"/>
            <a:chOff x="624" y="2544"/>
            <a:chExt cx="624" cy="294"/>
          </a:xfrm>
        </p:grpSpPr>
        <p:sp>
          <p:nvSpPr>
            <p:cNvPr id="77" name="Text Box 5">
              <a:extLst>
                <a:ext uri="{FF2B5EF4-FFF2-40B4-BE49-F238E27FC236}">
                  <a16:creationId xmlns:a16="http://schemas.microsoft.com/office/drawing/2014/main" id="{7A7E2333-C2A8-4B73-A22A-14BF2A7FF0F4}"/>
                </a:ext>
              </a:extLst>
            </p:cNvPr>
            <p:cNvSpPr txBox="1">
              <a:spLocks noChangeArrowheads="1"/>
            </p:cNvSpPr>
            <p:nvPr/>
          </p:nvSpPr>
          <p:spPr bwMode="auto">
            <a:xfrm>
              <a:off x="624" y="2544"/>
              <a:ext cx="624"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t>     </a:t>
              </a:r>
            </a:p>
          </p:txBody>
        </p:sp>
        <p:sp>
          <p:nvSpPr>
            <p:cNvPr id="78" name="Line 6">
              <a:extLst>
                <a:ext uri="{FF2B5EF4-FFF2-40B4-BE49-F238E27FC236}">
                  <a16:creationId xmlns:a16="http://schemas.microsoft.com/office/drawing/2014/main" id="{27C22B18-AEBD-43CD-AAAA-32EC016F9BA9}"/>
                </a:ext>
              </a:extLst>
            </p:cNvPr>
            <p:cNvSpPr>
              <a:spLocks noChangeShapeType="1"/>
            </p:cNvSpPr>
            <p:nvPr/>
          </p:nvSpPr>
          <p:spPr bwMode="auto">
            <a:xfrm>
              <a:off x="960" y="2544"/>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9" name="Group 21">
            <a:extLst>
              <a:ext uri="{FF2B5EF4-FFF2-40B4-BE49-F238E27FC236}">
                <a16:creationId xmlns:a16="http://schemas.microsoft.com/office/drawing/2014/main" id="{5884DB0E-69E1-4F47-9F25-3BF7461B5BF4}"/>
              </a:ext>
            </a:extLst>
          </p:cNvPr>
          <p:cNvGrpSpPr>
            <a:grpSpLocks/>
          </p:cNvGrpSpPr>
          <p:nvPr/>
        </p:nvGrpSpPr>
        <p:grpSpPr bwMode="auto">
          <a:xfrm>
            <a:off x="942454" y="3556000"/>
            <a:ext cx="1219200" cy="1371600"/>
            <a:chOff x="432" y="1536"/>
            <a:chExt cx="768" cy="864"/>
          </a:xfrm>
        </p:grpSpPr>
        <p:sp>
          <p:nvSpPr>
            <p:cNvPr id="80" name="Text Box 22">
              <a:extLst>
                <a:ext uri="{FF2B5EF4-FFF2-40B4-BE49-F238E27FC236}">
                  <a16:creationId xmlns:a16="http://schemas.microsoft.com/office/drawing/2014/main" id="{E4994D75-60AA-4AA0-B70D-9C6479E431AE}"/>
                </a:ext>
              </a:extLst>
            </p:cNvPr>
            <p:cNvSpPr txBox="1">
              <a:spLocks noChangeArrowheads="1"/>
            </p:cNvSpPr>
            <p:nvPr/>
          </p:nvSpPr>
          <p:spPr bwMode="auto">
            <a:xfrm>
              <a:off x="624" y="1824"/>
              <a:ext cx="336"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b="0"/>
            </a:p>
          </p:txBody>
        </p:sp>
        <p:sp>
          <p:nvSpPr>
            <p:cNvPr id="81" name="Text Box 23">
              <a:extLst>
                <a:ext uri="{FF2B5EF4-FFF2-40B4-BE49-F238E27FC236}">
                  <a16:creationId xmlns:a16="http://schemas.microsoft.com/office/drawing/2014/main" id="{08172554-EAA7-4609-891F-11161954ADFB}"/>
                </a:ext>
              </a:extLst>
            </p:cNvPr>
            <p:cNvSpPr txBox="1">
              <a:spLocks noChangeArrowheads="1"/>
            </p:cNvSpPr>
            <p:nvPr/>
          </p:nvSpPr>
          <p:spPr bwMode="auto">
            <a:xfrm>
              <a:off x="432" y="1536"/>
              <a:ext cx="7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t>head</a:t>
              </a:r>
            </a:p>
          </p:txBody>
        </p:sp>
        <p:grpSp>
          <p:nvGrpSpPr>
            <p:cNvPr id="82" name="Group 24">
              <a:extLst>
                <a:ext uri="{FF2B5EF4-FFF2-40B4-BE49-F238E27FC236}">
                  <a16:creationId xmlns:a16="http://schemas.microsoft.com/office/drawing/2014/main" id="{350A86A1-6E44-45C9-8E88-10299C2FED78}"/>
                </a:ext>
              </a:extLst>
            </p:cNvPr>
            <p:cNvGrpSpPr>
              <a:grpSpLocks/>
            </p:cNvGrpSpPr>
            <p:nvPr/>
          </p:nvGrpSpPr>
          <p:grpSpPr bwMode="auto">
            <a:xfrm>
              <a:off x="768" y="1968"/>
              <a:ext cx="48" cy="432"/>
              <a:chOff x="768" y="1968"/>
              <a:chExt cx="48" cy="432"/>
            </a:xfrm>
          </p:grpSpPr>
          <p:sp>
            <p:nvSpPr>
              <p:cNvPr id="83" name="Oval 25">
                <a:extLst>
                  <a:ext uri="{FF2B5EF4-FFF2-40B4-BE49-F238E27FC236}">
                    <a16:creationId xmlns:a16="http://schemas.microsoft.com/office/drawing/2014/main" id="{8FB147E8-EA29-4F70-ADE2-BE062F249D68}"/>
                  </a:ext>
                </a:extLst>
              </p:cNvPr>
              <p:cNvSpPr>
                <a:spLocks noChangeArrowheads="1"/>
              </p:cNvSpPr>
              <p:nvPr/>
            </p:nvSpPr>
            <p:spPr bwMode="auto">
              <a:xfrm>
                <a:off x="768" y="196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4" name="Line 26">
                <a:extLst>
                  <a:ext uri="{FF2B5EF4-FFF2-40B4-BE49-F238E27FC236}">
                    <a16:creationId xmlns:a16="http://schemas.microsoft.com/office/drawing/2014/main" id="{6179E2B2-DB6E-4575-92D6-F6CA94F64F56}"/>
                  </a:ext>
                </a:extLst>
              </p:cNvPr>
              <p:cNvSpPr>
                <a:spLocks noChangeShapeType="1"/>
              </p:cNvSpPr>
              <p:nvPr/>
            </p:nvSpPr>
            <p:spPr bwMode="auto">
              <a:xfrm>
                <a:off x="786" y="2016"/>
                <a:ext cx="0"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85" name="Group 74">
            <a:extLst>
              <a:ext uri="{FF2B5EF4-FFF2-40B4-BE49-F238E27FC236}">
                <a16:creationId xmlns:a16="http://schemas.microsoft.com/office/drawing/2014/main" id="{76001EC3-78A5-4FE4-B479-9DB447F3A0C2}"/>
              </a:ext>
            </a:extLst>
          </p:cNvPr>
          <p:cNvGrpSpPr>
            <a:grpSpLocks/>
          </p:cNvGrpSpPr>
          <p:nvPr/>
        </p:nvGrpSpPr>
        <p:grpSpPr bwMode="auto">
          <a:xfrm>
            <a:off x="2976041" y="3689897"/>
            <a:ext cx="1020763" cy="1224368"/>
            <a:chOff x="1962" y="1162"/>
            <a:chExt cx="643" cy="956"/>
          </a:xfrm>
        </p:grpSpPr>
        <p:sp>
          <p:nvSpPr>
            <p:cNvPr id="86" name="Text Box 75">
              <a:extLst>
                <a:ext uri="{FF2B5EF4-FFF2-40B4-BE49-F238E27FC236}">
                  <a16:creationId xmlns:a16="http://schemas.microsoft.com/office/drawing/2014/main" id="{BFFC69AA-A7C5-444D-AEB8-4B038FE1F970}"/>
                </a:ext>
              </a:extLst>
            </p:cNvPr>
            <p:cNvSpPr txBox="1">
              <a:spLocks noChangeArrowheads="1"/>
            </p:cNvSpPr>
            <p:nvPr/>
          </p:nvSpPr>
          <p:spPr bwMode="auto">
            <a:xfrm>
              <a:off x="1986" y="1450"/>
              <a:ext cx="336"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b="0"/>
            </a:p>
          </p:txBody>
        </p:sp>
        <p:sp>
          <p:nvSpPr>
            <p:cNvPr id="87" name="Text Box 76">
              <a:extLst>
                <a:ext uri="{FF2B5EF4-FFF2-40B4-BE49-F238E27FC236}">
                  <a16:creationId xmlns:a16="http://schemas.microsoft.com/office/drawing/2014/main" id="{2DB515FE-73B4-459A-A028-E976CFE30019}"/>
                </a:ext>
              </a:extLst>
            </p:cNvPr>
            <p:cNvSpPr txBox="1">
              <a:spLocks noChangeArrowheads="1"/>
            </p:cNvSpPr>
            <p:nvPr/>
          </p:nvSpPr>
          <p:spPr bwMode="auto">
            <a:xfrm>
              <a:off x="1962" y="1162"/>
              <a:ext cx="643"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solidFill>
                    <a:srgbClr val="FF0000"/>
                  </a:solidFill>
                </a:rPr>
                <a:t>cur</a:t>
              </a:r>
            </a:p>
          </p:txBody>
        </p:sp>
        <p:grpSp>
          <p:nvGrpSpPr>
            <p:cNvPr id="88" name="Group 77">
              <a:extLst>
                <a:ext uri="{FF2B5EF4-FFF2-40B4-BE49-F238E27FC236}">
                  <a16:creationId xmlns:a16="http://schemas.microsoft.com/office/drawing/2014/main" id="{C2C3E0AC-0552-4032-A240-0FF14E812103}"/>
                </a:ext>
              </a:extLst>
            </p:cNvPr>
            <p:cNvGrpSpPr>
              <a:grpSpLocks/>
            </p:cNvGrpSpPr>
            <p:nvPr/>
          </p:nvGrpSpPr>
          <p:grpSpPr bwMode="auto">
            <a:xfrm>
              <a:off x="1998" y="1594"/>
              <a:ext cx="180" cy="524"/>
              <a:chOff x="636" y="1968"/>
              <a:chExt cx="180" cy="524"/>
            </a:xfrm>
          </p:grpSpPr>
          <p:sp>
            <p:nvSpPr>
              <p:cNvPr id="89" name="Oval 78">
                <a:extLst>
                  <a:ext uri="{FF2B5EF4-FFF2-40B4-BE49-F238E27FC236}">
                    <a16:creationId xmlns:a16="http://schemas.microsoft.com/office/drawing/2014/main" id="{C834F8CB-3A11-47C6-8A9D-9489C0FDF50E}"/>
                  </a:ext>
                </a:extLst>
              </p:cNvPr>
              <p:cNvSpPr>
                <a:spLocks noChangeArrowheads="1"/>
              </p:cNvSpPr>
              <p:nvPr/>
            </p:nvSpPr>
            <p:spPr bwMode="auto">
              <a:xfrm>
                <a:off x="768" y="196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0" name="Line 79">
                <a:extLst>
                  <a:ext uri="{FF2B5EF4-FFF2-40B4-BE49-F238E27FC236}">
                    <a16:creationId xmlns:a16="http://schemas.microsoft.com/office/drawing/2014/main" id="{61C5D300-13F2-49DB-BAD0-7458CD37938A}"/>
                  </a:ext>
                </a:extLst>
              </p:cNvPr>
              <p:cNvSpPr>
                <a:spLocks noChangeShapeType="1"/>
              </p:cNvSpPr>
              <p:nvPr/>
            </p:nvSpPr>
            <p:spPr bwMode="auto">
              <a:xfrm flipH="1">
                <a:off x="636" y="2016"/>
                <a:ext cx="150" cy="4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11" name="Group 44">
            <a:extLst>
              <a:ext uri="{FF2B5EF4-FFF2-40B4-BE49-F238E27FC236}">
                <a16:creationId xmlns:a16="http://schemas.microsoft.com/office/drawing/2014/main" id="{9B4DC23F-459D-4F03-9B2C-909FF29B8185}"/>
              </a:ext>
            </a:extLst>
          </p:cNvPr>
          <p:cNvGrpSpPr>
            <a:grpSpLocks/>
          </p:cNvGrpSpPr>
          <p:nvPr/>
        </p:nvGrpSpPr>
        <p:grpSpPr bwMode="auto">
          <a:xfrm>
            <a:off x="3707086" y="3064890"/>
            <a:ext cx="1597024" cy="383709"/>
            <a:chOff x="0" y="0"/>
            <a:chExt cx="1641" cy="272"/>
          </a:xfrm>
        </p:grpSpPr>
        <p:sp>
          <p:nvSpPr>
            <p:cNvPr id="112" name="Line 45">
              <a:extLst>
                <a:ext uri="{FF2B5EF4-FFF2-40B4-BE49-F238E27FC236}">
                  <a16:creationId xmlns:a16="http://schemas.microsoft.com/office/drawing/2014/main" id="{6CE244B6-F65C-405C-8D10-E9518379CFF2}"/>
                </a:ext>
              </a:extLst>
            </p:cNvPr>
            <p:cNvSpPr>
              <a:spLocks noChangeShapeType="1"/>
            </p:cNvSpPr>
            <p:nvPr/>
          </p:nvSpPr>
          <p:spPr bwMode="auto">
            <a:xfrm>
              <a:off x="0" y="0"/>
              <a:ext cx="0" cy="272"/>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113" name="Line 46">
              <a:extLst>
                <a:ext uri="{FF2B5EF4-FFF2-40B4-BE49-F238E27FC236}">
                  <a16:creationId xmlns:a16="http://schemas.microsoft.com/office/drawing/2014/main" id="{D879B547-778A-4037-8EDE-6C5E0EC526A1}"/>
                </a:ext>
              </a:extLst>
            </p:cNvPr>
            <p:cNvSpPr>
              <a:spLocks noChangeShapeType="1"/>
            </p:cNvSpPr>
            <p:nvPr/>
          </p:nvSpPr>
          <p:spPr bwMode="auto">
            <a:xfrm>
              <a:off x="0" y="272"/>
              <a:ext cx="1633" cy="0"/>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114" name="Line 47">
              <a:extLst>
                <a:ext uri="{FF2B5EF4-FFF2-40B4-BE49-F238E27FC236}">
                  <a16:creationId xmlns:a16="http://schemas.microsoft.com/office/drawing/2014/main" id="{8A2FB3C7-A3C6-4429-9F98-8FEA984BD9B3}"/>
                </a:ext>
              </a:extLst>
            </p:cNvPr>
            <p:cNvSpPr>
              <a:spLocks noChangeShapeType="1"/>
            </p:cNvSpPr>
            <p:nvPr/>
          </p:nvSpPr>
          <p:spPr bwMode="auto">
            <a:xfrm flipV="1">
              <a:off x="1633" y="90"/>
              <a:ext cx="8" cy="182"/>
            </a:xfrm>
            <a:prstGeom prst="line">
              <a:avLst/>
            </a:prstGeom>
            <a:noFill/>
            <a:ln w="9525">
              <a:solidFill>
                <a:schemeClr val="tx1"/>
              </a:solidFill>
              <a:round/>
              <a:headEnd/>
              <a:tailEnd type="triangle" w="med" len="me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grpSp>
      <p:cxnSp>
        <p:nvCxnSpPr>
          <p:cNvPr id="115" name="直接连接符 114">
            <a:extLst>
              <a:ext uri="{FF2B5EF4-FFF2-40B4-BE49-F238E27FC236}">
                <a16:creationId xmlns:a16="http://schemas.microsoft.com/office/drawing/2014/main" id="{825BB226-7286-4496-A968-ECCCB556ABAC}"/>
              </a:ext>
            </a:extLst>
          </p:cNvPr>
          <p:cNvCxnSpPr/>
          <p:nvPr/>
        </p:nvCxnSpPr>
        <p:spPr>
          <a:xfrm>
            <a:off x="1994966" y="4914265"/>
            <a:ext cx="495300" cy="4487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3" name="Group 74">
            <a:extLst>
              <a:ext uri="{FF2B5EF4-FFF2-40B4-BE49-F238E27FC236}">
                <a16:creationId xmlns:a16="http://schemas.microsoft.com/office/drawing/2014/main" id="{D866D589-63DB-4A8D-87E8-21D594F80F5D}"/>
              </a:ext>
            </a:extLst>
          </p:cNvPr>
          <p:cNvGrpSpPr>
            <a:grpSpLocks/>
          </p:cNvGrpSpPr>
          <p:nvPr/>
        </p:nvGrpSpPr>
        <p:grpSpPr bwMode="auto">
          <a:xfrm>
            <a:off x="4764360" y="1299837"/>
            <a:ext cx="1020763" cy="1326826"/>
            <a:chOff x="2003" y="1082"/>
            <a:chExt cx="643" cy="1036"/>
          </a:xfrm>
        </p:grpSpPr>
        <p:sp>
          <p:nvSpPr>
            <p:cNvPr id="64" name="Text Box 75">
              <a:extLst>
                <a:ext uri="{FF2B5EF4-FFF2-40B4-BE49-F238E27FC236}">
                  <a16:creationId xmlns:a16="http://schemas.microsoft.com/office/drawing/2014/main" id="{710D7FB0-3588-40FE-AA4C-82DE880A4397}"/>
                </a:ext>
              </a:extLst>
            </p:cNvPr>
            <p:cNvSpPr txBox="1">
              <a:spLocks noChangeArrowheads="1"/>
            </p:cNvSpPr>
            <p:nvPr/>
          </p:nvSpPr>
          <p:spPr bwMode="auto">
            <a:xfrm>
              <a:off x="2007" y="1450"/>
              <a:ext cx="336"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b="0"/>
            </a:p>
          </p:txBody>
        </p:sp>
        <p:sp>
          <p:nvSpPr>
            <p:cNvPr id="65" name="Text Box 76">
              <a:extLst>
                <a:ext uri="{FF2B5EF4-FFF2-40B4-BE49-F238E27FC236}">
                  <a16:creationId xmlns:a16="http://schemas.microsoft.com/office/drawing/2014/main" id="{17EE947A-3322-4C10-8A53-DA83BDED7899}"/>
                </a:ext>
              </a:extLst>
            </p:cNvPr>
            <p:cNvSpPr txBox="1">
              <a:spLocks noChangeArrowheads="1"/>
            </p:cNvSpPr>
            <p:nvPr/>
          </p:nvSpPr>
          <p:spPr bwMode="auto">
            <a:xfrm>
              <a:off x="2003" y="1082"/>
              <a:ext cx="643"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solidFill>
                    <a:srgbClr val="FF0000"/>
                  </a:solidFill>
                </a:rPr>
                <a:t>cur</a:t>
              </a:r>
            </a:p>
          </p:txBody>
        </p:sp>
        <p:grpSp>
          <p:nvGrpSpPr>
            <p:cNvPr id="66" name="Group 77">
              <a:extLst>
                <a:ext uri="{FF2B5EF4-FFF2-40B4-BE49-F238E27FC236}">
                  <a16:creationId xmlns:a16="http://schemas.microsoft.com/office/drawing/2014/main" id="{930A2477-841F-4F5B-ABEE-001CD9B31164}"/>
                </a:ext>
              </a:extLst>
            </p:cNvPr>
            <p:cNvGrpSpPr>
              <a:grpSpLocks/>
            </p:cNvGrpSpPr>
            <p:nvPr/>
          </p:nvGrpSpPr>
          <p:grpSpPr bwMode="auto">
            <a:xfrm>
              <a:off x="2019" y="1594"/>
              <a:ext cx="159" cy="524"/>
              <a:chOff x="657" y="1968"/>
              <a:chExt cx="159" cy="524"/>
            </a:xfrm>
          </p:grpSpPr>
          <p:sp>
            <p:nvSpPr>
              <p:cNvPr id="67" name="Oval 78">
                <a:extLst>
                  <a:ext uri="{FF2B5EF4-FFF2-40B4-BE49-F238E27FC236}">
                    <a16:creationId xmlns:a16="http://schemas.microsoft.com/office/drawing/2014/main" id="{06E06FBA-A6EF-4121-89F1-6BD8DFC5EE7A}"/>
                  </a:ext>
                </a:extLst>
              </p:cNvPr>
              <p:cNvSpPr>
                <a:spLocks noChangeArrowheads="1"/>
              </p:cNvSpPr>
              <p:nvPr/>
            </p:nvSpPr>
            <p:spPr bwMode="auto">
              <a:xfrm>
                <a:off x="768" y="196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8" name="Line 79">
                <a:extLst>
                  <a:ext uri="{FF2B5EF4-FFF2-40B4-BE49-F238E27FC236}">
                    <a16:creationId xmlns:a16="http://schemas.microsoft.com/office/drawing/2014/main" id="{96EF952C-6CC2-4C3F-9DA6-628FD5F2FC65}"/>
                  </a:ext>
                </a:extLst>
              </p:cNvPr>
              <p:cNvSpPr>
                <a:spLocks noChangeShapeType="1"/>
              </p:cNvSpPr>
              <p:nvPr/>
            </p:nvSpPr>
            <p:spPr bwMode="auto">
              <a:xfrm flipH="1">
                <a:off x="657" y="2016"/>
                <a:ext cx="150" cy="4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Tree>
    <p:custDataLst>
      <p:tags r:id="rId1"/>
    </p:custDataLst>
    <p:extLst>
      <p:ext uri="{BB962C8B-B14F-4D97-AF65-F5344CB8AC3E}">
        <p14:creationId xmlns:p14="http://schemas.microsoft.com/office/powerpoint/2010/main" val="19951464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dissolve">
                                      <p:cBhvr>
                                        <p:cTn id="7"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4" name="Text Box 33">
            <a:extLst>
              <a:ext uri="{FF2B5EF4-FFF2-40B4-BE49-F238E27FC236}">
                <a16:creationId xmlns:a16="http://schemas.microsoft.com/office/drawing/2014/main" id="{9C940483-F973-4DFB-A139-F781117427D3}"/>
              </a:ext>
            </a:extLst>
          </p:cNvPr>
          <p:cNvSpPr txBox="1">
            <a:spLocks noChangeArrowheads="1"/>
          </p:cNvSpPr>
          <p:nvPr/>
        </p:nvSpPr>
        <p:spPr bwMode="auto">
          <a:xfrm>
            <a:off x="3059832" y="404813"/>
            <a:ext cx="5833343" cy="58477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r>
              <a:rPr lang="zh-CN" altLang="en-US" sz="3200" dirty="0">
                <a:solidFill>
                  <a:srgbClr val="FF3300"/>
                </a:solidFill>
                <a:latin typeface="微软雅黑" panose="020B0503020204020204" pitchFamily="34" charset="-122"/>
                <a:ea typeface="微软雅黑" panose="020B0503020204020204" pitchFamily="34" charset="-122"/>
              </a:rPr>
              <a:t>删尾节点</a:t>
            </a:r>
          </a:p>
        </p:txBody>
      </p:sp>
      <p:sp>
        <p:nvSpPr>
          <p:cNvPr id="33" name="内容占位符 2">
            <a:extLst>
              <a:ext uri="{FF2B5EF4-FFF2-40B4-BE49-F238E27FC236}">
                <a16:creationId xmlns:a16="http://schemas.microsoft.com/office/drawing/2014/main" id="{DB0CD740-9251-4001-90A0-E336B8E2D6F3}"/>
              </a:ext>
            </a:extLst>
          </p:cNvPr>
          <p:cNvSpPr txBox="1">
            <a:spLocks/>
          </p:cNvSpPr>
          <p:nvPr/>
        </p:nvSpPr>
        <p:spPr>
          <a:xfrm>
            <a:off x="489055" y="1123156"/>
            <a:ext cx="8424936" cy="4611687"/>
          </a:xfrm>
          <a:prstGeom prst="rect">
            <a:avLst/>
          </a:prstGeom>
        </p:spPr>
        <p:txBody>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SzPct val="65000"/>
              <a:buFont typeface="Wingdings" panose="05000000000000000000" pitchFamily="2" charset="2"/>
              <a:buChar char="n"/>
              <a:defRPr sz="28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9pPr>
          </a:lstStyle>
          <a:p>
            <a:pPr marL="0" indent="0">
              <a:spcBef>
                <a:spcPct val="50000"/>
              </a:spcBef>
              <a:buNone/>
              <a:defRPr/>
            </a:pPr>
            <a:r>
              <a:rPr lang="en-US" altLang="zh-CN" sz="2000" b="0" dirty="0">
                <a:latin typeface="Consolas" panose="020B0609020204030204" pitchFamily="49" charset="0"/>
              </a:rPr>
              <a:t>/*</a:t>
            </a:r>
            <a:r>
              <a:rPr lang="zh-CN" altLang="en-US" sz="2000" b="0" dirty="0">
                <a:latin typeface="Consolas" panose="020B0609020204030204" pitchFamily="49" charset="0"/>
              </a:rPr>
              <a:t>删除链表的尾节点*</a:t>
            </a:r>
            <a:r>
              <a:rPr lang="en-US" altLang="zh-CN" sz="2000" b="0" dirty="0">
                <a:latin typeface="Consolas" panose="020B0609020204030204" pitchFamily="49" charset="0"/>
              </a:rPr>
              <a:t>/</a:t>
            </a:r>
          </a:p>
          <a:p>
            <a:pPr marL="0" indent="0">
              <a:spcBef>
                <a:spcPct val="50000"/>
              </a:spcBef>
              <a:buNone/>
              <a:defRPr/>
            </a:pPr>
            <a:r>
              <a:rPr lang="en-US" altLang="zh-CN" sz="2000" b="0" dirty="0">
                <a:latin typeface="Consolas" panose="020B0609020204030204" pitchFamily="49" charset="0"/>
              </a:rPr>
              <a:t>void </a:t>
            </a:r>
            <a:r>
              <a:rPr lang="en-US" altLang="zh-CN" sz="2000" b="0" dirty="0" err="1">
                <a:latin typeface="Consolas" panose="020B0609020204030204" pitchFamily="49" charset="0"/>
              </a:rPr>
              <a:t>deleteEnd</a:t>
            </a:r>
            <a:r>
              <a:rPr lang="en-US" altLang="zh-CN" sz="2000" b="0" dirty="0">
                <a:latin typeface="Consolas" panose="020B0609020204030204" pitchFamily="49" charset="0"/>
              </a:rPr>
              <a:t>(</a:t>
            </a:r>
            <a:r>
              <a:rPr lang="en-US" altLang="zh-CN" sz="2000" b="0" dirty="0" err="1">
                <a:latin typeface="Consolas" panose="020B0609020204030204" pitchFamily="49" charset="0"/>
              </a:rPr>
              <a:t>PtrNode</a:t>
            </a:r>
            <a:r>
              <a:rPr lang="en-US" altLang="zh-CN" sz="2000" b="0" dirty="0">
                <a:latin typeface="Consolas" panose="020B0609020204030204" pitchFamily="49" charset="0"/>
              </a:rPr>
              <a:t> head){</a:t>
            </a:r>
          </a:p>
          <a:p>
            <a:pPr marL="0" indent="0">
              <a:spcBef>
                <a:spcPct val="50000"/>
              </a:spcBef>
              <a:buNone/>
              <a:defRPr/>
            </a:pPr>
            <a:r>
              <a:rPr lang="en-US" altLang="zh-CN" sz="2000" b="0" dirty="0">
                <a:latin typeface="Consolas" panose="020B0609020204030204" pitchFamily="49" charset="0"/>
              </a:rPr>
              <a:t>	</a:t>
            </a:r>
            <a:r>
              <a:rPr lang="en-US" altLang="zh-CN" sz="2000" b="0" dirty="0" err="1">
                <a:latin typeface="Consolas" panose="020B0609020204030204" pitchFamily="49" charset="0"/>
              </a:rPr>
              <a:t>PtrNode</a:t>
            </a:r>
            <a:r>
              <a:rPr lang="en-US" altLang="zh-CN" sz="2000" b="0" dirty="0">
                <a:latin typeface="Consolas" panose="020B0609020204030204" pitchFamily="49" charset="0"/>
              </a:rPr>
              <a:t> </a:t>
            </a:r>
            <a:r>
              <a:rPr lang="en-US" altLang="zh-CN" sz="2000" b="0" dirty="0" err="1">
                <a:latin typeface="Consolas" panose="020B0609020204030204" pitchFamily="49" charset="0"/>
              </a:rPr>
              <a:t>tmp,cur</a:t>
            </a:r>
            <a:r>
              <a:rPr lang="en-US" altLang="zh-CN" sz="2000" b="0" dirty="0">
                <a:latin typeface="Consolas" panose="020B0609020204030204" pitchFamily="49" charset="0"/>
              </a:rPr>
              <a:t>;</a:t>
            </a:r>
          </a:p>
          <a:p>
            <a:pPr marL="0" indent="0">
              <a:spcBef>
                <a:spcPct val="50000"/>
              </a:spcBef>
              <a:buNone/>
              <a:defRPr/>
            </a:pPr>
            <a:r>
              <a:rPr lang="en-US" altLang="zh-CN" sz="2000" b="0" dirty="0">
                <a:latin typeface="Consolas" panose="020B0609020204030204" pitchFamily="49" charset="0"/>
              </a:rPr>
              <a:t>	</a:t>
            </a:r>
            <a:r>
              <a:rPr lang="en-US" altLang="zh-CN" sz="2000" b="0" dirty="0" err="1">
                <a:latin typeface="Consolas" panose="020B0609020204030204" pitchFamily="49" charset="0"/>
              </a:rPr>
              <a:t>tmp</a:t>
            </a:r>
            <a:r>
              <a:rPr lang="en-US" altLang="zh-CN" sz="2000" b="0" dirty="0">
                <a:latin typeface="Consolas" panose="020B0609020204030204" pitchFamily="49" charset="0"/>
              </a:rPr>
              <a:t> = head;	cur = head-&gt;next;</a:t>
            </a:r>
          </a:p>
          <a:p>
            <a:pPr marL="0" indent="0">
              <a:spcBef>
                <a:spcPct val="50000"/>
              </a:spcBef>
              <a:buNone/>
              <a:defRPr/>
            </a:pPr>
            <a:r>
              <a:rPr lang="en-US" altLang="zh-CN" sz="2000" b="0" dirty="0">
                <a:latin typeface="Consolas" panose="020B0609020204030204" pitchFamily="49" charset="0"/>
              </a:rPr>
              <a:t>	if (cur!=NULL)</a:t>
            </a:r>
          </a:p>
          <a:p>
            <a:pPr marL="0" indent="0">
              <a:spcBef>
                <a:spcPct val="50000"/>
              </a:spcBef>
              <a:buNone/>
              <a:defRPr/>
            </a:pPr>
            <a:r>
              <a:rPr lang="en-US" altLang="zh-CN" sz="2000" b="0" dirty="0">
                <a:latin typeface="Consolas" panose="020B0609020204030204" pitchFamily="49" charset="0"/>
              </a:rPr>
              <a:t>	{	</a:t>
            </a:r>
          </a:p>
          <a:p>
            <a:pPr marL="0" indent="0">
              <a:spcBef>
                <a:spcPct val="50000"/>
              </a:spcBef>
              <a:buNone/>
              <a:defRPr/>
            </a:pPr>
            <a:r>
              <a:rPr lang="en-US" altLang="zh-CN" sz="2000" b="0" dirty="0">
                <a:latin typeface="Consolas" panose="020B0609020204030204" pitchFamily="49" charset="0"/>
              </a:rPr>
              <a:t>		while (cur-&gt;next!=NULL){</a:t>
            </a:r>
          </a:p>
          <a:p>
            <a:pPr marL="0" indent="0">
              <a:spcBef>
                <a:spcPct val="50000"/>
              </a:spcBef>
              <a:buNone/>
              <a:defRPr/>
            </a:pPr>
            <a:r>
              <a:rPr lang="en-US" altLang="zh-CN" sz="2000" b="0" dirty="0">
                <a:latin typeface="Consolas" panose="020B0609020204030204" pitchFamily="49" charset="0"/>
              </a:rPr>
              <a:t>			</a:t>
            </a:r>
            <a:r>
              <a:rPr lang="en-US" altLang="zh-CN" sz="2000" b="0" dirty="0" err="1">
                <a:latin typeface="Consolas" panose="020B0609020204030204" pitchFamily="49" charset="0"/>
              </a:rPr>
              <a:t>tmp</a:t>
            </a:r>
            <a:r>
              <a:rPr lang="en-US" altLang="zh-CN" sz="2000" b="0" dirty="0">
                <a:latin typeface="Consolas" panose="020B0609020204030204" pitchFamily="49" charset="0"/>
              </a:rPr>
              <a:t>=cur; cur=cur-&gt;next;}</a:t>
            </a:r>
          </a:p>
          <a:p>
            <a:pPr marL="0" indent="0">
              <a:spcBef>
                <a:spcPct val="50000"/>
              </a:spcBef>
              <a:buNone/>
              <a:defRPr/>
            </a:pPr>
            <a:r>
              <a:rPr lang="en-US" altLang="zh-CN" sz="2000" b="0" dirty="0">
                <a:latin typeface="Consolas" panose="020B0609020204030204" pitchFamily="49" charset="0"/>
              </a:rPr>
              <a:t>		</a:t>
            </a:r>
            <a:r>
              <a:rPr lang="en-US" altLang="zh-CN" sz="2000" b="0" dirty="0" err="1">
                <a:latin typeface="Consolas" panose="020B0609020204030204" pitchFamily="49" charset="0"/>
              </a:rPr>
              <a:t>tmp</a:t>
            </a:r>
            <a:r>
              <a:rPr lang="en-US" altLang="zh-CN" sz="2000" b="0" dirty="0">
                <a:latin typeface="Consolas" panose="020B0609020204030204" pitchFamily="49" charset="0"/>
              </a:rPr>
              <a:t>-&gt;next=NULL;</a:t>
            </a:r>
          </a:p>
          <a:p>
            <a:pPr marL="0" indent="0">
              <a:spcBef>
                <a:spcPct val="50000"/>
              </a:spcBef>
              <a:buNone/>
              <a:defRPr/>
            </a:pPr>
            <a:r>
              <a:rPr lang="en-US" altLang="zh-CN" sz="2000" b="0" dirty="0">
                <a:latin typeface="Consolas" panose="020B0609020204030204" pitchFamily="49" charset="0"/>
              </a:rPr>
              <a:t>		free(cur); </a:t>
            </a:r>
          </a:p>
          <a:p>
            <a:pPr marL="0" indent="0">
              <a:spcBef>
                <a:spcPct val="50000"/>
              </a:spcBef>
              <a:buNone/>
              <a:defRPr/>
            </a:pPr>
            <a:r>
              <a:rPr lang="en-US" altLang="zh-CN" sz="2000" b="0" dirty="0">
                <a:latin typeface="Consolas" panose="020B0609020204030204" pitchFamily="49" charset="0"/>
              </a:rPr>
              <a:t>	}</a:t>
            </a:r>
          </a:p>
          <a:p>
            <a:pPr marL="0" indent="0">
              <a:spcBef>
                <a:spcPct val="50000"/>
              </a:spcBef>
              <a:buNone/>
              <a:defRPr/>
            </a:pPr>
            <a:r>
              <a:rPr lang="en-US" altLang="zh-CN" sz="2000" b="0" dirty="0">
                <a:latin typeface="Consolas" panose="020B0609020204030204" pitchFamily="49" charset="0"/>
              </a:rPr>
              <a:t>}</a:t>
            </a:r>
          </a:p>
        </p:txBody>
      </p:sp>
    </p:spTree>
    <p:extLst>
      <p:ext uri="{BB962C8B-B14F-4D97-AF65-F5344CB8AC3E}">
        <p14:creationId xmlns:p14="http://schemas.microsoft.com/office/powerpoint/2010/main" val="1908317254"/>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8BC5AA-AE95-4193-8BDE-39AF85381536}"/>
              </a:ext>
            </a:extLst>
          </p:cNvPr>
          <p:cNvSpPr>
            <a:spLocks noGrp="1"/>
          </p:cNvSpPr>
          <p:nvPr>
            <p:ph type="title"/>
          </p:nvPr>
        </p:nvSpPr>
        <p:spPr/>
        <p:txBody>
          <a:bodyPr/>
          <a:lstStyle/>
          <a:p>
            <a:r>
              <a:rPr lang="zh-CN" altLang="en-US" dirty="0"/>
              <a:t>测试主程序</a:t>
            </a:r>
          </a:p>
        </p:txBody>
      </p:sp>
      <p:sp>
        <p:nvSpPr>
          <p:cNvPr id="3" name="内容占位符 2">
            <a:extLst>
              <a:ext uri="{FF2B5EF4-FFF2-40B4-BE49-F238E27FC236}">
                <a16:creationId xmlns:a16="http://schemas.microsoft.com/office/drawing/2014/main" id="{A7356289-5129-498F-9533-8374CA3632FD}"/>
              </a:ext>
            </a:extLst>
          </p:cNvPr>
          <p:cNvSpPr>
            <a:spLocks noGrp="1"/>
          </p:cNvSpPr>
          <p:nvPr>
            <p:ph idx="1"/>
          </p:nvPr>
        </p:nvSpPr>
        <p:spPr>
          <a:xfrm>
            <a:off x="467544" y="1196752"/>
            <a:ext cx="7772400" cy="4611687"/>
          </a:xfrm>
        </p:spPr>
        <p:txBody>
          <a:bodyPr/>
          <a:lstStyle/>
          <a:p>
            <a:pPr marL="0" indent="0">
              <a:buNone/>
            </a:pPr>
            <a:r>
              <a:rPr lang="en-US" altLang="zh-CN" sz="2000" dirty="0">
                <a:latin typeface="Consolas" panose="020B0609020204030204" pitchFamily="49" charset="0"/>
              </a:rPr>
              <a:t>int main(){</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PtrNode</a:t>
            </a:r>
            <a:r>
              <a:rPr lang="en-US" altLang="zh-CN" sz="2000" dirty="0">
                <a:latin typeface="Consolas" panose="020B0609020204030204" pitchFamily="49" charset="0"/>
              </a:rPr>
              <a:t> head = NULL;</a:t>
            </a:r>
          </a:p>
          <a:p>
            <a:pPr marL="0" indent="0">
              <a:buNone/>
            </a:pPr>
            <a:r>
              <a:rPr lang="en-US" altLang="zh-CN" sz="2000" dirty="0">
                <a:latin typeface="Consolas" panose="020B0609020204030204" pitchFamily="49" charset="0"/>
              </a:rPr>
              <a:t>	head = </a:t>
            </a:r>
            <a:r>
              <a:rPr lang="en-US" altLang="zh-CN" sz="2000" dirty="0" err="1">
                <a:latin typeface="Consolas" panose="020B0609020204030204" pitchFamily="49" charset="0"/>
              </a:rPr>
              <a:t>initEmptyList</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b="0" dirty="0" err="1">
                <a:latin typeface="Consolas" panose="020B0609020204030204" pitchFamily="49" charset="0"/>
              </a:rPr>
              <a:t>insertEnd</a:t>
            </a:r>
            <a:r>
              <a:rPr lang="en-US" altLang="zh-CN" sz="2000" dirty="0">
                <a:latin typeface="Consolas" panose="020B0609020204030204" pitchFamily="49" charset="0"/>
              </a:rPr>
              <a:t>(</a:t>
            </a:r>
            <a:r>
              <a:rPr lang="en-US" altLang="zh-CN" sz="2000" dirty="0" err="1">
                <a:latin typeface="Consolas" panose="020B0609020204030204" pitchFamily="49" charset="0"/>
              </a:rPr>
              <a:t>head,1</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insertBegin</a:t>
            </a:r>
            <a:r>
              <a:rPr lang="en-US" altLang="zh-CN" sz="2000" dirty="0">
                <a:latin typeface="Consolas" panose="020B0609020204030204" pitchFamily="49" charset="0"/>
              </a:rPr>
              <a:t>(</a:t>
            </a:r>
            <a:r>
              <a:rPr lang="en-US" altLang="zh-CN" sz="2000" dirty="0" err="1">
                <a:latin typeface="Consolas" panose="020B0609020204030204" pitchFamily="49" charset="0"/>
              </a:rPr>
              <a:t>head,2</a:t>
            </a:r>
            <a:r>
              <a:rPr lang="en-US" altLang="zh-CN" sz="2000" dirty="0">
                <a:latin typeface="Consolas" panose="020B0609020204030204" pitchFamily="49" charset="0"/>
              </a:rPr>
              <a:t>); </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insertUp</a:t>
            </a:r>
            <a:r>
              <a:rPr lang="en-US" altLang="zh-CN" sz="2000" dirty="0">
                <a:latin typeface="Consolas" panose="020B0609020204030204" pitchFamily="49" charset="0"/>
              </a:rPr>
              <a:t>(</a:t>
            </a:r>
            <a:r>
              <a:rPr lang="en-US" altLang="zh-CN" sz="2000" dirty="0" err="1">
                <a:latin typeface="Consolas" panose="020B0609020204030204" pitchFamily="49" charset="0"/>
              </a:rPr>
              <a:t>head,3</a:t>
            </a:r>
            <a:r>
              <a:rPr lang="en-US" altLang="zh-CN" sz="2000" dirty="0">
                <a:latin typeface="Consolas" panose="020B0609020204030204" pitchFamily="49" charset="0"/>
              </a:rPr>
              <a:t>); </a:t>
            </a:r>
          </a:p>
          <a:p>
            <a:pPr marL="0" indent="0">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deleteBegin</a:t>
            </a:r>
            <a:r>
              <a:rPr lang="en-US" altLang="zh-CN" sz="2000" dirty="0">
                <a:latin typeface="Consolas" panose="020B0609020204030204" pitchFamily="49" charset="0"/>
              </a:rPr>
              <a:t>(head);</a:t>
            </a:r>
          </a:p>
          <a:p>
            <a:pPr marL="0" indent="0">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deleteEnd</a:t>
            </a:r>
            <a:r>
              <a:rPr lang="en-US" altLang="zh-CN" sz="2000" b="0" dirty="0">
                <a:latin typeface="Consolas" panose="020B0609020204030204" pitchFamily="49" charset="0"/>
              </a:rPr>
              <a:t>(head);</a:t>
            </a:r>
            <a:endParaRPr lang="en-US" altLang="zh-CN" sz="2000" dirty="0">
              <a:latin typeface="Consolas" panose="020B0609020204030204" pitchFamily="49" charset="0"/>
            </a:endParaRP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printList</a:t>
            </a:r>
            <a:r>
              <a:rPr lang="en-US" altLang="zh-CN" sz="2000" dirty="0">
                <a:latin typeface="Consolas" panose="020B0609020204030204" pitchFamily="49" charset="0"/>
              </a:rPr>
              <a:t>(head);</a:t>
            </a:r>
          </a:p>
          <a:p>
            <a:pPr marL="0" indent="0">
              <a:buNone/>
            </a:pPr>
            <a:r>
              <a:rPr lang="en-US" altLang="zh-CN" sz="2000" dirty="0">
                <a:latin typeface="Consolas" panose="020B0609020204030204" pitchFamily="49" charset="0"/>
              </a:rPr>
              <a:t>	return 0;</a:t>
            </a:r>
          </a:p>
          <a:p>
            <a:pPr marL="0" indent="0">
              <a:buNone/>
            </a:pPr>
            <a:r>
              <a:rPr lang="en-US" altLang="zh-CN" sz="2000" dirty="0">
                <a:latin typeface="Consolas" panose="020B0609020204030204" pitchFamily="49" charset="0"/>
              </a:rPr>
              <a:t>}</a:t>
            </a:r>
          </a:p>
        </p:txBody>
      </p:sp>
    </p:spTree>
    <p:extLst>
      <p:ext uri="{BB962C8B-B14F-4D97-AF65-F5344CB8AC3E}">
        <p14:creationId xmlns:p14="http://schemas.microsoft.com/office/powerpoint/2010/main" val="610392354"/>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a:extLst>
              <a:ext uri="{FF2B5EF4-FFF2-40B4-BE49-F238E27FC236}">
                <a16:creationId xmlns:a16="http://schemas.microsoft.com/office/drawing/2014/main" id="{1AB0A33C-F828-42C4-9D8C-9B928E4ECB53}"/>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3BBDA696-0D43-4525-A36E-C311F6CF4DE6}" type="slidenum">
              <a:rPr lang="en-US" altLang="zh-CN" sz="1400">
                <a:latin typeface="Times New Roman" panose="02020603050405020304" pitchFamily="18" charset="0"/>
              </a:rPr>
              <a:pPr algn="r" eaLnBrk="1" hangingPunct="1">
                <a:spcBef>
                  <a:spcPct val="50000"/>
                </a:spcBef>
                <a:buFontTx/>
                <a:buNone/>
              </a:pPr>
              <a:t>29</a:t>
            </a:fld>
            <a:endParaRPr lang="en-US" altLang="zh-CN" sz="1400">
              <a:latin typeface="Times New Roman" panose="02020603050405020304" pitchFamily="18" charset="0"/>
            </a:endParaRPr>
          </a:p>
        </p:txBody>
      </p:sp>
      <p:sp>
        <p:nvSpPr>
          <p:cNvPr id="29699" name="Rectangle 2">
            <a:extLst>
              <a:ext uri="{FF2B5EF4-FFF2-40B4-BE49-F238E27FC236}">
                <a16:creationId xmlns:a16="http://schemas.microsoft.com/office/drawing/2014/main" id="{3228BFD4-5A82-486D-98C4-699D08C40CDD}"/>
              </a:ext>
            </a:extLst>
          </p:cNvPr>
          <p:cNvSpPr>
            <a:spLocks noGrp="1" noChangeArrowheads="1"/>
          </p:cNvSpPr>
          <p:nvPr>
            <p:ph type="title" idx="4294967295"/>
          </p:nvPr>
        </p:nvSpPr>
        <p:spPr/>
        <p:txBody>
          <a:bodyPr/>
          <a:lstStyle/>
          <a:p>
            <a:pPr eaLnBrk="1" hangingPunct="1"/>
            <a:r>
              <a:rPr lang="zh-CN" altLang="en-US" b="1" dirty="0">
                <a:latin typeface="微软雅黑" panose="020B0503020204020204" pitchFamily="34" charset="-122"/>
                <a:ea typeface="微软雅黑" panose="020B0503020204020204" pitchFamily="34" charset="-122"/>
              </a:rPr>
              <a:t>基本操作－判断空链表</a:t>
            </a:r>
          </a:p>
        </p:txBody>
      </p:sp>
      <p:sp>
        <p:nvSpPr>
          <p:cNvPr id="44" name="Rectangle 4">
            <a:extLst>
              <a:ext uri="{FF2B5EF4-FFF2-40B4-BE49-F238E27FC236}">
                <a16:creationId xmlns:a16="http://schemas.microsoft.com/office/drawing/2014/main" id="{5C637AE9-ABB7-4215-B534-4A1547FB56B9}"/>
              </a:ext>
            </a:extLst>
          </p:cNvPr>
          <p:cNvSpPr txBox="1">
            <a:spLocks noChangeArrowheads="1"/>
          </p:cNvSpPr>
          <p:nvPr/>
        </p:nvSpPr>
        <p:spPr bwMode="auto">
          <a:xfrm>
            <a:off x="467544" y="1268760"/>
            <a:ext cx="8371656" cy="393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SzPct val="65000"/>
              <a:buFont typeface="Wingdings" panose="05000000000000000000" pitchFamily="2" charset="2"/>
              <a:buChar char="n"/>
              <a:defRPr sz="28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9pPr>
          </a:lstStyle>
          <a:p>
            <a:pPr eaLnBrk="1" hangingPunct="1">
              <a:buFontTx/>
              <a:buNone/>
            </a:pPr>
            <a:r>
              <a:rPr lang="en-US" altLang="zh-CN" sz="2400" b="0" dirty="0">
                <a:latin typeface="Consolas" panose="020B0609020204030204" pitchFamily="49" charset="0"/>
              </a:rPr>
              <a:t>/*</a:t>
            </a:r>
            <a:r>
              <a:rPr lang="zh-CN" altLang="en-US" sz="2400" b="0" dirty="0">
                <a:latin typeface="Consolas" panose="020B0609020204030204" pitchFamily="49" charset="0"/>
              </a:rPr>
              <a:t>如果链表为空，返回</a:t>
            </a:r>
            <a:r>
              <a:rPr lang="en-US" altLang="zh-CN" sz="2400" b="0" dirty="0">
                <a:latin typeface="Consolas" panose="020B0609020204030204" pitchFamily="49" charset="0"/>
              </a:rPr>
              <a:t>1</a:t>
            </a:r>
            <a:r>
              <a:rPr lang="zh-CN" altLang="en-US" sz="2400" b="0" dirty="0">
                <a:latin typeface="Consolas" panose="020B0609020204030204" pitchFamily="49" charset="0"/>
              </a:rPr>
              <a:t>，否则返回</a:t>
            </a:r>
            <a:r>
              <a:rPr lang="en-US" altLang="zh-CN" sz="2400" b="0" dirty="0">
                <a:latin typeface="Consolas" panose="020B0609020204030204" pitchFamily="49" charset="0"/>
              </a:rPr>
              <a:t>0*/</a:t>
            </a:r>
          </a:p>
          <a:p>
            <a:pPr eaLnBrk="1" hangingPunct="1">
              <a:buFontTx/>
              <a:buNone/>
            </a:pPr>
            <a:r>
              <a:rPr lang="en-US" altLang="zh-CN" sz="2400" b="0" dirty="0">
                <a:latin typeface="Consolas" panose="020B0609020204030204" pitchFamily="49" charset="0"/>
              </a:rPr>
              <a:t>int </a:t>
            </a:r>
            <a:r>
              <a:rPr lang="en-US" altLang="zh-CN" sz="2400" b="0" dirty="0" err="1">
                <a:latin typeface="Consolas" panose="020B0609020204030204" pitchFamily="49" charset="0"/>
              </a:rPr>
              <a:t>isEmpty</a:t>
            </a:r>
            <a:r>
              <a:rPr lang="en-US" altLang="zh-CN" sz="2400" b="0" dirty="0">
                <a:latin typeface="Consolas" panose="020B0609020204030204" pitchFamily="49" charset="0"/>
              </a:rPr>
              <a:t> (</a:t>
            </a:r>
            <a:r>
              <a:rPr lang="en-US" altLang="zh-CN" sz="2400" b="0" dirty="0" err="1">
                <a:latin typeface="Consolas" panose="020B0609020204030204" pitchFamily="49" charset="0"/>
              </a:rPr>
              <a:t>PtrNode</a:t>
            </a:r>
            <a:r>
              <a:rPr lang="en-US" altLang="zh-CN" sz="2400" b="0" dirty="0">
                <a:latin typeface="Consolas" panose="020B0609020204030204" pitchFamily="49" charset="0"/>
              </a:rPr>
              <a:t> head){</a:t>
            </a:r>
          </a:p>
          <a:p>
            <a:pPr eaLnBrk="1" hangingPunct="1">
              <a:buFontTx/>
              <a:buNone/>
            </a:pPr>
            <a:r>
              <a:rPr lang="en-US" altLang="zh-CN" sz="2400" b="0" dirty="0">
                <a:latin typeface="Consolas" panose="020B0609020204030204" pitchFamily="49" charset="0"/>
              </a:rPr>
              <a:t>	return (head-&gt;next == NULL);</a:t>
            </a:r>
          </a:p>
          <a:p>
            <a:pPr eaLnBrk="1" hangingPunct="1">
              <a:buFontTx/>
              <a:buNone/>
            </a:pPr>
            <a:r>
              <a:rPr lang="en-US" altLang="zh-CN" sz="2400" b="0" dirty="0">
                <a:latin typeface="Consolas" panose="020B0609020204030204" pitchFamily="49" charset="0"/>
              </a:rPr>
              <a:t>}</a:t>
            </a:r>
          </a:p>
        </p:txBody>
      </p:sp>
    </p:spTree>
    <p:extLst>
      <p:ext uri="{BB962C8B-B14F-4D97-AF65-F5344CB8AC3E}">
        <p14:creationId xmlns:p14="http://schemas.microsoft.com/office/powerpoint/2010/main" val="2353728139"/>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8BC5AA-AE95-4193-8BDE-39AF85381536}"/>
              </a:ext>
            </a:extLst>
          </p:cNvPr>
          <p:cNvSpPr>
            <a:spLocks noGrp="1"/>
          </p:cNvSpPr>
          <p:nvPr>
            <p:ph type="title"/>
          </p:nvPr>
        </p:nvSpPr>
        <p:spPr/>
        <p:txBody>
          <a:bodyPr/>
          <a:lstStyle/>
          <a:p>
            <a:r>
              <a:rPr lang="zh-CN" altLang="en-US" dirty="0"/>
              <a:t>测试主程序</a:t>
            </a:r>
          </a:p>
        </p:txBody>
      </p:sp>
      <p:sp>
        <p:nvSpPr>
          <p:cNvPr id="3" name="内容占位符 2">
            <a:extLst>
              <a:ext uri="{FF2B5EF4-FFF2-40B4-BE49-F238E27FC236}">
                <a16:creationId xmlns:a16="http://schemas.microsoft.com/office/drawing/2014/main" id="{A7356289-5129-498F-9533-8374CA3632FD}"/>
              </a:ext>
            </a:extLst>
          </p:cNvPr>
          <p:cNvSpPr>
            <a:spLocks noGrp="1"/>
          </p:cNvSpPr>
          <p:nvPr>
            <p:ph idx="1"/>
          </p:nvPr>
        </p:nvSpPr>
        <p:spPr>
          <a:xfrm>
            <a:off x="467544" y="1196752"/>
            <a:ext cx="7772400" cy="4611687"/>
          </a:xfrm>
        </p:spPr>
        <p:txBody>
          <a:bodyPr/>
          <a:lstStyle/>
          <a:p>
            <a:pPr marL="0" indent="0">
              <a:buNone/>
            </a:pPr>
            <a:r>
              <a:rPr lang="en-US" altLang="zh-CN" sz="2000" dirty="0">
                <a:latin typeface="Consolas" panose="020B0609020204030204" pitchFamily="49" charset="0"/>
              </a:rPr>
              <a:t>int main(){</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PtrNode</a:t>
            </a:r>
            <a:r>
              <a:rPr lang="en-US" altLang="zh-CN" sz="2000" dirty="0">
                <a:latin typeface="Consolas" panose="020B0609020204030204" pitchFamily="49" charset="0"/>
              </a:rPr>
              <a:t> head = NULL;</a:t>
            </a:r>
          </a:p>
          <a:p>
            <a:pPr marL="0" indent="0">
              <a:buNone/>
            </a:pPr>
            <a:r>
              <a:rPr lang="en-US" altLang="zh-CN" sz="2000" dirty="0">
                <a:latin typeface="Consolas" panose="020B0609020204030204" pitchFamily="49" charset="0"/>
              </a:rPr>
              <a:t>	head = </a:t>
            </a:r>
            <a:r>
              <a:rPr lang="en-US" altLang="zh-CN" sz="2000" dirty="0" err="1">
                <a:latin typeface="Consolas" panose="020B0609020204030204" pitchFamily="49" charset="0"/>
              </a:rPr>
              <a:t>initEmptyList</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b="0" dirty="0" err="1">
                <a:latin typeface="Consolas" panose="020B0609020204030204" pitchFamily="49" charset="0"/>
              </a:rPr>
              <a:t>insertEnd</a:t>
            </a:r>
            <a:r>
              <a:rPr lang="en-US" altLang="zh-CN" sz="2000" dirty="0">
                <a:latin typeface="Consolas" panose="020B0609020204030204" pitchFamily="49" charset="0"/>
              </a:rPr>
              <a:t>(</a:t>
            </a:r>
            <a:r>
              <a:rPr lang="en-US" altLang="zh-CN" sz="2000" dirty="0" err="1">
                <a:latin typeface="Consolas" panose="020B0609020204030204" pitchFamily="49" charset="0"/>
              </a:rPr>
              <a:t>head,1</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insertBegin</a:t>
            </a:r>
            <a:r>
              <a:rPr lang="en-US" altLang="zh-CN" sz="2000" dirty="0">
                <a:latin typeface="Consolas" panose="020B0609020204030204" pitchFamily="49" charset="0"/>
              </a:rPr>
              <a:t>(</a:t>
            </a:r>
            <a:r>
              <a:rPr lang="en-US" altLang="zh-CN" sz="2000" dirty="0" err="1">
                <a:latin typeface="Consolas" panose="020B0609020204030204" pitchFamily="49" charset="0"/>
              </a:rPr>
              <a:t>head,2</a:t>
            </a:r>
            <a:r>
              <a:rPr lang="en-US" altLang="zh-CN" sz="2000" dirty="0">
                <a:latin typeface="Consolas" panose="020B0609020204030204" pitchFamily="49" charset="0"/>
              </a:rPr>
              <a:t>); </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insertUp</a:t>
            </a:r>
            <a:r>
              <a:rPr lang="en-US" altLang="zh-CN" sz="2000" dirty="0">
                <a:latin typeface="Consolas" panose="020B0609020204030204" pitchFamily="49" charset="0"/>
              </a:rPr>
              <a:t>(</a:t>
            </a:r>
            <a:r>
              <a:rPr lang="en-US" altLang="zh-CN" sz="2000" dirty="0" err="1">
                <a:latin typeface="Consolas" panose="020B0609020204030204" pitchFamily="49" charset="0"/>
              </a:rPr>
              <a:t>head,3</a:t>
            </a:r>
            <a:r>
              <a:rPr lang="en-US" altLang="zh-CN" sz="2000" dirty="0">
                <a:latin typeface="Consolas" panose="020B0609020204030204" pitchFamily="49" charset="0"/>
              </a:rPr>
              <a:t>); </a:t>
            </a:r>
          </a:p>
          <a:p>
            <a:pPr marL="0" indent="0">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deleteBegin</a:t>
            </a:r>
            <a:r>
              <a:rPr lang="en-US" altLang="zh-CN" sz="2000" dirty="0">
                <a:latin typeface="Consolas" panose="020B0609020204030204" pitchFamily="49" charset="0"/>
              </a:rPr>
              <a:t>(head);</a:t>
            </a:r>
          </a:p>
          <a:p>
            <a:pPr marL="0" indent="0">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deleteEnd</a:t>
            </a:r>
            <a:r>
              <a:rPr lang="en-US" altLang="zh-CN" sz="2000" b="0" dirty="0">
                <a:latin typeface="Consolas" panose="020B0609020204030204" pitchFamily="49" charset="0"/>
              </a:rPr>
              <a:t>(head);</a:t>
            </a:r>
          </a:p>
          <a:p>
            <a:pPr marL="0" indent="0">
              <a:buNone/>
            </a:pPr>
            <a:r>
              <a:rPr lang="en-US" altLang="zh-CN" sz="2000" dirty="0">
                <a:solidFill>
                  <a:srgbClr val="FF0000"/>
                </a:solidFill>
                <a:latin typeface="Consolas" panose="020B0609020204030204" pitchFamily="49" charset="0"/>
              </a:rPr>
              <a:t>	</a:t>
            </a:r>
            <a:r>
              <a:rPr lang="en-US" altLang="zh-CN" sz="2000" dirty="0" err="1">
                <a:solidFill>
                  <a:srgbClr val="FF0000"/>
                </a:solidFill>
                <a:latin typeface="Consolas" panose="020B0609020204030204" pitchFamily="49" charset="0"/>
              </a:rPr>
              <a:t>printf</a:t>
            </a:r>
            <a:r>
              <a:rPr lang="en-US" altLang="zh-CN" sz="2000" dirty="0">
                <a:solidFill>
                  <a:srgbClr val="FF0000"/>
                </a:solidFill>
                <a:latin typeface="Consolas" panose="020B0609020204030204" pitchFamily="49" charset="0"/>
              </a:rPr>
              <a:t>("%d\n",</a:t>
            </a:r>
            <a:r>
              <a:rPr lang="en-US" altLang="zh-CN" sz="2000" dirty="0" err="1">
                <a:solidFill>
                  <a:srgbClr val="FF0000"/>
                </a:solidFill>
                <a:latin typeface="Consolas" panose="020B0609020204030204" pitchFamily="49" charset="0"/>
              </a:rPr>
              <a:t>isEmpty</a:t>
            </a:r>
            <a:r>
              <a:rPr lang="en-US" altLang="zh-CN" sz="2000" dirty="0">
                <a:solidFill>
                  <a:srgbClr val="FF0000"/>
                </a:solidFill>
                <a:latin typeface="Consolas" panose="020B0609020204030204" pitchFamily="49" charset="0"/>
              </a:rPr>
              <a:t>(head)); </a:t>
            </a:r>
            <a:r>
              <a:rPr lang="en-US" altLang="zh-CN" sz="2000" b="0" dirty="0">
                <a:solidFill>
                  <a:srgbClr val="FF0000"/>
                </a:solidFill>
                <a:latin typeface="Consolas" panose="020B0609020204030204" pitchFamily="49" charset="0"/>
              </a:rPr>
              <a:t>	</a:t>
            </a:r>
            <a:r>
              <a:rPr lang="en-US" altLang="zh-CN" sz="2000" b="0" dirty="0" err="1">
                <a:solidFill>
                  <a:srgbClr val="FF0000"/>
                </a:solidFill>
                <a:latin typeface="Consolas" panose="020B0609020204030204" pitchFamily="49" charset="0"/>
              </a:rPr>
              <a:t>deleteEnd</a:t>
            </a:r>
            <a:r>
              <a:rPr lang="en-US" altLang="zh-CN" sz="2000" b="0" dirty="0">
                <a:solidFill>
                  <a:srgbClr val="FF0000"/>
                </a:solidFill>
                <a:latin typeface="Consolas" panose="020B0609020204030204" pitchFamily="49" charset="0"/>
              </a:rPr>
              <a:t>(head);</a:t>
            </a:r>
          </a:p>
          <a:p>
            <a:pPr marL="0" indent="0">
              <a:buNone/>
            </a:pPr>
            <a:r>
              <a:rPr lang="en-US" altLang="zh-CN" sz="2000" dirty="0">
                <a:solidFill>
                  <a:srgbClr val="FF0000"/>
                </a:solidFill>
                <a:latin typeface="Consolas" panose="020B0609020204030204" pitchFamily="49" charset="0"/>
              </a:rPr>
              <a:t>	</a:t>
            </a:r>
            <a:r>
              <a:rPr lang="en-US" altLang="zh-CN" sz="2000" dirty="0" err="1">
                <a:solidFill>
                  <a:srgbClr val="FF0000"/>
                </a:solidFill>
                <a:latin typeface="Consolas" panose="020B0609020204030204" pitchFamily="49" charset="0"/>
              </a:rPr>
              <a:t>printf</a:t>
            </a:r>
            <a:r>
              <a:rPr lang="en-US" altLang="zh-CN" sz="2000" dirty="0">
                <a:solidFill>
                  <a:srgbClr val="FF0000"/>
                </a:solidFill>
                <a:latin typeface="Consolas" panose="020B0609020204030204" pitchFamily="49" charset="0"/>
              </a:rPr>
              <a:t>("%d\n",</a:t>
            </a:r>
            <a:r>
              <a:rPr lang="en-US" altLang="zh-CN" sz="2000" dirty="0" err="1">
                <a:solidFill>
                  <a:srgbClr val="FF0000"/>
                </a:solidFill>
                <a:latin typeface="Consolas" panose="020B0609020204030204" pitchFamily="49" charset="0"/>
              </a:rPr>
              <a:t>isEmpty</a:t>
            </a:r>
            <a:r>
              <a:rPr lang="en-US" altLang="zh-CN" sz="2000" dirty="0">
                <a:solidFill>
                  <a:srgbClr val="FF0000"/>
                </a:solidFill>
                <a:latin typeface="Consolas" panose="020B0609020204030204" pitchFamily="49" charset="0"/>
              </a:rPr>
              <a:t>(head)); </a:t>
            </a:r>
            <a:r>
              <a:rPr lang="en-US" altLang="zh-CN" sz="2000" dirty="0">
                <a:latin typeface="Consolas" panose="020B0609020204030204" pitchFamily="49" charset="0"/>
              </a:rPr>
              <a:t>	</a:t>
            </a:r>
            <a:r>
              <a:rPr lang="en-US" altLang="zh-CN" sz="2000" dirty="0" err="1">
                <a:latin typeface="Consolas" panose="020B0609020204030204" pitchFamily="49" charset="0"/>
              </a:rPr>
              <a:t>printList</a:t>
            </a:r>
            <a:r>
              <a:rPr lang="en-US" altLang="zh-CN" sz="2000" dirty="0">
                <a:latin typeface="Consolas" panose="020B0609020204030204" pitchFamily="49" charset="0"/>
              </a:rPr>
              <a:t>(head);</a:t>
            </a:r>
          </a:p>
          <a:p>
            <a:pPr marL="0" indent="0">
              <a:buNone/>
            </a:pPr>
            <a:r>
              <a:rPr lang="en-US" altLang="zh-CN" sz="2000" dirty="0">
                <a:latin typeface="Consolas" panose="020B0609020204030204" pitchFamily="49" charset="0"/>
              </a:rPr>
              <a:t>	return 0;</a:t>
            </a:r>
          </a:p>
          <a:p>
            <a:pPr marL="0" indent="0">
              <a:buNone/>
            </a:pPr>
            <a:r>
              <a:rPr lang="en-US" altLang="zh-CN" sz="2000" dirty="0">
                <a:latin typeface="Consolas" panose="020B0609020204030204" pitchFamily="49" charset="0"/>
              </a:rPr>
              <a:t>}</a:t>
            </a:r>
          </a:p>
        </p:txBody>
      </p:sp>
    </p:spTree>
    <p:extLst>
      <p:ext uri="{BB962C8B-B14F-4D97-AF65-F5344CB8AC3E}">
        <p14:creationId xmlns:p14="http://schemas.microsoft.com/office/powerpoint/2010/main" val="113784654"/>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5">
            <a:extLst>
              <a:ext uri="{FF2B5EF4-FFF2-40B4-BE49-F238E27FC236}">
                <a16:creationId xmlns:a16="http://schemas.microsoft.com/office/drawing/2014/main" id="{02CD5DF6-9410-4C9C-A640-96FC2938D3DB}"/>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3A65357E-C8B5-4D3B-BE48-A2D97A881BFA}" type="slidenum">
              <a:rPr lang="en-US" altLang="zh-CN" sz="1400">
                <a:latin typeface="Times New Roman" panose="02020603050405020304" pitchFamily="18" charset="0"/>
              </a:rPr>
              <a:pPr algn="r" eaLnBrk="1" hangingPunct="1">
                <a:spcBef>
                  <a:spcPct val="50000"/>
                </a:spcBef>
                <a:buFontTx/>
                <a:buNone/>
              </a:pPr>
              <a:t>31</a:t>
            </a:fld>
            <a:endParaRPr lang="en-US" altLang="zh-CN" sz="1400">
              <a:latin typeface="Times New Roman" panose="02020603050405020304" pitchFamily="18" charset="0"/>
            </a:endParaRPr>
          </a:p>
        </p:txBody>
      </p:sp>
      <p:sp>
        <p:nvSpPr>
          <p:cNvPr id="50179" name="Rectangle 2">
            <a:extLst>
              <a:ext uri="{FF2B5EF4-FFF2-40B4-BE49-F238E27FC236}">
                <a16:creationId xmlns:a16="http://schemas.microsoft.com/office/drawing/2014/main" id="{B0833608-32B8-43A4-B6CD-7FE8208967EF}"/>
              </a:ext>
            </a:extLst>
          </p:cNvPr>
          <p:cNvSpPr>
            <a:spLocks noGrp="1" noChangeArrowheads="1"/>
          </p:cNvSpPr>
          <p:nvPr>
            <p:ph type="title" idx="4294967295"/>
          </p:nvPr>
        </p:nvSpPr>
        <p:spPr/>
        <p:txBody>
          <a:bodyPr/>
          <a:lstStyle/>
          <a:p>
            <a:pPr eaLnBrk="1" hangingPunct="1"/>
            <a:r>
              <a:rPr lang="zh-CN" altLang="en-US" b="1" dirty="0"/>
              <a:t>基本操作－按值删除节点</a:t>
            </a:r>
          </a:p>
        </p:txBody>
      </p:sp>
      <p:sp>
        <p:nvSpPr>
          <p:cNvPr id="50180" name="Rectangle 3">
            <a:extLst>
              <a:ext uri="{FF2B5EF4-FFF2-40B4-BE49-F238E27FC236}">
                <a16:creationId xmlns:a16="http://schemas.microsoft.com/office/drawing/2014/main" id="{509A97C5-E104-4C83-B728-FAE18969DB86}"/>
              </a:ext>
            </a:extLst>
          </p:cNvPr>
          <p:cNvSpPr>
            <a:spLocks noGrp="1" noChangeArrowheads="1"/>
          </p:cNvSpPr>
          <p:nvPr>
            <p:ph type="body" idx="4294967295"/>
          </p:nvPr>
        </p:nvSpPr>
        <p:spPr>
          <a:xfrm>
            <a:off x="685800" y="1319213"/>
            <a:ext cx="8134350" cy="4611687"/>
          </a:xfrm>
        </p:spPr>
        <p:txBody>
          <a:bodyPr/>
          <a:lstStyle/>
          <a:p>
            <a:pPr eaLnBrk="1" hangingPunct="1">
              <a:buFontTx/>
              <a:buNone/>
            </a:pPr>
            <a:r>
              <a:rPr lang="zh-CN" altLang="en-US" b="1" dirty="0"/>
              <a:t>按值查找待删除节点，需要记录前驱节点指针；</a:t>
            </a:r>
          </a:p>
        </p:txBody>
      </p:sp>
      <p:grpSp>
        <p:nvGrpSpPr>
          <p:cNvPr id="50181" name="Group 4">
            <a:extLst>
              <a:ext uri="{FF2B5EF4-FFF2-40B4-BE49-F238E27FC236}">
                <a16:creationId xmlns:a16="http://schemas.microsoft.com/office/drawing/2014/main" id="{ADC80737-D47F-49BF-9AD0-0823A23AFF3C}"/>
              </a:ext>
            </a:extLst>
          </p:cNvPr>
          <p:cNvGrpSpPr>
            <a:grpSpLocks/>
          </p:cNvGrpSpPr>
          <p:nvPr/>
        </p:nvGrpSpPr>
        <p:grpSpPr bwMode="auto">
          <a:xfrm>
            <a:off x="2425700" y="3489325"/>
            <a:ext cx="990600" cy="466725"/>
            <a:chOff x="0" y="0"/>
            <a:chExt cx="624" cy="294"/>
          </a:xfrm>
        </p:grpSpPr>
        <p:sp>
          <p:nvSpPr>
            <p:cNvPr id="50232" name="Text Box 5">
              <a:extLst>
                <a:ext uri="{FF2B5EF4-FFF2-40B4-BE49-F238E27FC236}">
                  <a16:creationId xmlns:a16="http://schemas.microsoft.com/office/drawing/2014/main" id="{2109FDF5-E7DC-42C6-B498-D6CE42B3034F}"/>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latin typeface="Times New Roman" panose="02020603050405020304" pitchFamily="18" charset="0"/>
                </a:rPr>
                <a:t>     </a:t>
              </a:r>
            </a:p>
          </p:txBody>
        </p:sp>
        <p:sp>
          <p:nvSpPr>
            <p:cNvPr id="50233" name="Line 6">
              <a:extLst>
                <a:ext uri="{FF2B5EF4-FFF2-40B4-BE49-F238E27FC236}">
                  <a16:creationId xmlns:a16="http://schemas.microsoft.com/office/drawing/2014/main" id="{90B53FBE-97D0-4C03-9F96-3A0B149B505E}"/>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0182" name="Group 7">
            <a:extLst>
              <a:ext uri="{FF2B5EF4-FFF2-40B4-BE49-F238E27FC236}">
                <a16:creationId xmlns:a16="http://schemas.microsoft.com/office/drawing/2014/main" id="{8D7AB3BC-2AF2-4A1C-B79E-F7D56C1CF07A}"/>
              </a:ext>
            </a:extLst>
          </p:cNvPr>
          <p:cNvGrpSpPr>
            <a:grpSpLocks/>
          </p:cNvGrpSpPr>
          <p:nvPr/>
        </p:nvGrpSpPr>
        <p:grpSpPr bwMode="auto">
          <a:xfrm>
            <a:off x="4025900" y="3489325"/>
            <a:ext cx="990600" cy="466725"/>
            <a:chOff x="0" y="0"/>
            <a:chExt cx="624" cy="294"/>
          </a:xfrm>
        </p:grpSpPr>
        <p:sp>
          <p:nvSpPr>
            <p:cNvPr id="50230" name="Text Box 8">
              <a:extLst>
                <a:ext uri="{FF2B5EF4-FFF2-40B4-BE49-F238E27FC236}">
                  <a16:creationId xmlns:a16="http://schemas.microsoft.com/office/drawing/2014/main" id="{E3240054-099A-4340-9D27-4012F73109B9}"/>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19  </a:t>
              </a:r>
            </a:p>
          </p:txBody>
        </p:sp>
        <p:sp>
          <p:nvSpPr>
            <p:cNvPr id="50231" name="Line 9">
              <a:extLst>
                <a:ext uri="{FF2B5EF4-FFF2-40B4-BE49-F238E27FC236}">
                  <a16:creationId xmlns:a16="http://schemas.microsoft.com/office/drawing/2014/main" id="{8E4CDEE8-CA1E-4257-B8D9-94C9768816D7}"/>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0183" name="Group 10">
            <a:extLst>
              <a:ext uri="{FF2B5EF4-FFF2-40B4-BE49-F238E27FC236}">
                <a16:creationId xmlns:a16="http://schemas.microsoft.com/office/drawing/2014/main" id="{CF92BE8B-E470-49C9-AE0F-F4D4C1904875}"/>
              </a:ext>
            </a:extLst>
          </p:cNvPr>
          <p:cNvGrpSpPr>
            <a:grpSpLocks/>
          </p:cNvGrpSpPr>
          <p:nvPr/>
        </p:nvGrpSpPr>
        <p:grpSpPr bwMode="auto">
          <a:xfrm>
            <a:off x="7237413" y="3489325"/>
            <a:ext cx="990600" cy="466725"/>
            <a:chOff x="0" y="0"/>
            <a:chExt cx="624" cy="294"/>
          </a:xfrm>
        </p:grpSpPr>
        <p:sp>
          <p:nvSpPr>
            <p:cNvPr id="50228" name="Text Box 11">
              <a:extLst>
                <a:ext uri="{FF2B5EF4-FFF2-40B4-BE49-F238E27FC236}">
                  <a16:creationId xmlns:a16="http://schemas.microsoft.com/office/drawing/2014/main" id="{522798B6-3DAB-4A4F-A437-A3B191EB0590}"/>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47  </a:t>
              </a:r>
            </a:p>
          </p:txBody>
        </p:sp>
        <p:sp>
          <p:nvSpPr>
            <p:cNvPr id="50229" name="Line 12">
              <a:extLst>
                <a:ext uri="{FF2B5EF4-FFF2-40B4-BE49-F238E27FC236}">
                  <a16:creationId xmlns:a16="http://schemas.microsoft.com/office/drawing/2014/main" id="{5CD3D69F-DF55-4546-802D-2652770C5C5D}"/>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0184" name="Group 13">
            <a:extLst>
              <a:ext uri="{FF2B5EF4-FFF2-40B4-BE49-F238E27FC236}">
                <a16:creationId xmlns:a16="http://schemas.microsoft.com/office/drawing/2014/main" id="{C973B470-5544-41AF-AE52-319138831486}"/>
              </a:ext>
            </a:extLst>
          </p:cNvPr>
          <p:cNvGrpSpPr>
            <a:grpSpLocks/>
          </p:cNvGrpSpPr>
          <p:nvPr/>
        </p:nvGrpSpPr>
        <p:grpSpPr bwMode="auto">
          <a:xfrm>
            <a:off x="3187700" y="3684588"/>
            <a:ext cx="838200" cy="76200"/>
            <a:chOff x="0" y="0"/>
            <a:chExt cx="528" cy="48"/>
          </a:xfrm>
        </p:grpSpPr>
        <p:sp>
          <p:nvSpPr>
            <p:cNvPr id="50226" name="Line 14">
              <a:extLst>
                <a:ext uri="{FF2B5EF4-FFF2-40B4-BE49-F238E27FC236}">
                  <a16:creationId xmlns:a16="http://schemas.microsoft.com/office/drawing/2014/main" id="{73098768-C9BF-4E23-96F2-78B75498A970}"/>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27" name="Oval 15">
              <a:extLst>
                <a:ext uri="{FF2B5EF4-FFF2-40B4-BE49-F238E27FC236}">
                  <a16:creationId xmlns:a16="http://schemas.microsoft.com/office/drawing/2014/main" id="{68D02F1B-9D39-4FE9-ADE6-522959D8779F}"/>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50185" name="Group 16">
            <a:extLst>
              <a:ext uri="{FF2B5EF4-FFF2-40B4-BE49-F238E27FC236}">
                <a16:creationId xmlns:a16="http://schemas.microsoft.com/office/drawing/2014/main" id="{825C9329-05B4-4246-B67B-E86D2AAA57DB}"/>
              </a:ext>
            </a:extLst>
          </p:cNvPr>
          <p:cNvGrpSpPr>
            <a:grpSpLocks/>
          </p:cNvGrpSpPr>
          <p:nvPr/>
        </p:nvGrpSpPr>
        <p:grpSpPr bwMode="auto">
          <a:xfrm>
            <a:off x="4787900" y="3689350"/>
            <a:ext cx="838200" cy="76200"/>
            <a:chOff x="0" y="0"/>
            <a:chExt cx="528" cy="48"/>
          </a:xfrm>
        </p:grpSpPr>
        <p:sp>
          <p:nvSpPr>
            <p:cNvPr id="50224" name="Line 17">
              <a:extLst>
                <a:ext uri="{FF2B5EF4-FFF2-40B4-BE49-F238E27FC236}">
                  <a16:creationId xmlns:a16="http://schemas.microsoft.com/office/drawing/2014/main" id="{6127D624-51CA-44A2-BAA3-A4FFB5AD8D40}"/>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25" name="Oval 18">
              <a:extLst>
                <a:ext uri="{FF2B5EF4-FFF2-40B4-BE49-F238E27FC236}">
                  <a16:creationId xmlns:a16="http://schemas.microsoft.com/office/drawing/2014/main" id="{8F4BF17B-9294-44C3-B74A-ABD7D66F0359}"/>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50186" name="Group 19">
            <a:extLst>
              <a:ext uri="{FF2B5EF4-FFF2-40B4-BE49-F238E27FC236}">
                <a16:creationId xmlns:a16="http://schemas.microsoft.com/office/drawing/2014/main" id="{EE092ADA-9FA9-4CD8-9301-E7AE8F8E3AB8}"/>
              </a:ext>
            </a:extLst>
          </p:cNvPr>
          <p:cNvGrpSpPr>
            <a:grpSpLocks/>
          </p:cNvGrpSpPr>
          <p:nvPr/>
        </p:nvGrpSpPr>
        <p:grpSpPr bwMode="auto">
          <a:xfrm>
            <a:off x="1892300" y="2117725"/>
            <a:ext cx="1219200" cy="1371600"/>
            <a:chOff x="0" y="0"/>
            <a:chExt cx="768" cy="864"/>
          </a:xfrm>
        </p:grpSpPr>
        <p:sp>
          <p:nvSpPr>
            <p:cNvPr id="50219" name="Text Box 20">
              <a:extLst>
                <a:ext uri="{FF2B5EF4-FFF2-40B4-BE49-F238E27FC236}">
                  <a16:creationId xmlns:a16="http://schemas.microsoft.com/office/drawing/2014/main" id="{015803F0-5BE5-449B-97C5-4E886A4BB049}"/>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50220" name="Text Box 21">
              <a:extLst>
                <a:ext uri="{FF2B5EF4-FFF2-40B4-BE49-F238E27FC236}">
                  <a16:creationId xmlns:a16="http://schemas.microsoft.com/office/drawing/2014/main" id="{114F0C42-FBFC-4E7B-A897-C7CC33797999}"/>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latin typeface="Times New Roman" panose="02020603050405020304" pitchFamily="18" charset="0"/>
                </a:rPr>
                <a:t>head</a:t>
              </a:r>
            </a:p>
          </p:txBody>
        </p:sp>
        <p:grpSp>
          <p:nvGrpSpPr>
            <p:cNvPr id="50221" name="Group 22">
              <a:extLst>
                <a:ext uri="{FF2B5EF4-FFF2-40B4-BE49-F238E27FC236}">
                  <a16:creationId xmlns:a16="http://schemas.microsoft.com/office/drawing/2014/main" id="{E9D8F274-5A37-452C-BE88-57EE8CC95FA1}"/>
                </a:ext>
              </a:extLst>
            </p:cNvPr>
            <p:cNvGrpSpPr>
              <a:grpSpLocks/>
            </p:cNvGrpSpPr>
            <p:nvPr/>
          </p:nvGrpSpPr>
          <p:grpSpPr bwMode="auto">
            <a:xfrm>
              <a:off x="336" y="432"/>
              <a:ext cx="48" cy="432"/>
              <a:chOff x="0" y="0"/>
              <a:chExt cx="48" cy="432"/>
            </a:xfrm>
          </p:grpSpPr>
          <p:sp>
            <p:nvSpPr>
              <p:cNvPr id="50222" name="Oval 23">
                <a:extLst>
                  <a:ext uri="{FF2B5EF4-FFF2-40B4-BE49-F238E27FC236}">
                    <a16:creationId xmlns:a16="http://schemas.microsoft.com/office/drawing/2014/main" id="{69568AEE-7242-4A69-B009-E6926AA977C8}"/>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50223" name="Line 24">
                <a:extLst>
                  <a:ext uri="{FF2B5EF4-FFF2-40B4-BE49-F238E27FC236}">
                    <a16:creationId xmlns:a16="http://schemas.microsoft.com/office/drawing/2014/main" id="{CF60D337-6720-4C03-B0CB-C46956A02216}"/>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0187" name="Group 25">
            <a:extLst>
              <a:ext uri="{FF2B5EF4-FFF2-40B4-BE49-F238E27FC236}">
                <a16:creationId xmlns:a16="http://schemas.microsoft.com/office/drawing/2014/main" id="{6CAD8EDA-3CF3-4616-8118-BB99CBA8A6DA}"/>
              </a:ext>
            </a:extLst>
          </p:cNvPr>
          <p:cNvGrpSpPr>
            <a:grpSpLocks/>
          </p:cNvGrpSpPr>
          <p:nvPr/>
        </p:nvGrpSpPr>
        <p:grpSpPr bwMode="auto">
          <a:xfrm>
            <a:off x="3492500" y="2127250"/>
            <a:ext cx="1600200" cy="1371600"/>
            <a:chOff x="0" y="0"/>
            <a:chExt cx="768" cy="864"/>
          </a:xfrm>
        </p:grpSpPr>
        <p:sp>
          <p:nvSpPr>
            <p:cNvPr id="50214" name="Text Box 26">
              <a:extLst>
                <a:ext uri="{FF2B5EF4-FFF2-40B4-BE49-F238E27FC236}">
                  <a16:creationId xmlns:a16="http://schemas.microsoft.com/office/drawing/2014/main" id="{38351D53-E13C-4E1E-AA55-43038B400171}"/>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50215" name="Text Box 27">
              <a:extLst>
                <a:ext uri="{FF2B5EF4-FFF2-40B4-BE49-F238E27FC236}">
                  <a16:creationId xmlns:a16="http://schemas.microsoft.com/office/drawing/2014/main" id="{0546842B-31FA-469D-A2B3-4A850FDDA4CE}"/>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err="1">
                  <a:solidFill>
                    <a:srgbClr val="FF3300"/>
                  </a:solidFill>
                  <a:latin typeface="Times New Roman" panose="02020603050405020304" pitchFamily="18" charset="0"/>
                </a:rPr>
                <a:t>tmp</a:t>
              </a:r>
              <a:endParaRPr lang="en-US" altLang="zh-CN" sz="2400" b="0" dirty="0">
                <a:solidFill>
                  <a:srgbClr val="FF3300"/>
                </a:solidFill>
                <a:latin typeface="Times New Roman" panose="02020603050405020304" pitchFamily="18" charset="0"/>
              </a:endParaRPr>
            </a:p>
          </p:txBody>
        </p:sp>
        <p:grpSp>
          <p:nvGrpSpPr>
            <p:cNvPr id="50216" name="Group 28">
              <a:extLst>
                <a:ext uri="{FF2B5EF4-FFF2-40B4-BE49-F238E27FC236}">
                  <a16:creationId xmlns:a16="http://schemas.microsoft.com/office/drawing/2014/main" id="{A11F7F6B-F0A6-4B8F-966D-A3DE79A722EF}"/>
                </a:ext>
              </a:extLst>
            </p:cNvPr>
            <p:cNvGrpSpPr>
              <a:grpSpLocks/>
            </p:cNvGrpSpPr>
            <p:nvPr/>
          </p:nvGrpSpPr>
          <p:grpSpPr bwMode="auto">
            <a:xfrm>
              <a:off x="336" y="432"/>
              <a:ext cx="48" cy="432"/>
              <a:chOff x="0" y="0"/>
              <a:chExt cx="48" cy="432"/>
            </a:xfrm>
          </p:grpSpPr>
          <p:sp>
            <p:nvSpPr>
              <p:cNvPr id="50217" name="Oval 29">
                <a:extLst>
                  <a:ext uri="{FF2B5EF4-FFF2-40B4-BE49-F238E27FC236}">
                    <a16:creationId xmlns:a16="http://schemas.microsoft.com/office/drawing/2014/main" id="{A6FF9D7B-3383-4D78-82B7-B754E3C3147A}"/>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50218" name="Line 30">
                <a:extLst>
                  <a:ext uri="{FF2B5EF4-FFF2-40B4-BE49-F238E27FC236}">
                    <a16:creationId xmlns:a16="http://schemas.microsoft.com/office/drawing/2014/main" id="{5C32FAC9-7BA4-4788-931F-4C37B7D5E0E1}"/>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0188" name="Group 31">
            <a:extLst>
              <a:ext uri="{FF2B5EF4-FFF2-40B4-BE49-F238E27FC236}">
                <a16:creationId xmlns:a16="http://schemas.microsoft.com/office/drawing/2014/main" id="{A7F0A72C-57BB-4FBD-B40F-D238E815ACC0}"/>
              </a:ext>
            </a:extLst>
          </p:cNvPr>
          <p:cNvGrpSpPr>
            <a:grpSpLocks/>
          </p:cNvGrpSpPr>
          <p:nvPr/>
        </p:nvGrpSpPr>
        <p:grpSpPr bwMode="auto">
          <a:xfrm>
            <a:off x="5092700" y="2127250"/>
            <a:ext cx="1447800" cy="1371600"/>
            <a:chOff x="0" y="0"/>
            <a:chExt cx="768" cy="864"/>
          </a:xfrm>
        </p:grpSpPr>
        <p:sp>
          <p:nvSpPr>
            <p:cNvPr id="50209" name="Text Box 32">
              <a:extLst>
                <a:ext uri="{FF2B5EF4-FFF2-40B4-BE49-F238E27FC236}">
                  <a16:creationId xmlns:a16="http://schemas.microsoft.com/office/drawing/2014/main" id="{CF1B64A9-C6D9-4D68-B997-73595F5CD1B7}"/>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50210" name="Text Box 33">
              <a:extLst>
                <a:ext uri="{FF2B5EF4-FFF2-40B4-BE49-F238E27FC236}">
                  <a16:creationId xmlns:a16="http://schemas.microsoft.com/office/drawing/2014/main" id="{CD8846BA-1064-4526-B67A-B11888C60331}"/>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solidFill>
                    <a:srgbClr val="FF3300"/>
                  </a:solidFill>
                  <a:latin typeface="Times New Roman" panose="02020603050405020304" pitchFamily="18" charset="0"/>
                </a:rPr>
                <a:t>cur</a:t>
              </a:r>
            </a:p>
          </p:txBody>
        </p:sp>
        <p:grpSp>
          <p:nvGrpSpPr>
            <p:cNvPr id="50211" name="Group 34">
              <a:extLst>
                <a:ext uri="{FF2B5EF4-FFF2-40B4-BE49-F238E27FC236}">
                  <a16:creationId xmlns:a16="http://schemas.microsoft.com/office/drawing/2014/main" id="{F9AC891E-B050-4B71-84FD-389CE7A085F6}"/>
                </a:ext>
              </a:extLst>
            </p:cNvPr>
            <p:cNvGrpSpPr>
              <a:grpSpLocks/>
            </p:cNvGrpSpPr>
            <p:nvPr/>
          </p:nvGrpSpPr>
          <p:grpSpPr bwMode="auto">
            <a:xfrm>
              <a:off x="336" y="432"/>
              <a:ext cx="48" cy="432"/>
              <a:chOff x="0" y="0"/>
              <a:chExt cx="48" cy="432"/>
            </a:xfrm>
          </p:grpSpPr>
          <p:sp>
            <p:nvSpPr>
              <p:cNvPr id="50212" name="Oval 35">
                <a:extLst>
                  <a:ext uri="{FF2B5EF4-FFF2-40B4-BE49-F238E27FC236}">
                    <a16:creationId xmlns:a16="http://schemas.microsoft.com/office/drawing/2014/main" id="{176CB925-560E-481C-801F-FD47126C6FB6}"/>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50213" name="Line 36">
                <a:extLst>
                  <a:ext uri="{FF2B5EF4-FFF2-40B4-BE49-F238E27FC236}">
                    <a16:creationId xmlns:a16="http://schemas.microsoft.com/office/drawing/2014/main" id="{87B0B6B2-9757-4F22-A97B-45F8B9034373}"/>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50189" name="Line 37">
            <a:extLst>
              <a:ext uri="{FF2B5EF4-FFF2-40B4-BE49-F238E27FC236}">
                <a16:creationId xmlns:a16="http://schemas.microsoft.com/office/drawing/2014/main" id="{4B3451B3-106B-490C-9EE5-A46AD29B2CD4}"/>
              </a:ext>
            </a:extLst>
          </p:cNvPr>
          <p:cNvSpPr>
            <a:spLocks noChangeShapeType="1"/>
          </p:cNvSpPr>
          <p:nvPr/>
        </p:nvSpPr>
        <p:spPr bwMode="auto">
          <a:xfrm>
            <a:off x="7770813" y="3552825"/>
            <a:ext cx="4572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0190" name="Group 38">
            <a:extLst>
              <a:ext uri="{FF2B5EF4-FFF2-40B4-BE49-F238E27FC236}">
                <a16:creationId xmlns:a16="http://schemas.microsoft.com/office/drawing/2014/main" id="{E151C162-57DB-492B-8B37-995230E9B68E}"/>
              </a:ext>
            </a:extLst>
          </p:cNvPr>
          <p:cNvGrpSpPr>
            <a:grpSpLocks/>
          </p:cNvGrpSpPr>
          <p:nvPr/>
        </p:nvGrpSpPr>
        <p:grpSpPr bwMode="auto">
          <a:xfrm>
            <a:off x="5619750" y="3502025"/>
            <a:ext cx="990600" cy="466725"/>
            <a:chOff x="0" y="0"/>
            <a:chExt cx="624" cy="294"/>
          </a:xfrm>
        </p:grpSpPr>
        <p:sp>
          <p:nvSpPr>
            <p:cNvPr id="50207" name="Text Box 39">
              <a:extLst>
                <a:ext uri="{FF2B5EF4-FFF2-40B4-BE49-F238E27FC236}">
                  <a16:creationId xmlns:a16="http://schemas.microsoft.com/office/drawing/2014/main" id="{2569EB0F-D712-4189-9090-B2E53EC7BC81}"/>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9     </a:t>
              </a:r>
            </a:p>
          </p:txBody>
        </p:sp>
        <p:sp>
          <p:nvSpPr>
            <p:cNvPr id="50208" name="Line 40">
              <a:extLst>
                <a:ext uri="{FF2B5EF4-FFF2-40B4-BE49-F238E27FC236}">
                  <a16:creationId xmlns:a16="http://schemas.microsoft.com/office/drawing/2014/main" id="{9E3099AA-EC37-4CED-BE10-3BAA13D18D89}"/>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0191" name="Group 41">
            <a:extLst>
              <a:ext uri="{FF2B5EF4-FFF2-40B4-BE49-F238E27FC236}">
                <a16:creationId xmlns:a16="http://schemas.microsoft.com/office/drawing/2014/main" id="{6034328F-ED32-4EC6-A733-41FC190B64D9}"/>
              </a:ext>
            </a:extLst>
          </p:cNvPr>
          <p:cNvGrpSpPr>
            <a:grpSpLocks/>
          </p:cNvGrpSpPr>
          <p:nvPr/>
        </p:nvGrpSpPr>
        <p:grpSpPr bwMode="auto">
          <a:xfrm>
            <a:off x="6381750" y="3697288"/>
            <a:ext cx="838200" cy="76200"/>
            <a:chOff x="0" y="0"/>
            <a:chExt cx="528" cy="48"/>
          </a:xfrm>
        </p:grpSpPr>
        <p:sp>
          <p:nvSpPr>
            <p:cNvPr id="50205" name="Line 42">
              <a:extLst>
                <a:ext uri="{FF2B5EF4-FFF2-40B4-BE49-F238E27FC236}">
                  <a16:creationId xmlns:a16="http://schemas.microsoft.com/office/drawing/2014/main" id="{F76FCC09-91C3-4C99-B7D1-1423910E0045}"/>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06" name="Oval 43">
              <a:extLst>
                <a:ext uri="{FF2B5EF4-FFF2-40B4-BE49-F238E27FC236}">
                  <a16:creationId xmlns:a16="http://schemas.microsoft.com/office/drawing/2014/main" id="{EA293B94-6203-4C52-9153-AE31C019908D}"/>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50192" name="Group 44">
            <a:extLst>
              <a:ext uri="{FF2B5EF4-FFF2-40B4-BE49-F238E27FC236}">
                <a16:creationId xmlns:a16="http://schemas.microsoft.com/office/drawing/2014/main" id="{76CD2882-25B0-4EE1-9A34-8AD997426C93}"/>
              </a:ext>
            </a:extLst>
          </p:cNvPr>
          <p:cNvGrpSpPr>
            <a:grpSpLocks/>
          </p:cNvGrpSpPr>
          <p:nvPr/>
        </p:nvGrpSpPr>
        <p:grpSpPr bwMode="auto">
          <a:xfrm>
            <a:off x="4830763" y="3789363"/>
            <a:ext cx="2605087" cy="287337"/>
            <a:chOff x="0" y="0"/>
            <a:chExt cx="1641" cy="272"/>
          </a:xfrm>
        </p:grpSpPr>
        <p:sp>
          <p:nvSpPr>
            <p:cNvPr id="50202" name="Line 45">
              <a:extLst>
                <a:ext uri="{FF2B5EF4-FFF2-40B4-BE49-F238E27FC236}">
                  <a16:creationId xmlns:a16="http://schemas.microsoft.com/office/drawing/2014/main" id="{989CFBB0-41FB-48EF-8D2F-351EC885D27C}"/>
                </a:ext>
              </a:extLst>
            </p:cNvPr>
            <p:cNvSpPr>
              <a:spLocks noChangeShapeType="1"/>
            </p:cNvSpPr>
            <p:nvPr/>
          </p:nvSpPr>
          <p:spPr bwMode="auto">
            <a:xfrm>
              <a:off x="0" y="0"/>
              <a:ext cx="0" cy="272"/>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50203" name="Line 46">
              <a:extLst>
                <a:ext uri="{FF2B5EF4-FFF2-40B4-BE49-F238E27FC236}">
                  <a16:creationId xmlns:a16="http://schemas.microsoft.com/office/drawing/2014/main" id="{4DF03D37-491F-4763-AB6E-413CCB55C6F5}"/>
                </a:ext>
              </a:extLst>
            </p:cNvPr>
            <p:cNvSpPr>
              <a:spLocks noChangeShapeType="1"/>
            </p:cNvSpPr>
            <p:nvPr/>
          </p:nvSpPr>
          <p:spPr bwMode="auto">
            <a:xfrm>
              <a:off x="0" y="272"/>
              <a:ext cx="1633" cy="0"/>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50204" name="Line 47">
              <a:extLst>
                <a:ext uri="{FF2B5EF4-FFF2-40B4-BE49-F238E27FC236}">
                  <a16:creationId xmlns:a16="http://schemas.microsoft.com/office/drawing/2014/main" id="{F25F7205-6A1D-45F7-BD0F-B6C35DAFA80A}"/>
                </a:ext>
              </a:extLst>
            </p:cNvPr>
            <p:cNvSpPr>
              <a:spLocks noChangeShapeType="1"/>
            </p:cNvSpPr>
            <p:nvPr/>
          </p:nvSpPr>
          <p:spPr bwMode="auto">
            <a:xfrm flipV="1">
              <a:off x="1633" y="90"/>
              <a:ext cx="8" cy="182"/>
            </a:xfrm>
            <a:prstGeom prst="line">
              <a:avLst/>
            </a:prstGeom>
            <a:noFill/>
            <a:ln w="9525">
              <a:solidFill>
                <a:schemeClr val="tx1"/>
              </a:solidFill>
              <a:round/>
              <a:headEnd/>
              <a:tailEnd type="triangle" w="med" len="me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grpSp>
      <p:sp>
        <p:nvSpPr>
          <p:cNvPr id="50193" name="Line 48">
            <a:extLst>
              <a:ext uri="{FF2B5EF4-FFF2-40B4-BE49-F238E27FC236}">
                <a16:creationId xmlns:a16="http://schemas.microsoft.com/office/drawing/2014/main" id="{786AF800-9D43-406B-ADCB-6A9CAD27F42A}"/>
              </a:ext>
            </a:extLst>
          </p:cNvPr>
          <p:cNvSpPr>
            <a:spLocks noChangeShapeType="1"/>
          </p:cNvSpPr>
          <p:nvPr/>
        </p:nvSpPr>
        <p:spPr bwMode="auto">
          <a:xfrm flipH="1">
            <a:off x="5419725" y="3503613"/>
            <a:ext cx="792163" cy="431800"/>
          </a:xfrm>
          <a:prstGeom prst="line">
            <a:avLst/>
          </a:prstGeom>
          <a:noFill/>
          <a:ln w="9525">
            <a:solidFill>
              <a:srgbClr val="FF3300"/>
            </a:solidFill>
            <a:round/>
            <a:headEnd/>
            <a:tailEnd/>
          </a:ln>
          <a:effectLst>
            <a:prstShdw prst="shdw17" dist="17961" dir="13500000">
              <a:srgbClr val="991F00"/>
            </a:prstShdw>
          </a:effectLst>
          <a:extLst>
            <a:ext uri="{909E8E84-426E-40DD-AFC4-6F175D3DCCD1}">
              <a14:hiddenFill xmlns:a14="http://schemas.microsoft.com/office/drawing/2010/main">
                <a:noFill/>
              </a14:hiddenFill>
            </a:ext>
          </a:extLst>
        </p:spPr>
        <p:txBody>
          <a:bodyPr/>
          <a:lstStyle/>
          <a:p>
            <a:endParaRPr lang="zh-CN" altLang="en-US"/>
          </a:p>
        </p:txBody>
      </p:sp>
      <p:sp>
        <p:nvSpPr>
          <p:cNvPr id="50194" name="Line 49">
            <a:extLst>
              <a:ext uri="{FF2B5EF4-FFF2-40B4-BE49-F238E27FC236}">
                <a16:creationId xmlns:a16="http://schemas.microsoft.com/office/drawing/2014/main" id="{5F41E074-85E0-47D3-B53F-DAFB5EDF90CD}"/>
              </a:ext>
            </a:extLst>
          </p:cNvPr>
          <p:cNvSpPr>
            <a:spLocks noChangeShapeType="1"/>
          </p:cNvSpPr>
          <p:nvPr/>
        </p:nvSpPr>
        <p:spPr bwMode="auto">
          <a:xfrm>
            <a:off x="5564188" y="3430588"/>
            <a:ext cx="576262" cy="504825"/>
          </a:xfrm>
          <a:prstGeom prst="line">
            <a:avLst/>
          </a:prstGeom>
          <a:noFill/>
          <a:ln w="9525">
            <a:solidFill>
              <a:srgbClr val="FF3300"/>
            </a:solidFill>
            <a:round/>
            <a:headEnd/>
            <a:tailEnd/>
          </a:ln>
          <a:effectLst>
            <a:prstShdw prst="shdw17" dist="17961" dir="13500000">
              <a:srgbClr val="991F00"/>
            </a:prstShdw>
          </a:effectLst>
          <a:extLst>
            <a:ext uri="{909E8E84-426E-40DD-AFC4-6F175D3DCCD1}">
              <a14:hiddenFill xmlns:a14="http://schemas.microsoft.com/office/drawing/2010/main">
                <a:noFill/>
              </a14:hiddenFill>
            </a:ext>
          </a:extLst>
        </p:spPr>
        <p:txBody>
          <a:bodyPr/>
          <a:lstStyle/>
          <a:p>
            <a:endParaRPr lang="zh-CN" altLang="en-US"/>
          </a:p>
        </p:txBody>
      </p:sp>
      <p:sp>
        <p:nvSpPr>
          <p:cNvPr id="58425" name="Text Box 56">
            <a:extLst>
              <a:ext uri="{FF2B5EF4-FFF2-40B4-BE49-F238E27FC236}">
                <a16:creationId xmlns:a16="http://schemas.microsoft.com/office/drawing/2014/main" id="{9D2C7433-E263-4197-8D43-0D2D6EC55086}"/>
              </a:ext>
            </a:extLst>
          </p:cNvPr>
          <p:cNvSpPr txBox="1">
            <a:spLocks noChangeArrowheads="1"/>
          </p:cNvSpPr>
          <p:nvPr/>
        </p:nvSpPr>
        <p:spPr bwMode="auto">
          <a:xfrm>
            <a:off x="898525" y="4151313"/>
            <a:ext cx="7489825" cy="1938992"/>
          </a:xfrm>
          <a:prstGeom prst="rect">
            <a:avLst/>
          </a:prstGeom>
          <a:solidFill>
            <a:srgbClr val="CCFFCC"/>
          </a:solidFill>
          <a:ln w="9525">
            <a:solidFill>
              <a:schemeClr val="accent1"/>
            </a:solidFill>
            <a:miter lim="800000"/>
            <a:headEnd/>
            <a:tailEnd/>
          </a:ln>
          <a:effectLst>
            <a:prstShdw prst="shdw17" dist="17961" dir="13500000">
              <a:srgbClr val="007A5C"/>
            </a:prstShdw>
          </a:effec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0" dirty="0" err="1">
                <a:latin typeface="Consolas" panose="020B0609020204030204" pitchFamily="49" charset="0"/>
              </a:rPr>
              <a:t>tmp</a:t>
            </a:r>
            <a:r>
              <a:rPr lang="en-US" altLang="zh-CN" sz="2000" b="0" dirty="0">
                <a:latin typeface="Consolas" panose="020B0609020204030204" pitchFamily="49" charset="0"/>
              </a:rPr>
              <a:t>=head;	cur=head-&gt;next; </a:t>
            </a:r>
          </a:p>
          <a:p>
            <a:pPr eaLnBrk="1" hangingPunct="1">
              <a:spcBef>
                <a:spcPct val="0"/>
              </a:spcBef>
              <a:buFontTx/>
              <a:buNone/>
            </a:pPr>
            <a:r>
              <a:rPr lang="en-US" altLang="zh-CN" sz="2000" b="0" dirty="0">
                <a:latin typeface="Consolas" panose="020B0609020204030204" pitchFamily="49" charset="0"/>
              </a:rPr>
              <a:t>/*</a:t>
            </a:r>
            <a:r>
              <a:rPr lang="zh-CN" altLang="en-US" sz="2000" b="0" dirty="0">
                <a:latin typeface="Consolas" panose="020B0609020204030204" pitchFamily="49" charset="0"/>
              </a:rPr>
              <a:t>查找待删除节点*</a:t>
            </a:r>
            <a:r>
              <a:rPr lang="en-US" altLang="zh-CN" sz="2000" b="0" dirty="0">
                <a:latin typeface="Consolas" panose="020B0609020204030204" pitchFamily="49" charset="0"/>
              </a:rPr>
              <a:t>/ </a:t>
            </a:r>
          </a:p>
          <a:p>
            <a:pPr eaLnBrk="1" hangingPunct="1">
              <a:spcBef>
                <a:spcPct val="0"/>
              </a:spcBef>
              <a:buFontTx/>
              <a:buNone/>
            </a:pPr>
            <a:r>
              <a:rPr lang="en-US" altLang="zh-CN" sz="2000" b="0" dirty="0">
                <a:latin typeface="Consolas" panose="020B0609020204030204" pitchFamily="49" charset="0"/>
              </a:rPr>
              <a:t>while(cur!=NULL &amp;&amp; x != cur-&gt;data){</a:t>
            </a:r>
          </a:p>
          <a:p>
            <a:pPr eaLnBrk="1" hangingPunct="1">
              <a:spcBef>
                <a:spcPct val="0"/>
              </a:spcBef>
              <a:buFontTx/>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tmp</a:t>
            </a:r>
            <a:r>
              <a:rPr lang="en-US" altLang="zh-CN" sz="2000" b="0" dirty="0">
                <a:latin typeface="Consolas" panose="020B0609020204030204" pitchFamily="49" charset="0"/>
              </a:rPr>
              <a:t>=cur;</a:t>
            </a:r>
          </a:p>
          <a:p>
            <a:pPr eaLnBrk="1" hangingPunct="1">
              <a:spcBef>
                <a:spcPct val="0"/>
              </a:spcBef>
              <a:buFontTx/>
              <a:buNone/>
            </a:pPr>
            <a:r>
              <a:rPr lang="en-US" altLang="zh-CN" sz="2000" b="0" dirty="0">
                <a:latin typeface="Consolas" panose="020B0609020204030204" pitchFamily="49" charset="0"/>
              </a:rPr>
              <a:t>      cur=cur-&gt;next;</a:t>
            </a:r>
          </a:p>
          <a:p>
            <a:pPr eaLnBrk="1" hangingPunct="1">
              <a:spcBef>
                <a:spcPct val="0"/>
              </a:spcBef>
              <a:buFontTx/>
              <a:buNone/>
            </a:pPr>
            <a:r>
              <a:rPr lang="en-US" altLang="zh-CN" sz="2000" b="0" dirty="0">
                <a:latin typeface="Consolas" panose="020B0609020204030204" pitchFamily="49" charset="0"/>
              </a:rPr>
              <a:t>}</a:t>
            </a:r>
          </a:p>
        </p:txBody>
      </p:sp>
    </p:spTree>
    <p:custDataLst>
      <p:tags r:id="rId1"/>
    </p:custDataLst>
    <p:extLst>
      <p:ext uri="{BB962C8B-B14F-4D97-AF65-F5344CB8AC3E}">
        <p14:creationId xmlns:p14="http://schemas.microsoft.com/office/powerpoint/2010/main" val="123875685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8425"/>
                                        </p:tgtEl>
                                        <p:attrNameLst>
                                          <p:attrName>style.visibility</p:attrName>
                                        </p:attrNameLst>
                                      </p:cBhvr>
                                      <p:to>
                                        <p:strVal val="visible"/>
                                      </p:to>
                                    </p:set>
                                    <p:animEffect transition="in" filter="fade">
                                      <p:cBhvr>
                                        <p:cTn id="7" dur="500"/>
                                        <p:tgtEl>
                                          <p:spTgt spid="584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2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5">
            <a:extLst>
              <a:ext uri="{FF2B5EF4-FFF2-40B4-BE49-F238E27FC236}">
                <a16:creationId xmlns:a16="http://schemas.microsoft.com/office/drawing/2014/main" id="{A1E0DD2D-F617-4FA4-964C-D7B249759199}"/>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F9124226-2B25-45DD-A7FE-EB497EC56178}" type="slidenum">
              <a:rPr lang="en-US" altLang="zh-CN" sz="1400">
                <a:latin typeface="Times New Roman" panose="02020603050405020304" pitchFamily="18" charset="0"/>
              </a:rPr>
              <a:pPr algn="r" eaLnBrk="1" hangingPunct="1">
                <a:spcBef>
                  <a:spcPct val="50000"/>
                </a:spcBef>
                <a:buFontTx/>
                <a:buNone/>
              </a:pPr>
              <a:t>32</a:t>
            </a:fld>
            <a:endParaRPr lang="en-US" altLang="zh-CN" sz="1400">
              <a:latin typeface="Times New Roman" panose="02020603050405020304" pitchFamily="18" charset="0"/>
            </a:endParaRPr>
          </a:p>
        </p:txBody>
      </p:sp>
      <p:sp>
        <p:nvSpPr>
          <p:cNvPr id="55299" name="Rectangle 2">
            <a:extLst>
              <a:ext uri="{FF2B5EF4-FFF2-40B4-BE49-F238E27FC236}">
                <a16:creationId xmlns:a16="http://schemas.microsoft.com/office/drawing/2014/main" id="{6E619F2E-CF18-4D95-BAA6-217D1E08F0A8}"/>
              </a:ext>
            </a:extLst>
          </p:cNvPr>
          <p:cNvSpPr>
            <a:spLocks noGrp="1" noChangeArrowheads="1"/>
          </p:cNvSpPr>
          <p:nvPr>
            <p:ph type="title" idx="4294967295"/>
          </p:nvPr>
        </p:nvSpPr>
        <p:spPr/>
        <p:txBody>
          <a:bodyPr/>
          <a:lstStyle/>
          <a:p>
            <a:pPr eaLnBrk="1" hangingPunct="1"/>
            <a:r>
              <a:rPr lang="zh-CN" altLang="en-US" b="1" dirty="0"/>
              <a:t>按值删除节点</a:t>
            </a:r>
            <a:r>
              <a:rPr lang="en-US" altLang="zh-CN" b="1" dirty="0"/>
              <a:t>(1)</a:t>
            </a:r>
            <a:endParaRPr lang="zh-CN" altLang="en-US" b="1" dirty="0"/>
          </a:p>
        </p:txBody>
      </p:sp>
      <p:sp>
        <p:nvSpPr>
          <p:cNvPr id="55300" name="Rectangle 3">
            <a:extLst>
              <a:ext uri="{FF2B5EF4-FFF2-40B4-BE49-F238E27FC236}">
                <a16:creationId xmlns:a16="http://schemas.microsoft.com/office/drawing/2014/main" id="{5550DF74-3E5A-46B6-9478-008480B16948}"/>
              </a:ext>
            </a:extLst>
          </p:cNvPr>
          <p:cNvSpPr>
            <a:spLocks noGrp="1" noChangeArrowheads="1"/>
          </p:cNvSpPr>
          <p:nvPr>
            <p:ph type="body" idx="4294967295"/>
          </p:nvPr>
        </p:nvSpPr>
        <p:spPr>
          <a:xfrm>
            <a:off x="395536" y="1319213"/>
            <a:ext cx="8497639" cy="4989512"/>
          </a:xfrm>
        </p:spPr>
        <p:txBody>
          <a:bodyPr/>
          <a:lstStyle/>
          <a:p>
            <a:pPr eaLnBrk="1" hangingPunct="1">
              <a:lnSpc>
                <a:spcPct val="80000"/>
              </a:lnSpc>
              <a:buFontTx/>
              <a:buNone/>
            </a:pPr>
            <a:r>
              <a:rPr lang="en-US" altLang="zh-CN" sz="2000" dirty="0">
                <a:latin typeface="Consolas" panose="020B0609020204030204" pitchFamily="49" charset="0"/>
              </a:rPr>
              <a:t>/*</a:t>
            </a:r>
            <a:r>
              <a:rPr lang="zh-CN" altLang="en-US" sz="2000" dirty="0">
                <a:latin typeface="Consolas" panose="020B0609020204030204" pitchFamily="49" charset="0"/>
              </a:rPr>
              <a:t>删除值为</a:t>
            </a:r>
            <a:r>
              <a:rPr lang="en-US" altLang="zh-CN" sz="2000" dirty="0">
                <a:latin typeface="Consolas" panose="020B0609020204030204" pitchFamily="49" charset="0"/>
              </a:rPr>
              <a:t>x</a:t>
            </a:r>
            <a:r>
              <a:rPr lang="zh-CN" altLang="en-US" sz="2000" dirty="0">
                <a:latin typeface="Consolas" panose="020B0609020204030204" pitchFamily="49" charset="0"/>
              </a:rPr>
              <a:t>的第一个节点，成功则返回</a:t>
            </a:r>
            <a:r>
              <a:rPr lang="en-US" altLang="zh-CN" sz="2000" dirty="0">
                <a:latin typeface="Consolas" panose="020B0609020204030204" pitchFamily="49" charset="0"/>
              </a:rPr>
              <a:t>1</a:t>
            </a:r>
            <a:r>
              <a:rPr lang="zh-CN" altLang="en-US" sz="2000" dirty="0">
                <a:latin typeface="Consolas" panose="020B0609020204030204" pitchFamily="49" charset="0"/>
              </a:rPr>
              <a:t>；否则返回</a:t>
            </a:r>
            <a:r>
              <a:rPr lang="en-US" altLang="zh-CN" sz="2000" dirty="0">
                <a:latin typeface="Consolas" panose="020B0609020204030204" pitchFamily="49" charset="0"/>
              </a:rPr>
              <a:t>0</a:t>
            </a:r>
            <a:r>
              <a:rPr lang="zh-CN" altLang="en-US" sz="2000" dirty="0">
                <a:latin typeface="Consolas" panose="020B0609020204030204" pitchFamily="49" charset="0"/>
              </a:rPr>
              <a:t>。*</a:t>
            </a:r>
            <a:r>
              <a:rPr lang="en-US" altLang="zh-CN" sz="2000" dirty="0">
                <a:latin typeface="Consolas" panose="020B0609020204030204" pitchFamily="49" charset="0"/>
              </a:rPr>
              <a:t>/</a:t>
            </a:r>
          </a:p>
          <a:p>
            <a:pPr eaLnBrk="1" hangingPunct="1">
              <a:lnSpc>
                <a:spcPct val="80000"/>
              </a:lnSpc>
              <a:buFontTx/>
              <a:buNone/>
            </a:pPr>
            <a:r>
              <a:rPr lang="en-US" altLang="zh-CN" sz="2000" dirty="0">
                <a:latin typeface="Consolas" panose="020B0609020204030204" pitchFamily="49" charset="0"/>
              </a:rPr>
              <a:t>int </a:t>
            </a:r>
            <a:r>
              <a:rPr lang="en-US" altLang="zh-CN" sz="2000" dirty="0" err="1">
                <a:latin typeface="Consolas" panose="020B0609020204030204" pitchFamily="49" charset="0"/>
              </a:rPr>
              <a:t>deleteNode</a:t>
            </a:r>
            <a:r>
              <a:rPr lang="en-US" altLang="zh-CN" sz="2000" dirty="0">
                <a:latin typeface="Consolas" panose="020B0609020204030204" pitchFamily="49" charset="0"/>
              </a:rPr>
              <a:t>(</a:t>
            </a:r>
            <a:r>
              <a:rPr lang="en-US" altLang="zh-CN" sz="2000" dirty="0" err="1">
                <a:latin typeface="Consolas" panose="020B0609020204030204" pitchFamily="49" charset="0"/>
              </a:rPr>
              <a:t>PtrNode</a:t>
            </a:r>
            <a:r>
              <a:rPr lang="en-US" altLang="zh-CN" sz="2000" dirty="0">
                <a:latin typeface="Consolas" panose="020B0609020204030204" pitchFamily="49" charset="0"/>
              </a:rPr>
              <a:t> head, </a:t>
            </a:r>
            <a:r>
              <a:rPr lang="en-US" altLang="zh-CN" sz="2000" dirty="0" err="1">
                <a:latin typeface="Consolas" panose="020B0609020204030204" pitchFamily="49" charset="0"/>
              </a:rPr>
              <a:t>ElemType</a:t>
            </a:r>
            <a:r>
              <a:rPr lang="en-US" altLang="zh-CN" sz="2000" dirty="0">
                <a:latin typeface="Consolas" panose="020B0609020204030204" pitchFamily="49" charset="0"/>
              </a:rPr>
              <a:t> x)</a:t>
            </a:r>
          </a:p>
          <a:p>
            <a:pPr eaLnBrk="1" hangingPunct="1">
              <a:lnSpc>
                <a:spcPct val="80000"/>
              </a:lnSpc>
              <a:buFontTx/>
              <a:buNone/>
            </a:pPr>
            <a:r>
              <a:rPr lang="en-US" altLang="zh-CN" sz="2000" dirty="0">
                <a:latin typeface="Consolas" panose="020B0609020204030204" pitchFamily="49" charset="0"/>
              </a:rPr>
              <a:t>{</a:t>
            </a:r>
          </a:p>
          <a:p>
            <a:pPr eaLnBrk="1" hangingPunct="1">
              <a:lnSpc>
                <a:spcPct val="8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PtrNode</a:t>
            </a:r>
            <a:r>
              <a:rPr lang="en-US" altLang="zh-CN" sz="2000" dirty="0">
                <a:latin typeface="Consolas" panose="020B0609020204030204" pitchFamily="49" charset="0"/>
              </a:rPr>
              <a:t> </a:t>
            </a:r>
            <a:r>
              <a:rPr lang="en-US" altLang="zh-CN" sz="2000" dirty="0" err="1">
                <a:latin typeface="Consolas" panose="020B0609020204030204" pitchFamily="49" charset="0"/>
              </a:rPr>
              <a:t>tmp,cur</a:t>
            </a:r>
            <a:r>
              <a:rPr lang="en-US" altLang="zh-CN" sz="2000" dirty="0">
                <a:latin typeface="Consolas" panose="020B0609020204030204" pitchFamily="49" charset="0"/>
              </a:rPr>
              <a:t>;</a:t>
            </a:r>
          </a:p>
          <a:p>
            <a:pPr eaLnBrk="1" hangingPunct="1">
              <a:lnSpc>
                <a:spcPct val="80000"/>
              </a:lnSpc>
              <a:buFontTx/>
              <a:buNone/>
            </a:pPr>
            <a:r>
              <a:rPr lang="en-US" altLang="zh-CN" sz="2000" dirty="0">
                <a:latin typeface="Consolas" panose="020B0609020204030204" pitchFamily="49" charset="0"/>
              </a:rPr>
              <a:t>    </a:t>
            </a:r>
          </a:p>
          <a:p>
            <a:pPr eaLnBrk="1" hangingPunct="1">
              <a:lnSpc>
                <a:spcPct val="8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tmp</a:t>
            </a:r>
            <a:r>
              <a:rPr lang="en-US" altLang="zh-CN" sz="2000" dirty="0">
                <a:latin typeface="Consolas" panose="020B0609020204030204" pitchFamily="49" charset="0"/>
              </a:rPr>
              <a:t>=head;</a:t>
            </a:r>
          </a:p>
          <a:p>
            <a:pPr eaLnBrk="1" hangingPunct="1">
              <a:lnSpc>
                <a:spcPct val="80000"/>
              </a:lnSpc>
              <a:buFontTx/>
              <a:buNone/>
            </a:pPr>
            <a:r>
              <a:rPr lang="en-US" altLang="zh-CN" sz="2000" dirty="0">
                <a:latin typeface="Consolas" panose="020B0609020204030204" pitchFamily="49" charset="0"/>
              </a:rPr>
              <a:t>    cur=head-&gt;next;</a:t>
            </a:r>
          </a:p>
          <a:p>
            <a:pPr eaLnBrk="1" hangingPunct="1">
              <a:lnSpc>
                <a:spcPct val="80000"/>
              </a:lnSpc>
              <a:buFontTx/>
              <a:buNone/>
            </a:pPr>
            <a:r>
              <a:rPr lang="en-US" altLang="zh-CN" sz="2000" dirty="0">
                <a:latin typeface="Consolas" panose="020B0609020204030204" pitchFamily="49" charset="0"/>
              </a:rPr>
              <a:t>    </a:t>
            </a:r>
          </a:p>
          <a:p>
            <a:pPr eaLnBrk="1" hangingPunct="1">
              <a:lnSpc>
                <a:spcPct val="80000"/>
              </a:lnSpc>
              <a:buFontTx/>
              <a:buNone/>
            </a:pPr>
            <a:r>
              <a:rPr lang="en-US" altLang="zh-CN" sz="2000" dirty="0">
                <a:latin typeface="Consolas" panose="020B0609020204030204" pitchFamily="49" charset="0"/>
              </a:rPr>
              <a:t>    /*</a:t>
            </a:r>
            <a:r>
              <a:rPr lang="zh-CN" altLang="en-US" sz="2000" dirty="0">
                <a:latin typeface="Consolas" panose="020B0609020204030204" pitchFamily="49" charset="0"/>
              </a:rPr>
              <a:t>查找待删除节点，若找到，则由</a:t>
            </a:r>
            <a:r>
              <a:rPr lang="en-US" altLang="zh-CN" sz="2000" dirty="0">
                <a:latin typeface="Consolas" panose="020B0609020204030204" pitchFamily="49" charset="0"/>
              </a:rPr>
              <a:t>cur</a:t>
            </a:r>
            <a:r>
              <a:rPr lang="zh-CN" altLang="en-US" sz="2000" dirty="0">
                <a:latin typeface="Consolas" panose="020B0609020204030204" pitchFamily="49" charset="0"/>
              </a:rPr>
              <a:t>指向该节点*</a:t>
            </a:r>
            <a:r>
              <a:rPr lang="en-US" altLang="zh-CN" sz="2000" dirty="0">
                <a:latin typeface="Consolas" panose="020B0609020204030204" pitchFamily="49" charset="0"/>
              </a:rPr>
              <a:t>/</a:t>
            </a:r>
          </a:p>
          <a:p>
            <a:pPr eaLnBrk="1" hangingPunct="1">
              <a:lnSpc>
                <a:spcPct val="80000"/>
              </a:lnSpc>
              <a:buFontTx/>
              <a:buNone/>
            </a:pPr>
            <a:r>
              <a:rPr lang="en-US" altLang="zh-CN" sz="2000" dirty="0">
                <a:latin typeface="Consolas" panose="020B0609020204030204" pitchFamily="49" charset="0"/>
              </a:rPr>
              <a:t>    while (cur!=NULL &amp;&amp; x !=</a:t>
            </a:r>
            <a:r>
              <a:rPr lang="zh-CN" altLang="en-US" sz="2000" dirty="0">
                <a:latin typeface="Consolas" panose="020B0609020204030204" pitchFamily="49" charset="0"/>
              </a:rPr>
              <a:t> </a:t>
            </a:r>
            <a:r>
              <a:rPr lang="en-US" altLang="zh-CN" sz="2000" dirty="0">
                <a:latin typeface="Consolas" panose="020B0609020204030204" pitchFamily="49" charset="0"/>
              </a:rPr>
              <a:t>cur-&gt;data ){ </a:t>
            </a:r>
          </a:p>
          <a:p>
            <a:pPr eaLnBrk="1" hangingPunct="1">
              <a:lnSpc>
                <a:spcPct val="8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tmp</a:t>
            </a:r>
            <a:r>
              <a:rPr lang="en-US" altLang="zh-CN" sz="2000" dirty="0">
                <a:latin typeface="Consolas" panose="020B0609020204030204" pitchFamily="49" charset="0"/>
              </a:rPr>
              <a:t>=cur;</a:t>
            </a:r>
          </a:p>
          <a:p>
            <a:pPr eaLnBrk="1" hangingPunct="1">
              <a:lnSpc>
                <a:spcPct val="80000"/>
              </a:lnSpc>
              <a:buFontTx/>
              <a:buNone/>
            </a:pPr>
            <a:r>
              <a:rPr lang="en-US" altLang="zh-CN" sz="2000" dirty="0">
                <a:latin typeface="Consolas" panose="020B0609020204030204" pitchFamily="49" charset="0"/>
              </a:rPr>
              <a:t>          cur=cur-&gt;next;</a:t>
            </a:r>
          </a:p>
          <a:p>
            <a:pPr eaLnBrk="1" hangingPunct="1">
              <a:lnSpc>
                <a:spcPct val="80000"/>
              </a:lnSpc>
              <a:buFontTx/>
              <a:buNone/>
            </a:pPr>
            <a:r>
              <a:rPr lang="en-US" altLang="zh-CN" sz="2000" dirty="0">
                <a:latin typeface="Consolas" panose="020B0609020204030204" pitchFamily="49" charset="0"/>
              </a:rPr>
              <a:t>    }</a:t>
            </a:r>
          </a:p>
          <a:p>
            <a:pPr eaLnBrk="1" hangingPunct="1">
              <a:lnSpc>
                <a:spcPct val="80000"/>
              </a:lnSpc>
              <a:buFontTx/>
              <a:buNone/>
            </a:pPr>
            <a:endParaRPr lang="en-US" altLang="zh-CN" sz="2000" dirty="0">
              <a:latin typeface="Consolas" panose="020B0609020204030204" pitchFamily="49" charset="0"/>
            </a:endParaRPr>
          </a:p>
        </p:txBody>
      </p:sp>
    </p:spTree>
    <p:extLst>
      <p:ext uri="{BB962C8B-B14F-4D97-AF65-F5344CB8AC3E}">
        <p14:creationId xmlns:p14="http://schemas.microsoft.com/office/powerpoint/2010/main" val="3550514570"/>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5">
            <a:extLst>
              <a:ext uri="{FF2B5EF4-FFF2-40B4-BE49-F238E27FC236}">
                <a16:creationId xmlns:a16="http://schemas.microsoft.com/office/drawing/2014/main" id="{6627B181-79F1-4CF2-96A1-D28E7559771D}"/>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E05D7933-C981-4BBF-8373-D1FEE9241493}" type="slidenum">
              <a:rPr lang="en-US" altLang="zh-CN" sz="1400">
                <a:latin typeface="Times New Roman" panose="02020603050405020304" pitchFamily="18" charset="0"/>
              </a:rPr>
              <a:pPr algn="r" eaLnBrk="1" hangingPunct="1">
                <a:spcBef>
                  <a:spcPct val="50000"/>
                </a:spcBef>
                <a:buFontTx/>
                <a:buNone/>
              </a:pPr>
              <a:t>33</a:t>
            </a:fld>
            <a:endParaRPr lang="en-US" altLang="zh-CN" sz="1400">
              <a:latin typeface="Times New Roman" panose="02020603050405020304" pitchFamily="18" charset="0"/>
            </a:endParaRPr>
          </a:p>
        </p:txBody>
      </p:sp>
      <p:sp>
        <p:nvSpPr>
          <p:cNvPr id="56323" name="Rectangle 2">
            <a:extLst>
              <a:ext uri="{FF2B5EF4-FFF2-40B4-BE49-F238E27FC236}">
                <a16:creationId xmlns:a16="http://schemas.microsoft.com/office/drawing/2014/main" id="{1F7DD9ED-3A9E-4929-9B0A-EFF76124CE6B}"/>
              </a:ext>
            </a:extLst>
          </p:cNvPr>
          <p:cNvSpPr>
            <a:spLocks noGrp="1" noChangeArrowheads="1"/>
          </p:cNvSpPr>
          <p:nvPr>
            <p:ph type="title" idx="4294967295"/>
          </p:nvPr>
        </p:nvSpPr>
        <p:spPr/>
        <p:txBody>
          <a:bodyPr/>
          <a:lstStyle/>
          <a:p>
            <a:pPr eaLnBrk="1" hangingPunct="1"/>
            <a:r>
              <a:rPr lang="zh-CN" altLang="en-US" b="1" dirty="0"/>
              <a:t>按值删除节点</a:t>
            </a:r>
            <a:r>
              <a:rPr lang="en-US" altLang="zh-CN" b="1" dirty="0"/>
              <a:t>(2)</a:t>
            </a:r>
            <a:endParaRPr lang="zh-CN" altLang="en-US" b="1" dirty="0"/>
          </a:p>
        </p:txBody>
      </p:sp>
      <p:sp>
        <p:nvSpPr>
          <p:cNvPr id="56324" name="Rectangle 3">
            <a:extLst>
              <a:ext uri="{FF2B5EF4-FFF2-40B4-BE49-F238E27FC236}">
                <a16:creationId xmlns:a16="http://schemas.microsoft.com/office/drawing/2014/main" id="{49FA3734-AD1F-49C1-817C-90CC0792C25C}"/>
              </a:ext>
            </a:extLst>
          </p:cNvPr>
          <p:cNvSpPr>
            <a:spLocks noGrp="1" noChangeArrowheads="1"/>
          </p:cNvSpPr>
          <p:nvPr>
            <p:ph type="body" idx="4294967295"/>
          </p:nvPr>
        </p:nvSpPr>
        <p:spPr/>
        <p:txBody>
          <a:bodyPr/>
          <a:lstStyle/>
          <a:p>
            <a:pPr eaLnBrk="1" hangingPunct="1">
              <a:lnSpc>
                <a:spcPct val="80000"/>
              </a:lnSpc>
              <a:buFontTx/>
              <a:buNone/>
            </a:pPr>
            <a:r>
              <a:rPr lang="en-US" altLang="zh-CN" sz="2000" dirty="0">
                <a:latin typeface="Consolas" panose="020B0609020204030204" pitchFamily="49" charset="0"/>
              </a:rPr>
              <a:t>   if (cur!=NULL){ /*</a:t>
            </a:r>
            <a:r>
              <a:rPr lang="zh-CN" altLang="en-US" sz="2000" dirty="0">
                <a:latin typeface="Consolas" panose="020B0609020204030204" pitchFamily="49" charset="0"/>
              </a:rPr>
              <a:t>如果找到要删除的节点*</a:t>
            </a:r>
            <a:r>
              <a:rPr lang="en-US" altLang="zh-CN" sz="2000" dirty="0">
                <a:latin typeface="Consolas" panose="020B0609020204030204" pitchFamily="49" charset="0"/>
              </a:rPr>
              <a:t>/</a:t>
            </a:r>
          </a:p>
          <a:p>
            <a:pPr eaLnBrk="1" hangingPunct="1">
              <a:lnSpc>
                <a:spcPct val="8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tmp</a:t>
            </a:r>
            <a:r>
              <a:rPr lang="en-US" altLang="zh-CN" sz="2000" dirty="0">
                <a:latin typeface="Consolas" panose="020B0609020204030204" pitchFamily="49" charset="0"/>
              </a:rPr>
              <a:t>-&gt;next= cur-&gt;next;</a:t>
            </a:r>
          </a:p>
          <a:p>
            <a:pPr eaLnBrk="1" hangingPunct="1">
              <a:lnSpc>
                <a:spcPct val="80000"/>
              </a:lnSpc>
              <a:buFontTx/>
              <a:buNone/>
            </a:pPr>
            <a:r>
              <a:rPr lang="en-US" altLang="zh-CN" sz="2000" dirty="0">
                <a:latin typeface="Consolas" panose="020B0609020204030204" pitchFamily="49" charset="0"/>
              </a:rPr>
              <a:t> 	   	free(cur); /*</a:t>
            </a:r>
            <a:r>
              <a:rPr lang="zh-CN" altLang="en-US" sz="2000" dirty="0">
                <a:latin typeface="Consolas" panose="020B0609020204030204" pitchFamily="49" charset="0"/>
              </a:rPr>
              <a:t>释放节点内存*</a:t>
            </a:r>
            <a:r>
              <a:rPr lang="en-US" altLang="zh-CN" sz="2000" dirty="0">
                <a:latin typeface="Consolas" panose="020B0609020204030204" pitchFamily="49" charset="0"/>
              </a:rPr>
              <a:t>/</a:t>
            </a:r>
          </a:p>
          <a:p>
            <a:pPr eaLnBrk="1" hangingPunct="1">
              <a:lnSpc>
                <a:spcPct val="80000"/>
              </a:lnSpc>
              <a:buFontTx/>
              <a:buNone/>
            </a:pPr>
            <a:r>
              <a:rPr lang="en-US" altLang="zh-CN" sz="2000" dirty="0">
                <a:latin typeface="Consolas" panose="020B0609020204030204" pitchFamily="49" charset="0"/>
              </a:rPr>
              <a:t>       return 1;</a:t>
            </a:r>
          </a:p>
          <a:p>
            <a:pPr eaLnBrk="1" hangingPunct="1">
              <a:lnSpc>
                <a:spcPct val="80000"/>
              </a:lnSpc>
              <a:buFontTx/>
              <a:buNone/>
            </a:pPr>
            <a:r>
              <a:rPr lang="en-US" altLang="zh-CN" sz="2000" dirty="0">
                <a:latin typeface="Consolas" panose="020B0609020204030204" pitchFamily="49" charset="0"/>
              </a:rPr>
              <a:t>    }  </a:t>
            </a:r>
          </a:p>
          <a:p>
            <a:pPr eaLnBrk="1" hangingPunct="1">
              <a:lnSpc>
                <a:spcPct val="80000"/>
              </a:lnSpc>
              <a:buFontTx/>
              <a:buNone/>
            </a:pPr>
            <a:r>
              <a:rPr lang="en-US" altLang="zh-CN" sz="2000" dirty="0">
                <a:latin typeface="Consolas" panose="020B0609020204030204" pitchFamily="49" charset="0"/>
              </a:rPr>
              <a:t>    else</a:t>
            </a:r>
          </a:p>
          <a:p>
            <a:pPr eaLnBrk="1" hangingPunct="1">
              <a:lnSpc>
                <a:spcPct val="80000"/>
              </a:lnSpc>
              <a:buFontTx/>
              <a:buNone/>
            </a:pPr>
            <a:r>
              <a:rPr lang="en-US" altLang="zh-CN" sz="2000" dirty="0">
                <a:latin typeface="Consolas" panose="020B0609020204030204" pitchFamily="49" charset="0"/>
              </a:rPr>
              <a:t>    	return 0;//</a:t>
            </a:r>
            <a:r>
              <a:rPr lang="zh-CN" altLang="en-US" sz="2000" dirty="0">
                <a:latin typeface="Consolas" panose="020B0609020204030204" pitchFamily="49" charset="0"/>
              </a:rPr>
              <a:t>没有找到符合条件的节点	 </a:t>
            </a:r>
          </a:p>
          <a:p>
            <a:pPr eaLnBrk="1" hangingPunct="1">
              <a:lnSpc>
                <a:spcPct val="80000"/>
              </a:lnSpc>
              <a:buFontTx/>
              <a:buNone/>
            </a:pPr>
            <a:r>
              <a:rPr lang="en-US" altLang="zh-CN" sz="2000" dirty="0">
                <a:latin typeface="Consolas" panose="020B0609020204030204" pitchFamily="49" charset="0"/>
              </a:rPr>
              <a:t>}</a:t>
            </a:r>
          </a:p>
          <a:p>
            <a:pPr eaLnBrk="1" hangingPunct="1">
              <a:lnSpc>
                <a:spcPct val="80000"/>
              </a:lnSpc>
              <a:buFontTx/>
              <a:buNone/>
            </a:pPr>
            <a:endParaRPr lang="en-US" altLang="zh-CN" sz="2000" dirty="0">
              <a:latin typeface="Consolas" panose="020B0609020204030204" pitchFamily="49" charset="0"/>
            </a:endParaRPr>
          </a:p>
          <a:p>
            <a:pPr eaLnBrk="1" hangingPunct="1">
              <a:lnSpc>
                <a:spcPct val="80000"/>
              </a:lnSpc>
              <a:buFontTx/>
              <a:buNone/>
            </a:pPr>
            <a:r>
              <a:rPr lang="zh-CN" altLang="en-US" sz="2000" dirty="0">
                <a:latin typeface="Consolas" panose="020B0609020204030204" pitchFamily="49" charset="0"/>
              </a:rPr>
              <a:t>但是，如果链表中重复元素呢？如何删除所有值为</a:t>
            </a:r>
            <a:r>
              <a:rPr lang="en-US" altLang="zh-CN" sz="2000" dirty="0">
                <a:latin typeface="Consolas" panose="020B0609020204030204" pitchFamily="49" charset="0"/>
              </a:rPr>
              <a:t>x</a:t>
            </a:r>
            <a:r>
              <a:rPr lang="zh-CN" altLang="en-US" sz="2000" dirty="0">
                <a:latin typeface="Consolas" panose="020B0609020204030204" pitchFamily="49" charset="0"/>
              </a:rPr>
              <a:t>的节点？</a:t>
            </a:r>
            <a:endParaRPr lang="en-US" altLang="zh-CN" sz="2000" dirty="0">
              <a:latin typeface="Consolas" panose="020B0609020204030204" pitchFamily="49" charset="0"/>
            </a:endParaRPr>
          </a:p>
        </p:txBody>
      </p:sp>
    </p:spTree>
    <p:extLst>
      <p:ext uri="{BB962C8B-B14F-4D97-AF65-F5344CB8AC3E}">
        <p14:creationId xmlns:p14="http://schemas.microsoft.com/office/powerpoint/2010/main" val="1116907706"/>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8BC5AA-AE95-4193-8BDE-39AF85381536}"/>
              </a:ext>
            </a:extLst>
          </p:cNvPr>
          <p:cNvSpPr>
            <a:spLocks noGrp="1"/>
          </p:cNvSpPr>
          <p:nvPr>
            <p:ph type="title"/>
          </p:nvPr>
        </p:nvSpPr>
        <p:spPr/>
        <p:txBody>
          <a:bodyPr/>
          <a:lstStyle/>
          <a:p>
            <a:r>
              <a:rPr lang="zh-CN" altLang="en-US" dirty="0"/>
              <a:t>测试主程序</a:t>
            </a:r>
          </a:p>
        </p:txBody>
      </p:sp>
      <p:sp>
        <p:nvSpPr>
          <p:cNvPr id="3" name="内容占位符 2">
            <a:extLst>
              <a:ext uri="{FF2B5EF4-FFF2-40B4-BE49-F238E27FC236}">
                <a16:creationId xmlns:a16="http://schemas.microsoft.com/office/drawing/2014/main" id="{A7356289-5129-498F-9533-8374CA3632FD}"/>
              </a:ext>
            </a:extLst>
          </p:cNvPr>
          <p:cNvSpPr>
            <a:spLocks noGrp="1"/>
          </p:cNvSpPr>
          <p:nvPr>
            <p:ph idx="1"/>
          </p:nvPr>
        </p:nvSpPr>
        <p:spPr>
          <a:xfrm>
            <a:off x="467544" y="1196752"/>
            <a:ext cx="7772400" cy="4611687"/>
          </a:xfrm>
        </p:spPr>
        <p:txBody>
          <a:bodyPr/>
          <a:lstStyle/>
          <a:p>
            <a:pPr marL="0" indent="0">
              <a:buNone/>
            </a:pPr>
            <a:r>
              <a:rPr lang="en-US" altLang="zh-CN" sz="2000" dirty="0">
                <a:latin typeface="Consolas" panose="020B0609020204030204" pitchFamily="49" charset="0"/>
              </a:rPr>
              <a:t>int main(){</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PtrNode</a:t>
            </a:r>
            <a:r>
              <a:rPr lang="en-US" altLang="zh-CN" sz="2000" dirty="0">
                <a:latin typeface="Consolas" panose="020B0609020204030204" pitchFamily="49" charset="0"/>
              </a:rPr>
              <a:t> head = NULL;</a:t>
            </a:r>
          </a:p>
          <a:p>
            <a:pPr marL="0" indent="0">
              <a:buNone/>
            </a:pPr>
            <a:r>
              <a:rPr lang="en-US" altLang="zh-CN" sz="2000" dirty="0">
                <a:latin typeface="Consolas" panose="020B0609020204030204" pitchFamily="49" charset="0"/>
              </a:rPr>
              <a:t>	head = </a:t>
            </a:r>
            <a:r>
              <a:rPr lang="en-US" altLang="zh-CN" sz="2000" dirty="0" err="1">
                <a:latin typeface="Consolas" panose="020B0609020204030204" pitchFamily="49" charset="0"/>
              </a:rPr>
              <a:t>initEmptyList</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b="0" dirty="0" err="1">
                <a:latin typeface="Consolas" panose="020B0609020204030204" pitchFamily="49" charset="0"/>
              </a:rPr>
              <a:t>insertEnd</a:t>
            </a:r>
            <a:r>
              <a:rPr lang="en-US" altLang="zh-CN" sz="2000" dirty="0">
                <a:latin typeface="Consolas" panose="020B0609020204030204" pitchFamily="49" charset="0"/>
              </a:rPr>
              <a:t>(</a:t>
            </a:r>
            <a:r>
              <a:rPr lang="en-US" altLang="zh-CN" sz="2000" dirty="0" err="1">
                <a:latin typeface="Consolas" panose="020B0609020204030204" pitchFamily="49" charset="0"/>
              </a:rPr>
              <a:t>head,1</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insertBegin</a:t>
            </a:r>
            <a:r>
              <a:rPr lang="en-US" altLang="zh-CN" sz="2000" dirty="0">
                <a:latin typeface="Consolas" panose="020B0609020204030204" pitchFamily="49" charset="0"/>
              </a:rPr>
              <a:t>(</a:t>
            </a:r>
            <a:r>
              <a:rPr lang="en-US" altLang="zh-CN" sz="2000" dirty="0" err="1">
                <a:latin typeface="Consolas" panose="020B0609020204030204" pitchFamily="49" charset="0"/>
              </a:rPr>
              <a:t>head,2</a:t>
            </a:r>
            <a:r>
              <a:rPr lang="en-US" altLang="zh-CN" sz="2000" dirty="0">
                <a:latin typeface="Consolas" panose="020B0609020204030204" pitchFamily="49" charset="0"/>
              </a:rPr>
              <a:t>); </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insertUp</a:t>
            </a:r>
            <a:r>
              <a:rPr lang="en-US" altLang="zh-CN" sz="2000" dirty="0">
                <a:latin typeface="Consolas" panose="020B0609020204030204" pitchFamily="49" charset="0"/>
              </a:rPr>
              <a:t>(</a:t>
            </a:r>
            <a:r>
              <a:rPr lang="en-US" altLang="zh-CN" sz="2000" dirty="0" err="1">
                <a:latin typeface="Consolas" panose="020B0609020204030204" pitchFamily="49" charset="0"/>
              </a:rPr>
              <a:t>head,3</a:t>
            </a:r>
            <a:r>
              <a:rPr lang="en-US" altLang="zh-CN" sz="2000" dirty="0">
                <a:latin typeface="Consolas" panose="020B0609020204030204" pitchFamily="49" charset="0"/>
              </a:rPr>
              <a:t>); </a:t>
            </a:r>
          </a:p>
          <a:p>
            <a:pPr marL="0" indent="0">
              <a:buNone/>
            </a:pPr>
            <a:r>
              <a:rPr lang="en-US" altLang="zh-CN" sz="2000" b="0" dirty="0">
                <a:solidFill>
                  <a:srgbClr val="FF0000"/>
                </a:solidFill>
                <a:latin typeface="Consolas" panose="020B0609020204030204" pitchFamily="49" charset="0"/>
              </a:rPr>
              <a:t>	</a:t>
            </a:r>
            <a:r>
              <a:rPr lang="en-US" altLang="zh-CN" sz="2000" b="0" dirty="0" err="1">
                <a:solidFill>
                  <a:srgbClr val="FF0000"/>
                </a:solidFill>
                <a:latin typeface="Consolas" panose="020B0609020204030204" pitchFamily="49" charset="0"/>
              </a:rPr>
              <a:t>deleteNode</a:t>
            </a:r>
            <a:r>
              <a:rPr lang="en-US" altLang="zh-CN" sz="2000" b="0" dirty="0">
                <a:solidFill>
                  <a:srgbClr val="FF0000"/>
                </a:solidFill>
                <a:latin typeface="Consolas" panose="020B0609020204030204" pitchFamily="49" charset="0"/>
              </a:rPr>
              <a:t>(</a:t>
            </a:r>
            <a:r>
              <a:rPr lang="en-US" altLang="zh-CN" sz="2000" b="0" dirty="0" err="1">
                <a:solidFill>
                  <a:srgbClr val="FF0000"/>
                </a:solidFill>
                <a:latin typeface="Consolas" panose="020B0609020204030204" pitchFamily="49" charset="0"/>
              </a:rPr>
              <a:t>head,1</a:t>
            </a:r>
            <a:r>
              <a:rPr lang="en-US" altLang="zh-CN" sz="2000" b="0" dirty="0">
                <a:solidFill>
                  <a:srgbClr val="FF0000"/>
                </a:solidFill>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printList</a:t>
            </a:r>
            <a:r>
              <a:rPr lang="en-US" altLang="zh-CN" sz="2000" dirty="0">
                <a:latin typeface="Consolas" panose="020B0609020204030204" pitchFamily="49" charset="0"/>
              </a:rPr>
              <a:t>(head);</a:t>
            </a:r>
          </a:p>
          <a:p>
            <a:pPr marL="0" indent="0">
              <a:buNone/>
            </a:pPr>
            <a:r>
              <a:rPr lang="en-US" altLang="zh-CN" sz="2000" dirty="0">
                <a:latin typeface="Consolas" panose="020B0609020204030204" pitchFamily="49" charset="0"/>
              </a:rPr>
              <a:t>	return 0;</a:t>
            </a:r>
          </a:p>
          <a:p>
            <a:pPr marL="0" indent="0">
              <a:buNone/>
            </a:pPr>
            <a:r>
              <a:rPr lang="en-US" altLang="zh-CN" sz="2000" dirty="0">
                <a:latin typeface="Consolas" panose="020B0609020204030204" pitchFamily="49" charset="0"/>
              </a:rPr>
              <a:t>}</a:t>
            </a:r>
          </a:p>
        </p:txBody>
      </p:sp>
    </p:spTree>
    <p:extLst>
      <p:ext uri="{BB962C8B-B14F-4D97-AF65-F5344CB8AC3E}">
        <p14:creationId xmlns:p14="http://schemas.microsoft.com/office/powerpoint/2010/main" val="3844444692"/>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a:extLst>
              <a:ext uri="{FF2B5EF4-FFF2-40B4-BE49-F238E27FC236}">
                <a16:creationId xmlns:a16="http://schemas.microsoft.com/office/drawing/2014/main" id="{429595C3-2147-4207-84F8-AF1E71FE8EAC}"/>
              </a:ext>
            </a:extLst>
          </p:cNvPr>
          <p:cNvSpPr>
            <a:spLocks noGrp="1" noChangeArrowheads="1"/>
          </p:cNvSpPr>
          <p:nvPr>
            <p:ph type="title" idx="4294967295"/>
          </p:nvPr>
        </p:nvSpPr>
        <p:spPr/>
        <p:txBody>
          <a:bodyPr/>
          <a:lstStyle/>
          <a:p>
            <a:r>
              <a:rPr lang="zh-CN" altLang="en-US" b="1" dirty="0"/>
              <a:t>删除多重节点</a:t>
            </a:r>
            <a:r>
              <a:rPr lang="en-US" altLang="zh-CN" b="1" dirty="0"/>
              <a:t>(1)</a:t>
            </a:r>
            <a:endParaRPr lang="zh-CN" altLang="zh-CN" dirty="0"/>
          </a:p>
        </p:txBody>
      </p:sp>
      <p:sp>
        <p:nvSpPr>
          <p:cNvPr id="58371" name="内容占位符 2">
            <a:extLst>
              <a:ext uri="{FF2B5EF4-FFF2-40B4-BE49-F238E27FC236}">
                <a16:creationId xmlns:a16="http://schemas.microsoft.com/office/drawing/2014/main" id="{A0E6338D-53CD-44A0-8FA2-BE96FD6BB45B}"/>
              </a:ext>
            </a:extLst>
          </p:cNvPr>
          <p:cNvSpPr>
            <a:spLocks noGrp="1" noChangeArrowheads="1"/>
          </p:cNvSpPr>
          <p:nvPr>
            <p:ph idx="4294967295"/>
          </p:nvPr>
        </p:nvSpPr>
        <p:spPr>
          <a:xfrm>
            <a:off x="539552" y="1268760"/>
            <a:ext cx="8299648" cy="4611687"/>
          </a:xfrm>
        </p:spPr>
        <p:txBody>
          <a:bodyPr/>
          <a:lstStyle/>
          <a:p>
            <a:pPr marL="0" indent="0">
              <a:buNone/>
            </a:pPr>
            <a:r>
              <a:rPr lang="en-US" altLang="zh-CN" sz="2000" dirty="0">
                <a:latin typeface="Consolas" panose="020B0609020204030204" pitchFamily="49" charset="0"/>
              </a:rPr>
              <a:t>/*</a:t>
            </a:r>
            <a:r>
              <a:rPr lang="zh-CN" altLang="en-US" sz="2000" dirty="0">
                <a:latin typeface="Consolas" panose="020B0609020204030204" pitchFamily="49" charset="0"/>
              </a:rPr>
              <a:t>删除所有值为</a:t>
            </a:r>
            <a:r>
              <a:rPr lang="en-US" altLang="zh-CN" sz="2000" dirty="0">
                <a:latin typeface="Consolas" panose="020B0609020204030204" pitchFamily="49" charset="0"/>
              </a:rPr>
              <a:t>x</a:t>
            </a:r>
            <a:r>
              <a:rPr lang="zh-CN" altLang="en-US" sz="2000" dirty="0">
                <a:latin typeface="Consolas" panose="020B0609020204030204" pitchFamily="49" charset="0"/>
              </a:rPr>
              <a:t>的节点，成功则返回被删元素个数；否则返回</a:t>
            </a:r>
            <a:r>
              <a:rPr lang="en-US" altLang="zh-CN" sz="2000" dirty="0">
                <a:latin typeface="Consolas" panose="020B0609020204030204" pitchFamily="49" charset="0"/>
              </a:rPr>
              <a:t>0</a:t>
            </a:r>
            <a:r>
              <a:rPr lang="zh-CN" altLang="en-US" sz="2000" dirty="0">
                <a:latin typeface="Consolas" panose="020B0609020204030204" pitchFamily="49" charset="0"/>
              </a:rPr>
              <a:t>。*</a:t>
            </a:r>
            <a:r>
              <a:rPr lang="en-US" altLang="zh-CN" sz="2000" dirty="0">
                <a:latin typeface="Consolas" panose="020B0609020204030204" pitchFamily="49" charset="0"/>
              </a:rPr>
              <a:t>/</a:t>
            </a:r>
          </a:p>
          <a:p>
            <a:pPr marL="0" indent="0">
              <a:buFontTx/>
              <a:buNone/>
            </a:pPr>
            <a:r>
              <a:rPr lang="en-US" altLang="zh-CN" sz="2000" dirty="0">
                <a:latin typeface="Consolas" panose="020B0609020204030204" pitchFamily="49" charset="0"/>
              </a:rPr>
              <a:t>int </a:t>
            </a:r>
            <a:r>
              <a:rPr lang="en-US" altLang="zh-CN" sz="2000" dirty="0" err="1">
                <a:latin typeface="Consolas" panose="020B0609020204030204" pitchFamily="49" charset="0"/>
              </a:rPr>
              <a:t>deleteVal</a:t>
            </a:r>
            <a:r>
              <a:rPr lang="en-US" altLang="zh-CN" sz="2000" dirty="0">
                <a:latin typeface="Consolas" panose="020B0609020204030204" pitchFamily="49" charset="0"/>
              </a:rPr>
              <a:t>(</a:t>
            </a:r>
            <a:r>
              <a:rPr lang="en-US" altLang="zh-CN" sz="2000" dirty="0" err="1">
                <a:latin typeface="Consolas" panose="020B0609020204030204" pitchFamily="49" charset="0"/>
              </a:rPr>
              <a:t>PtrNode</a:t>
            </a:r>
            <a:r>
              <a:rPr lang="en-US" altLang="zh-CN" sz="2000" dirty="0">
                <a:latin typeface="Consolas" panose="020B0609020204030204" pitchFamily="49" charset="0"/>
              </a:rPr>
              <a:t> </a:t>
            </a:r>
            <a:r>
              <a:rPr lang="en-US" altLang="zh-CN" sz="2000" dirty="0" err="1">
                <a:latin typeface="Consolas" panose="020B0609020204030204" pitchFamily="49" charset="0"/>
              </a:rPr>
              <a:t>head,ElemType</a:t>
            </a:r>
            <a:r>
              <a:rPr lang="en-US" altLang="zh-CN" sz="2000" dirty="0">
                <a:latin typeface="Consolas" panose="020B0609020204030204" pitchFamily="49" charset="0"/>
              </a:rPr>
              <a:t> x){</a:t>
            </a:r>
            <a:endParaRPr lang="zh-CN" altLang="en-US" sz="2000" dirty="0">
              <a:latin typeface="Consolas" panose="020B0609020204030204" pitchFamily="49" charset="0"/>
            </a:endParaRPr>
          </a:p>
          <a:p>
            <a:pPr marL="0" indent="0">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PtrNode</a:t>
            </a:r>
            <a:r>
              <a:rPr lang="en-US" altLang="zh-CN" sz="2000" dirty="0">
                <a:latin typeface="Consolas" panose="020B0609020204030204" pitchFamily="49" charset="0"/>
              </a:rPr>
              <a:t> </a:t>
            </a:r>
            <a:r>
              <a:rPr lang="en-US" altLang="zh-CN" sz="2000" dirty="0" err="1">
                <a:latin typeface="Consolas" panose="020B0609020204030204" pitchFamily="49" charset="0"/>
              </a:rPr>
              <a:t>tmp,cur</a:t>
            </a:r>
            <a:r>
              <a:rPr lang="en-US" altLang="zh-CN" sz="2000" dirty="0">
                <a:latin typeface="Consolas" panose="020B0609020204030204" pitchFamily="49" charset="0"/>
              </a:rPr>
              <a:t>;</a:t>
            </a:r>
            <a:endParaRPr lang="zh-CN" altLang="en-US" sz="2000" dirty="0">
              <a:latin typeface="Consolas" panose="020B0609020204030204" pitchFamily="49" charset="0"/>
            </a:endParaRPr>
          </a:p>
          <a:p>
            <a:pPr marL="0" indent="0">
              <a:buFontTx/>
              <a:buNone/>
            </a:pPr>
            <a:r>
              <a:rPr lang="en-US" altLang="zh-CN" sz="2000" dirty="0">
                <a:latin typeface="Consolas" panose="020B0609020204030204" pitchFamily="49" charset="0"/>
              </a:rPr>
              <a:t>    int count=0;</a:t>
            </a:r>
            <a:endParaRPr lang="zh-CN" altLang="en-US" sz="2000" dirty="0">
              <a:latin typeface="Consolas" panose="020B0609020204030204" pitchFamily="49" charset="0"/>
            </a:endParaRPr>
          </a:p>
          <a:p>
            <a:pPr marL="0" indent="0">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tmp</a:t>
            </a:r>
            <a:r>
              <a:rPr lang="en-US" altLang="zh-CN" sz="2000" dirty="0">
                <a:latin typeface="Consolas" panose="020B0609020204030204" pitchFamily="49" charset="0"/>
              </a:rPr>
              <a:t> = head;</a:t>
            </a:r>
            <a:endParaRPr lang="zh-CN" altLang="en-US" sz="2000" dirty="0">
              <a:latin typeface="Consolas" panose="020B0609020204030204" pitchFamily="49" charset="0"/>
            </a:endParaRPr>
          </a:p>
          <a:p>
            <a:pPr marL="0" indent="0">
              <a:buFontTx/>
              <a:buNone/>
            </a:pPr>
            <a:r>
              <a:rPr lang="en-US" altLang="zh-CN" sz="2000" dirty="0">
                <a:latin typeface="Consolas" panose="020B0609020204030204" pitchFamily="49" charset="0"/>
              </a:rPr>
              <a:t>    cur = head-&gt;next; /*</a:t>
            </a:r>
            <a:r>
              <a:rPr lang="zh-CN" altLang="en-US" sz="2000" dirty="0">
                <a:latin typeface="Consolas" panose="020B0609020204030204" pitchFamily="49" charset="0"/>
              </a:rPr>
              <a:t>将空节点的后继传给</a:t>
            </a:r>
            <a:r>
              <a:rPr lang="en-US" altLang="zh-CN" sz="2000" dirty="0">
                <a:latin typeface="Consolas" panose="020B0609020204030204" pitchFamily="49" charset="0"/>
              </a:rPr>
              <a:t>cur*/</a:t>
            </a:r>
            <a:endParaRPr lang="zh-CN" altLang="en-US" sz="2000" dirty="0">
              <a:latin typeface="Consolas" panose="020B0609020204030204" pitchFamily="49" charset="0"/>
            </a:endParaRPr>
          </a:p>
          <a:p>
            <a:pPr marL="0" indent="0">
              <a:buFontTx/>
              <a:buNone/>
            </a:pPr>
            <a:r>
              <a:rPr lang="en-US" altLang="zh-CN" sz="2000" dirty="0">
                <a:latin typeface="Consolas" panose="020B0609020204030204" pitchFamily="49" charset="0"/>
              </a:rPr>
              <a:t>    </a:t>
            </a:r>
            <a:endParaRPr lang="zh-CN" altLang="en-US" sz="2000" dirty="0">
              <a:latin typeface="Consolas" panose="020B0609020204030204" pitchFamily="49" charset="0"/>
            </a:endParaRPr>
          </a:p>
          <a:p>
            <a:pPr marL="0" indent="0">
              <a:buFontTx/>
              <a:buNone/>
            </a:pPr>
            <a:r>
              <a:rPr lang="en-US" altLang="zh-CN" sz="2000" dirty="0">
                <a:latin typeface="Consolas" panose="020B0609020204030204" pitchFamily="49" charset="0"/>
              </a:rPr>
              <a:t>    </a:t>
            </a:r>
            <a:r>
              <a:rPr lang="en-US" altLang="zh-CN" sz="2000" dirty="0">
                <a:solidFill>
                  <a:srgbClr val="FF0000"/>
                </a:solidFill>
                <a:latin typeface="Consolas" panose="020B0609020204030204" pitchFamily="49" charset="0"/>
              </a:rPr>
              <a:t>while ( cur != NULL){  /</a:t>
            </a:r>
            <a:r>
              <a:rPr lang="zh-CN" altLang="en-US" sz="2000" dirty="0">
                <a:solidFill>
                  <a:srgbClr val="FF0000"/>
                </a:solidFill>
                <a:latin typeface="Consolas" panose="020B0609020204030204" pitchFamily="49" charset="0"/>
              </a:rPr>
              <a:t>*遍历整个链表来删除多个</a:t>
            </a:r>
            <a:r>
              <a:rPr lang="en-US" altLang="zh-CN" sz="2000" dirty="0">
                <a:solidFill>
                  <a:srgbClr val="FF0000"/>
                </a:solidFill>
                <a:latin typeface="Consolas" panose="020B0609020204030204" pitchFamily="49" charset="0"/>
              </a:rPr>
              <a:t>x</a:t>
            </a:r>
            <a:r>
              <a:rPr lang="zh-CN" altLang="en-US" sz="2000" dirty="0">
                <a:solidFill>
                  <a:srgbClr val="FF0000"/>
                </a:solidFill>
                <a:latin typeface="Consolas" panose="020B0609020204030204" pitchFamily="49" charset="0"/>
              </a:rPr>
              <a:t>值节点*</a:t>
            </a:r>
            <a:r>
              <a:rPr lang="en-US" altLang="zh-CN" sz="2000" dirty="0">
                <a:solidFill>
                  <a:srgbClr val="FF0000"/>
                </a:solidFill>
                <a:latin typeface="Consolas" panose="020B0609020204030204" pitchFamily="49" charset="0"/>
              </a:rPr>
              <a:t>/</a:t>
            </a:r>
            <a:endParaRPr lang="zh-CN" altLang="en-US" sz="2000" dirty="0">
              <a:solidFill>
                <a:srgbClr val="FF0000"/>
              </a:solidFill>
              <a:latin typeface="Consolas" panose="020B0609020204030204" pitchFamily="49" charset="0"/>
            </a:endParaRPr>
          </a:p>
          <a:p>
            <a:pPr marL="0" indent="0">
              <a:buFontTx/>
              <a:buNone/>
            </a:pPr>
            <a:r>
              <a:rPr lang="en-US" altLang="zh-CN" sz="2000" dirty="0">
                <a:latin typeface="Consolas" panose="020B0609020204030204" pitchFamily="49" charset="0"/>
              </a:rPr>
              <a:t>        /*</a:t>
            </a:r>
            <a:r>
              <a:rPr lang="zh-CN" altLang="en-US" sz="2000" dirty="0">
                <a:latin typeface="Consolas" panose="020B0609020204030204" pitchFamily="49" charset="0"/>
              </a:rPr>
              <a:t>查找待删除节点，若找到，则由</a:t>
            </a:r>
            <a:r>
              <a:rPr lang="en-US" altLang="zh-CN" sz="2000" dirty="0" err="1">
                <a:latin typeface="Consolas" panose="020B0609020204030204" pitchFamily="49" charset="0"/>
              </a:rPr>
              <a:t>currentPt</a:t>
            </a:r>
            <a:r>
              <a:rPr lang="zh-CN" altLang="en-US" sz="2000" dirty="0">
                <a:latin typeface="Consolas" panose="020B0609020204030204" pitchFamily="49" charset="0"/>
              </a:rPr>
              <a:t>指向该节点</a:t>
            </a:r>
            <a:r>
              <a:rPr lang="en-US" altLang="zh-CN" sz="2000" dirty="0">
                <a:latin typeface="Consolas" panose="020B0609020204030204" pitchFamily="49" charset="0"/>
              </a:rPr>
              <a:t>*/</a:t>
            </a:r>
            <a:endParaRPr lang="zh-CN" altLang="en-US" sz="2000" dirty="0">
              <a:latin typeface="Consolas" panose="020B0609020204030204" pitchFamily="49" charset="0"/>
            </a:endParaRPr>
          </a:p>
          <a:p>
            <a:pPr marL="0" indent="0">
              <a:buFontTx/>
              <a:buNone/>
            </a:pPr>
            <a:r>
              <a:rPr lang="en-US" altLang="zh-CN" sz="2000" dirty="0">
                <a:latin typeface="Consolas" panose="020B0609020204030204" pitchFamily="49" charset="0"/>
              </a:rPr>
              <a:t>        while (cur!=NULL &amp;&amp;  cur-&gt;data!=x){ </a:t>
            </a:r>
            <a:endParaRPr lang="zh-CN" altLang="en-US" sz="2000" dirty="0">
              <a:latin typeface="Consolas" panose="020B0609020204030204" pitchFamily="49" charset="0"/>
            </a:endParaRPr>
          </a:p>
          <a:p>
            <a:pPr marL="0" indent="0">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tmp</a:t>
            </a:r>
            <a:r>
              <a:rPr lang="en-US" altLang="zh-CN" sz="2000" dirty="0">
                <a:latin typeface="Consolas" panose="020B0609020204030204" pitchFamily="49" charset="0"/>
              </a:rPr>
              <a:t>=cur;</a:t>
            </a:r>
            <a:endParaRPr lang="zh-CN" altLang="en-US" sz="2000" dirty="0">
              <a:latin typeface="Consolas" panose="020B0609020204030204" pitchFamily="49" charset="0"/>
            </a:endParaRPr>
          </a:p>
          <a:p>
            <a:pPr marL="0" indent="0">
              <a:buFontTx/>
              <a:buNone/>
            </a:pPr>
            <a:r>
              <a:rPr lang="en-US" altLang="zh-CN" sz="2000" dirty="0">
                <a:latin typeface="Consolas" panose="020B0609020204030204" pitchFamily="49" charset="0"/>
              </a:rPr>
              <a:t>              cur=cur-&gt;next;</a:t>
            </a:r>
            <a:endParaRPr lang="zh-CN" altLang="en-US" sz="2000" dirty="0">
              <a:latin typeface="Consolas" panose="020B0609020204030204" pitchFamily="49" charset="0"/>
            </a:endParaRPr>
          </a:p>
          <a:p>
            <a:pPr marL="0" indent="0">
              <a:buFontTx/>
              <a:buNone/>
            </a:pPr>
            <a:r>
              <a:rPr lang="en-US" altLang="zh-CN" sz="2000" dirty="0">
                <a:latin typeface="Consolas" panose="020B0609020204030204" pitchFamily="49" charset="0"/>
              </a:rPr>
              <a:t>        }</a:t>
            </a:r>
            <a:endParaRPr lang="zh-CN" altLang="en-US" sz="2000" dirty="0">
              <a:latin typeface="Consolas" panose="020B0609020204030204" pitchFamily="49" charset="0"/>
            </a:endParaRPr>
          </a:p>
          <a:p>
            <a:pPr marL="0" indent="0">
              <a:buFontTx/>
              <a:buNone/>
            </a:pPr>
            <a:endParaRPr lang="zh-CN" altLang="en-US" sz="2000" dirty="0">
              <a:latin typeface="Consolas" panose="020B0609020204030204" pitchFamily="49" charset="0"/>
            </a:endParaRPr>
          </a:p>
        </p:txBody>
      </p:sp>
      <p:sp>
        <p:nvSpPr>
          <p:cNvPr id="58372" name="灯片编号占位符 3">
            <a:extLst>
              <a:ext uri="{FF2B5EF4-FFF2-40B4-BE49-F238E27FC236}">
                <a16:creationId xmlns:a16="http://schemas.microsoft.com/office/drawing/2014/main" id="{C17DAFA6-1FC6-4695-AAA0-DFED0E81DA2F}"/>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FDEE474F-EF3A-49BB-83C1-F5CB4E7456BE}" type="slidenum">
              <a:rPr lang="en-US" altLang="zh-CN" sz="1400">
                <a:latin typeface="Times New Roman" panose="02020603050405020304" pitchFamily="18" charset="0"/>
              </a:rPr>
              <a:pPr algn="r" eaLnBrk="1" hangingPunct="1">
                <a:spcBef>
                  <a:spcPct val="50000"/>
                </a:spcBef>
                <a:buFontTx/>
                <a:buNone/>
              </a:pPr>
              <a:t>35</a:t>
            </a:fld>
            <a:endParaRPr lang="en-US" altLang="zh-CN" sz="1400">
              <a:latin typeface="Times New Roman" panose="02020603050405020304" pitchFamily="18" charset="0"/>
            </a:endParaRPr>
          </a:p>
        </p:txBody>
      </p:sp>
    </p:spTree>
    <p:extLst>
      <p:ext uri="{BB962C8B-B14F-4D97-AF65-F5344CB8AC3E}">
        <p14:creationId xmlns:p14="http://schemas.microsoft.com/office/powerpoint/2010/main" val="891155839"/>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a:extLst>
              <a:ext uri="{FF2B5EF4-FFF2-40B4-BE49-F238E27FC236}">
                <a16:creationId xmlns:a16="http://schemas.microsoft.com/office/drawing/2014/main" id="{8CB03F34-C089-47AA-BBE2-EA4712C4279F}"/>
              </a:ext>
            </a:extLst>
          </p:cNvPr>
          <p:cNvSpPr>
            <a:spLocks noGrp="1" noChangeArrowheads="1"/>
          </p:cNvSpPr>
          <p:nvPr>
            <p:ph type="title" idx="4294967295"/>
          </p:nvPr>
        </p:nvSpPr>
        <p:spPr/>
        <p:txBody>
          <a:bodyPr/>
          <a:lstStyle/>
          <a:p>
            <a:r>
              <a:rPr lang="zh-CN" altLang="en-US" b="1" dirty="0"/>
              <a:t>删除多重节点</a:t>
            </a:r>
            <a:r>
              <a:rPr lang="en-US" altLang="zh-CN" b="1" dirty="0"/>
              <a:t>(2)</a:t>
            </a:r>
            <a:endParaRPr lang="zh-CN" altLang="zh-CN" dirty="0"/>
          </a:p>
        </p:txBody>
      </p:sp>
      <p:sp>
        <p:nvSpPr>
          <p:cNvPr id="59395" name="内容占位符 2">
            <a:extLst>
              <a:ext uri="{FF2B5EF4-FFF2-40B4-BE49-F238E27FC236}">
                <a16:creationId xmlns:a16="http://schemas.microsoft.com/office/drawing/2014/main" id="{2B1BC3CF-FA93-48D9-BBEF-9BC247EAAEC2}"/>
              </a:ext>
            </a:extLst>
          </p:cNvPr>
          <p:cNvSpPr>
            <a:spLocks noGrp="1" noChangeArrowheads="1"/>
          </p:cNvSpPr>
          <p:nvPr>
            <p:ph idx="4294967295"/>
          </p:nvPr>
        </p:nvSpPr>
        <p:spPr/>
        <p:txBody>
          <a:bodyPr/>
          <a:lstStyle/>
          <a:p>
            <a:pPr marL="0" indent="0">
              <a:buFontTx/>
              <a:buNone/>
            </a:pPr>
            <a:r>
              <a:rPr lang="en-US" altLang="zh-CN" sz="2000" dirty="0">
                <a:latin typeface="Consolas" panose="020B0609020204030204" pitchFamily="49" charset="0"/>
              </a:rPr>
              <a:t>       if (cur!=NULL){ /*</a:t>
            </a:r>
            <a:r>
              <a:rPr lang="zh-CN" altLang="en-US" sz="2000" dirty="0">
                <a:latin typeface="Consolas" panose="020B0609020204030204" pitchFamily="49" charset="0"/>
              </a:rPr>
              <a:t>如果找到要删除的节点*</a:t>
            </a:r>
            <a:r>
              <a:rPr lang="en-US" altLang="zh-CN" sz="2000" dirty="0">
                <a:latin typeface="Consolas" panose="020B0609020204030204" pitchFamily="49" charset="0"/>
              </a:rPr>
              <a:t>/</a:t>
            </a:r>
          </a:p>
          <a:p>
            <a:pPr marL="0" indent="0">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tmp</a:t>
            </a:r>
            <a:r>
              <a:rPr lang="en-US" altLang="zh-CN" sz="2000" dirty="0">
                <a:latin typeface="Consolas" panose="020B0609020204030204" pitchFamily="49" charset="0"/>
              </a:rPr>
              <a:t>-&gt;next = cur-&gt;next;</a:t>
            </a:r>
          </a:p>
          <a:p>
            <a:pPr marL="0" indent="0">
              <a:buFontTx/>
              <a:buNone/>
            </a:pPr>
            <a:r>
              <a:rPr lang="en-US" altLang="zh-CN" sz="2000" dirty="0">
                <a:latin typeface="Consolas" panose="020B0609020204030204" pitchFamily="49" charset="0"/>
              </a:rPr>
              <a:t>             free(cur); </a:t>
            </a:r>
          </a:p>
          <a:p>
            <a:pPr marL="0" indent="0">
              <a:buFontTx/>
              <a:buNone/>
            </a:pPr>
            <a:r>
              <a:rPr lang="en-US" altLang="zh-CN" sz="2000" dirty="0">
                <a:latin typeface="Consolas" panose="020B0609020204030204" pitchFamily="49" charset="0"/>
              </a:rPr>
              <a:t>             </a:t>
            </a:r>
            <a:r>
              <a:rPr lang="en-US" altLang="zh-CN" sz="2000" dirty="0">
                <a:solidFill>
                  <a:srgbClr val="FF0000"/>
                </a:solidFill>
                <a:latin typeface="Consolas" panose="020B0609020204030204" pitchFamily="49" charset="0"/>
              </a:rPr>
              <a:t>cur = </a:t>
            </a:r>
            <a:r>
              <a:rPr lang="en-US" altLang="zh-CN" sz="2000" dirty="0" err="1">
                <a:solidFill>
                  <a:srgbClr val="FF0000"/>
                </a:solidFill>
                <a:latin typeface="Consolas" panose="020B0609020204030204" pitchFamily="49" charset="0"/>
              </a:rPr>
              <a:t>tmp</a:t>
            </a:r>
            <a:r>
              <a:rPr lang="en-US" altLang="zh-CN" sz="2000" dirty="0">
                <a:solidFill>
                  <a:srgbClr val="FF0000"/>
                </a:solidFill>
                <a:latin typeface="Consolas" panose="020B0609020204030204" pitchFamily="49" charset="0"/>
              </a:rPr>
              <a:t>-&gt;next;</a:t>
            </a:r>
          </a:p>
          <a:p>
            <a:pPr marL="0" indent="0">
              <a:buFontTx/>
              <a:buNone/>
            </a:pPr>
            <a:r>
              <a:rPr lang="en-US" altLang="zh-CN" sz="2000" dirty="0">
                <a:solidFill>
                  <a:srgbClr val="FF0000"/>
                </a:solidFill>
                <a:latin typeface="Consolas" panose="020B0609020204030204" pitchFamily="49" charset="0"/>
              </a:rPr>
              <a:t> 		count++;</a:t>
            </a:r>
          </a:p>
          <a:p>
            <a:pPr marL="0" indent="0">
              <a:buFontTx/>
              <a:buNone/>
            </a:pPr>
            <a:r>
              <a:rPr lang="en-US" altLang="zh-CN" sz="2000" dirty="0">
                <a:latin typeface="Consolas" panose="020B0609020204030204" pitchFamily="49" charset="0"/>
              </a:rPr>
              <a:t>        } </a:t>
            </a:r>
          </a:p>
          <a:p>
            <a:pPr marL="0" indent="0">
              <a:buFontTx/>
              <a:buNone/>
            </a:pPr>
            <a:r>
              <a:rPr lang="en-US" altLang="zh-CN" sz="2000" dirty="0">
                <a:latin typeface="Consolas" panose="020B0609020204030204" pitchFamily="49" charset="0"/>
              </a:rPr>
              <a:t>    }</a:t>
            </a:r>
          </a:p>
          <a:p>
            <a:pPr marL="0" indent="0">
              <a:buFontTx/>
              <a:buNone/>
            </a:pPr>
            <a:r>
              <a:rPr lang="en-US" altLang="zh-CN" sz="2000" dirty="0">
                <a:latin typeface="Consolas" panose="020B0609020204030204" pitchFamily="49" charset="0"/>
              </a:rPr>
              <a:t>    return (count);</a:t>
            </a:r>
          </a:p>
          <a:p>
            <a:pPr marL="0" indent="0">
              <a:buFontTx/>
              <a:buNone/>
            </a:pPr>
            <a:r>
              <a:rPr lang="en-US" altLang="zh-CN" sz="2000" dirty="0">
                <a:latin typeface="Consolas" panose="020B0609020204030204" pitchFamily="49" charset="0"/>
              </a:rPr>
              <a:t>}</a:t>
            </a:r>
          </a:p>
          <a:p>
            <a:pPr marL="0" indent="0">
              <a:buFontTx/>
              <a:buNone/>
            </a:pPr>
            <a:endParaRPr lang="en-US" altLang="zh-CN" sz="2000" dirty="0">
              <a:latin typeface="Consolas" panose="020B0609020204030204" pitchFamily="49" charset="0"/>
            </a:endParaRPr>
          </a:p>
          <a:p>
            <a:pPr marL="0" indent="0">
              <a:buFontTx/>
              <a:buNone/>
            </a:pPr>
            <a:r>
              <a:rPr lang="zh-CN" altLang="en-US" sz="2000" dirty="0">
                <a:latin typeface="Consolas" panose="020B0609020204030204" pitchFamily="49" charset="0"/>
              </a:rPr>
              <a:t>思考：如何对整个链表去除重复元素？</a:t>
            </a:r>
            <a:endParaRPr lang="en-US" altLang="zh-CN" sz="2000" dirty="0">
              <a:latin typeface="Consolas" panose="020B0609020204030204" pitchFamily="49" charset="0"/>
            </a:endParaRPr>
          </a:p>
          <a:p>
            <a:pPr marL="0" indent="0">
              <a:buNone/>
            </a:pPr>
            <a:r>
              <a:rPr lang="en-US" altLang="zh-CN" sz="2000" dirty="0">
                <a:latin typeface="Consolas" panose="020B0609020204030204" pitchFamily="49" charset="0"/>
              </a:rPr>
              <a:t>/*</a:t>
            </a:r>
            <a:r>
              <a:rPr lang="zh-CN" altLang="en-US" sz="2000" dirty="0">
                <a:latin typeface="Consolas" panose="020B0609020204030204" pitchFamily="49" charset="0"/>
              </a:rPr>
              <a:t>设计去重函数，成功则返回删除个数，否则返回</a:t>
            </a:r>
            <a:r>
              <a:rPr lang="en-US" altLang="zh-CN" sz="2000" dirty="0">
                <a:latin typeface="Consolas" panose="020B0609020204030204" pitchFamily="49" charset="0"/>
              </a:rPr>
              <a:t>0</a:t>
            </a:r>
            <a:r>
              <a:rPr lang="zh-CN" altLang="en-US" sz="2000" dirty="0">
                <a:latin typeface="Consolas" panose="020B0609020204030204" pitchFamily="49" charset="0"/>
              </a:rPr>
              <a:t>*</a:t>
            </a:r>
            <a:r>
              <a:rPr lang="en-US" altLang="zh-CN" sz="2000" dirty="0">
                <a:latin typeface="Consolas" panose="020B0609020204030204" pitchFamily="49" charset="0"/>
              </a:rPr>
              <a:t>/</a:t>
            </a:r>
          </a:p>
          <a:p>
            <a:pPr marL="0" indent="0">
              <a:buFontTx/>
              <a:buNone/>
            </a:pPr>
            <a:r>
              <a:rPr lang="en-US" altLang="zh-CN" sz="2000" dirty="0">
                <a:latin typeface="Consolas" panose="020B0609020204030204" pitchFamily="49" charset="0"/>
              </a:rPr>
              <a:t>int unique(</a:t>
            </a:r>
            <a:r>
              <a:rPr lang="en-US" altLang="zh-CN" sz="2000" dirty="0" err="1">
                <a:latin typeface="Consolas" panose="020B0609020204030204" pitchFamily="49" charset="0"/>
              </a:rPr>
              <a:t>PtrNode</a:t>
            </a:r>
            <a:r>
              <a:rPr lang="en-US" altLang="zh-CN" sz="2000" dirty="0">
                <a:latin typeface="Consolas" panose="020B0609020204030204" pitchFamily="49" charset="0"/>
              </a:rPr>
              <a:t> head);</a:t>
            </a:r>
            <a:endParaRPr lang="zh-CN" altLang="en-US" sz="2000" dirty="0">
              <a:latin typeface="Consolas" panose="020B0609020204030204" pitchFamily="49" charset="0"/>
            </a:endParaRPr>
          </a:p>
          <a:p>
            <a:pPr marL="0" indent="0">
              <a:buFontTx/>
              <a:buNone/>
            </a:pPr>
            <a:endParaRPr lang="zh-CN" altLang="en-US" sz="2000" dirty="0">
              <a:latin typeface="Consolas" panose="020B0609020204030204" pitchFamily="49" charset="0"/>
            </a:endParaRPr>
          </a:p>
        </p:txBody>
      </p:sp>
      <p:sp>
        <p:nvSpPr>
          <p:cNvPr id="59396" name="灯片编号占位符 3">
            <a:extLst>
              <a:ext uri="{FF2B5EF4-FFF2-40B4-BE49-F238E27FC236}">
                <a16:creationId xmlns:a16="http://schemas.microsoft.com/office/drawing/2014/main" id="{80A928DE-23D6-4EDB-BCF9-FC3903210CAE}"/>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ACA0C8CB-3004-4F55-AA4A-908009113A7D}" type="slidenum">
              <a:rPr lang="en-US" altLang="zh-CN" sz="1400">
                <a:latin typeface="Times New Roman" panose="02020603050405020304" pitchFamily="18" charset="0"/>
              </a:rPr>
              <a:pPr algn="r" eaLnBrk="1" hangingPunct="1">
                <a:spcBef>
                  <a:spcPct val="50000"/>
                </a:spcBef>
                <a:buFontTx/>
                <a:buNone/>
              </a:pPr>
              <a:t>36</a:t>
            </a:fld>
            <a:endParaRPr lang="en-US" altLang="zh-CN" sz="1400">
              <a:latin typeface="Times New Roman" panose="02020603050405020304" pitchFamily="18" charset="0"/>
            </a:endParaRPr>
          </a:p>
        </p:txBody>
      </p:sp>
    </p:spTree>
    <p:extLst>
      <p:ext uri="{BB962C8B-B14F-4D97-AF65-F5344CB8AC3E}">
        <p14:creationId xmlns:p14="http://schemas.microsoft.com/office/powerpoint/2010/main" val="933130150"/>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8BC5AA-AE95-4193-8BDE-39AF85381536}"/>
              </a:ext>
            </a:extLst>
          </p:cNvPr>
          <p:cNvSpPr>
            <a:spLocks noGrp="1"/>
          </p:cNvSpPr>
          <p:nvPr>
            <p:ph type="title"/>
          </p:nvPr>
        </p:nvSpPr>
        <p:spPr/>
        <p:txBody>
          <a:bodyPr/>
          <a:lstStyle/>
          <a:p>
            <a:r>
              <a:rPr lang="zh-CN" altLang="en-US" dirty="0"/>
              <a:t>测试主程序</a:t>
            </a:r>
          </a:p>
        </p:txBody>
      </p:sp>
      <p:sp>
        <p:nvSpPr>
          <p:cNvPr id="3" name="内容占位符 2">
            <a:extLst>
              <a:ext uri="{FF2B5EF4-FFF2-40B4-BE49-F238E27FC236}">
                <a16:creationId xmlns:a16="http://schemas.microsoft.com/office/drawing/2014/main" id="{A7356289-5129-498F-9533-8374CA3632FD}"/>
              </a:ext>
            </a:extLst>
          </p:cNvPr>
          <p:cNvSpPr>
            <a:spLocks noGrp="1"/>
          </p:cNvSpPr>
          <p:nvPr>
            <p:ph idx="1"/>
          </p:nvPr>
        </p:nvSpPr>
        <p:spPr>
          <a:xfrm>
            <a:off x="467544" y="1196752"/>
            <a:ext cx="7772400" cy="4611687"/>
          </a:xfrm>
        </p:spPr>
        <p:txBody>
          <a:bodyPr/>
          <a:lstStyle/>
          <a:p>
            <a:pPr marL="0" indent="0">
              <a:buNone/>
            </a:pPr>
            <a:r>
              <a:rPr lang="en-US" altLang="zh-CN" sz="2000" dirty="0">
                <a:latin typeface="Consolas" panose="020B0609020204030204" pitchFamily="49" charset="0"/>
              </a:rPr>
              <a:t>int main(){</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PtrNode</a:t>
            </a:r>
            <a:r>
              <a:rPr lang="en-US" altLang="zh-CN" sz="2000" dirty="0">
                <a:latin typeface="Consolas" panose="020B0609020204030204" pitchFamily="49" charset="0"/>
              </a:rPr>
              <a:t> head = NULL;</a:t>
            </a:r>
          </a:p>
          <a:p>
            <a:pPr marL="0" indent="0">
              <a:buNone/>
            </a:pPr>
            <a:r>
              <a:rPr lang="en-US" altLang="zh-CN" sz="2000" dirty="0">
                <a:latin typeface="Consolas" panose="020B0609020204030204" pitchFamily="49" charset="0"/>
              </a:rPr>
              <a:t>	head = </a:t>
            </a:r>
            <a:r>
              <a:rPr lang="en-US" altLang="zh-CN" sz="2000" dirty="0" err="1">
                <a:latin typeface="Consolas" panose="020B0609020204030204" pitchFamily="49" charset="0"/>
              </a:rPr>
              <a:t>initEmptyList</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b="0" dirty="0" err="1">
                <a:latin typeface="Consolas" panose="020B0609020204030204" pitchFamily="49" charset="0"/>
              </a:rPr>
              <a:t>insertEnd</a:t>
            </a:r>
            <a:r>
              <a:rPr lang="en-US" altLang="zh-CN" sz="2000" dirty="0">
                <a:latin typeface="Consolas" panose="020B0609020204030204" pitchFamily="49" charset="0"/>
              </a:rPr>
              <a:t>(</a:t>
            </a:r>
            <a:r>
              <a:rPr lang="en-US" altLang="zh-CN" sz="2000" dirty="0" err="1">
                <a:latin typeface="Consolas" panose="020B0609020204030204" pitchFamily="49" charset="0"/>
              </a:rPr>
              <a:t>head,1</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insertBegin</a:t>
            </a:r>
            <a:r>
              <a:rPr lang="en-US" altLang="zh-CN" sz="2000" dirty="0">
                <a:latin typeface="Consolas" panose="020B0609020204030204" pitchFamily="49" charset="0"/>
              </a:rPr>
              <a:t>(</a:t>
            </a:r>
            <a:r>
              <a:rPr lang="en-US" altLang="zh-CN" sz="2000" dirty="0" err="1">
                <a:latin typeface="Consolas" panose="020B0609020204030204" pitchFamily="49" charset="0"/>
              </a:rPr>
              <a:t>head,2</a:t>
            </a:r>
            <a:r>
              <a:rPr lang="en-US" altLang="zh-CN" sz="2000" dirty="0">
                <a:latin typeface="Consolas" panose="020B0609020204030204" pitchFamily="49" charset="0"/>
              </a:rPr>
              <a:t>); </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insertUp</a:t>
            </a:r>
            <a:r>
              <a:rPr lang="en-US" altLang="zh-CN" sz="2000" dirty="0">
                <a:latin typeface="Consolas" panose="020B0609020204030204" pitchFamily="49" charset="0"/>
              </a:rPr>
              <a:t>(</a:t>
            </a:r>
            <a:r>
              <a:rPr lang="en-US" altLang="zh-CN" sz="2000" dirty="0" err="1">
                <a:latin typeface="Consolas" panose="020B0609020204030204" pitchFamily="49" charset="0"/>
              </a:rPr>
              <a:t>head,3</a:t>
            </a:r>
            <a:r>
              <a:rPr lang="en-US" altLang="zh-CN" sz="2000" dirty="0">
                <a:latin typeface="Consolas" panose="020B0609020204030204" pitchFamily="49" charset="0"/>
              </a:rPr>
              <a:t>); </a:t>
            </a:r>
          </a:p>
          <a:p>
            <a:pPr marL="0" indent="0">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deleteNode</a:t>
            </a:r>
            <a:r>
              <a:rPr lang="en-US" altLang="zh-CN" sz="2000" b="0" dirty="0">
                <a:latin typeface="Consolas" panose="020B0609020204030204" pitchFamily="49" charset="0"/>
              </a:rPr>
              <a:t>(</a:t>
            </a:r>
            <a:r>
              <a:rPr lang="en-US" altLang="zh-CN" sz="2000" b="0" dirty="0" err="1">
                <a:latin typeface="Consolas" panose="020B0609020204030204" pitchFamily="49" charset="0"/>
              </a:rPr>
              <a:t>head,1</a:t>
            </a:r>
            <a:r>
              <a:rPr lang="en-US" altLang="zh-CN" sz="2000" b="0" dirty="0">
                <a:latin typeface="Consolas" panose="020B0609020204030204" pitchFamily="49" charset="0"/>
              </a:rPr>
              <a:t>);</a:t>
            </a:r>
          </a:p>
          <a:p>
            <a:pPr marL="0" indent="0">
              <a:buNone/>
            </a:pPr>
            <a:r>
              <a:rPr lang="en-US" altLang="zh-CN" sz="2000" dirty="0">
                <a:solidFill>
                  <a:srgbClr val="FF0000"/>
                </a:solidFill>
                <a:latin typeface="Consolas" panose="020B0609020204030204" pitchFamily="49" charset="0"/>
              </a:rPr>
              <a:t>	</a:t>
            </a:r>
            <a:r>
              <a:rPr lang="en-US" altLang="zh-CN" sz="2000" dirty="0" err="1">
                <a:solidFill>
                  <a:srgbClr val="FF0000"/>
                </a:solidFill>
                <a:latin typeface="Consolas" panose="020B0609020204030204" pitchFamily="49" charset="0"/>
              </a:rPr>
              <a:t>insertUp</a:t>
            </a:r>
            <a:r>
              <a:rPr lang="en-US" altLang="zh-CN" sz="2000" dirty="0">
                <a:solidFill>
                  <a:srgbClr val="FF0000"/>
                </a:solidFill>
                <a:latin typeface="Consolas" panose="020B0609020204030204" pitchFamily="49" charset="0"/>
              </a:rPr>
              <a:t>(</a:t>
            </a:r>
            <a:r>
              <a:rPr lang="en-US" altLang="zh-CN" sz="2000" dirty="0" err="1">
                <a:solidFill>
                  <a:srgbClr val="FF0000"/>
                </a:solidFill>
                <a:latin typeface="Consolas" panose="020B0609020204030204" pitchFamily="49" charset="0"/>
              </a:rPr>
              <a:t>head,3</a:t>
            </a:r>
            <a:r>
              <a:rPr lang="en-US" altLang="zh-CN" sz="2000" dirty="0">
                <a:solidFill>
                  <a:srgbClr val="FF0000"/>
                </a:solidFill>
                <a:latin typeface="Consolas" panose="020B0609020204030204" pitchFamily="49" charset="0"/>
              </a:rPr>
              <a:t>); </a:t>
            </a:r>
          </a:p>
          <a:p>
            <a:pPr marL="0" indent="0">
              <a:buNone/>
            </a:pPr>
            <a:r>
              <a:rPr lang="en-US" altLang="zh-CN" sz="2000" dirty="0">
                <a:solidFill>
                  <a:srgbClr val="FF0000"/>
                </a:solidFill>
                <a:latin typeface="Consolas" panose="020B0609020204030204" pitchFamily="49" charset="0"/>
              </a:rPr>
              <a:t>	</a:t>
            </a:r>
            <a:r>
              <a:rPr lang="en-US" altLang="zh-CN" sz="2000" dirty="0" err="1">
                <a:solidFill>
                  <a:srgbClr val="FF0000"/>
                </a:solidFill>
                <a:latin typeface="Consolas" panose="020B0609020204030204" pitchFamily="49" charset="0"/>
              </a:rPr>
              <a:t>printList</a:t>
            </a:r>
            <a:r>
              <a:rPr lang="en-US" altLang="zh-CN" sz="2000" dirty="0">
                <a:solidFill>
                  <a:srgbClr val="FF0000"/>
                </a:solidFill>
                <a:latin typeface="Consolas" panose="020B0609020204030204" pitchFamily="49" charset="0"/>
              </a:rPr>
              <a:t>(head);</a:t>
            </a:r>
          </a:p>
          <a:p>
            <a:pPr marL="0" indent="0">
              <a:buNone/>
            </a:pPr>
            <a:r>
              <a:rPr lang="en-US" altLang="zh-CN" sz="2000" b="0" dirty="0">
                <a:solidFill>
                  <a:srgbClr val="FF0000"/>
                </a:solidFill>
                <a:latin typeface="Consolas" panose="020B0609020204030204" pitchFamily="49" charset="0"/>
              </a:rPr>
              <a:t>	</a:t>
            </a:r>
            <a:r>
              <a:rPr lang="en-US" altLang="zh-CN" sz="2000" b="0" dirty="0" err="1">
                <a:solidFill>
                  <a:srgbClr val="FF0000"/>
                </a:solidFill>
                <a:latin typeface="Consolas" panose="020B0609020204030204" pitchFamily="49" charset="0"/>
              </a:rPr>
              <a:t>deleteVal</a:t>
            </a:r>
            <a:r>
              <a:rPr lang="en-US" altLang="zh-CN" sz="2000" b="0" dirty="0">
                <a:solidFill>
                  <a:srgbClr val="FF0000"/>
                </a:solidFill>
                <a:latin typeface="Consolas" panose="020B0609020204030204" pitchFamily="49" charset="0"/>
              </a:rPr>
              <a:t>(</a:t>
            </a:r>
            <a:r>
              <a:rPr lang="en-US" altLang="zh-CN" sz="2000" b="0" dirty="0" err="1">
                <a:solidFill>
                  <a:srgbClr val="FF0000"/>
                </a:solidFill>
                <a:latin typeface="Consolas" panose="020B0609020204030204" pitchFamily="49" charset="0"/>
              </a:rPr>
              <a:t>head,3</a:t>
            </a:r>
            <a:r>
              <a:rPr lang="en-US" altLang="zh-CN" sz="2000" b="0" dirty="0">
                <a:solidFill>
                  <a:srgbClr val="FF0000"/>
                </a:solidFill>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printList</a:t>
            </a:r>
            <a:r>
              <a:rPr lang="en-US" altLang="zh-CN" sz="2000" dirty="0">
                <a:latin typeface="Consolas" panose="020B0609020204030204" pitchFamily="49" charset="0"/>
              </a:rPr>
              <a:t>(head);</a:t>
            </a:r>
          </a:p>
          <a:p>
            <a:pPr marL="0" indent="0">
              <a:buNone/>
            </a:pPr>
            <a:r>
              <a:rPr lang="en-US" altLang="zh-CN" sz="2000" dirty="0">
                <a:latin typeface="Consolas" panose="020B0609020204030204" pitchFamily="49" charset="0"/>
              </a:rPr>
              <a:t>	return 0;</a:t>
            </a:r>
          </a:p>
          <a:p>
            <a:pPr marL="0" indent="0">
              <a:buNone/>
            </a:pPr>
            <a:r>
              <a:rPr lang="en-US" altLang="zh-CN" sz="2000" dirty="0">
                <a:latin typeface="Consolas" panose="020B0609020204030204" pitchFamily="49" charset="0"/>
              </a:rPr>
              <a:t>}</a:t>
            </a:r>
          </a:p>
        </p:txBody>
      </p:sp>
    </p:spTree>
    <p:extLst>
      <p:ext uri="{BB962C8B-B14F-4D97-AF65-F5344CB8AC3E}">
        <p14:creationId xmlns:p14="http://schemas.microsoft.com/office/powerpoint/2010/main" val="2017786409"/>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5">
            <a:extLst>
              <a:ext uri="{FF2B5EF4-FFF2-40B4-BE49-F238E27FC236}">
                <a16:creationId xmlns:a16="http://schemas.microsoft.com/office/drawing/2014/main" id="{02CD5DF6-9410-4C9C-A640-96FC2938D3DB}"/>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3A65357E-C8B5-4D3B-BE48-A2D97A881BFA}" type="slidenum">
              <a:rPr lang="en-US" altLang="zh-CN" sz="1400">
                <a:latin typeface="Times New Roman" panose="02020603050405020304" pitchFamily="18" charset="0"/>
              </a:rPr>
              <a:pPr algn="r" eaLnBrk="1" hangingPunct="1">
                <a:spcBef>
                  <a:spcPct val="50000"/>
                </a:spcBef>
                <a:buFontTx/>
                <a:buNone/>
              </a:pPr>
              <a:t>38</a:t>
            </a:fld>
            <a:endParaRPr lang="en-US" altLang="zh-CN" sz="1400">
              <a:latin typeface="Times New Roman" panose="02020603050405020304" pitchFamily="18" charset="0"/>
            </a:endParaRPr>
          </a:p>
        </p:txBody>
      </p:sp>
      <p:sp>
        <p:nvSpPr>
          <p:cNvPr id="50179" name="Rectangle 2">
            <a:extLst>
              <a:ext uri="{FF2B5EF4-FFF2-40B4-BE49-F238E27FC236}">
                <a16:creationId xmlns:a16="http://schemas.microsoft.com/office/drawing/2014/main" id="{B0833608-32B8-43A4-B6CD-7FE8208967EF}"/>
              </a:ext>
            </a:extLst>
          </p:cNvPr>
          <p:cNvSpPr>
            <a:spLocks noGrp="1" noChangeArrowheads="1"/>
          </p:cNvSpPr>
          <p:nvPr>
            <p:ph type="title" idx="4294967295"/>
          </p:nvPr>
        </p:nvSpPr>
        <p:spPr/>
        <p:txBody>
          <a:bodyPr/>
          <a:lstStyle/>
          <a:p>
            <a:pPr eaLnBrk="1" hangingPunct="1"/>
            <a:r>
              <a:rPr lang="zh-CN" altLang="en-US" b="1" dirty="0"/>
              <a:t>删除指定位置节点</a:t>
            </a:r>
          </a:p>
        </p:txBody>
      </p:sp>
      <p:sp>
        <p:nvSpPr>
          <p:cNvPr id="50180" name="Rectangle 3">
            <a:extLst>
              <a:ext uri="{FF2B5EF4-FFF2-40B4-BE49-F238E27FC236}">
                <a16:creationId xmlns:a16="http://schemas.microsoft.com/office/drawing/2014/main" id="{509A97C5-E104-4C83-B728-FAE18969DB86}"/>
              </a:ext>
            </a:extLst>
          </p:cNvPr>
          <p:cNvSpPr>
            <a:spLocks noGrp="1" noChangeArrowheads="1"/>
          </p:cNvSpPr>
          <p:nvPr>
            <p:ph type="body" idx="4294967295"/>
          </p:nvPr>
        </p:nvSpPr>
        <p:spPr>
          <a:xfrm>
            <a:off x="685800" y="1319213"/>
            <a:ext cx="8134350" cy="4611687"/>
          </a:xfrm>
        </p:spPr>
        <p:txBody>
          <a:bodyPr/>
          <a:lstStyle/>
          <a:p>
            <a:pPr eaLnBrk="1" hangingPunct="1">
              <a:buFontTx/>
              <a:buNone/>
            </a:pPr>
            <a:r>
              <a:rPr lang="en-US" altLang="zh-CN" b="1" dirty="0" err="1"/>
              <a:t>ElemType</a:t>
            </a:r>
            <a:r>
              <a:rPr lang="en-US" altLang="zh-CN" b="1" dirty="0"/>
              <a:t> erase (</a:t>
            </a:r>
            <a:r>
              <a:rPr lang="en-US" altLang="zh-CN" b="1" dirty="0" err="1"/>
              <a:t>PtrNode</a:t>
            </a:r>
            <a:r>
              <a:rPr lang="en-US" altLang="zh-CN" b="1" dirty="0"/>
              <a:t> cur);</a:t>
            </a:r>
            <a:endParaRPr lang="zh-CN" altLang="en-US" b="1" dirty="0"/>
          </a:p>
        </p:txBody>
      </p:sp>
      <p:grpSp>
        <p:nvGrpSpPr>
          <p:cNvPr id="50181" name="Group 4">
            <a:extLst>
              <a:ext uri="{FF2B5EF4-FFF2-40B4-BE49-F238E27FC236}">
                <a16:creationId xmlns:a16="http://schemas.microsoft.com/office/drawing/2014/main" id="{ADC80737-D47F-49BF-9AD0-0823A23AFF3C}"/>
              </a:ext>
            </a:extLst>
          </p:cNvPr>
          <p:cNvGrpSpPr>
            <a:grpSpLocks/>
          </p:cNvGrpSpPr>
          <p:nvPr/>
        </p:nvGrpSpPr>
        <p:grpSpPr bwMode="auto">
          <a:xfrm>
            <a:off x="2425700" y="3216424"/>
            <a:ext cx="990600" cy="466725"/>
            <a:chOff x="0" y="0"/>
            <a:chExt cx="624" cy="294"/>
          </a:xfrm>
        </p:grpSpPr>
        <p:sp>
          <p:nvSpPr>
            <p:cNvPr id="50232" name="Text Box 5">
              <a:extLst>
                <a:ext uri="{FF2B5EF4-FFF2-40B4-BE49-F238E27FC236}">
                  <a16:creationId xmlns:a16="http://schemas.microsoft.com/office/drawing/2014/main" id="{2109FDF5-E7DC-42C6-B498-D6CE42B3034F}"/>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latin typeface="Times New Roman" panose="02020603050405020304" pitchFamily="18" charset="0"/>
                </a:rPr>
                <a:t>     </a:t>
              </a:r>
            </a:p>
          </p:txBody>
        </p:sp>
        <p:sp>
          <p:nvSpPr>
            <p:cNvPr id="50233" name="Line 6">
              <a:extLst>
                <a:ext uri="{FF2B5EF4-FFF2-40B4-BE49-F238E27FC236}">
                  <a16:creationId xmlns:a16="http://schemas.microsoft.com/office/drawing/2014/main" id="{90B53FBE-97D0-4C03-9F96-3A0B149B505E}"/>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0182" name="Group 7">
            <a:extLst>
              <a:ext uri="{FF2B5EF4-FFF2-40B4-BE49-F238E27FC236}">
                <a16:creationId xmlns:a16="http://schemas.microsoft.com/office/drawing/2014/main" id="{8D7AB3BC-2AF2-4A1C-B79E-F7D56C1CF07A}"/>
              </a:ext>
            </a:extLst>
          </p:cNvPr>
          <p:cNvGrpSpPr>
            <a:grpSpLocks/>
          </p:cNvGrpSpPr>
          <p:nvPr/>
        </p:nvGrpSpPr>
        <p:grpSpPr bwMode="auto">
          <a:xfrm>
            <a:off x="4025900" y="3216424"/>
            <a:ext cx="990600" cy="466725"/>
            <a:chOff x="0" y="0"/>
            <a:chExt cx="624" cy="294"/>
          </a:xfrm>
        </p:grpSpPr>
        <p:sp>
          <p:nvSpPr>
            <p:cNvPr id="50230" name="Text Box 8">
              <a:extLst>
                <a:ext uri="{FF2B5EF4-FFF2-40B4-BE49-F238E27FC236}">
                  <a16:creationId xmlns:a16="http://schemas.microsoft.com/office/drawing/2014/main" id="{E3240054-099A-4340-9D27-4012F73109B9}"/>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19  </a:t>
              </a:r>
            </a:p>
          </p:txBody>
        </p:sp>
        <p:sp>
          <p:nvSpPr>
            <p:cNvPr id="50231" name="Line 9">
              <a:extLst>
                <a:ext uri="{FF2B5EF4-FFF2-40B4-BE49-F238E27FC236}">
                  <a16:creationId xmlns:a16="http://schemas.microsoft.com/office/drawing/2014/main" id="{8E4CDEE8-CA1E-4257-B8D9-94C9768816D7}"/>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0183" name="Group 10">
            <a:extLst>
              <a:ext uri="{FF2B5EF4-FFF2-40B4-BE49-F238E27FC236}">
                <a16:creationId xmlns:a16="http://schemas.microsoft.com/office/drawing/2014/main" id="{CF92BE8B-E470-49C9-AE0F-F4D4C1904875}"/>
              </a:ext>
            </a:extLst>
          </p:cNvPr>
          <p:cNvGrpSpPr>
            <a:grpSpLocks/>
          </p:cNvGrpSpPr>
          <p:nvPr/>
        </p:nvGrpSpPr>
        <p:grpSpPr bwMode="auto">
          <a:xfrm>
            <a:off x="7237413" y="3216424"/>
            <a:ext cx="990600" cy="466725"/>
            <a:chOff x="0" y="0"/>
            <a:chExt cx="624" cy="294"/>
          </a:xfrm>
        </p:grpSpPr>
        <p:sp>
          <p:nvSpPr>
            <p:cNvPr id="50228" name="Text Box 11">
              <a:extLst>
                <a:ext uri="{FF2B5EF4-FFF2-40B4-BE49-F238E27FC236}">
                  <a16:creationId xmlns:a16="http://schemas.microsoft.com/office/drawing/2014/main" id="{522798B6-3DAB-4A4F-A437-A3B191EB0590}"/>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47  </a:t>
              </a:r>
            </a:p>
          </p:txBody>
        </p:sp>
        <p:sp>
          <p:nvSpPr>
            <p:cNvPr id="50229" name="Line 12">
              <a:extLst>
                <a:ext uri="{FF2B5EF4-FFF2-40B4-BE49-F238E27FC236}">
                  <a16:creationId xmlns:a16="http://schemas.microsoft.com/office/drawing/2014/main" id="{5CD3D69F-DF55-4546-802D-2652770C5C5D}"/>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0184" name="Group 13">
            <a:extLst>
              <a:ext uri="{FF2B5EF4-FFF2-40B4-BE49-F238E27FC236}">
                <a16:creationId xmlns:a16="http://schemas.microsoft.com/office/drawing/2014/main" id="{C973B470-5544-41AF-AE52-319138831486}"/>
              </a:ext>
            </a:extLst>
          </p:cNvPr>
          <p:cNvGrpSpPr>
            <a:grpSpLocks/>
          </p:cNvGrpSpPr>
          <p:nvPr/>
        </p:nvGrpSpPr>
        <p:grpSpPr bwMode="auto">
          <a:xfrm>
            <a:off x="3187700" y="3411687"/>
            <a:ext cx="838200" cy="76200"/>
            <a:chOff x="0" y="0"/>
            <a:chExt cx="528" cy="48"/>
          </a:xfrm>
        </p:grpSpPr>
        <p:sp>
          <p:nvSpPr>
            <p:cNvPr id="50226" name="Line 14">
              <a:extLst>
                <a:ext uri="{FF2B5EF4-FFF2-40B4-BE49-F238E27FC236}">
                  <a16:creationId xmlns:a16="http://schemas.microsoft.com/office/drawing/2014/main" id="{73098768-C9BF-4E23-96F2-78B75498A970}"/>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27" name="Oval 15">
              <a:extLst>
                <a:ext uri="{FF2B5EF4-FFF2-40B4-BE49-F238E27FC236}">
                  <a16:creationId xmlns:a16="http://schemas.microsoft.com/office/drawing/2014/main" id="{68D02F1B-9D39-4FE9-ADE6-522959D8779F}"/>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50185" name="Group 16">
            <a:extLst>
              <a:ext uri="{FF2B5EF4-FFF2-40B4-BE49-F238E27FC236}">
                <a16:creationId xmlns:a16="http://schemas.microsoft.com/office/drawing/2014/main" id="{825C9329-05B4-4246-B67B-E86D2AAA57DB}"/>
              </a:ext>
            </a:extLst>
          </p:cNvPr>
          <p:cNvGrpSpPr>
            <a:grpSpLocks/>
          </p:cNvGrpSpPr>
          <p:nvPr/>
        </p:nvGrpSpPr>
        <p:grpSpPr bwMode="auto">
          <a:xfrm>
            <a:off x="4787900" y="3416449"/>
            <a:ext cx="838200" cy="76200"/>
            <a:chOff x="0" y="0"/>
            <a:chExt cx="528" cy="48"/>
          </a:xfrm>
        </p:grpSpPr>
        <p:sp>
          <p:nvSpPr>
            <p:cNvPr id="50224" name="Line 17">
              <a:extLst>
                <a:ext uri="{FF2B5EF4-FFF2-40B4-BE49-F238E27FC236}">
                  <a16:creationId xmlns:a16="http://schemas.microsoft.com/office/drawing/2014/main" id="{6127D624-51CA-44A2-BAA3-A4FFB5AD8D40}"/>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25" name="Oval 18">
              <a:extLst>
                <a:ext uri="{FF2B5EF4-FFF2-40B4-BE49-F238E27FC236}">
                  <a16:creationId xmlns:a16="http://schemas.microsoft.com/office/drawing/2014/main" id="{8F4BF17B-9294-44C3-B74A-ABD7D66F0359}"/>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50186" name="Group 19">
            <a:extLst>
              <a:ext uri="{FF2B5EF4-FFF2-40B4-BE49-F238E27FC236}">
                <a16:creationId xmlns:a16="http://schemas.microsoft.com/office/drawing/2014/main" id="{EE092ADA-9FA9-4CD8-9301-E7AE8F8E3AB8}"/>
              </a:ext>
            </a:extLst>
          </p:cNvPr>
          <p:cNvGrpSpPr>
            <a:grpSpLocks/>
          </p:cNvGrpSpPr>
          <p:nvPr/>
        </p:nvGrpSpPr>
        <p:grpSpPr bwMode="auto">
          <a:xfrm>
            <a:off x="1892300" y="1844824"/>
            <a:ext cx="1219200" cy="1371600"/>
            <a:chOff x="0" y="0"/>
            <a:chExt cx="768" cy="864"/>
          </a:xfrm>
        </p:grpSpPr>
        <p:sp>
          <p:nvSpPr>
            <p:cNvPr id="50219" name="Text Box 20">
              <a:extLst>
                <a:ext uri="{FF2B5EF4-FFF2-40B4-BE49-F238E27FC236}">
                  <a16:creationId xmlns:a16="http://schemas.microsoft.com/office/drawing/2014/main" id="{015803F0-5BE5-449B-97C5-4E886A4BB049}"/>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50220" name="Text Box 21">
              <a:extLst>
                <a:ext uri="{FF2B5EF4-FFF2-40B4-BE49-F238E27FC236}">
                  <a16:creationId xmlns:a16="http://schemas.microsoft.com/office/drawing/2014/main" id="{114F0C42-FBFC-4E7B-A897-C7CC33797999}"/>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latin typeface="Times New Roman" panose="02020603050405020304" pitchFamily="18" charset="0"/>
                </a:rPr>
                <a:t>head</a:t>
              </a:r>
            </a:p>
          </p:txBody>
        </p:sp>
        <p:grpSp>
          <p:nvGrpSpPr>
            <p:cNvPr id="50221" name="Group 22">
              <a:extLst>
                <a:ext uri="{FF2B5EF4-FFF2-40B4-BE49-F238E27FC236}">
                  <a16:creationId xmlns:a16="http://schemas.microsoft.com/office/drawing/2014/main" id="{E9D8F274-5A37-452C-BE88-57EE8CC95FA1}"/>
                </a:ext>
              </a:extLst>
            </p:cNvPr>
            <p:cNvGrpSpPr>
              <a:grpSpLocks/>
            </p:cNvGrpSpPr>
            <p:nvPr/>
          </p:nvGrpSpPr>
          <p:grpSpPr bwMode="auto">
            <a:xfrm>
              <a:off x="336" y="432"/>
              <a:ext cx="48" cy="432"/>
              <a:chOff x="0" y="0"/>
              <a:chExt cx="48" cy="432"/>
            </a:xfrm>
          </p:grpSpPr>
          <p:sp>
            <p:nvSpPr>
              <p:cNvPr id="50222" name="Oval 23">
                <a:extLst>
                  <a:ext uri="{FF2B5EF4-FFF2-40B4-BE49-F238E27FC236}">
                    <a16:creationId xmlns:a16="http://schemas.microsoft.com/office/drawing/2014/main" id="{69568AEE-7242-4A69-B009-E6926AA977C8}"/>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50223" name="Line 24">
                <a:extLst>
                  <a:ext uri="{FF2B5EF4-FFF2-40B4-BE49-F238E27FC236}">
                    <a16:creationId xmlns:a16="http://schemas.microsoft.com/office/drawing/2014/main" id="{CF60D337-6720-4C03-B0CB-C46956A02216}"/>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0187" name="Group 25">
            <a:extLst>
              <a:ext uri="{FF2B5EF4-FFF2-40B4-BE49-F238E27FC236}">
                <a16:creationId xmlns:a16="http://schemas.microsoft.com/office/drawing/2014/main" id="{6CAD8EDA-3CF3-4616-8118-BB99CBA8A6DA}"/>
              </a:ext>
            </a:extLst>
          </p:cNvPr>
          <p:cNvGrpSpPr>
            <a:grpSpLocks/>
          </p:cNvGrpSpPr>
          <p:nvPr/>
        </p:nvGrpSpPr>
        <p:grpSpPr bwMode="auto">
          <a:xfrm>
            <a:off x="3492500" y="1854349"/>
            <a:ext cx="1600200" cy="1371600"/>
            <a:chOff x="0" y="0"/>
            <a:chExt cx="768" cy="864"/>
          </a:xfrm>
        </p:grpSpPr>
        <p:sp>
          <p:nvSpPr>
            <p:cNvPr id="50214" name="Text Box 26">
              <a:extLst>
                <a:ext uri="{FF2B5EF4-FFF2-40B4-BE49-F238E27FC236}">
                  <a16:creationId xmlns:a16="http://schemas.microsoft.com/office/drawing/2014/main" id="{38351D53-E13C-4E1E-AA55-43038B400171}"/>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50215" name="Text Box 27">
              <a:extLst>
                <a:ext uri="{FF2B5EF4-FFF2-40B4-BE49-F238E27FC236}">
                  <a16:creationId xmlns:a16="http://schemas.microsoft.com/office/drawing/2014/main" id="{0546842B-31FA-469D-A2B3-4A850FDDA4CE}"/>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err="1">
                  <a:solidFill>
                    <a:srgbClr val="FF3300"/>
                  </a:solidFill>
                  <a:latin typeface="Times New Roman" panose="02020603050405020304" pitchFamily="18" charset="0"/>
                </a:rPr>
                <a:t>tmp</a:t>
              </a:r>
              <a:endParaRPr lang="en-US" altLang="zh-CN" sz="2400" b="0" dirty="0">
                <a:solidFill>
                  <a:srgbClr val="FF3300"/>
                </a:solidFill>
                <a:latin typeface="Times New Roman" panose="02020603050405020304" pitchFamily="18" charset="0"/>
              </a:endParaRPr>
            </a:p>
          </p:txBody>
        </p:sp>
        <p:grpSp>
          <p:nvGrpSpPr>
            <p:cNvPr id="50216" name="Group 28">
              <a:extLst>
                <a:ext uri="{FF2B5EF4-FFF2-40B4-BE49-F238E27FC236}">
                  <a16:creationId xmlns:a16="http://schemas.microsoft.com/office/drawing/2014/main" id="{A11F7F6B-F0A6-4B8F-966D-A3DE79A722EF}"/>
                </a:ext>
              </a:extLst>
            </p:cNvPr>
            <p:cNvGrpSpPr>
              <a:grpSpLocks/>
            </p:cNvGrpSpPr>
            <p:nvPr/>
          </p:nvGrpSpPr>
          <p:grpSpPr bwMode="auto">
            <a:xfrm>
              <a:off x="336" y="432"/>
              <a:ext cx="48" cy="432"/>
              <a:chOff x="0" y="0"/>
              <a:chExt cx="48" cy="432"/>
            </a:xfrm>
          </p:grpSpPr>
          <p:sp>
            <p:nvSpPr>
              <p:cNvPr id="50217" name="Oval 29">
                <a:extLst>
                  <a:ext uri="{FF2B5EF4-FFF2-40B4-BE49-F238E27FC236}">
                    <a16:creationId xmlns:a16="http://schemas.microsoft.com/office/drawing/2014/main" id="{A6FF9D7B-3383-4D78-82B7-B754E3C3147A}"/>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50218" name="Line 30">
                <a:extLst>
                  <a:ext uri="{FF2B5EF4-FFF2-40B4-BE49-F238E27FC236}">
                    <a16:creationId xmlns:a16="http://schemas.microsoft.com/office/drawing/2014/main" id="{5C32FAC9-7BA4-4788-931F-4C37B7D5E0E1}"/>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0188" name="Group 31">
            <a:extLst>
              <a:ext uri="{FF2B5EF4-FFF2-40B4-BE49-F238E27FC236}">
                <a16:creationId xmlns:a16="http://schemas.microsoft.com/office/drawing/2014/main" id="{A7F0A72C-57BB-4FBD-B40F-D238E815ACC0}"/>
              </a:ext>
            </a:extLst>
          </p:cNvPr>
          <p:cNvGrpSpPr>
            <a:grpSpLocks/>
          </p:cNvGrpSpPr>
          <p:nvPr/>
        </p:nvGrpSpPr>
        <p:grpSpPr bwMode="auto">
          <a:xfrm>
            <a:off x="5092700" y="1854349"/>
            <a:ext cx="1447800" cy="1371600"/>
            <a:chOff x="0" y="0"/>
            <a:chExt cx="768" cy="864"/>
          </a:xfrm>
        </p:grpSpPr>
        <p:sp>
          <p:nvSpPr>
            <p:cNvPr id="50209" name="Text Box 32">
              <a:extLst>
                <a:ext uri="{FF2B5EF4-FFF2-40B4-BE49-F238E27FC236}">
                  <a16:creationId xmlns:a16="http://schemas.microsoft.com/office/drawing/2014/main" id="{CF1B64A9-C6D9-4D68-B997-73595F5CD1B7}"/>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50210" name="Text Box 33">
              <a:extLst>
                <a:ext uri="{FF2B5EF4-FFF2-40B4-BE49-F238E27FC236}">
                  <a16:creationId xmlns:a16="http://schemas.microsoft.com/office/drawing/2014/main" id="{CD8846BA-1064-4526-B67A-B11888C60331}"/>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solidFill>
                    <a:srgbClr val="FF3300"/>
                  </a:solidFill>
                  <a:latin typeface="Times New Roman" panose="02020603050405020304" pitchFamily="18" charset="0"/>
                </a:rPr>
                <a:t>cur</a:t>
              </a:r>
            </a:p>
          </p:txBody>
        </p:sp>
        <p:grpSp>
          <p:nvGrpSpPr>
            <p:cNvPr id="50211" name="Group 34">
              <a:extLst>
                <a:ext uri="{FF2B5EF4-FFF2-40B4-BE49-F238E27FC236}">
                  <a16:creationId xmlns:a16="http://schemas.microsoft.com/office/drawing/2014/main" id="{F9AC891E-B050-4B71-84FD-389CE7A085F6}"/>
                </a:ext>
              </a:extLst>
            </p:cNvPr>
            <p:cNvGrpSpPr>
              <a:grpSpLocks/>
            </p:cNvGrpSpPr>
            <p:nvPr/>
          </p:nvGrpSpPr>
          <p:grpSpPr bwMode="auto">
            <a:xfrm>
              <a:off x="336" y="432"/>
              <a:ext cx="48" cy="432"/>
              <a:chOff x="0" y="0"/>
              <a:chExt cx="48" cy="432"/>
            </a:xfrm>
          </p:grpSpPr>
          <p:sp>
            <p:nvSpPr>
              <p:cNvPr id="50212" name="Oval 35">
                <a:extLst>
                  <a:ext uri="{FF2B5EF4-FFF2-40B4-BE49-F238E27FC236}">
                    <a16:creationId xmlns:a16="http://schemas.microsoft.com/office/drawing/2014/main" id="{176CB925-560E-481C-801F-FD47126C6FB6}"/>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50213" name="Line 36">
                <a:extLst>
                  <a:ext uri="{FF2B5EF4-FFF2-40B4-BE49-F238E27FC236}">
                    <a16:creationId xmlns:a16="http://schemas.microsoft.com/office/drawing/2014/main" id="{87B0B6B2-9757-4F22-A97B-45F8B9034373}"/>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50189" name="Line 37">
            <a:extLst>
              <a:ext uri="{FF2B5EF4-FFF2-40B4-BE49-F238E27FC236}">
                <a16:creationId xmlns:a16="http://schemas.microsoft.com/office/drawing/2014/main" id="{4B3451B3-106B-490C-9EE5-A46AD29B2CD4}"/>
              </a:ext>
            </a:extLst>
          </p:cNvPr>
          <p:cNvSpPr>
            <a:spLocks noChangeShapeType="1"/>
          </p:cNvSpPr>
          <p:nvPr/>
        </p:nvSpPr>
        <p:spPr bwMode="auto">
          <a:xfrm>
            <a:off x="7770813" y="3279924"/>
            <a:ext cx="4572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0190" name="Group 38">
            <a:extLst>
              <a:ext uri="{FF2B5EF4-FFF2-40B4-BE49-F238E27FC236}">
                <a16:creationId xmlns:a16="http://schemas.microsoft.com/office/drawing/2014/main" id="{E151C162-57DB-492B-8B37-995230E9B68E}"/>
              </a:ext>
            </a:extLst>
          </p:cNvPr>
          <p:cNvGrpSpPr>
            <a:grpSpLocks/>
          </p:cNvGrpSpPr>
          <p:nvPr/>
        </p:nvGrpSpPr>
        <p:grpSpPr bwMode="auto">
          <a:xfrm>
            <a:off x="5619750" y="3229124"/>
            <a:ext cx="990600" cy="466725"/>
            <a:chOff x="0" y="0"/>
            <a:chExt cx="624" cy="294"/>
          </a:xfrm>
        </p:grpSpPr>
        <p:sp>
          <p:nvSpPr>
            <p:cNvPr id="50207" name="Text Box 39">
              <a:extLst>
                <a:ext uri="{FF2B5EF4-FFF2-40B4-BE49-F238E27FC236}">
                  <a16:creationId xmlns:a16="http://schemas.microsoft.com/office/drawing/2014/main" id="{2569EB0F-D712-4189-9090-B2E53EC7BC81}"/>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9     </a:t>
              </a:r>
            </a:p>
          </p:txBody>
        </p:sp>
        <p:sp>
          <p:nvSpPr>
            <p:cNvPr id="50208" name="Line 40">
              <a:extLst>
                <a:ext uri="{FF2B5EF4-FFF2-40B4-BE49-F238E27FC236}">
                  <a16:creationId xmlns:a16="http://schemas.microsoft.com/office/drawing/2014/main" id="{9E3099AA-EC37-4CED-BE10-3BAA13D18D89}"/>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0191" name="Group 41">
            <a:extLst>
              <a:ext uri="{FF2B5EF4-FFF2-40B4-BE49-F238E27FC236}">
                <a16:creationId xmlns:a16="http://schemas.microsoft.com/office/drawing/2014/main" id="{6034328F-ED32-4EC6-A733-41FC190B64D9}"/>
              </a:ext>
            </a:extLst>
          </p:cNvPr>
          <p:cNvGrpSpPr>
            <a:grpSpLocks/>
          </p:cNvGrpSpPr>
          <p:nvPr/>
        </p:nvGrpSpPr>
        <p:grpSpPr bwMode="auto">
          <a:xfrm>
            <a:off x="6381750" y="3424387"/>
            <a:ext cx="838200" cy="76200"/>
            <a:chOff x="0" y="0"/>
            <a:chExt cx="528" cy="48"/>
          </a:xfrm>
        </p:grpSpPr>
        <p:sp>
          <p:nvSpPr>
            <p:cNvPr id="50205" name="Line 42">
              <a:extLst>
                <a:ext uri="{FF2B5EF4-FFF2-40B4-BE49-F238E27FC236}">
                  <a16:creationId xmlns:a16="http://schemas.microsoft.com/office/drawing/2014/main" id="{F76FCC09-91C3-4C99-B7D1-1423910E0045}"/>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06" name="Oval 43">
              <a:extLst>
                <a:ext uri="{FF2B5EF4-FFF2-40B4-BE49-F238E27FC236}">
                  <a16:creationId xmlns:a16="http://schemas.microsoft.com/office/drawing/2014/main" id="{EA293B94-6203-4C52-9153-AE31C019908D}"/>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50192" name="Group 44">
            <a:extLst>
              <a:ext uri="{FF2B5EF4-FFF2-40B4-BE49-F238E27FC236}">
                <a16:creationId xmlns:a16="http://schemas.microsoft.com/office/drawing/2014/main" id="{76CD2882-25B0-4EE1-9A34-8AD997426C93}"/>
              </a:ext>
            </a:extLst>
          </p:cNvPr>
          <p:cNvGrpSpPr>
            <a:grpSpLocks/>
          </p:cNvGrpSpPr>
          <p:nvPr/>
        </p:nvGrpSpPr>
        <p:grpSpPr bwMode="auto">
          <a:xfrm>
            <a:off x="4830763" y="3516462"/>
            <a:ext cx="2605087" cy="287337"/>
            <a:chOff x="0" y="0"/>
            <a:chExt cx="1641" cy="272"/>
          </a:xfrm>
        </p:grpSpPr>
        <p:sp>
          <p:nvSpPr>
            <p:cNvPr id="50202" name="Line 45">
              <a:extLst>
                <a:ext uri="{FF2B5EF4-FFF2-40B4-BE49-F238E27FC236}">
                  <a16:creationId xmlns:a16="http://schemas.microsoft.com/office/drawing/2014/main" id="{989CFBB0-41FB-48EF-8D2F-351EC885D27C}"/>
                </a:ext>
              </a:extLst>
            </p:cNvPr>
            <p:cNvSpPr>
              <a:spLocks noChangeShapeType="1"/>
            </p:cNvSpPr>
            <p:nvPr/>
          </p:nvSpPr>
          <p:spPr bwMode="auto">
            <a:xfrm>
              <a:off x="0" y="0"/>
              <a:ext cx="0" cy="272"/>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50203" name="Line 46">
              <a:extLst>
                <a:ext uri="{FF2B5EF4-FFF2-40B4-BE49-F238E27FC236}">
                  <a16:creationId xmlns:a16="http://schemas.microsoft.com/office/drawing/2014/main" id="{4DF03D37-491F-4763-AB6E-413CCB55C6F5}"/>
                </a:ext>
              </a:extLst>
            </p:cNvPr>
            <p:cNvSpPr>
              <a:spLocks noChangeShapeType="1"/>
            </p:cNvSpPr>
            <p:nvPr/>
          </p:nvSpPr>
          <p:spPr bwMode="auto">
            <a:xfrm>
              <a:off x="0" y="272"/>
              <a:ext cx="1633" cy="0"/>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50204" name="Line 47">
              <a:extLst>
                <a:ext uri="{FF2B5EF4-FFF2-40B4-BE49-F238E27FC236}">
                  <a16:creationId xmlns:a16="http://schemas.microsoft.com/office/drawing/2014/main" id="{F25F7205-6A1D-45F7-BD0F-B6C35DAFA80A}"/>
                </a:ext>
              </a:extLst>
            </p:cNvPr>
            <p:cNvSpPr>
              <a:spLocks noChangeShapeType="1"/>
            </p:cNvSpPr>
            <p:nvPr/>
          </p:nvSpPr>
          <p:spPr bwMode="auto">
            <a:xfrm flipV="1">
              <a:off x="1633" y="90"/>
              <a:ext cx="8" cy="182"/>
            </a:xfrm>
            <a:prstGeom prst="line">
              <a:avLst/>
            </a:prstGeom>
            <a:noFill/>
            <a:ln w="9525">
              <a:solidFill>
                <a:schemeClr val="tx1"/>
              </a:solidFill>
              <a:round/>
              <a:headEnd/>
              <a:tailEnd type="triangle" w="med" len="me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grpSp>
      <p:sp>
        <p:nvSpPr>
          <p:cNvPr id="50193" name="Line 48">
            <a:extLst>
              <a:ext uri="{FF2B5EF4-FFF2-40B4-BE49-F238E27FC236}">
                <a16:creationId xmlns:a16="http://schemas.microsoft.com/office/drawing/2014/main" id="{786AF800-9D43-406B-ADCB-6A9CAD27F42A}"/>
              </a:ext>
            </a:extLst>
          </p:cNvPr>
          <p:cNvSpPr>
            <a:spLocks noChangeShapeType="1"/>
          </p:cNvSpPr>
          <p:nvPr/>
        </p:nvSpPr>
        <p:spPr bwMode="auto">
          <a:xfrm flipH="1">
            <a:off x="5419725" y="3230712"/>
            <a:ext cx="792163" cy="431800"/>
          </a:xfrm>
          <a:prstGeom prst="line">
            <a:avLst/>
          </a:prstGeom>
          <a:noFill/>
          <a:ln w="9525">
            <a:solidFill>
              <a:srgbClr val="FF3300"/>
            </a:solidFill>
            <a:round/>
            <a:headEnd/>
            <a:tailEnd/>
          </a:ln>
          <a:effectLst>
            <a:prstShdw prst="shdw17" dist="17961" dir="13500000">
              <a:srgbClr val="991F00"/>
            </a:prstShdw>
          </a:effectLst>
          <a:extLst>
            <a:ext uri="{909E8E84-426E-40DD-AFC4-6F175D3DCCD1}">
              <a14:hiddenFill xmlns:a14="http://schemas.microsoft.com/office/drawing/2010/main">
                <a:noFill/>
              </a14:hiddenFill>
            </a:ext>
          </a:extLst>
        </p:spPr>
        <p:txBody>
          <a:bodyPr/>
          <a:lstStyle/>
          <a:p>
            <a:endParaRPr lang="zh-CN" altLang="en-US"/>
          </a:p>
        </p:txBody>
      </p:sp>
      <p:sp>
        <p:nvSpPr>
          <p:cNvPr id="50194" name="Line 49">
            <a:extLst>
              <a:ext uri="{FF2B5EF4-FFF2-40B4-BE49-F238E27FC236}">
                <a16:creationId xmlns:a16="http://schemas.microsoft.com/office/drawing/2014/main" id="{5F41E074-85E0-47D3-B53F-DAFB5EDF90CD}"/>
              </a:ext>
            </a:extLst>
          </p:cNvPr>
          <p:cNvSpPr>
            <a:spLocks noChangeShapeType="1"/>
          </p:cNvSpPr>
          <p:nvPr/>
        </p:nvSpPr>
        <p:spPr bwMode="auto">
          <a:xfrm>
            <a:off x="5564188" y="3157687"/>
            <a:ext cx="576262" cy="504825"/>
          </a:xfrm>
          <a:prstGeom prst="line">
            <a:avLst/>
          </a:prstGeom>
          <a:noFill/>
          <a:ln w="9525">
            <a:solidFill>
              <a:srgbClr val="FF3300"/>
            </a:solidFill>
            <a:round/>
            <a:headEnd/>
            <a:tailEnd/>
          </a:ln>
          <a:effectLst>
            <a:prstShdw prst="shdw17" dist="17961" dir="13500000">
              <a:srgbClr val="991F00"/>
            </a:prstShdw>
          </a:effectLst>
          <a:extLst>
            <a:ext uri="{909E8E84-426E-40DD-AFC4-6F175D3DCCD1}">
              <a14:hiddenFill xmlns:a14="http://schemas.microsoft.com/office/drawing/2010/main">
                <a:noFill/>
              </a14:hiddenFill>
            </a:ext>
          </a:extLst>
        </p:spPr>
        <p:txBody>
          <a:bodyPr/>
          <a:lstStyle/>
          <a:p>
            <a:endParaRPr lang="zh-CN" altLang="en-US"/>
          </a:p>
        </p:txBody>
      </p:sp>
      <p:sp>
        <p:nvSpPr>
          <p:cNvPr id="58425" name="Text Box 56">
            <a:extLst>
              <a:ext uri="{FF2B5EF4-FFF2-40B4-BE49-F238E27FC236}">
                <a16:creationId xmlns:a16="http://schemas.microsoft.com/office/drawing/2014/main" id="{9D2C7433-E263-4197-8D43-0D2D6EC55086}"/>
              </a:ext>
            </a:extLst>
          </p:cNvPr>
          <p:cNvSpPr txBox="1">
            <a:spLocks noChangeArrowheads="1"/>
          </p:cNvSpPr>
          <p:nvPr/>
        </p:nvSpPr>
        <p:spPr bwMode="auto">
          <a:xfrm>
            <a:off x="652780" y="4211935"/>
            <a:ext cx="7489825" cy="1446550"/>
          </a:xfrm>
          <a:prstGeom prst="rect">
            <a:avLst/>
          </a:prstGeom>
          <a:solidFill>
            <a:srgbClr val="CCFFCC"/>
          </a:solidFill>
          <a:ln w="9525">
            <a:solidFill>
              <a:schemeClr val="accent1"/>
            </a:solidFill>
            <a:miter lim="800000"/>
            <a:headEnd/>
            <a:tailEnd/>
          </a:ln>
          <a:effectLst>
            <a:prstShdw prst="shdw17" dist="17961" dir="13500000">
              <a:srgbClr val="007A5C"/>
            </a:prstShdw>
          </a:effec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200" dirty="0">
                <a:latin typeface="Times New Roman" panose="02020603050405020304" pitchFamily="18" charset="0"/>
              </a:rPr>
              <a:t>只有要删节点指针</a:t>
            </a:r>
            <a:r>
              <a:rPr lang="en-US" altLang="zh-CN" sz="2200" dirty="0">
                <a:latin typeface="Times New Roman" panose="02020603050405020304" pitchFamily="18" charset="0"/>
              </a:rPr>
              <a:t>cur</a:t>
            </a:r>
            <a:r>
              <a:rPr lang="zh-CN" altLang="en-US" sz="2200" dirty="0">
                <a:latin typeface="Times New Roman" panose="02020603050405020304" pitchFamily="18" charset="0"/>
              </a:rPr>
              <a:t>，无法完成删除任务；只有在双向链表中才可以。</a:t>
            </a:r>
            <a:endParaRPr lang="en-US" altLang="zh-CN" sz="2200" dirty="0">
              <a:latin typeface="Times New Roman" panose="02020603050405020304" pitchFamily="18" charset="0"/>
            </a:endParaRPr>
          </a:p>
          <a:p>
            <a:pPr eaLnBrk="1" hangingPunct="1">
              <a:spcBef>
                <a:spcPct val="0"/>
              </a:spcBef>
              <a:buFontTx/>
              <a:buNone/>
            </a:pPr>
            <a:r>
              <a:rPr lang="zh-CN" altLang="en-US" sz="2200" dirty="0">
                <a:latin typeface="Times New Roman" panose="02020603050405020304" pitchFamily="18" charset="0"/>
              </a:rPr>
              <a:t>虽然当被删节点肯定在链表中间，不是尾部时，我们可以将其后继节点的数值和指针复制到当前节点，</a:t>
            </a:r>
            <a:r>
              <a:rPr lang="en-US" altLang="zh-CN" sz="2200" dirty="0">
                <a:latin typeface="Times New Roman" panose="02020603050405020304" pitchFamily="18" charset="0"/>
              </a:rPr>
              <a:t>free</a:t>
            </a:r>
            <a:r>
              <a:rPr lang="zh-CN" altLang="en-US" sz="2200" dirty="0">
                <a:latin typeface="Times New Roman" panose="02020603050405020304" pitchFamily="18" charset="0"/>
              </a:rPr>
              <a:t>后继节点。</a:t>
            </a:r>
            <a:endParaRPr lang="en-US" altLang="zh-CN" sz="2200" dirty="0">
              <a:latin typeface="Times New Roman" panose="02020603050405020304" pitchFamily="18" charset="0"/>
            </a:endParaRPr>
          </a:p>
        </p:txBody>
      </p:sp>
    </p:spTree>
    <p:custDataLst>
      <p:tags r:id="rId1"/>
    </p:custDataLst>
    <p:extLst>
      <p:ext uri="{BB962C8B-B14F-4D97-AF65-F5344CB8AC3E}">
        <p14:creationId xmlns:p14="http://schemas.microsoft.com/office/powerpoint/2010/main" val="346943875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8425"/>
                                        </p:tgtEl>
                                        <p:attrNameLst>
                                          <p:attrName>style.visibility</p:attrName>
                                        </p:attrNameLst>
                                      </p:cBhvr>
                                      <p:to>
                                        <p:strVal val="visible"/>
                                      </p:to>
                                    </p:set>
                                    <p:animEffect transition="in" filter="fade">
                                      <p:cBhvr>
                                        <p:cTn id="7" dur="500"/>
                                        <p:tgtEl>
                                          <p:spTgt spid="584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2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a:extLst>
              <a:ext uri="{FF2B5EF4-FFF2-40B4-BE49-F238E27FC236}">
                <a16:creationId xmlns:a16="http://schemas.microsoft.com/office/drawing/2014/main" id="{49933560-DAEB-4911-AFC4-70819F8F8F74}"/>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D51654BA-4206-455C-9D52-B0701B464CCE}" type="slidenum">
              <a:rPr lang="en-US" altLang="zh-CN" sz="1400">
                <a:latin typeface="Times New Roman" panose="02020603050405020304" pitchFamily="18" charset="0"/>
              </a:rPr>
              <a:pPr algn="r" eaLnBrk="1" hangingPunct="1">
                <a:spcBef>
                  <a:spcPct val="50000"/>
                </a:spcBef>
                <a:buFontTx/>
                <a:buNone/>
              </a:pPr>
              <a:t>39</a:t>
            </a:fld>
            <a:endParaRPr lang="en-US" altLang="zh-CN" sz="1400">
              <a:latin typeface="Times New Roman" panose="02020603050405020304" pitchFamily="18" charset="0"/>
            </a:endParaRPr>
          </a:p>
        </p:txBody>
      </p:sp>
      <p:sp>
        <p:nvSpPr>
          <p:cNvPr id="14339" name="Rectangle 4">
            <a:extLst>
              <a:ext uri="{FF2B5EF4-FFF2-40B4-BE49-F238E27FC236}">
                <a16:creationId xmlns:a16="http://schemas.microsoft.com/office/drawing/2014/main" id="{0B177F57-3955-48F0-8381-EB73266540F6}"/>
              </a:ext>
            </a:extLst>
          </p:cNvPr>
          <p:cNvSpPr>
            <a:spLocks noGrp="1" noChangeArrowheads="1"/>
          </p:cNvSpPr>
          <p:nvPr>
            <p:ph type="body" idx="4294967295"/>
          </p:nvPr>
        </p:nvSpPr>
        <p:spPr>
          <a:xfrm>
            <a:off x="762000" y="1271588"/>
            <a:ext cx="7848600" cy="5181600"/>
          </a:xfrm>
        </p:spPr>
        <p:txBody>
          <a:bodyPr lIns="92075" tIns="46038" rIns="92075" bIns="46038"/>
          <a:lstStyle/>
          <a:p>
            <a:pPr eaLnBrk="1" hangingPunct="1">
              <a:buFontTx/>
              <a:buNone/>
            </a:pPr>
            <a:r>
              <a:rPr lang="zh-CN" altLang="en-US" b="1" dirty="0"/>
              <a:t>问题：链表按值检索到节点指针，却不能支持按位置删除。</a:t>
            </a:r>
            <a:endParaRPr lang="en-US" altLang="zh-CN" b="1" dirty="0"/>
          </a:p>
          <a:p>
            <a:pPr eaLnBrk="1" hangingPunct="1">
              <a:buFontTx/>
              <a:buNone/>
            </a:pPr>
            <a:r>
              <a:rPr lang="zh-CN" altLang="en-US" b="1" dirty="0"/>
              <a:t>解决方案：</a:t>
            </a:r>
            <a:endParaRPr lang="en-US" altLang="zh-CN" b="1" dirty="0"/>
          </a:p>
          <a:p>
            <a:pPr eaLnBrk="1" hangingPunct="1">
              <a:buFontTx/>
              <a:buNone/>
            </a:pPr>
            <a:r>
              <a:rPr lang="en-US" altLang="zh-CN" b="1" dirty="0"/>
              <a:t>	</a:t>
            </a:r>
            <a:r>
              <a:rPr lang="zh-CN" altLang="en-US" b="1" dirty="0"/>
              <a:t>设计一个按值检索前驱指针的函数；</a:t>
            </a:r>
            <a:endParaRPr lang="en-US" altLang="zh-CN" b="1" dirty="0"/>
          </a:p>
          <a:p>
            <a:pPr eaLnBrk="1" hangingPunct="1">
              <a:buFontTx/>
              <a:buNone/>
            </a:pPr>
            <a:r>
              <a:rPr lang="en-US" altLang="zh-CN" b="1" dirty="0"/>
              <a:t>	</a:t>
            </a:r>
            <a:r>
              <a:rPr lang="zh-CN" altLang="en-US" b="1" dirty="0"/>
              <a:t>再设计一个按前驱指针定位删除节点的函数；</a:t>
            </a:r>
            <a:endParaRPr lang="en-US" altLang="zh-CN" b="1" dirty="0"/>
          </a:p>
          <a:p>
            <a:pPr eaLnBrk="1" hangingPunct="1">
              <a:buFontTx/>
              <a:buNone/>
            </a:pPr>
            <a:endParaRPr lang="en-US" altLang="zh-CN" b="1" dirty="0"/>
          </a:p>
          <a:p>
            <a:pPr eaLnBrk="1" hangingPunct="1">
              <a:buFontTx/>
              <a:buNone/>
            </a:pPr>
            <a:r>
              <a:rPr lang="en-US" altLang="zh-CN" sz="2000" dirty="0">
                <a:latin typeface="Consolas" panose="020B0609020204030204" pitchFamily="49" charset="0"/>
              </a:rPr>
              <a:t>/*</a:t>
            </a:r>
            <a:r>
              <a:rPr lang="zh-CN" altLang="en-US" sz="2000" dirty="0">
                <a:latin typeface="Consolas" panose="020B0609020204030204" pitchFamily="49" charset="0"/>
              </a:rPr>
              <a:t>查找值为</a:t>
            </a:r>
            <a:r>
              <a:rPr lang="en-US" altLang="zh-CN" sz="2000" dirty="0">
                <a:latin typeface="Consolas" panose="020B0609020204030204" pitchFamily="49" charset="0"/>
              </a:rPr>
              <a:t>x</a:t>
            </a:r>
            <a:r>
              <a:rPr lang="zh-CN" altLang="en-US" sz="2000" dirty="0">
                <a:latin typeface="Consolas" panose="020B0609020204030204" pitchFamily="49" charset="0"/>
              </a:rPr>
              <a:t>的第一个节点，返回节点的前驱指针，失败返回</a:t>
            </a:r>
            <a:r>
              <a:rPr lang="en-US" altLang="zh-CN" sz="2000" dirty="0">
                <a:latin typeface="Consolas" panose="020B0609020204030204" pitchFamily="49" charset="0"/>
              </a:rPr>
              <a:t>NULL*/</a:t>
            </a:r>
          </a:p>
          <a:p>
            <a:pPr eaLnBrk="1" hangingPunct="1">
              <a:buFontTx/>
              <a:buNone/>
            </a:pPr>
            <a:r>
              <a:rPr lang="en-US" altLang="zh-CN" sz="2000" dirty="0" err="1">
                <a:latin typeface="Consolas" panose="020B0609020204030204" pitchFamily="49" charset="0"/>
              </a:rPr>
              <a:t>PtrNode</a:t>
            </a:r>
            <a:r>
              <a:rPr lang="en-US" altLang="zh-CN" sz="2000" dirty="0">
                <a:latin typeface="Consolas" panose="020B0609020204030204" pitchFamily="49" charset="0"/>
              </a:rPr>
              <a:t> </a:t>
            </a:r>
            <a:r>
              <a:rPr lang="en-US" altLang="zh-CN" sz="2000" dirty="0" err="1">
                <a:latin typeface="Consolas" panose="020B0609020204030204" pitchFamily="49" charset="0"/>
              </a:rPr>
              <a:t>findPre</a:t>
            </a:r>
            <a:r>
              <a:rPr lang="en-US" altLang="zh-CN" sz="2000" dirty="0">
                <a:latin typeface="Consolas" panose="020B0609020204030204" pitchFamily="49" charset="0"/>
              </a:rPr>
              <a:t>(</a:t>
            </a:r>
            <a:r>
              <a:rPr lang="en-US" altLang="zh-CN" sz="2000" dirty="0" err="1">
                <a:latin typeface="Consolas" panose="020B0609020204030204" pitchFamily="49" charset="0"/>
              </a:rPr>
              <a:t>PtrNode</a:t>
            </a:r>
            <a:r>
              <a:rPr lang="en-US" altLang="zh-CN" sz="2000" dirty="0">
                <a:latin typeface="Consolas" panose="020B0609020204030204" pitchFamily="49" charset="0"/>
              </a:rPr>
              <a:t> head, </a:t>
            </a:r>
            <a:r>
              <a:rPr lang="en-US" altLang="zh-CN" sz="2000" dirty="0" err="1">
                <a:latin typeface="Consolas" panose="020B0609020204030204" pitchFamily="49" charset="0"/>
              </a:rPr>
              <a:t>ElemType</a:t>
            </a:r>
            <a:r>
              <a:rPr lang="en-US" altLang="zh-CN" sz="2000" dirty="0">
                <a:latin typeface="Consolas" panose="020B0609020204030204" pitchFamily="49" charset="0"/>
              </a:rPr>
              <a:t> x); </a:t>
            </a:r>
          </a:p>
          <a:p>
            <a:pPr eaLnBrk="1" hangingPunct="1">
              <a:buFontTx/>
              <a:buNone/>
            </a:pPr>
            <a:r>
              <a:rPr lang="en-US" altLang="zh-CN" sz="2000" dirty="0">
                <a:latin typeface="Consolas" panose="020B0609020204030204" pitchFamily="49" charset="0"/>
              </a:rPr>
              <a:t>/*</a:t>
            </a:r>
            <a:r>
              <a:rPr lang="zh-CN" altLang="en-US" sz="2000" dirty="0">
                <a:latin typeface="Consolas" panose="020B0609020204030204" pitchFamily="49" charset="0"/>
              </a:rPr>
              <a:t>删除指定指针位置的后继节点，成功返回</a:t>
            </a:r>
            <a:r>
              <a:rPr lang="en-US" altLang="zh-CN" sz="2000" dirty="0">
                <a:latin typeface="Consolas" panose="020B0609020204030204" pitchFamily="49" charset="0"/>
              </a:rPr>
              <a:t>1</a:t>
            </a:r>
            <a:r>
              <a:rPr lang="zh-CN" altLang="en-US" sz="2000" dirty="0">
                <a:latin typeface="Consolas" panose="020B0609020204030204" pitchFamily="49" charset="0"/>
              </a:rPr>
              <a:t>，失败返回</a:t>
            </a:r>
            <a:r>
              <a:rPr lang="en-US" altLang="zh-CN" sz="2000" dirty="0">
                <a:latin typeface="Consolas" panose="020B0609020204030204" pitchFamily="49" charset="0"/>
              </a:rPr>
              <a:t>0*/</a:t>
            </a:r>
          </a:p>
          <a:p>
            <a:pPr eaLnBrk="1" hangingPunct="1">
              <a:buFontTx/>
              <a:buNone/>
            </a:pPr>
            <a:r>
              <a:rPr lang="en-US" altLang="zh-CN" sz="2000" dirty="0">
                <a:latin typeface="Consolas" panose="020B0609020204030204" pitchFamily="49" charset="0"/>
              </a:rPr>
              <a:t>int </a:t>
            </a:r>
            <a:r>
              <a:rPr lang="en-US" altLang="zh-CN" sz="2000" dirty="0" err="1">
                <a:latin typeface="Consolas" panose="020B0609020204030204" pitchFamily="49" charset="0"/>
              </a:rPr>
              <a:t>eraseByPre</a:t>
            </a:r>
            <a:r>
              <a:rPr lang="en-US" altLang="zh-CN" sz="2000" dirty="0">
                <a:latin typeface="Consolas" panose="020B0609020204030204" pitchFamily="49" charset="0"/>
              </a:rPr>
              <a:t>(</a:t>
            </a:r>
            <a:r>
              <a:rPr lang="en-US" altLang="zh-CN" sz="2000" dirty="0" err="1">
                <a:latin typeface="Consolas" panose="020B0609020204030204" pitchFamily="49" charset="0"/>
              </a:rPr>
              <a:t>PtrNode</a:t>
            </a:r>
            <a:r>
              <a:rPr lang="en-US" altLang="zh-CN" sz="2000" dirty="0">
                <a:latin typeface="Consolas" panose="020B0609020204030204" pitchFamily="49" charset="0"/>
              </a:rPr>
              <a:t> pre);</a:t>
            </a:r>
            <a:endParaRPr lang="zh-CN" altLang="en-US" sz="2000" dirty="0">
              <a:latin typeface="Consolas" panose="020B0609020204030204" pitchFamily="49" charset="0"/>
            </a:endParaRPr>
          </a:p>
        </p:txBody>
      </p:sp>
      <p:sp>
        <p:nvSpPr>
          <p:cNvPr id="14340" name="Rectangle 5">
            <a:extLst>
              <a:ext uri="{FF2B5EF4-FFF2-40B4-BE49-F238E27FC236}">
                <a16:creationId xmlns:a16="http://schemas.microsoft.com/office/drawing/2014/main" id="{893ED510-72A4-47ED-8327-6F435430F312}"/>
              </a:ext>
            </a:extLst>
          </p:cNvPr>
          <p:cNvSpPr>
            <a:spLocks noGrp="1" noChangeArrowheads="1"/>
          </p:cNvSpPr>
          <p:nvPr>
            <p:ph type="title" idx="4294967295"/>
          </p:nvPr>
        </p:nvSpPr>
        <p:spPr>
          <a:xfrm>
            <a:off x="1263650" y="404813"/>
            <a:ext cx="7485063" cy="720725"/>
          </a:xfrm>
        </p:spPr>
        <p:txBody>
          <a:bodyPr/>
          <a:lstStyle/>
          <a:p>
            <a:pPr eaLnBrk="1" hangingPunct="1"/>
            <a:r>
              <a:rPr lang="zh-CN" altLang="en-US" b="1" dirty="0">
                <a:latin typeface="微软雅黑" panose="020B0503020204020204" pitchFamily="34" charset="-122"/>
                <a:ea typeface="微软雅黑" panose="020B0503020204020204" pitchFamily="34" charset="-122"/>
              </a:rPr>
              <a:t>遗留问题</a:t>
            </a:r>
          </a:p>
        </p:txBody>
      </p:sp>
      <p:pic>
        <p:nvPicPr>
          <p:cNvPr id="14341" name="Picture 6" descr="页面">
            <a:extLst>
              <a:ext uri="{FF2B5EF4-FFF2-40B4-BE49-F238E27FC236}">
                <a16:creationId xmlns:a16="http://schemas.microsoft.com/office/drawing/2014/main" id="{7298DFC3-20B7-48BC-8398-DF14748C91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3576" y="5678488"/>
            <a:ext cx="167640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0561651"/>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a:extLst>
              <a:ext uri="{FF2B5EF4-FFF2-40B4-BE49-F238E27FC236}">
                <a16:creationId xmlns:a16="http://schemas.microsoft.com/office/drawing/2014/main" id="{58354000-9EFE-4D45-AD1A-AD5D8C40C60B}"/>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673734B8-C4B1-43CD-8780-B34465DE6833}" type="slidenum">
              <a:rPr lang="en-US" altLang="zh-CN" sz="1400">
                <a:latin typeface="Times New Roman" panose="02020603050405020304" pitchFamily="18" charset="0"/>
              </a:rPr>
              <a:pPr algn="r" eaLnBrk="1" hangingPunct="1">
                <a:spcBef>
                  <a:spcPct val="50000"/>
                </a:spcBef>
                <a:buFontTx/>
                <a:buNone/>
              </a:pPr>
              <a:t>40</a:t>
            </a:fld>
            <a:endParaRPr lang="en-US" altLang="zh-CN" sz="1400">
              <a:latin typeface="Times New Roman" panose="02020603050405020304" pitchFamily="18" charset="0"/>
            </a:endParaRPr>
          </a:p>
        </p:txBody>
      </p:sp>
      <p:sp>
        <p:nvSpPr>
          <p:cNvPr id="31747" name="Rectangle 2">
            <a:extLst>
              <a:ext uri="{FF2B5EF4-FFF2-40B4-BE49-F238E27FC236}">
                <a16:creationId xmlns:a16="http://schemas.microsoft.com/office/drawing/2014/main" id="{45172D3D-8FCE-4F07-A9E1-79CBCA06D2AD}"/>
              </a:ext>
            </a:extLst>
          </p:cNvPr>
          <p:cNvSpPr>
            <a:spLocks noGrp="1" noChangeArrowheads="1"/>
          </p:cNvSpPr>
          <p:nvPr>
            <p:ph type="title" idx="4294967295"/>
          </p:nvPr>
        </p:nvSpPr>
        <p:spPr/>
        <p:txBody>
          <a:bodyPr/>
          <a:lstStyle/>
          <a:p>
            <a:pPr eaLnBrk="1" hangingPunct="1"/>
            <a:r>
              <a:rPr lang="zh-CN" altLang="en-US" b="1" dirty="0">
                <a:latin typeface="微软雅黑" panose="020B0503020204020204" pitchFamily="34" charset="-122"/>
                <a:ea typeface="微软雅黑" panose="020B0503020204020204" pitchFamily="34" charset="-122"/>
              </a:rPr>
              <a:t>按值查找链表节点的前驱节点</a:t>
            </a:r>
          </a:p>
        </p:txBody>
      </p:sp>
      <p:sp>
        <p:nvSpPr>
          <p:cNvPr id="31748" name="Rectangle 5">
            <a:extLst>
              <a:ext uri="{FF2B5EF4-FFF2-40B4-BE49-F238E27FC236}">
                <a16:creationId xmlns:a16="http://schemas.microsoft.com/office/drawing/2014/main" id="{F22B97BB-337A-477C-9A75-15BF87DE6C58}"/>
              </a:ext>
            </a:extLst>
          </p:cNvPr>
          <p:cNvSpPr>
            <a:spLocks noChangeArrowheads="1"/>
          </p:cNvSpPr>
          <p:nvPr/>
        </p:nvSpPr>
        <p:spPr bwMode="auto">
          <a:xfrm>
            <a:off x="685800" y="1319213"/>
            <a:ext cx="8134350" cy="461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buFontTx/>
              <a:buNone/>
            </a:pPr>
            <a:endParaRPr lang="zh-CN" altLang="zh-CN">
              <a:latin typeface="Times New Roman" panose="02020603050405020304" pitchFamily="18" charset="0"/>
            </a:endParaRPr>
          </a:p>
        </p:txBody>
      </p:sp>
      <p:grpSp>
        <p:nvGrpSpPr>
          <p:cNvPr id="31749" name="Group 6">
            <a:extLst>
              <a:ext uri="{FF2B5EF4-FFF2-40B4-BE49-F238E27FC236}">
                <a16:creationId xmlns:a16="http://schemas.microsoft.com/office/drawing/2014/main" id="{26DF8C09-6377-46F6-BA35-1A9CF27A4E7B}"/>
              </a:ext>
            </a:extLst>
          </p:cNvPr>
          <p:cNvGrpSpPr>
            <a:grpSpLocks/>
          </p:cNvGrpSpPr>
          <p:nvPr/>
        </p:nvGrpSpPr>
        <p:grpSpPr bwMode="auto">
          <a:xfrm>
            <a:off x="2425700" y="2352328"/>
            <a:ext cx="990600" cy="466725"/>
            <a:chOff x="0" y="0"/>
            <a:chExt cx="624" cy="294"/>
          </a:xfrm>
        </p:grpSpPr>
        <p:sp>
          <p:nvSpPr>
            <p:cNvPr id="31781" name="Text Box 7">
              <a:extLst>
                <a:ext uri="{FF2B5EF4-FFF2-40B4-BE49-F238E27FC236}">
                  <a16:creationId xmlns:a16="http://schemas.microsoft.com/office/drawing/2014/main" id="{8DE6C96B-647F-4E98-88CB-42FA41436CE7}"/>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latin typeface="Times New Roman" panose="02020603050405020304" pitchFamily="18" charset="0"/>
                </a:rPr>
                <a:t>     </a:t>
              </a:r>
            </a:p>
          </p:txBody>
        </p:sp>
        <p:sp>
          <p:nvSpPr>
            <p:cNvPr id="31782" name="Line 8">
              <a:extLst>
                <a:ext uri="{FF2B5EF4-FFF2-40B4-BE49-F238E27FC236}">
                  <a16:creationId xmlns:a16="http://schemas.microsoft.com/office/drawing/2014/main" id="{4DD7CBDA-C18F-4194-A491-AE87EB5B3FCA}"/>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1750" name="Group 9">
            <a:extLst>
              <a:ext uri="{FF2B5EF4-FFF2-40B4-BE49-F238E27FC236}">
                <a16:creationId xmlns:a16="http://schemas.microsoft.com/office/drawing/2014/main" id="{3D749C4E-5D05-4CF5-A228-E0D50F5C1B39}"/>
              </a:ext>
            </a:extLst>
          </p:cNvPr>
          <p:cNvGrpSpPr>
            <a:grpSpLocks/>
          </p:cNvGrpSpPr>
          <p:nvPr/>
        </p:nvGrpSpPr>
        <p:grpSpPr bwMode="auto">
          <a:xfrm>
            <a:off x="4025900" y="2352328"/>
            <a:ext cx="990600" cy="466725"/>
            <a:chOff x="0" y="0"/>
            <a:chExt cx="624" cy="294"/>
          </a:xfrm>
        </p:grpSpPr>
        <p:sp>
          <p:nvSpPr>
            <p:cNvPr id="31779" name="Text Box 10">
              <a:extLst>
                <a:ext uri="{FF2B5EF4-FFF2-40B4-BE49-F238E27FC236}">
                  <a16:creationId xmlns:a16="http://schemas.microsoft.com/office/drawing/2014/main" id="{17A2DB52-545A-47AA-8AE4-9EE22FCF4126}"/>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19  </a:t>
              </a:r>
            </a:p>
          </p:txBody>
        </p:sp>
        <p:sp>
          <p:nvSpPr>
            <p:cNvPr id="31780" name="Line 11">
              <a:extLst>
                <a:ext uri="{FF2B5EF4-FFF2-40B4-BE49-F238E27FC236}">
                  <a16:creationId xmlns:a16="http://schemas.microsoft.com/office/drawing/2014/main" id="{5CD13764-6F20-48DA-90A2-B4DB9D950B24}"/>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1751" name="Group 12">
            <a:extLst>
              <a:ext uri="{FF2B5EF4-FFF2-40B4-BE49-F238E27FC236}">
                <a16:creationId xmlns:a16="http://schemas.microsoft.com/office/drawing/2014/main" id="{DCDAD702-6740-4169-9758-19BF7C79AD7C}"/>
              </a:ext>
            </a:extLst>
          </p:cNvPr>
          <p:cNvGrpSpPr>
            <a:grpSpLocks/>
          </p:cNvGrpSpPr>
          <p:nvPr/>
        </p:nvGrpSpPr>
        <p:grpSpPr bwMode="auto">
          <a:xfrm>
            <a:off x="7237413" y="2352328"/>
            <a:ext cx="990600" cy="466725"/>
            <a:chOff x="0" y="0"/>
            <a:chExt cx="624" cy="294"/>
          </a:xfrm>
        </p:grpSpPr>
        <p:sp>
          <p:nvSpPr>
            <p:cNvPr id="31777" name="Text Box 13">
              <a:extLst>
                <a:ext uri="{FF2B5EF4-FFF2-40B4-BE49-F238E27FC236}">
                  <a16:creationId xmlns:a16="http://schemas.microsoft.com/office/drawing/2014/main" id="{57156D0C-F4DB-47EE-88E2-9059FA2B14F6}"/>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47  </a:t>
              </a:r>
            </a:p>
          </p:txBody>
        </p:sp>
        <p:sp>
          <p:nvSpPr>
            <p:cNvPr id="31778" name="Line 14">
              <a:extLst>
                <a:ext uri="{FF2B5EF4-FFF2-40B4-BE49-F238E27FC236}">
                  <a16:creationId xmlns:a16="http://schemas.microsoft.com/office/drawing/2014/main" id="{9A684FA3-811E-434F-8BD6-B252BCC87F38}"/>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1752" name="Group 15">
            <a:extLst>
              <a:ext uri="{FF2B5EF4-FFF2-40B4-BE49-F238E27FC236}">
                <a16:creationId xmlns:a16="http://schemas.microsoft.com/office/drawing/2014/main" id="{76C6C956-140E-46CF-856E-071556A0FDE9}"/>
              </a:ext>
            </a:extLst>
          </p:cNvPr>
          <p:cNvGrpSpPr>
            <a:grpSpLocks/>
          </p:cNvGrpSpPr>
          <p:nvPr/>
        </p:nvGrpSpPr>
        <p:grpSpPr bwMode="auto">
          <a:xfrm>
            <a:off x="3187700" y="2547591"/>
            <a:ext cx="838200" cy="76200"/>
            <a:chOff x="0" y="0"/>
            <a:chExt cx="528" cy="48"/>
          </a:xfrm>
        </p:grpSpPr>
        <p:sp>
          <p:nvSpPr>
            <p:cNvPr id="31775" name="Line 16">
              <a:extLst>
                <a:ext uri="{FF2B5EF4-FFF2-40B4-BE49-F238E27FC236}">
                  <a16:creationId xmlns:a16="http://schemas.microsoft.com/office/drawing/2014/main" id="{2FBB8008-1E0E-4613-B85F-7C4AB26059D0}"/>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6" name="Oval 17">
              <a:extLst>
                <a:ext uri="{FF2B5EF4-FFF2-40B4-BE49-F238E27FC236}">
                  <a16:creationId xmlns:a16="http://schemas.microsoft.com/office/drawing/2014/main" id="{73006902-E6C5-4551-B2CB-A6F00AA90296}"/>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31753" name="Group 18">
            <a:extLst>
              <a:ext uri="{FF2B5EF4-FFF2-40B4-BE49-F238E27FC236}">
                <a16:creationId xmlns:a16="http://schemas.microsoft.com/office/drawing/2014/main" id="{BC35151D-63CB-49CC-A7F5-48CF288E3B6A}"/>
              </a:ext>
            </a:extLst>
          </p:cNvPr>
          <p:cNvGrpSpPr>
            <a:grpSpLocks/>
          </p:cNvGrpSpPr>
          <p:nvPr/>
        </p:nvGrpSpPr>
        <p:grpSpPr bwMode="auto">
          <a:xfrm>
            <a:off x="4787900" y="2552353"/>
            <a:ext cx="838200" cy="76200"/>
            <a:chOff x="0" y="0"/>
            <a:chExt cx="528" cy="48"/>
          </a:xfrm>
        </p:grpSpPr>
        <p:sp>
          <p:nvSpPr>
            <p:cNvPr id="31773" name="Line 19">
              <a:extLst>
                <a:ext uri="{FF2B5EF4-FFF2-40B4-BE49-F238E27FC236}">
                  <a16:creationId xmlns:a16="http://schemas.microsoft.com/office/drawing/2014/main" id="{79A76266-C02D-4583-B6D5-FD4CDE09F1FF}"/>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4" name="Oval 20">
              <a:extLst>
                <a:ext uri="{FF2B5EF4-FFF2-40B4-BE49-F238E27FC236}">
                  <a16:creationId xmlns:a16="http://schemas.microsoft.com/office/drawing/2014/main" id="{DE5A22D4-E025-46BA-AED6-CD7439A13457}"/>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31754" name="Group 21">
            <a:extLst>
              <a:ext uri="{FF2B5EF4-FFF2-40B4-BE49-F238E27FC236}">
                <a16:creationId xmlns:a16="http://schemas.microsoft.com/office/drawing/2014/main" id="{4F1142B4-19A8-4A91-8D8B-0C41DC82B781}"/>
              </a:ext>
            </a:extLst>
          </p:cNvPr>
          <p:cNvGrpSpPr>
            <a:grpSpLocks/>
          </p:cNvGrpSpPr>
          <p:nvPr/>
        </p:nvGrpSpPr>
        <p:grpSpPr bwMode="auto">
          <a:xfrm>
            <a:off x="1892300" y="980728"/>
            <a:ext cx="1219200" cy="1371600"/>
            <a:chOff x="0" y="0"/>
            <a:chExt cx="768" cy="864"/>
          </a:xfrm>
        </p:grpSpPr>
        <p:sp>
          <p:nvSpPr>
            <p:cNvPr id="31768" name="Text Box 22">
              <a:extLst>
                <a:ext uri="{FF2B5EF4-FFF2-40B4-BE49-F238E27FC236}">
                  <a16:creationId xmlns:a16="http://schemas.microsoft.com/office/drawing/2014/main" id="{93719005-0E46-412C-8251-3B4BA2DD7E54}"/>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31769" name="Text Box 23">
              <a:extLst>
                <a:ext uri="{FF2B5EF4-FFF2-40B4-BE49-F238E27FC236}">
                  <a16:creationId xmlns:a16="http://schemas.microsoft.com/office/drawing/2014/main" id="{F70A80A5-9EFE-4602-A637-BFC54241E51B}"/>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latin typeface="Times New Roman" panose="02020603050405020304" pitchFamily="18" charset="0"/>
                </a:rPr>
                <a:t>head</a:t>
              </a:r>
            </a:p>
          </p:txBody>
        </p:sp>
        <p:grpSp>
          <p:nvGrpSpPr>
            <p:cNvPr id="31770" name="Group 24">
              <a:extLst>
                <a:ext uri="{FF2B5EF4-FFF2-40B4-BE49-F238E27FC236}">
                  <a16:creationId xmlns:a16="http://schemas.microsoft.com/office/drawing/2014/main" id="{63592B1B-E8B2-4BDA-95C7-817CDC8DAB7A}"/>
                </a:ext>
              </a:extLst>
            </p:cNvPr>
            <p:cNvGrpSpPr>
              <a:grpSpLocks/>
            </p:cNvGrpSpPr>
            <p:nvPr/>
          </p:nvGrpSpPr>
          <p:grpSpPr bwMode="auto">
            <a:xfrm>
              <a:off x="336" y="432"/>
              <a:ext cx="48" cy="432"/>
              <a:chOff x="0" y="0"/>
              <a:chExt cx="48" cy="432"/>
            </a:xfrm>
          </p:grpSpPr>
          <p:sp>
            <p:nvSpPr>
              <p:cNvPr id="31771" name="Oval 25">
                <a:extLst>
                  <a:ext uri="{FF2B5EF4-FFF2-40B4-BE49-F238E27FC236}">
                    <a16:creationId xmlns:a16="http://schemas.microsoft.com/office/drawing/2014/main" id="{29BC9910-5AE4-4737-AF35-F114E1C84A82}"/>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31772" name="Line 26">
                <a:extLst>
                  <a:ext uri="{FF2B5EF4-FFF2-40B4-BE49-F238E27FC236}">
                    <a16:creationId xmlns:a16="http://schemas.microsoft.com/office/drawing/2014/main" id="{17CD52F8-8D03-4BA9-B39D-33F60A850C42}"/>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1755" name="Group 59">
            <a:extLst>
              <a:ext uri="{FF2B5EF4-FFF2-40B4-BE49-F238E27FC236}">
                <a16:creationId xmlns:a16="http://schemas.microsoft.com/office/drawing/2014/main" id="{57CE767B-DE40-44AC-9AEE-754C3F73BB43}"/>
              </a:ext>
            </a:extLst>
          </p:cNvPr>
          <p:cNvGrpSpPr>
            <a:grpSpLocks/>
          </p:cNvGrpSpPr>
          <p:nvPr/>
        </p:nvGrpSpPr>
        <p:grpSpPr bwMode="auto">
          <a:xfrm>
            <a:off x="3802062" y="995016"/>
            <a:ext cx="855663" cy="1370013"/>
            <a:chOff x="604" y="0"/>
            <a:chExt cx="452" cy="863"/>
          </a:xfrm>
        </p:grpSpPr>
        <p:sp>
          <p:nvSpPr>
            <p:cNvPr id="31764" name="Text Box 34">
              <a:extLst>
                <a:ext uri="{FF2B5EF4-FFF2-40B4-BE49-F238E27FC236}">
                  <a16:creationId xmlns:a16="http://schemas.microsoft.com/office/drawing/2014/main" id="{24BF65A9-C597-40A2-BD2B-FED24AE541A4}"/>
                </a:ext>
              </a:extLst>
            </p:cNvPr>
            <p:cNvSpPr txBox="1">
              <a:spLocks noChangeArrowheads="1"/>
            </p:cNvSpPr>
            <p:nvPr/>
          </p:nvSpPr>
          <p:spPr bwMode="auto">
            <a:xfrm>
              <a:off x="657" y="224"/>
              <a:ext cx="399"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31765" name="Text Box 35">
              <a:extLst>
                <a:ext uri="{FF2B5EF4-FFF2-40B4-BE49-F238E27FC236}">
                  <a16:creationId xmlns:a16="http://schemas.microsoft.com/office/drawing/2014/main" id="{A56BC67B-7D38-49F1-9C9F-5C7CAF7172E9}"/>
                </a:ext>
              </a:extLst>
            </p:cNvPr>
            <p:cNvSpPr txBox="1">
              <a:spLocks noChangeArrowheads="1"/>
            </p:cNvSpPr>
            <p:nvPr/>
          </p:nvSpPr>
          <p:spPr bwMode="auto">
            <a:xfrm>
              <a:off x="604" y="0"/>
              <a:ext cx="399"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err="1">
                  <a:solidFill>
                    <a:srgbClr val="FF3300"/>
                  </a:solidFill>
                  <a:latin typeface="Times New Roman" panose="02020603050405020304" pitchFamily="18" charset="0"/>
                </a:rPr>
                <a:t>tmp</a:t>
              </a:r>
              <a:endParaRPr lang="en-US" altLang="zh-CN" sz="2400" b="0" dirty="0">
                <a:solidFill>
                  <a:srgbClr val="FF3300"/>
                </a:solidFill>
                <a:latin typeface="Times New Roman" panose="02020603050405020304" pitchFamily="18" charset="0"/>
              </a:endParaRPr>
            </a:p>
          </p:txBody>
        </p:sp>
        <p:sp>
          <p:nvSpPr>
            <p:cNvPr id="31766" name="Oval 37">
              <a:extLst>
                <a:ext uri="{FF2B5EF4-FFF2-40B4-BE49-F238E27FC236}">
                  <a16:creationId xmlns:a16="http://schemas.microsoft.com/office/drawing/2014/main" id="{C8B7FEE6-9DC7-43D8-98F0-DE58B5AF69D8}"/>
                </a:ext>
              </a:extLst>
            </p:cNvPr>
            <p:cNvSpPr>
              <a:spLocks noChangeArrowheads="1"/>
            </p:cNvSpPr>
            <p:nvPr/>
          </p:nvSpPr>
          <p:spPr bwMode="auto">
            <a:xfrm>
              <a:off x="760" y="408"/>
              <a:ext cx="57"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31767" name="Line 38">
              <a:extLst>
                <a:ext uri="{FF2B5EF4-FFF2-40B4-BE49-F238E27FC236}">
                  <a16:creationId xmlns:a16="http://schemas.microsoft.com/office/drawing/2014/main" id="{BDF69F30-5BCC-457C-9C0C-C7ADADEB54CD}"/>
                </a:ext>
              </a:extLst>
            </p:cNvPr>
            <p:cNvSpPr>
              <a:spLocks noChangeShapeType="1"/>
            </p:cNvSpPr>
            <p:nvPr/>
          </p:nvSpPr>
          <p:spPr bwMode="auto">
            <a:xfrm flipH="1">
              <a:off x="793" y="408"/>
              <a:ext cx="8" cy="45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1756" name="Line 39">
            <a:extLst>
              <a:ext uri="{FF2B5EF4-FFF2-40B4-BE49-F238E27FC236}">
                <a16:creationId xmlns:a16="http://schemas.microsoft.com/office/drawing/2014/main" id="{EDEA1066-3707-4015-9F15-FD6D196D0329}"/>
              </a:ext>
            </a:extLst>
          </p:cNvPr>
          <p:cNvSpPr>
            <a:spLocks noChangeShapeType="1"/>
          </p:cNvSpPr>
          <p:nvPr/>
        </p:nvSpPr>
        <p:spPr bwMode="auto">
          <a:xfrm>
            <a:off x="7770813" y="2415828"/>
            <a:ext cx="4572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1757" name="Group 40">
            <a:extLst>
              <a:ext uri="{FF2B5EF4-FFF2-40B4-BE49-F238E27FC236}">
                <a16:creationId xmlns:a16="http://schemas.microsoft.com/office/drawing/2014/main" id="{C3DA6C3F-3306-499E-ACE4-B5D325DA3B04}"/>
              </a:ext>
            </a:extLst>
          </p:cNvPr>
          <p:cNvGrpSpPr>
            <a:grpSpLocks/>
          </p:cNvGrpSpPr>
          <p:nvPr/>
        </p:nvGrpSpPr>
        <p:grpSpPr bwMode="auto">
          <a:xfrm>
            <a:off x="5619750" y="2365028"/>
            <a:ext cx="990600" cy="466725"/>
            <a:chOff x="0" y="0"/>
            <a:chExt cx="624" cy="294"/>
          </a:xfrm>
        </p:grpSpPr>
        <p:sp>
          <p:nvSpPr>
            <p:cNvPr id="31762" name="Text Box 41">
              <a:extLst>
                <a:ext uri="{FF2B5EF4-FFF2-40B4-BE49-F238E27FC236}">
                  <a16:creationId xmlns:a16="http://schemas.microsoft.com/office/drawing/2014/main" id="{A4D48B98-FD79-474F-9ECB-D898ABEB450A}"/>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9     </a:t>
              </a:r>
            </a:p>
          </p:txBody>
        </p:sp>
        <p:sp>
          <p:nvSpPr>
            <p:cNvPr id="31763" name="Line 42">
              <a:extLst>
                <a:ext uri="{FF2B5EF4-FFF2-40B4-BE49-F238E27FC236}">
                  <a16:creationId xmlns:a16="http://schemas.microsoft.com/office/drawing/2014/main" id="{8B042D2D-F603-460E-A6CD-736F1C6991A7}"/>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1758" name="Group 43">
            <a:extLst>
              <a:ext uri="{FF2B5EF4-FFF2-40B4-BE49-F238E27FC236}">
                <a16:creationId xmlns:a16="http://schemas.microsoft.com/office/drawing/2014/main" id="{B767CF9E-6876-466A-A618-DAE0CC517D22}"/>
              </a:ext>
            </a:extLst>
          </p:cNvPr>
          <p:cNvGrpSpPr>
            <a:grpSpLocks/>
          </p:cNvGrpSpPr>
          <p:nvPr/>
        </p:nvGrpSpPr>
        <p:grpSpPr bwMode="auto">
          <a:xfrm>
            <a:off x="6381750" y="2560291"/>
            <a:ext cx="838200" cy="76200"/>
            <a:chOff x="0" y="0"/>
            <a:chExt cx="528" cy="48"/>
          </a:xfrm>
        </p:grpSpPr>
        <p:sp>
          <p:nvSpPr>
            <p:cNvPr id="31760" name="Line 44">
              <a:extLst>
                <a:ext uri="{FF2B5EF4-FFF2-40B4-BE49-F238E27FC236}">
                  <a16:creationId xmlns:a16="http://schemas.microsoft.com/office/drawing/2014/main" id="{82517AC0-78AD-4E40-A9E1-7DFFC41738AC}"/>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1" name="Oval 45">
              <a:extLst>
                <a:ext uri="{FF2B5EF4-FFF2-40B4-BE49-F238E27FC236}">
                  <a16:creationId xmlns:a16="http://schemas.microsoft.com/office/drawing/2014/main" id="{BB0C5661-3BEA-48FC-BED0-D5FAD46A7B19}"/>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sp>
        <p:nvSpPr>
          <p:cNvPr id="39974" name="Text Box 58">
            <a:extLst>
              <a:ext uri="{FF2B5EF4-FFF2-40B4-BE49-F238E27FC236}">
                <a16:creationId xmlns:a16="http://schemas.microsoft.com/office/drawing/2014/main" id="{0CA6B0BF-0F5C-47BF-8A03-7713A8ECB9D6}"/>
              </a:ext>
            </a:extLst>
          </p:cNvPr>
          <p:cNvSpPr txBox="1">
            <a:spLocks noChangeArrowheads="1"/>
          </p:cNvSpPr>
          <p:nvPr/>
        </p:nvSpPr>
        <p:spPr bwMode="auto">
          <a:xfrm>
            <a:off x="428625" y="2912716"/>
            <a:ext cx="8458200" cy="3477875"/>
          </a:xfrm>
          <a:prstGeom prst="rect">
            <a:avLst/>
          </a:prstGeom>
          <a:solidFill>
            <a:srgbClr val="CCFFCC"/>
          </a:solidFill>
          <a:ln w="9525">
            <a:solidFill>
              <a:schemeClr val="accent1"/>
            </a:solidFill>
            <a:miter lim="800000"/>
            <a:headEnd/>
            <a:tailEnd/>
          </a:ln>
          <a:effectLst>
            <a:prstShdw prst="shdw17" dist="17961" dir="13500000">
              <a:srgbClr val="007A5C"/>
            </a:prstShdw>
          </a:effectLst>
        </p:spPr>
        <p:txBody>
          <a:bodyPr wrap="squar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0" dirty="0">
                <a:latin typeface="Consolas" panose="020B0609020204030204" pitchFamily="49" charset="0"/>
              </a:rPr>
              <a:t>/*</a:t>
            </a:r>
            <a:r>
              <a:rPr lang="zh-CN" altLang="en-US" sz="2000" b="0" dirty="0">
                <a:latin typeface="Consolas" panose="020B0609020204030204" pitchFamily="49" charset="0"/>
              </a:rPr>
              <a:t>查找值为</a:t>
            </a:r>
            <a:r>
              <a:rPr lang="en-US" altLang="zh-CN" sz="2000" b="0" dirty="0">
                <a:latin typeface="Consolas" panose="020B0609020204030204" pitchFamily="49" charset="0"/>
              </a:rPr>
              <a:t>x</a:t>
            </a:r>
            <a:r>
              <a:rPr lang="zh-CN" altLang="en-US" sz="2000" b="0" dirty="0">
                <a:latin typeface="Consolas" panose="020B0609020204030204" pitchFamily="49" charset="0"/>
              </a:rPr>
              <a:t>的第一个节点，返回节点的前驱指针，失败返回</a:t>
            </a:r>
            <a:r>
              <a:rPr lang="en-US" altLang="zh-CN" sz="2000" b="0" dirty="0">
                <a:latin typeface="Consolas" panose="020B0609020204030204" pitchFamily="49" charset="0"/>
              </a:rPr>
              <a:t>NULL*/</a:t>
            </a:r>
          </a:p>
          <a:p>
            <a:pPr eaLnBrk="1" hangingPunct="1">
              <a:spcBef>
                <a:spcPct val="0"/>
              </a:spcBef>
              <a:buFontTx/>
              <a:buNone/>
            </a:pPr>
            <a:r>
              <a:rPr lang="en-US" altLang="zh-CN" sz="2000" b="0" dirty="0" err="1">
                <a:latin typeface="Consolas" panose="020B0609020204030204" pitchFamily="49" charset="0"/>
              </a:rPr>
              <a:t>PtrNode</a:t>
            </a:r>
            <a:r>
              <a:rPr lang="en-US" altLang="zh-CN" sz="2000" b="0" dirty="0">
                <a:latin typeface="Consolas" panose="020B0609020204030204" pitchFamily="49" charset="0"/>
              </a:rPr>
              <a:t> </a:t>
            </a:r>
            <a:r>
              <a:rPr lang="en-US" altLang="zh-CN" sz="2000" b="0" dirty="0" err="1">
                <a:latin typeface="Consolas" panose="020B0609020204030204" pitchFamily="49" charset="0"/>
              </a:rPr>
              <a:t>findPre</a:t>
            </a:r>
            <a:r>
              <a:rPr lang="en-US" altLang="zh-CN" sz="2000" b="0" dirty="0">
                <a:latin typeface="Consolas" panose="020B0609020204030204" pitchFamily="49" charset="0"/>
              </a:rPr>
              <a:t>(</a:t>
            </a:r>
            <a:r>
              <a:rPr lang="en-US" altLang="zh-CN" sz="2000" b="0" dirty="0" err="1">
                <a:latin typeface="Consolas" panose="020B0609020204030204" pitchFamily="49" charset="0"/>
              </a:rPr>
              <a:t>PtrNode</a:t>
            </a:r>
            <a:r>
              <a:rPr lang="en-US" altLang="zh-CN" sz="2000" b="0" dirty="0">
                <a:latin typeface="Consolas" panose="020B0609020204030204" pitchFamily="49" charset="0"/>
              </a:rPr>
              <a:t> head, </a:t>
            </a:r>
            <a:r>
              <a:rPr lang="en-US" altLang="zh-CN" sz="2000" b="0" dirty="0" err="1">
                <a:latin typeface="Consolas" panose="020B0609020204030204" pitchFamily="49" charset="0"/>
              </a:rPr>
              <a:t>ElemType</a:t>
            </a:r>
            <a:r>
              <a:rPr lang="en-US" altLang="zh-CN" sz="2000" b="0" dirty="0">
                <a:latin typeface="Consolas" panose="020B0609020204030204" pitchFamily="49" charset="0"/>
              </a:rPr>
              <a:t> x)</a:t>
            </a:r>
          </a:p>
          <a:p>
            <a:pPr eaLnBrk="1" hangingPunct="1">
              <a:spcBef>
                <a:spcPct val="0"/>
              </a:spcBef>
              <a:buFontTx/>
              <a:buNone/>
            </a:pPr>
            <a:r>
              <a:rPr lang="en-US" altLang="zh-CN" sz="2000" b="0" dirty="0">
                <a:latin typeface="Consolas" panose="020B0609020204030204" pitchFamily="49" charset="0"/>
              </a:rPr>
              <a:t>{</a:t>
            </a:r>
          </a:p>
          <a:p>
            <a:pPr eaLnBrk="1" hangingPunct="1">
              <a:spcBef>
                <a:spcPct val="0"/>
              </a:spcBef>
              <a:buFontTx/>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PtrNode</a:t>
            </a:r>
            <a:r>
              <a:rPr lang="en-US" altLang="zh-CN" sz="2000" b="0" dirty="0">
                <a:latin typeface="Consolas" panose="020B0609020204030204" pitchFamily="49" charset="0"/>
              </a:rPr>
              <a:t> </a:t>
            </a:r>
            <a:r>
              <a:rPr lang="en-US" altLang="zh-CN" sz="2000" b="0" dirty="0" err="1">
                <a:latin typeface="Consolas" panose="020B0609020204030204" pitchFamily="49" charset="0"/>
              </a:rPr>
              <a:t>tmp</a:t>
            </a:r>
            <a:r>
              <a:rPr lang="en-US" altLang="zh-CN" sz="2000" b="0" dirty="0">
                <a:latin typeface="Consolas" panose="020B0609020204030204" pitchFamily="49" charset="0"/>
              </a:rPr>
              <a:t>=</a:t>
            </a:r>
            <a:r>
              <a:rPr lang="en-US" altLang="zh-CN" sz="2000" b="0" dirty="0" err="1">
                <a:latin typeface="Consolas" panose="020B0609020204030204" pitchFamily="49" charset="0"/>
              </a:rPr>
              <a:t>head,cur</a:t>
            </a:r>
            <a:r>
              <a:rPr lang="en-US" altLang="zh-CN" sz="2000" b="0" dirty="0">
                <a:latin typeface="Consolas" panose="020B0609020204030204" pitchFamily="49" charset="0"/>
              </a:rPr>
              <a:t> = head-&gt;next;</a:t>
            </a:r>
          </a:p>
          <a:p>
            <a:pPr eaLnBrk="1" hangingPunct="1">
              <a:spcBef>
                <a:spcPct val="0"/>
              </a:spcBef>
              <a:buFontTx/>
              <a:buNone/>
            </a:pPr>
            <a:r>
              <a:rPr lang="en-US" altLang="zh-CN" sz="2000" b="0" dirty="0">
                <a:latin typeface="Consolas" panose="020B0609020204030204" pitchFamily="49" charset="0"/>
              </a:rPr>
              <a:t>   	while ( cur != NULL &amp;&amp; cur-&gt;data != x ){</a:t>
            </a:r>
          </a:p>
          <a:p>
            <a:pPr eaLnBrk="1" hangingPunct="1">
              <a:spcBef>
                <a:spcPct val="0"/>
              </a:spcBef>
              <a:buFontTx/>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tmp</a:t>
            </a:r>
            <a:r>
              <a:rPr lang="en-US" altLang="zh-CN" sz="2000" b="0" dirty="0">
                <a:latin typeface="Consolas" panose="020B0609020204030204" pitchFamily="49" charset="0"/>
              </a:rPr>
              <a:t> = cur;</a:t>
            </a:r>
          </a:p>
          <a:p>
            <a:pPr eaLnBrk="1" hangingPunct="1">
              <a:spcBef>
                <a:spcPct val="0"/>
              </a:spcBef>
              <a:buFontTx/>
              <a:buNone/>
            </a:pPr>
            <a:r>
              <a:rPr lang="en-US" altLang="zh-CN" sz="2000" b="0" dirty="0">
                <a:latin typeface="Consolas" panose="020B0609020204030204" pitchFamily="49" charset="0"/>
              </a:rPr>
              <a:t>        		cur = cur-&gt;next;</a:t>
            </a:r>
          </a:p>
          <a:p>
            <a:pPr eaLnBrk="1" hangingPunct="1">
              <a:spcBef>
                <a:spcPct val="0"/>
              </a:spcBef>
              <a:buFontTx/>
              <a:buNone/>
            </a:pPr>
            <a:r>
              <a:rPr lang="en-US" altLang="zh-CN" sz="2000" b="0" dirty="0">
                <a:latin typeface="Consolas" panose="020B0609020204030204" pitchFamily="49" charset="0"/>
              </a:rPr>
              <a:t>	}</a:t>
            </a:r>
          </a:p>
          <a:p>
            <a:pPr eaLnBrk="1" hangingPunct="1">
              <a:spcBef>
                <a:spcPct val="0"/>
              </a:spcBef>
              <a:buFontTx/>
              <a:buNone/>
            </a:pPr>
            <a:r>
              <a:rPr lang="en-US" altLang="zh-CN" sz="2000" b="0" dirty="0">
                <a:latin typeface="Consolas" panose="020B0609020204030204" pitchFamily="49" charset="0"/>
              </a:rPr>
              <a:t>     if (cur==NULL)	return (NULL); </a:t>
            </a:r>
          </a:p>
          <a:p>
            <a:pPr eaLnBrk="1" hangingPunct="1">
              <a:spcBef>
                <a:spcPct val="0"/>
              </a:spcBef>
              <a:buFontTx/>
              <a:buNone/>
            </a:pPr>
            <a:r>
              <a:rPr lang="en-US" altLang="zh-CN" sz="2000" b="0" dirty="0">
                <a:latin typeface="Consolas" panose="020B0609020204030204" pitchFamily="49" charset="0"/>
              </a:rPr>
              <a:t>	else return (</a:t>
            </a:r>
            <a:r>
              <a:rPr lang="en-US" altLang="zh-CN" sz="2000" b="0" dirty="0" err="1">
                <a:latin typeface="Consolas" panose="020B0609020204030204" pitchFamily="49" charset="0"/>
              </a:rPr>
              <a:t>tmp</a:t>
            </a:r>
            <a:r>
              <a:rPr lang="en-US" altLang="zh-CN" sz="2000" b="0" dirty="0">
                <a:latin typeface="Consolas" panose="020B0609020204030204" pitchFamily="49" charset="0"/>
              </a:rPr>
              <a:t>);</a:t>
            </a:r>
          </a:p>
          <a:p>
            <a:pPr eaLnBrk="1" hangingPunct="1">
              <a:spcBef>
                <a:spcPct val="0"/>
              </a:spcBef>
              <a:buFontTx/>
              <a:buNone/>
            </a:pPr>
            <a:r>
              <a:rPr lang="en-US" altLang="zh-CN" sz="2000" b="0" dirty="0">
                <a:latin typeface="Consolas" panose="020B0609020204030204" pitchFamily="49" charset="0"/>
              </a:rPr>
              <a:t>}</a:t>
            </a:r>
          </a:p>
        </p:txBody>
      </p:sp>
      <p:grpSp>
        <p:nvGrpSpPr>
          <p:cNvPr id="39" name="Group 59">
            <a:extLst>
              <a:ext uri="{FF2B5EF4-FFF2-40B4-BE49-F238E27FC236}">
                <a16:creationId xmlns:a16="http://schemas.microsoft.com/office/drawing/2014/main" id="{6C2793F9-DCBA-406C-8A1E-B4FEBC70D835}"/>
              </a:ext>
            </a:extLst>
          </p:cNvPr>
          <p:cNvGrpSpPr>
            <a:grpSpLocks/>
          </p:cNvGrpSpPr>
          <p:nvPr/>
        </p:nvGrpSpPr>
        <p:grpSpPr bwMode="auto">
          <a:xfrm>
            <a:off x="5578476" y="1022003"/>
            <a:ext cx="717550" cy="1370013"/>
            <a:chOff x="604" y="0"/>
            <a:chExt cx="452" cy="863"/>
          </a:xfrm>
        </p:grpSpPr>
        <p:sp>
          <p:nvSpPr>
            <p:cNvPr id="40" name="Text Box 34">
              <a:extLst>
                <a:ext uri="{FF2B5EF4-FFF2-40B4-BE49-F238E27FC236}">
                  <a16:creationId xmlns:a16="http://schemas.microsoft.com/office/drawing/2014/main" id="{BD828B37-D96C-464D-922D-4E1BD3A79C7D}"/>
                </a:ext>
              </a:extLst>
            </p:cNvPr>
            <p:cNvSpPr txBox="1">
              <a:spLocks noChangeArrowheads="1"/>
            </p:cNvSpPr>
            <p:nvPr/>
          </p:nvSpPr>
          <p:spPr bwMode="auto">
            <a:xfrm>
              <a:off x="657" y="224"/>
              <a:ext cx="399"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41" name="Text Box 35">
              <a:extLst>
                <a:ext uri="{FF2B5EF4-FFF2-40B4-BE49-F238E27FC236}">
                  <a16:creationId xmlns:a16="http://schemas.microsoft.com/office/drawing/2014/main" id="{4EC4DF2C-91FA-4183-BE2D-7E4F142B6187}"/>
                </a:ext>
              </a:extLst>
            </p:cNvPr>
            <p:cNvSpPr txBox="1">
              <a:spLocks noChangeArrowheads="1"/>
            </p:cNvSpPr>
            <p:nvPr/>
          </p:nvSpPr>
          <p:spPr bwMode="auto">
            <a:xfrm>
              <a:off x="604" y="0"/>
              <a:ext cx="3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solidFill>
                    <a:srgbClr val="FF3300"/>
                  </a:solidFill>
                  <a:latin typeface="Times New Roman" panose="02020603050405020304" pitchFamily="18" charset="0"/>
                </a:rPr>
                <a:t>cur</a:t>
              </a:r>
            </a:p>
          </p:txBody>
        </p:sp>
        <p:sp>
          <p:nvSpPr>
            <p:cNvPr id="42" name="Oval 37">
              <a:extLst>
                <a:ext uri="{FF2B5EF4-FFF2-40B4-BE49-F238E27FC236}">
                  <a16:creationId xmlns:a16="http://schemas.microsoft.com/office/drawing/2014/main" id="{E76AF7E6-8FC5-4B06-84F2-68022BABAC2D}"/>
                </a:ext>
              </a:extLst>
            </p:cNvPr>
            <p:cNvSpPr>
              <a:spLocks noChangeArrowheads="1"/>
            </p:cNvSpPr>
            <p:nvPr/>
          </p:nvSpPr>
          <p:spPr bwMode="auto">
            <a:xfrm>
              <a:off x="760" y="408"/>
              <a:ext cx="57"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43" name="Line 38">
              <a:extLst>
                <a:ext uri="{FF2B5EF4-FFF2-40B4-BE49-F238E27FC236}">
                  <a16:creationId xmlns:a16="http://schemas.microsoft.com/office/drawing/2014/main" id="{0FBC97FC-8E4C-4DDD-AC39-F88783FD4727}"/>
                </a:ext>
              </a:extLst>
            </p:cNvPr>
            <p:cNvSpPr>
              <a:spLocks noChangeShapeType="1"/>
            </p:cNvSpPr>
            <p:nvPr/>
          </p:nvSpPr>
          <p:spPr bwMode="auto">
            <a:xfrm flipH="1">
              <a:off x="793" y="408"/>
              <a:ext cx="8" cy="45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9974"/>
                                        </p:tgtEl>
                                        <p:attrNameLst>
                                          <p:attrName>style.visibility</p:attrName>
                                        </p:attrNameLst>
                                      </p:cBhvr>
                                      <p:to>
                                        <p:strVal val="visible"/>
                                      </p:to>
                                    </p:set>
                                    <p:animEffect transition="in" filter="dissolve">
                                      <p:cBhvr>
                                        <p:cTn id="7" dur="500"/>
                                        <p:tgtEl>
                                          <p:spTgt spid="399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7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5">
            <a:extLst>
              <a:ext uri="{FF2B5EF4-FFF2-40B4-BE49-F238E27FC236}">
                <a16:creationId xmlns:a16="http://schemas.microsoft.com/office/drawing/2014/main" id="{02CD5DF6-9410-4C9C-A640-96FC2938D3DB}"/>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3A65357E-C8B5-4D3B-BE48-A2D97A881BFA}" type="slidenum">
              <a:rPr lang="en-US" altLang="zh-CN" sz="1400">
                <a:latin typeface="Times New Roman" panose="02020603050405020304" pitchFamily="18" charset="0"/>
              </a:rPr>
              <a:pPr algn="r" eaLnBrk="1" hangingPunct="1">
                <a:spcBef>
                  <a:spcPct val="50000"/>
                </a:spcBef>
                <a:buFontTx/>
                <a:buNone/>
              </a:pPr>
              <a:t>41</a:t>
            </a:fld>
            <a:endParaRPr lang="en-US" altLang="zh-CN" sz="1400">
              <a:latin typeface="Times New Roman" panose="02020603050405020304" pitchFamily="18" charset="0"/>
            </a:endParaRPr>
          </a:p>
        </p:txBody>
      </p:sp>
      <p:sp>
        <p:nvSpPr>
          <p:cNvPr id="50179" name="Rectangle 2">
            <a:extLst>
              <a:ext uri="{FF2B5EF4-FFF2-40B4-BE49-F238E27FC236}">
                <a16:creationId xmlns:a16="http://schemas.microsoft.com/office/drawing/2014/main" id="{B0833608-32B8-43A4-B6CD-7FE8208967EF}"/>
              </a:ext>
            </a:extLst>
          </p:cNvPr>
          <p:cNvSpPr>
            <a:spLocks noGrp="1" noChangeArrowheads="1"/>
          </p:cNvSpPr>
          <p:nvPr>
            <p:ph type="title" idx="4294967295"/>
          </p:nvPr>
        </p:nvSpPr>
        <p:spPr/>
        <p:txBody>
          <a:bodyPr/>
          <a:lstStyle/>
          <a:p>
            <a:pPr eaLnBrk="1" hangingPunct="1"/>
            <a:r>
              <a:rPr lang="zh-CN" altLang="en-US" b="1" dirty="0"/>
              <a:t>删除指定位置的后继节点</a:t>
            </a:r>
          </a:p>
        </p:txBody>
      </p:sp>
      <p:grpSp>
        <p:nvGrpSpPr>
          <p:cNvPr id="50181" name="Group 4">
            <a:extLst>
              <a:ext uri="{FF2B5EF4-FFF2-40B4-BE49-F238E27FC236}">
                <a16:creationId xmlns:a16="http://schemas.microsoft.com/office/drawing/2014/main" id="{ADC80737-D47F-49BF-9AD0-0823A23AFF3C}"/>
              </a:ext>
            </a:extLst>
          </p:cNvPr>
          <p:cNvGrpSpPr>
            <a:grpSpLocks/>
          </p:cNvGrpSpPr>
          <p:nvPr/>
        </p:nvGrpSpPr>
        <p:grpSpPr bwMode="auto">
          <a:xfrm>
            <a:off x="2425700" y="2424336"/>
            <a:ext cx="990600" cy="466725"/>
            <a:chOff x="0" y="0"/>
            <a:chExt cx="624" cy="294"/>
          </a:xfrm>
        </p:grpSpPr>
        <p:sp>
          <p:nvSpPr>
            <p:cNvPr id="50232" name="Text Box 5">
              <a:extLst>
                <a:ext uri="{FF2B5EF4-FFF2-40B4-BE49-F238E27FC236}">
                  <a16:creationId xmlns:a16="http://schemas.microsoft.com/office/drawing/2014/main" id="{2109FDF5-E7DC-42C6-B498-D6CE42B3034F}"/>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latin typeface="Times New Roman" panose="02020603050405020304" pitchFamily="18" charset="0"/>
                </a:rPr>
                <a:t>     </a:t>
              </a:r>
            </a:p>
          </p:txBody>
        </p:sp>
        <p:sp>
          <p:nvSpPr>
            <p:cNvPr id="50233" name="Line 6">
              <a:extLst>
                <a:ext uri="{FF2B5EF4-FFF2-40B4-BE49-F238E27FC236}">
                  <a16:creationId xmlns:a16="http://schemas.microsoft.com/office/drawing/2014/main" id="{90B53FBE-97D0-4C03-9F96-3A0B149B505E}"/>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0182" name="Group 7">
            <a:extLst>
              <a:ext uri="{FF2B5EF4-FFF2-40B4-BE49-F238E27FC236}">
                <a16:creationId xmlns:a16="http://schemas.microsoft.com/office/drawing/2014/main" id="{8D7AB3BC-2AF2-4A1C-B79E-F7D56C1CF07A}"/>
              </a:ext>
            </a:extLst>
          </p:cNvPr>
          <p:cNvGrpSpPr>
            <a:grpSpLocks/>
          </p:cNvGrpSpPr>
          <p:nvPr/>
        </p:nvGrpSpPr>
        <p:grpSpPr bwMode="auto">
          <a:xfrm>
            <a:off x="4025900" y="2424336"/>
            <a:ext cx="990600" cy="466725"/>
            <a:chOff x="0" y="0"/>
            <a:chExt cx="624" cy="294"/>
          </a:xfrm>
        </p:grpSpPr>
        <p:sp>
          <p:nvSpPr>
            <p:cNvPr id="50230" name="Text Box 8">
              <a:extLst>
                <a:ext uri="{FF2B5EF4-FFF2-40B4-BE49-F238E27FC236}">
                  <a16:creationId xmlns:a16="http://schemas.microsoft.com/office/drawing/2014/main" id="{E3240054-099A-4340-9D27-4012F73109B9}"/>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19  </a:t>
              </a:r>
            </a:p>
          </p:txBody>
        </p:sp>
        <p:sp>
          <p:nvSpPr>
            <p:cNvPr id="50231" name="Line 9">
              <a:extLst>
                <a:ext uri="{FF2B5EF4-FFF2-40B4-BE49-F238E27FC236}">
                  <a16:creationId xmlns:a16="http://schemas.microsoft.com/office/drawing/2014/main" id="{8E4CDEE8-CA1E-4257-B8D9-94C9768816D7}"/>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0183" name="Group 10">
            <a:extLst>
              <a:ext uri="{FF2B5EF4-FFF2-40B4-BE49-F238E27FC236}">
                <a16:creationId xmlns:a16="http://schemas.microsoft.com/office/drawing/2014/main" id="{CF92BE8B-E470-49C9-AE0F-F4D4C1904875}"/>
              </a:ext>
            </a:extLst>
          </p:cNvPr>
          <p:cNvGrpSpPr>
            <a:grpSpLocks/>
          </p:cNvGrpSpPr>
          <p:nvPr/>
        </p:nvGrpSpPr>
        <p:grpSpPr bwMode="auto">
          <a:xfrm>
            <a:off x="7237413" y="2424336"/>
            <a:ext cx="990600" cy="466725"/>
            <a:chOff x="0" y="0"/>
            <a:chExt cx="624" cy="294"/>
          </a:xfrm>
        </p:grpSpPr>
        <p:sp>
          <p:nvSpPr>
            <p:cNvPr id="50228" name="Text Box 11">
              <a:extLst>
                <a:ext uri="{FF2B5EF4-FFF2-40B4-BE49-F238E27FC236}">
                  <a16:creationId xmlns:a16="http://schemas.microsoft.com/office/drawing/2014/main" id="{522798B6-3DAB-4A4F-A437-A3B191EB0590}"/>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47  </a:t>
              </a:r>
            </a:p>
          </p:txBody>
        </p:sp>
        <p:sp>
          <p:nvSpPr>
            <p:cNvPr id="50229" name="Line 12">
              <a:extLst>
                <a:ext uri="{FF2B5EF4-FFF2-40B4-BE49-F238E27FC236}">
                  <a16:creationId xmlns:a16="http://schemas.microsoft.com/office/drawing/2014/main" id="{5CD3D69F-DF55-4546-802D-2652770C5C5D}"/>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0184" name="Group 13">
            <a:extLst>
              <a:ext uri="{FF2B5EF4-FFF2-40B4-BE49-F238E27FC236}">
                <a16:creationId xmlns:a16="http://schemas.microsoft.com/office/drawing/2014/main" id="{C973B470-5544-41AF-AE52-319138831486}"/>
              </a:ext>
            </a:extLst>
          </p:cNvPr>
          <p:cNvGrpSpPr>
            <a:grpSpLocks/>
          </p:cNvGrpSpPr>
          <p:nvPr/>
        </p:nvGrpSpPr>
        <p:grpSpPr bwMode="auto">
          <a:xfrm>
            <a:off x="3187700" y="2619599"/>
            <a:ext cx="838200" cy="76200"/>
            <a:chOff x="0" y="0"/>
            <a:chExt cx="528" cy="48"/>
          </a:xfrm>
        </p:grpSpPr>
        <p:sp>
          <p:nvSpPr>
            <p:cNvPr id="50226" name="Line 14">
              <a:extLst>
                <a:ext uri="{FF2B5EF4-FFF2-40B4-BE49-F238E27FC236}">
                  <a16:creationId xmlns:a16="http://schemas.microsoft.com/office/drawing/2014/main" id="{73098768-C9BF-4E23-96F2-78B75498A970}"/>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27" name="Oval 15">
              <a:extLst>
                <a:ext uri="{FF2B5EF4-FFF2-40B4-BE49-F238E27FC236}">
                  <a16:creationId xmlns:a16="http://schemas.microsoft.com/office/drawing/2014/main" id="{68D02F1B-9D39-4FE9-ADE6-522959D8779F}"/>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50185" name="Group 16">
            <a:extLst>
              <a:ext uri="{FF2B5EF4-FFF2-40B4-BE49-F238E27FC236}">
                <a16:creationId xmlns:a16="http://schemas.microsoft.com/office/drawing/2014/main" id="{825C9329-05B4-4246-B67B-E86D2AAA57DB}"/>
              </a:ext>
            </a:extLst>
          </p:cNvPr>
          <p:cNvGrpSpPr>
            <a:grpSpLocks/>
          </p:cNvGrpSpPr>
          <p:nvPr/>
        </p:nvGrpSpPr>
        <p:grpSpPr bwMode="auto">
          <a:xfrm>
            <a:off x="4787900" y="2624361"/>
            <a:ext cx="838200" cy="76200"/>
            <a:chOff x="0" y="0"/>
            <a:chExt cx="528" cy="48"/>
          </a:xfrm>
        </p:grpSpPr>
        <p:sp>
          <p:nvSpPr>
            <p:cNvPr id="50224" name="Line 17">
              <a:extLst>
                <a:ext uri="{FF2B5EF4-FFF2-40B4-BE49-F238E27FC236}">
                  <a16:creationId xmlns:a16="http://schemas.microsoft.com/office/drawing/2014/main" id="{6127D624-51CA-44A2-BAA3-A4FFB5AD8D40}"/>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25" name="Oval 18">
              <a:extLst>
                <a:ext uri="{FF2B5EF4-FFF2-40B4-BE49-F238E27FC236}">
                  <a16:creationId xmlns:a16="http://schemas.microsoft.com/office/drawing/2014/main" id="{8F4BF17B-9294-44C3-B74A-ABD7D66F0359}"/>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50186" name="Group 19">
            <a:extLst>
              <a:ext uri="{FF2B5EF4-FFF2-40B4-BE49-F238E27FC236}">
                <a16:creationId xmlns:a16="http://schemas.microsoft.com/office/drawing/2014/main" id="{EE092ADA-9FA9-4CD8-9301-E7AE8F8E3AB8}"/>
              </a:ext>
            </a:extLst>
          </p:cNvPr>
          <p:cNvGrpSpPr>
            <a:grpSpLocks/>
          </p:cNvGrpSpPr>
          <p:nvPr/>
        </p:nvGrpSpPr>
        <p:grpSpPr bwMode="auto">
          <a:xfrm>
            <a:off x="1892300" y="1052736"/>
            <a:ext cx="1219200" cy="1371600"/>
            <a:chOff x="0" y="0"/>
            <a:chExt cx="768" cy="864"/>
          </a:xfrm>
        </p:grpSpPr>
        <p:sp>
          <p:nvSpPr>
            <p:cNvPr id="50219" name="Text Box 20">
              <a:extLst>
                <a:ext uri="{FF2B5EF4-FFF2-40B4-BE49-F238E27FC236}">
                  <a16:creationId xmlns:a16="http://schemas.microsoft.com/office/drawing/2014/main" id="{015803F0-5BE5-449B-97C5-4E886A4BB049}"/>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50220" name="Text Box 21">
              <a:extLst>
                <a:ext uri="{FF2B5EF4-FFF2-40B4-BE49-F238E27FC236}">
                  <a16:creationId xmlns:a16="http://schemas.microsoft.com/office/drawing/2014/main" id="{114F0C42-FBFC-4E7B-A897-C7CC33797999}"/>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latin typeface="Times New Roman" panose="02020603050405020304" pitchFamily="18" charset="0"/>
                </a:rPr>
                <a:t>head</a:t>
              </a:r>
            </a:p>
          </p:txBody>
        </p:sp>
        <p:grpSp>
          <p:nvGrpSpPr>
            <p:cNvPr id="50221" name="Group 22">
              <a:extLst>
                <a:ext uri="{FF2B5EF4-FFF2-40B4-BE49-F238E27FC236}">
                  <a16:creationId xmlns:a16="http://schemas.microsoft.com/office/drawing/2014/main" id="{E9D8F274-5A37-452C-BE88-57EE8CC95FA1}"/>
                </a:ext>
              </a:extLst>
            </p:cNvPr>
            <p:cNvGrpSpPr>
              <a:grpSpLocks/>
            </p:cNvGrpSpPr>
            <p:nvPr/>
          </p:nvGrpSpPr>
          <p:grpSpPr bwMode="auto">
            <a:xfrm>
              <a:off x="336" y="432"/>
              <a:ext cx="48" cy="432"/>
              <a:chOff x="0" y="0"/>
              <a:chExt cx="48" cy="432"/>
            </a:xfrm>
          </p:grpSpPr>
          <p:sp>
            <p:nvSpPr>
              <p:cNvPr id="50222" name="Oval 23">
                <a:extLst>
                  <a:ext uri="{FF2B5EF4-FFF2-40B4-BE49-F238E27FC236}">
                    <a16:creationId xmlns:a16="http://schemas.microsoft.com/office/drawing/2014/main" id="{69568AEE-7242-4A69-B009-E6926AA977C8}"/>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50223" name="Line 24">
                <a:extLst>
                  <a:ext uri="{FF2B5EF4-FFF2-40B4-BE49-F238E27FC236}">
                    <a16:creationId xmlns:a16="http://schemas.microsoft.com/office/drawing/2014/main" id="{CF60D337-6720-4C03-B0CB-C46956A02216}"/>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0187" name="Group 25">
            <a:extLst>
              <a:ext uri="{FF2B5EF4-FFF2-40B4-BE49-F238E27FC236}">
                <a16:creationId xmlns:a16="http://schemas.microsoft.com/office/drawing/2014/main" id="{6CAD8EDA-3CF3-4616-8118-BB99CBA8A6DA}"/>
              </a:ext>
            </a:extLst>
          </p:cNvPr>
          <p:cNvGrpSpPr>
            <a:grpSpLocks/>
          </p:cNvGrpSpPr>
          <p:nvPr/>
        </p:nvGrpSpPr>
        <p:grpSpPr bwMode="auto">
          <a:xfrm>
            <a:off x="3856038" y="1062261"/>
            <a:ext cx="931862" cy="1371600"/>
            <a:chOff x="0" y="0"/>
            <a:chExt cx="768" cy="864"/>
          </a:xfrm>
        </p:grpSpPr>
        <p:sp>
          <p:nvSpPr>
            <p:cNvPr id="50214" name="Text Box 26">
              <a:extLst>
                <a:ext uri="{FF2B5EF4-FFF2-40B4-BE49-F238E27FC236}">
                  <a16:creationId xmlns:a16="http://schemas.microsoft.com/office/drawing/2014/main" id="{38351D53-E13C-4E1E-AA55-43038B400171}"/>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50215" name="Text Box 27">
              <a:extLst>
                <a:ext uri="{FF2B5EF4-FFF2-40B4-BE49-F238E27FC236}">
                  <a16:creationId xmlns:a16="http://schemas.microsoft.com/office/drawing/2014/main" id="{0546842B-31FA-469D-A2B3-4A850FDDA4CE}"/>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solidFill>
                    <a:srgbClr val="FF3300"/>
                  </a:solidFill>
                  <a:latin typeface="Times New Roman" panose="02020603050405020304" pitchFamily="18" charset="0"/>
                </a:rPr>
                <a:t>pre</a:t>
              </a:r>
            </a:p>
          </p:txBody>
        </p:sp>
        <p:grpSp>
          <p:nvGrpSpPr>
            <p:cNvPr id="50216" name="Group 28">
              <a:extLst>
                <a:ext uri="{FF2B5EF4-FFF2-40B4-BE49-F238E27FC236}">
                  <a16:creationId xmlns:a16="http://schemas.microsoft.com/office/drawing/2014/main" id="{A11F7F6B-F0A6-4B8F-966D-A3DE79A722EF}"/>
                </a:ext>
              </a:extLst>
            </p:cNvPr>
            <p:cNvGrpSpPr>
              <a:grpSpLocks/>
            </p:cNvGrpSpPr>
            <p:nvPr/>
          </p:nvGrpSpPr>
          <p:grpSpPr bwMode="auto">
            <a:xfrm>
              <a:off x="336" y="432"/>
              <a:ext cx="48" cy="432"/>
              <a:chOff x="0" y="0"/>
              <a:chExt cx="48" cy="432"/>
            </a:xfrm>
          </p:grpSpPr>
          <p:sp>
            <p:nvSpPr>
              <p:cNvPr id="50217" name="Oval 29">
                <a:extLst>
                  <a:ext uri="{FF2B5EF4-FFF2-40B4-BE49-F238E27FC236}">
                    <a16:creationId xmlns:a16="http://schemas.microsoft.com/office/drawing/2014/main" id="{A6FF9D7B-3383-4D78-82B7-B754E3C3147A}"/>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50218" name="Line 30">
                <a:extLst>
                  <a:ext uri="{FF2B5EF4-FFF2-40B4-BE49-F238E27FC236}">
                    <a16:creationId xmlns:a16="http://schemas.microsoft.com/office/drawing/2014/main" id="{5C32FAC9-7BA4-4788-931F-4C37B7D5E0E1}"/>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0188" name="Group 31">
            <a:extLst>
              <a:ext uri="{FF2B5EF4-FFF2-40B4-BE49-F238E27FC236}">
                <a16:creationId xmlns:a16="http://schemas.microsoft.com/office/drawing/2014/main" id="{A7F0A72C-57BB-4FBD-B40F-D238E815ACC0}"/>
              </a:ext>
            </a:extLst>
          </p:cNvPr>
          <p:cNvGrpSpPr>
            <a:grpSpLocks/>
          </p:cNvGrpSpPr>
          <p:nvPr/>
        </p:nvGrpSpPr>
        <p:grpSpPr bwMode="auto">
          <a:xfrm>
            <a:off x="5092700" y="1062261"/>
            <a:ext cx="1447800" cy="1371600"/>
            <a:chOff x="0" y="0"/>
            <a:chExt cx="768" cy="864"/>
          </a:xfrm>
        </p:grpSpPr>
        <p:sp>
          <p:nvSpPr>
            <p:cNvPr id="50209" name="Text Box 32">
              <a:extLst>
                <a:ext uri="{FF2B5EF4-FFF2-40B4-BE49-F238E27FC236}">
                  <a16:creationId xmlns:a16="http://schemas.microsoft.com/office/drawing/2014/main" id="{CF1B64A9-C6D9-4D68-B997-73595F5CD1B7}"/>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50210" name="Text Box 33">
              <a:extLst>
                <a:ext uri="{FF2B5EF4-FFF2-40B4-BE49-F238E27FC236}">
                  <a16:creationId xmlns:a16="http://schemas.microsoft.com/office/drawing/2014/main" id="{CD8846BA-1064-4526-B67A-B11888C60331}"/>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solidFill>
                    <a:srgbClr val="FF3300"/>
                  </a:solidFill>
                  <a:latin typeface="Times New Roman" panose="02020603050405020304" pitchFamily="18" charset="0"/>
                </a:rPr>
                <a:t>cur</a:t>
              </a:r>
            </a:p>
          </p:txBody>
        </p:sp>
        <p:grpSp>
          <p:nvGrpSpPr>
            <p:cNvPr id="50211" name="Group 34">
              <a:extLst>
                <a:ext uri="{FF2B5EF4-FFF2-40B4-BE49-F238E27FC236}">
                  <a16:creationId xmlns:a16="http://schemas.microsoft.com/office/drawing/2014/main" id="{F9AC891E-B050-4B71-84FD-389CE7A085F6}"/>
                </a:ext>
              </a:extLst>
            </p:cNvPr>
            <p:cNvGrpSpPr>
              <a:grpSpLocks/>
            </p:cNvGrpSpPr>
            <p:nvPr/>
          </p:nvGrpSpPr>
          <p:grpSpPr bwMode="auto">
            <a:xfrm>
              <a:off x="336" y="432"/>
              <a:ext cx="48" cy="432"/>
              <a:chOff x="0" y="0"/>
              <a:chExt cx="48" cy="432"/>
            </a:xfrm>
          </p:grpSpPr>
          <p:sp>
            <p:nvSpPr>
              <p:cNvPr id="50212" name="Oval 35">
                <a:extLst>
                  <a:ext uri="{FF2B5EF4-FFF2-40B4-BE49-F238E27FC236}">
                    <a16:creationId xmlns:a16="http://schemas.microsoft.com/office/drawing/2014/main" id="{176CB925-560E-481C-801F-FD47126C6FB6}"/>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50213" name="Line 36">
                <a:extLst>
                  <a:ext uri="{FF2B5EF4-FFF2-40B4-BE49-F238E27FC236}">
                    <a16:creationId xmlns:a16="http://schemas.microsoft.com/office/drawing/2014/main" id="{87B0B6B2-9757-4F22-A97B-45F8B9034373}"/>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50189" name="Line 37">
            <a:extLst>
              <a:ext uri="{FF2B5EF4-FFF2-40B4-BE49-F238E27FC236}">
                <a16:creationId xmlns:a16="http://schemas.microsoft.com/office/drawing/2014/main" id="{4B3451B3-106B-490C-9EE5-A46AD29B2CD4}"/>
              </a:ext>
            </a:extLst>
          </p:cNvPr>
          <p:cNvSpPr>
            <a:spLocks noChangeShapeType="1"/>
          </p:cNvSpPr>
          <p:nvPr/>
        </p:nvSpPr>
        <p:spPr bwMode="auto">
          <a:xfrm>
            <a:off x="7770813" y="2487836"/>
            <a:ext cx="4572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0190" name="Group 38">
            <a:extLst>
              <a:ext uri="{FF2B5EF4-FFF2-40B4-BE49-F238E27FC236}">
                <a16:creationId xmlns:a16="http://schemas.microsoft.com/office/drawing/2014/main" id="{E151C162-57DB-492B-8B37-995230E9B68E}"/>
              </a:ext>
            </a:extLst>
          </p:cNvPr>
          <p:cNvGrpSpPr>
            <a:grpSpLocks/>
          </p:cNvGrpSpPr>
          <p:nvPr/>
        </p:nvGrpSpPr>
        <p:grpSpPr bwMode="auto">
          <a:xfrm>
            <a:off x="5619750" y="2437036"/>
            <a:ext cx="990600" cy="466725"/>
            <a:chOff x="0" y="0"/>
            <a:chExt cx="624" cy="294"/>
          </a:xfrm>
        </p:grpSpPr>
        <p:sp>
          <p:nvSpPr>
            <p:cNvPr id="50207" name="Text Box 39">
              <a:extLst>
                <a:ext uri="{FF2B5EF4-FFF2-40B4-BE49-F238E27FC236}">
                  <a16:creationId xmlns:a16="http://schemas.microsoft.com/office/drawing/2014/main" id="{2569EB0F-D712-4189-9090-B2E53EC7BC81}"/>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9     </a:t>
              </a:r>
            </a:p>
          </p:txBody>
        </p:sp>
        <p:sp>
          <p:nvSpPr>
            <p:cNvPr id="50208" name="Line 40">
              <a:extLst>
                <a:ext uri="{FF2B5EF4-FFF2-40B4-BE49-F238E27FC236}">
                  <a16:creationId xmlns:a16="http://schemas.microsoft.com/office/drawing/2014/main" id="{9E3099AA-EC37-4CED-BE10-3BAA13D18D89}"/>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0191" name="Group 41">
            <a:extLst>
              <a:ext uri="{FF2B5EF4-FFF2-40B4-BE49-F238E27FC236}">
                <a16:creationId xmlns:a16="http://schemas.microsoft.com/office/drawing/2014/main" id="{6034328F-ED32-4EC6-A733-41FC190B64D9}"/>
              </a:ext>
            </a:extLst>
          </p:cNvPr>
          <p:cNvGrpSpPr>
            <a:grpSpLocks/>
          </p:cNvGrpSpPr>
          <p:nvPr/>
        </p:nvGrpSpPr>
        <p:grpSpPr bwMode="auto">
          <a:xfrm>
            <a:off x="6381750" y="2632299"/>
            <a:ext cx="838200" cy="76200"/>
            <a:chOff x="0" y="0"/>
            <a:chExt cx="528" cy="48"/>
          </a:xfrm>
        </p:grpSpPr>
        <p:sp>
          <p:nvSpPr>
            <p:cNvPr id="50205" name="Line 42">
              <a:extLst>
                <a:ext uri="{FF2B5EF4-FFF2-40B4-BE49-F238E27FC236}">
                  <a16:creationId xmlns:a16="http://schemas.microsoft.com/office/drawing/2014/main" id="{F76FCC09-91C3-4C99-B7D1-1423910E0045}"/>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06" name="Oval 43">
              <a:extLst>
                <a:ext uri="{FF2B5EF4-FFF2-40B4-BE49-F238E27FC236}">
                  <a16:creationId xmlns:a16="http://schemas.microsoft.com/office/drawing/2014/main" id="{EA293B94-6203-4C52-9153-AE31C019908D}"/>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50192" name="Group 44">
            <a:extLst>
              <a:ext uri="{FF2B5EF4-FFF2-40B4-BE49-F238E27FC236}">
                <a16:creationId xmlns:a16="http://schemas.microsoft.com/office/drawing/2014/main" id="{76CD2882-25B0-4EE1-9A34-8AD997426C93}"/>
              </a:ext>
            </a:extLst>
          </p:cNvPr>
          <p:cNvGrpSpPr>
            <a:grpSpLocks/>
          </p:cNvGrpSpPr>
          <p:nvPr/>
        </p:nvGrpSpPr>
        <p:grpSpPr bwMode="auto">
          <a:xfrm>
            <a:off x="4830763" y="2724374"/>
            <a:ext cx="2605087" cy="287337"/>
            <a:chOff x="0" y="0"/>
            <a:chExt cx="1641" cy="272"/>
          </a:xfrm>
        </p:grpSpPr>
        <p:sp>
          <p:nvSpPr>
            <p:cNvPr id="50202" name="Line 45">
              <a:extLst>
                <a:ext uri="{FF2B5EF4-FFF2-40B4-BE49-F238E27FC236}">
                  <a16:creationId xmlns:a16="http://schemas.microsoft.com/office/drawing/2014/main" id="{989CFBB0-41FB-48EF-8D2F-351EC885D27C}"/>
                </a:ext>
              </a:extLst>
            </p:cNvPr>
            <p:cNvSpPr>
              <a:spLocks noChangeShapeType="1"/>
            </p:cNvSpPr>
            <p:nvPr/>
          </p:nvSpPr>
          <p:spPr bwMode="auto">
            <a:xfrm>
              <a:off x="0" y="0"/>
              <a:ext cx="0" cy="272"/>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50203" name="Line 46">
              <a:extLst>
                <a:ext uri="{FF2B5EF4-FFF2-40B4-BE49-F238E27FC236}">
                  <a16:creationId xmlns:a16="http://schemas.microsoft.com/office/drawing/2014/main" id="{4DF03D37-491F-4763-AB6E-413CCB55C6F5}"/>
                </a:ext>
              </a:extLst>
            </p:cNvPr>
            <p:cNvSpPr>
              <a:spLocks noChangeShapeType="1"/>
            </p:cNvSpPr>
            <p:nvPr/>
          </p:nvSpPr>
          <p:spPr bwMode="auto">
            <a:xfrm>
              <a:off x="0" y="272"/>
              <a:ext cx="1633" cy="0"/>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50204" name="Line 47">
              <a:extLst>
                <a:ext uri="{FF2B5EF4-FFF2-40B4-BE49-F238E27FC236}">
                  <a16:creationId xmlns:a16="http://schemas.microsoft.com/office/drawing/2014/main" id="{F25F7205-6A1D-45F7-BD0F-B6C35DAFA80A}"/>
                </a:ext>
              </a:extLst>
            </p:cNvPr>
            <p:cNvSpPr>
              <a:spLocks noChangeShapeType="1"/>
            </p:cNvSpPr>
            <p:nvPr/>
          </p:nvSpPr>
          <p:spPr bwMode="auto">
            <a:xfrm flipV="1">
              <a:off x="1633" y="90"/>
              <a:ext cx="8" cy="182"/>
            </a:xfrm>
            <a:prstGeom prst="line">
              <a:avLst/>
            </a:prstGeom>
            <a:noFill/>
            <a:ln w="9525">
              <a:solidFill>
                <a:schemeClr val="tx1"/>
              </a:solidFill>
              <a:round/>
              <a:headEnd/>
              <a:tailEnd type="triangle" w="med" len="me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grpSp>
      <p:sp>
        <p:nvSpPr>
          <p:cNvPr id="50193" name="Line 48">
            <a:extLst>
              <a:ext uri="{FF2B5EF4-FFF2-40B4-BE49-F238E27FC236}">
                <a16:creationId xmlns:a16="http://schemas.microsoft.com/office/drawing/2014/main" id="{786AF800-9D43-406B-ADCB-6A9CAD27F42A}"/>
              </a:ext>
            </a:extLst>
          </p:cNvPr>
          <p:cNvSpPr>
            <a:spLocks noChangeShapeType="1"/>
          </p:cNvSpPr>
          <p:nvPr/>
        </p:nvSpPr>
        <p:spPr bwMode="auto">
          <a:xfrm flipH="1">
            <a:off x="5419725" y="2438624"/>
            <a:ext cx="792163" cy="431800"/>
          </a:xfrm>
          <a:prstGeom prst="line">
            <a:avLst/>
          </a:prstGeom>
          <a:noFill/>
          <a:ln w="9525">
            <a:solidFill>
              <a:srgbClr val="FF3300"/>
            </a:solidFill>
            <a:round/>
            <a:headEnd/>
            <a:tailEnd/>
          </a:ln>
          <a:effectLst>
            <a:prstShdw prst="shdw17" dist="17961" dir="13500000">
              <a:srgbClr val="991F00"/>
            </a:prstShdw>
          </a:effectLst>
          <a:extLst>
            <a:ext uri="{909E8E84-426E-40DD-AFC4-6F175D3DCCD1}">
              <a14:hiddenFill xmlns:a14="http://schemas.microsoft.com/office/drawing/2010/main">
                <a:noFill/>
              </a14:hiddenFill>
            </a:ext>
          </a:extLst>
        </p:spPr>
        <p:txBody>
          <a:bodyPr/>
          <a:lstStyle/>
          <a:p>
            <a:endParaRPr lang="zh-CN" altLang="en-US"/>
          </a:p>
        </p:txBody>
      </p:sp>
      <p:sp>
        <p:nvSpPr>
          <p:cNvPr id="50194" name="Line 49">
            <a:extLst>
              <a:ext uri="{FF2B5EF4-FFF2-40B4-BE49-F238E27FC236}">
                <a16:creationId xmlns:a16="http://schemas.microsoft.com/office/drawing/2014/main" id="{5F41E074-85E0-47D3-B53F-DAFB5EDF90CD}"/>
              </a:ext>
            </a:extLst>
          </p:cNvPr>
          <p:cNvSpPr>
            <a:spLocks noChangeShapeType="1"/>
          </p:cNvSpPr>
          <p:nvPr/>
        </p:nvSpPr>
        <p:spPr bwMode="auto">
          <a:xfrm>
            <a:off x="5564188" y="2365599"/>
            <a:ext cx="576262" cy="504825"/>
          </a:xfrm>
          <a:prstGeom prst="line">
            <a:avLst/>
          </a:prstGeom>
          <a:noFill/>
          <a:ln w="9525">
            <a:solidFill>
              <a:srgbClr val="FF3300"/>
            </a:solidFill>
            <a:round/>
            <a:headEnd/>
            <a:tailEnd/>
          </a:ln>
          <a:effectLst>
            <a:prstShdw prst="shdw17" dist="17961" dir="13500000">
              <a:srgbClr val="991F00"/>
            </a:prstShdw>
          </a:effectLst>
          <a:extLst>
            <a:ext uri="{909E8E84-426E-40DD-AFC4-6F175D3DCCD1}">
              <a14:hiddenFill xmlns:a14="http://schemas.microsoft.com/office/drawing/2010/main">
                <a:noFill/>
              </a14:hiddenFill>
            </a:ext>
          </a:extLst>
        </p:spPr>
        <p:txBody>
          <a:bodyPr/>
          <a:lstStyle/>
          <a:p>
            <a:endParaRPr lang="zh-CN" altLang="en-US"/>
          </a:p>
        </p:txBody>
      </p:sp>
      <p:sp>
        <p:nvSpPr>
          <p:cNvPr id="58425" name="Text Box 56">
            <a:extLst>
              <a:ext uri="{FF2B5EF4-FFF2-40B4-BE49-F238E27FC236}">
                <a16:creationId xmlns:a16="http://schemas.microsoft.com/office/drawing/2014/main" id="{9D2C7433-E263-4197-8D43-0D2D6EC55086}"/>
              </a:ext>
            </a:extLst>
          </p:cNvPr>
          <p:cNvSpPr txBox="1">
            <a:spLocks noChangeArrowheads="1"/>
          </p:cNvSpPr>
          <p:nvPr/>
        </p:nvSpPr>
        <p:spPr bwMode="auto">
          <a:xfrm>
            <a:off x="751781" y="3094831"/>
            <a:ext cx="7489825" cy="4093428"/>
          </a:xfrm>
          <a:prstGeom prst="rect">
            <a:avLst/>
          </a:prstGeom>
          <a:solidFill>
            <a:srgbClr val="CCFFCC"/>
          </a:solidFill>
          <a:ln w="9525">
            <a:solidFill>
              <a:schemeClr val="accent1"/>
            </a:solidFill>
            <a:miter lim="800000"/>
            <a:headEnd/>
            <a:tailEnd/>
          </a:ln>
          <a:effectLst>
            <a:prstShdw prst="shdw17" dist="17961" dir="13500000">
              <a:srgbClr val="007A5C"/>
            </a:prstShdw>
          </a:effec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0" dirty="0">
                <a:latin typeface="Consolas" panose="020B0609020204030204" pitchFamily="49" charset="0"/>
              </a:rPr>
              <a:t>/*</a:t>
            </a:r>
            <a:r>
              <a:rPr lang="zh-CN" altLang="en-US" sz="2000" b="0" dirty="0">
                <a:latin typeface="Consolas" panose="020B0609020204030204" pitchFamily="49" charset="0"/>
              </a:rPr>
              <a:t>删除指定指针位置的后继节点，成功返回</a:t>
            </a:r>
            <a:r>
              <a:rPr lang="en-US" altLang="zh-CN" sz="2000" b="0" dirty="0">
                <a:latin typeface="Consolas" panose="020B0609020204030204" pitchFamily="49" charset="0"/>
              </a:rPr>
              <a:t>1</a:t>
            </a:r>
            <a:r>
              <a:rPr lang="zh-CN" altLang="en-US" sz="2000" b="0" dirty="0">
                <a:latin typeface="Consolas" panose="020B0609020204030204" pitchFamily="49" charset="0"/>
              </a:rPr>
              <a:t>，失败返回</a:t>
            </a:r>
            <a:r>
              <a:rPr lang="en-US" altLang="zh-CN" sz="2000" b="0" dirty="0">
                <a:latin typeface="Consolas" panose="020B0609020204030204" pitchFamily="49" charset="0"/>
              </a:rPr>
              <a:t>0*/</a:t>
            </a:r>
          </a:p>
          <a:p>
            <a:pPr eaLnBrk="1" hangingPunct="1">
              <a:spcBef>
                <a:spcPct val="0"/>
              </a:spcBef>
              <a:buFontTx/>
              <a:buNone/>
            </a:pPr>
            <a:r>
              <a:rPr lang="en-US" altLang="zh-CN" sz="2000" b="0" dirty="0">
                <a:latin typeface="Consolas" panose="020B0609020204030204" pitchFamily="49" charset="0"/>
              </a:rPr>
              <a:t>int </a:t>
            </a:r>
            <a:r>
              <a:rPr lang="en-US" altLang="zh-CN" sz="2000" b="0" dirty="0" err="1">
                <a:latin typeface="Consolas" panose="020B0609020204030204" pitchFamily="49" charset="0"/>
              </a:rPr>
              <a:t>eraseByPre</a:t>
            </a:r>
            <a:r>
              <a:rPr lang="en-US" altLang="zh-CN" sz="2000" b="0" dirty="0">
                <a:latin typeface="Consolas" panose="020B0609020204030204" pitchFamily="49" charset="0"/>
              </a:rPr>
              <a:t>(</a:t>
            </a:r>
            <a:r>
              <a:rPr lang="en-US" altLang="zh-CN" sz="2000" b="0" dirty="0" err="1">
                <a:latin typeface="Consolas" panose="020B0609020204030204" pitchFamily="49" charset="0"/>
              </a:rPr>
              <a:t>PtrNode</a:t>
            </a:r>
            <a:r>
              <a:rPr lang="en-US" altLang="zh-CN" sz="2000" b="0" dirty="0">
                <a:latin typeface="Consolas" panose="020B0609020204030204" pitchFamily="49" charset="0"/>
              </a:rPr>
              <a:t> pre)</a:t>
            </a:r>
          </a:p>
          <a:p>
            <a:pPr eaLnBrk="1" hangingPunct="1">
              <a:spcBef>
                <a:spcPct val="0"/>
              </a:spcBef>
              <a:buFontTx/>
              <a:buNone/>
            </a:pPr>
            <a:r>
              <a:rPr lang="en-US" altLang="zh-CN" sz="2000" b="0" dirty="0">
                <a:latin typeface="Consolas" panose="020B0609020204030204" pitchFamily="49" charset="0"/>
              </a:rPr>
              <a:t>{</a:t>
            </a:r>
          </a:p>
          <a:p>
            <a:pPr eaLnBrk="1" hangingPunct="1">
              <a:spcBef>
                <a:spcPct val="0"/>
              </a:spcBef>
              <a:buFontTx/>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PtrNode</a:t>
            </a:r>
            <a:r>
              <a:rPr lang="en-US" altLang="zh-CN" sz="2000" b="0" dirty="0">
                <a:latin typeface="Consolas" panose="020B0609020204030204" pitchFamily="49" charset="0"/>
              </a:rPr>
              <a:t> cur;</a:t>
            </a:r>
          </a:p>
          <a:p>
            <a:pPr eaLnBrk="1" hangingPunct="1">
              <a:spcBef>
                <a:spcPct val="0"/>
              </a:spcBef>
              <a:buFontTx/>
              <a:buNone/>
            </a:pPr>
            <a:r>
              <a:rPr lang="en-US" altLang="zh-CN" sz="2000" b="0" dirty="0">
                <a:latin typeface="Consolas" panose="020B0609020204030204" pitchFamily="49" charset="0"/>
              </a:rPr>
              <a:t>	if (pre==NULL || pre-&gt;next==NULL)</a:t>
            </a:r>
          </a:p>
          <a:p>
            <a:pPr eaLnBrk="1" hangingPunct="1">
              <a:spcBef>
                <a:spcPct val="0"/>
              </a:spcBef>
              <a:buFontTx/>
              <a:buNone/>
            </a:pPr>
            <a:r>
              <a:rPr lang="en-US" altLang="zh-CN" sz="2000" b="0" dirty="0">
                <a:latin typeface="Consolas" panose="020B0609020204030204" pitchFamily="49" charset="0"/>
              </a:rPr>
              <a:t>		return 0;</a:t>
            </a:r>
          </a:p>
          <a:p>
            <a:pPr eaLnBrk="1" hangingPunct="1">
              <a:spcBef>
                <a:spcPct val="0"/>
              </a:spcBef>
              <a:buFontTx/>
              <a:buNone/>
            </a:pPr>
            <a:r>
              <a:rPr lang="en-US" altLang="zh-CN" sz="2000" b="0" dirty="0">
                <a:latin typeface="Consolas" panose="020B0609020204030204" pitchFamily="49" charset="0"/>
              </a:rPr>
              <a:t>   	else {</a:t>
            </a:r>
          </a:p>
          <a:p>
            <a:pPr eaLnBrk="1" hangingPunct="1">
              <a:spcBef>
                <a:spcPct val="0"/>
              </a:spcBef>
              <a:buFontTx/>
              <a:buNone/>
            </a:pPr>
            <a:r>
              <a:rPr lang="en-US" altLang="zh-CN" sz="2000" b="0" dirty="0">
                <a:latin typeface="Consolas" panose="020B0609020204030204" pitchFamily="49" charset="0"/>
              </a:rPr>
              <a:t>		cur = pre-&gt;next;</a:t>
            </a:r>
          </a:p>
          <a:p>
            <a:pPr eaLnBrk="1" hangingPunct="1">
              <a:spcBef>
                <a:spcPct val="0"/>
              </a:spcBef>
              <a:buFontTx/>
              <a:buNone/>
            </a:pPr>
            <a:r>
              <a:rPr lang="en-US" altLang="zh-CN" sz="2000" b="0" dirty="0">
                <a:latin typeface="Consolas" panose="020B0609020204030204" pitchFamily="49" charset="0"/>
              </a:rPr>
              <a:t>        	pre-&gt;next = cur-&gt;next;</a:t>
            </a:r>
          </a:p>
          <a:p>
            <a:pPr eaLnBrk="1" hangingPunct="1">
              <a:spcBef>
                <a:spcPct val="0"/>
              </a:spcBef>
              <a:buFontTx/>
              <a:buNone/>
            </a:pPr>
            <a:r>
              <a:rPr lang="en-US" altLang="zh-CN" sz="2000" b="0" dirty="0">
                <a:latin typeface="Consolas" panose="020B0609020204030204" pitchFamily="49" charset="0"/>
              </a:rPr>
              <a:t>		free(cur);</a:t>
            </a:r>
          </a:p>
          <a:p>
            <a:pPr eaLnBrk="1" hangingPunct="1">
              <a:spcBef>
                <a:spcPct val="0"/>
              </a:spcBef>
              <a:buFontTx/>
              <a:buNone/>
            </a:pPr>
            <a:r>
              <a:rPr lang="en-US" altLang="zh-CN" sz="2000" b="0" dirty="0">
                <a:latin typeface="Consolas" panose="020B0609020204030204" pitchFamily="49" charset="0"/>
              </a:rPr>
              <a:t>		return 1;</a:t>
            </a:r>
          </a:p>
          <a:p>
            <a:pPr eaLnBrk="1" hangingPunct="1">
              <a:spcBef>
                <a:spcPct val="0"/>
              </a:spcBef>
              <a:buFontTx/>
              <a:buNone/>
            </a:pPr>
            <a:r>
              <a:rPr lang="en-US" altLang="zh-CN" sz="2000" b="0" dirty="0">
                <a:latin typeface="Consolas" panose="020B0609020204030204" pitchFamily="49" charset="0"/>
              </a:rPr>
              <a:t>	}</a:t>
            </a:r>
          </a:p>
          <a:p>
            <a:pPr eaLnBrk="1" hangingPunct="1">
              <a:spcBef>
                <a:spcPct val="0"/>
              </a:spcBef>
              <a:buFontTx/>
              <a:buNone/>
            </a:pPr>
            <a:r>
              <a:rPr lang="en-US" altLang="zh-CN" sz="2000" b="0" dirty="0">
                <a:latin typeface="Consolas" panose="020B0609020204030204" pitchFamily="49" charset="0"/>
              </a:rPr>
              <a:t>}</a:t>
            </a:r>
            <a:endParaRPr lang="en-US" altLang="zh-CN" sz="2000" dirty="0">
              <a:latin typeface="Times New Roman" panose="02020603050405020304" pitchFamily="18" charset="0"/>
            </a:endParaRPr>
          </a:p>
        </p:txBody>
      </p:sp>
    </p:spTree>
    <p:custDataLst>
      <p:tags r:id="rId1"/>
    </p:custDataLst>
    <p:extLst>
      <p:ext uri="{BB962C8B-B14F-4D97-AF65-F5344CB8AC3E}">
        <p14:creationId xmlns:p14="http://schemas.microsoft.com/office/powerpoint/2010/main" val="160806309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8425"/>
                                        </p:tgtEl>
                                        <p:attrNameLst>
                                          <p:attrName>style.visibility</p:attrName>
                                        </p:attrNameLst>
                                      </p:cBhvr>
                                      <p:to>
                                        <p:strVal val="visible"/>
                                      </p:to>
                                    </p:set>
                                    <p:animEffect transition="in" filter="fade">
                                      <p:cBhvr>
                                        <p:cTn id="7" dur="500"/>
                                        <p:tgtEl>
                                          <p:spTgt spid="584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2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8BC5AA-AE95-4193-8BDE-39AF85381536}"/>
              </a:ext>
            </a:extLst>
          </p:cNvPr>
          <p:cNvSpPr>
            <a:spLocks noGrp="1"/>
          </p:cNvSpPr>
          <p:nvPr>
            <p:ph type="title"/>
          </p:nvPr>
        </p:nvSpPr>
        <p:spPr/>
        <p:txBody>
          <a:bodyPr/>
          <a:lstStyle/>
          <a:p>
            <a:r>
              <a:rPr lang="zh-CN" altLang="en-US" dirty="0"/>
              <a:t>测试主程序</a:t>
            </a:r>
          </a:p>
        </p:txBody>
      </p:sp>
      <p:sp>
        <p:nvSpPr>
          <p:cNvPr id="3" name="内容占位符 2">
            <a:extLst>
              <a:ext uri="{FF2B5EF4-FFF2-40B4-BE49-F238E27FC236}">
                <a16:creationId xmlns:a16="http://schemas.microsoft.com/office/drawing/2014/main" id="{A7356289-5129-498F-9533-8374CA3632FD}"/>
              </a:ext>
            </a:extLst>
          </p:cNvPr>
          <p:cNvSpPr>
            <a:spLocks noGrp="1"/>
          </p:cNvSpPr>
          <p:nvPr>
            <p:ph idx="1"/>
          </p:nvPr>
        </p:nvSpPr>
        <p:spPr>
          <a:xfrm>
            <a:off x="467544" y="1196752"/>
            <a:ext cx="7772400" cy="4611687"/>
          </a:xfrm>
        </p:spPr>
        <p:txBody>
          <a:bodyPr/>
          <a:lstStyle/>
          <a:p>
            <a:pPr marL="0" indent="0">
              <a:buNone/>
            </a:pPr>
            <a:r>
              <a:rPr lang="en-US" altLang="zh-CN" sz="2000" dirty="0">
                <a:latin typeface="Consolas" panose="020B0609020204030204" pitchFamily="49" charset="0"/>
              </a:rPr>
              <a:t>int main(){</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PtrNode</a:t>
            </a:r>
            <a:r>
              <a:rPr lang="en-US" altLang="zh-CN" sz="2000" dirty="0">
                <a:latin typeface="Consolas" panose="020B0609020204030204" pitchFamily="49" charset="0"/>
              </a:rPr>
              <a:t> head = NULL;</a:t>
            </a:r>
          </a:p>
          <a:p>
            <a:pPr marL="0" indent="0">
              <a:buNone/>
            </a:pPr>
            <a:r>
              <a:rPr lang="en-US" altLang="zh-CN" sz="2000" dirty="0">
                <a:latin typeface="Consolas" panose="020B0609020204030204" pitchFamily="49" charset="0"/>
              </a:rPr>
              <a:t>	head = </a:t>
            </a:r>
            <a:r>
              <a:rPr lang="en-US" altLang="zh-CN" sz="2000" dirty="0" err="1">
                <a:latin typeface="Consolas" panose="020B0609020204030204" pitchFamily="49" charset="0"/>
              </a:rPr>
              <a:t>initEmptyList</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b="0" dirty="0" err="1">
                <a:latin typeface="Consolas" panose="020B0609020204030204" pitchFamily="49" charset="0"/>
              </a:rPr>
              <a:t>insertEnd</a:t>
            </a:r>
            <a:r>
              <a:rPr lang="en-US" altLang="zh-CN" sz="2000" dirty="0">
                <a:latin typeface="Consolas" panose="020B0609020204030204" pitchFamily="49" charset="0"/>
              </a:rPr>
              <a:t>(</a:t>
            </a:r>
            <a:r>
              <a:rPr lang="en-US" altLang="zh-CN" sz="2000" dirty="0" err="1">
                <a:latin typeface="Consolas" panose="020B0609020204030204" pitchFamily="49" charset="0"/>
              </a:rPr>
              <a:t>head,1</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insertBegin</a:t>
            </a:r>
            <a:r>
              <a:rPr lang="en-US" altLang="zh-CN" sz="2000" dirty="0">
                <a:latin typeface="Consolas" panose="020B0609020204030204" pitchFamily="49" charset="0"/>
              </a:rPr>
              <a:t>(</a:t>
            </a:r>
            <a:r>
              <a:rPr lang="en-US" altLang="zh-CN" sz="2000" dirty="0" err="1">
                <a:latin typeface="Consolas" panose="020B0609020204030204" pitchFamily="49" charset="0"/>
              </a:rPr>
              <a:t>head,2</a:t>
            </a:r>
            <a:r>
              <a:rPr lang="en-US" altLang="zh-CN" sz="2000" dirty="0">
                <a:latin typeface="Consolas" panose="020B0609020204030204" pitchFamily="49" charset="0"/>
              </a:rPr>
              <a:t>); </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insertUp</a:t>
            </a:r>
            <a:r>
              <a:rPr lang="en-US" altLang="zh-CN" sz="2000" dirty="0">
                <a:latin typeface="Consolas" panose="020B0609020204030204" pitchFamily="49" charset="0"/>
              </a:rPr>
              <a:t>(</a:t>
            </a:r>
            <a:r>
              <a:rPr lang="en-US" altLang="zh-CN" sz="2000" dirty="0" err="1">
                <a:latin typeface="Consolas" panose="020B0609020204030204" pitchFamily="49" charset="0"/>
              </a:rPr>
              <a:t>head,3</a:t>
            </a:r>
            <a:r>
              <a:rPr lang="en-US" altLang="zh-CN" sz="2000" dirty="0">
                <a:latin typeface="Consolas" panose="020B0609020204030204" pitchFamily="49" charset="0"/>
              </a:rPr>
              <a:t>); </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printList</a:t>
            </a:r>
            <a:r>
              <a:rPr lang="en-US" altLang="zh-CN" sz="2000" dirty="0">
                <a:latin typeface="Consolas" panose="020B0609020204030204" pitchFamily="49" charset="0"/>
              </a:rPr>
              <a:t>(head);</a:t>
            </a:r>
          </a:p>
          <a:p>
            <a:pPr marL="0" indent="0">
              <a:buNone/>
            </a:pPr>
            <a:r>
              <a:rPr lang="en-US" altLang="zh-CN" sz="2000" dirty="0">
                <a:solidFill>
                  <a:srgbClr val="FF0000"/>
                </a:solidFill>
                <a:latin typeface="Consolas" panose="020B0609020204030204" pitchFamily="49" charset="0"/>
              </a:rPr>
              <a:t>	</a:t>
            </a:r>
            <a:r>
              <a:rPr lang="en-US" altLang="zh-CN" sz="2000" dirty="0" err="1">
                <a:solidFill>
                  <a:srgbClr val="FF0000"/>
                </a:solidFill>
                <a:latin typeface="Consolas" panose="020B0609020204030204" pitchFamily="49" charset="0"/>
              </a:rPr>
              <a:t>PtrNode</a:t>
            </a:r>
            <a:r>
              <a:rPr lang="en-US" altLang="zh-CN" sz="2000" dirty="0">
                <a:solidFill>
                  <a:srgbClr val="FF0000"/>
                </a:solidFill>
                <a:latin typeface="Consolas" panose="020B0609020204030204" pitchFamily="49" charset="0"/>
              </a:rPr>
              <a:t> p = </a:t>
            </a:r>
            <a:r>
              <a:rPr lang="en-US" altLang="zh-CN" sz="2000" b="0" dirty="0" err="1">
                <a:solidFill>
                  <a:srgbClr val="FF0000"/>
                </a:solidFill>
                <a:latin typeface="Consolas" panose="020B0609020204030204" pitchFamily="49" charset="0"/>
              </a:rPr>
              <a:t>findPre</a:t>
            </a:r>
            <a:r>
              <a:rPr lang="en-US" altLang="zh-CN" sz="2000" b="0" dirty="0">
                <a:solidFill>
                  <a:srgbClr val="FF0000"/>
                </a:solidFill>
                <a:latin typeface="Consolas" panose="020B0609020204030204" pitchFamily="49" charset="0"/>
              </a:rPr>
              <a:t>(</a:t>
            </a:r>
            <a:r>
              <a:rPr lang="en-US" altLang="zh-CN" sz="2000" b="0" dirty="0" err="1">
                <a:solidFill>
                  <a:srgbClr val="FF0000"/>
                </a:solidFill>
                <a:latin typeface="Consolas" panose="020B0609020204030204" pitchFamily="49" charset="0"/>
              </a:rPr>
              <a:t>head</a:t>
            </a:r>
            <a:r>
              <a:rPr lang="en-US" altLang="zh-CN" sz="2000" dirty="0" err="1">
                <a:solidFill>
                  <a:srgbClr val="FF0000"/>
                </a:solidFill>
                <a:latin typeface="Consolas" panose="020B0609020204030204" pitchFamily="49" charset="0"/>
              </a:rPr>
              <a:t>,1</a:t>
            </a:r>
            <a:r>
              <a:rPr lang="en-US" altLang="zh-CN" sz="2000" b="0" dirty="0">
                <a:solidFill>
                  <a:srgbClr val="FF0000"/>
                </a:solidFill>
                <a:latin typeface="Consolas" panose="020B0609020204030204" pitchFamily="49" charset="0"/>
              </a:rPr>
              <a:t>);</a:t>
            </a:r>
          </a:p>
          <a:p>
            <a:pPr marL="0" indent="0">
              <a:buNone/>
            </a:pPr>
            <a:r>
              <a:rPr lang="en-US" altLang="zh-CN" sz="2000" dirty="0">
                <a:solidFill>
                  <a:srgbClr val="FF0000"/>
                </a:solidFill>
                <a:latin typeface="Consolas" panose="020B0609020204030204" pitchFamily="49" charset="0"/>
              </a:rPr>
              <a:t>	</a:t>
            </a:r>
            <a:r>
              <a:rPr lang="en-US" altLang="zh-CN" sz="2000" b="0" dirty="0" err="1">
                <a:solidFill>
                  <a:srgbClr val="FF0000"/>
                </a:solidFill>
                <a:latin typeface="Consolas" panose="020B0609020204030204" pitchFamily="49" charset="0"/>
              </a:rPr>
              <a:t>eraseByPre</a:t>
            </a:r>
            <a:r>
              <a:rPr lang="en-US" altLang="zh-CN" sz="2000" b="0" dirty="0">
                <a:solidFill>
                  <a:srgbClr val="FF0000"/>
                </a:solidFill>
                <a:latin typeface="Consolas" panose="020B0609020204030204" pitchFamily="49" charset="0"/>
              </a:rPr>
              <a:t>(p);</a:t>
            </a:r>
          </a:p>
          <a:p>
            <a:pPr marL="0" indent="0">
              <a:buNone/>
            </a:pPr>
            <a:r>
              <a:rPr lang="en-US" altLang="zh-CN" sz="2000" dirty="0">
                <a:solidFill>
                  <a:srgbClr val="FF0000"/>
                </a:solidFill>
                <a:latin typeface="Consolas" panose="020B0609020204030204" pitchFamily="49" charset="0"/>
              </a:rPr>
              <a:t>	</a:t>
            </a:r>
            <a:r>
              <a:rPr lang="en-US" altLang="zh-CN" sz="2000" dirty="0" err="1">
                <a:solidFill>
                  <a:srgbClr val="FF0000"/>
                </a:solidFill>
                <a:latin typeface="Consolas" panose="020B0609020204030204" pitchFamily="49" charset="0"/>
              </a:rPr>
              <a:t>printList</a:t>
            </a:r>
            <a:r>
              <a:rPr lang="en-US" altLang="zh-CN" sz="2000" dirty="0">
                <a:solidFill>
                  <a:srgbClr val="FF0000"/>
                </a:solidFill>
                <a:latin typeface="Consolas" panose="020B0609020204030204" pitchFamily="49" charset="0"/>
              </a:rPr>
              <a:t>(head);</a:t>
            </a:r>
            <a:r>
              <a:rPr lang="en-US" altLang="zh-CN" sz="2000" b="0" dirty="0">
                <a:solidFill>
                  <a:srgbClr val="FF0000"/>
                </a:solidFill>
                <a:latin typeface="Consolas" panose="020B0609020204030204" pitchFamily="49" charset="0"/>
              </a:rPr>
              <a:t>	</a:t>
            </a:r>
          </a:p>
          <a:p>
            <a:pPr marL="0" indent="0">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destroyList</a:t>
            </a:r>
            <a:r>
              <a:rPr lang="en-US" altLang="zh-CN" sz="2000" b="0" dirty="0">
                <a:latin typeface="Consolas" panose="020B0609020204030204" pitchFamily="49" charset="0"/>
              </a:rPr>
              <a:t>(&amp;head);</a:t>
            </a:r>
          </a:p>
          <a:p>
            <a:pPr marL="0" indent="0">
              <a:buNone/>
            </a:pPr>
            <a:r>
              <a:rPr lang="en-US" altLang="zh-CN" sz="2000" dirty="0">
                <a:latin typeface="Consolas" panose="020B0609020204030204" pitchFamily="49" charset="0"/>
              </a:rPr>
              <a:t>	return 0;</a:t>
            </a:r>
          </a:p>
          <a:p>
            <a:pPr marL="0" indent="0">
              <a:buNone/>
            </a:pP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a:t>
            </a:r>
            <a:r>
              <a:rPr lang="zh-CN" altLang="en-US" sz="2000" dirty="0">
                <a:latin typeface="Consolas" panose="020B0609020204030204" pitchFamily="49" charset="0"/>
              </a:rPr>
              <a:t>继续测试删除值为</a:t>
            </a:r>
            <a:r>
              <a:rPr lang="en-US" altLang="zh-CN" sz="2000" dirty="0">
                <a:latin typeface="Consolas" panose="020B0609020204030204" pitchFamily="49" charset="0"/>
              </a:rPr>
              <a:t>2</a:t>
            </a:r>
            <a:r>
              <a:rPr lang="zh-CN" altLang="en-US" sz="2000" dirty="0">
                <a:latin typeface="Consolas" panose="020B0609020204030204" pitchFamily="49" charset="0"/>
              </a:rPr>
              <a:t>、</a:t>
            </a:r>
            <a:r>
              <a:rPr lang="en-US" altLang="zh-CN" sz="2000" dirty="0">
                <a:latin typeface="Consolas" panose="020B0609020204030204" pitchFamily="49" charset="0"/>
              </a:rPr>
              <a:t>3</a:t>
            </a:r>
            <a:r>
              <a:rPr lang="zh-CN" altLang="en-US" sz="2000" dirty="0">
                <a:latin typeface="Consolas" panose="020B0609020204030204" pitchFamily="49" charset="0"/>
              </a:rPr>
              <a:t>、</a:t>
            </a:r>
            <a:r>
              <a:rPr lang="en-US" altLang="zh-CN" sz="2000" dirty="0">
                <a:latin typeface="Consolas" panose="020B0609020204030204" pitchFamily="49" charset="0"/>
              </a:rPr>
              <a:t>4</a:t>
            </a:r>
            <a:r>
              <a:rPr lang="zh-CN" altLang="en-US" sz="2000" dirty="0">
                <a:latin typeface="Consolas" panose="020B0609020204030204" pitchFamily="49" charset="0"/>
              </a:rPr>
              <a:t>的节点，保证删头、尾、不存在节点都正确</a:t>
            </a:r>
            <a:r>
              <a:rPr lang="en-US" altLang="zh-CN" sz="2000" dirty="0">
                <a:latin typeface="Consolas" panose="020B0609020204030204" pitchFamily="49" charset="0"/>
              </a:rPr>
              <a:t>*/</a:t>
            </a:r>
          </a:p>
        </p:txBody>
      </p:sp>
    </p:spTree>
    <p:extLst>
      <p:ext uri="{BB962C8B-B14F-4D97-AF65-F5344CB8AC3E}">
        <p14:creationId xmlns:p14="http://schemas.microsoft.com/office/powerpoint/2010/main" val="4045665712"/>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a:extLst>
              <a:ext uri="{FF2B5EF4-FFF2-40B4-BE49-F238E27FC236}">
                <a16:creationId xmlns:a16="http://schemas.microsoft.com/office/drawing/2014/main" id="{B0E02552-1207-4B0C-A066-1AEA78522FF4}"/>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342159D3-CD1F-4E3E-BFD0-2FD9916AE40B}" type="slidenum">
              <a:rPr lang="en-US" altLang="zh-CN" sz="1400">
                <a:latin typeface="Times New Roman" panose="02020603050405020304" pitchFamily="18" charset="0"/>
              </a:rPr>
              <a:pPr algn="r" eaLnBrk="1" hangingPunct="1">
                <a:spcBef>
                  <a:spcPct val="50000"/>
                </a:spcBef>
                <a:buFontTx/>
                <a:buNone/>
              </a:pPr>
              <a:t>43</a:t>
            </a:fld>
            <a:endParaRPr lang="en-US" altLang="zh-CN" sz="1400">
              <a:latin typeface="Times New Roman" panose="02020603050405020304" pitchFamily="18" charset="0"/>
            </a:endParaRPr>
          </a:p>
        </p:txBody>
      </p:sp>
      <p:grpSp>
        <p:nvGrpSpPr>
          <p:cNvPr id="28675" name="Group 5">
            <a:extLst>
              <a:ext uri="{FF2B5EF4-FFF2-40B4-BE49-F238E27FC236}">
                <a16:creationId xmlns:a16="http://schemas.microsoft.com/office/drawing/2014/main" id="{2AAA1A61-6381-43B2-9807-6DCA664F432C}"/>
              </a:ext>
            </a:extLst>
          </p:cNvPr>
          <p:cNvGrpSpPr>
            <a:grpSpLocks/>
          </p:cNvGrpSpPr>
          <p:nvPr/>
        </p:nvGrpSpPr>
        <p:grpSpPr bwMode="auto">
          <a:xfrm>
            <a:off x="2081213" y="1639367"/>
            <a:ext cx="990600" cy="466725"/>
            <a:chOff x="0" y="0"/>
            <a:chExt cx="624" cy="294"/>
          </a:xfrm>
        </p:grpSpPr>
        <p:sp>
          <p:nvSpPr>
            <p:cNvPr id="28709" name="Text Box 6">
              <a:extLst>
                <a:ext uri="{FF2B5EF4-FFF2-40B4-BE49-F238E27FC236}">
                  <a16:creationId xmlns:a16="http://schemas.microsoft.com/office/drawing/2014/main" id="{D81E222C-BC5E-4160-A988-17CF845AF969}"/>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latin typeface="Times New Roman" panose="02020603050405020304" pitchFamily="18" charset="0"/>
                </a:rPr>
                <a:t>     </a:t>
              </a:r>
            </a:p>
          </p:txBody>
        </p:sp>
        <p:sp>
          <p:nvSpPr>
            <p:cNvPr id="28710" name="Line 7">
              <a:extLst>
                <a:ext uri="{FF2B5EF4-FFF2-40B4-BE49-F238E27FC236}">
                  <a16:creationId xmlns:a16="http://schemas.microsoft.com/office/drawing/2014/main" id="{F91BB91E-0BED-4FB2-819A-4A5DA5107609}"/>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8676" name="Group 8">
            <a:extLst>
              <a:ext uri="{FF2B5EF4-FFF2-40B4-BE49-F238E27FC236}">
                <a16:creationId xmlns:a16="http://schemas.microsoft.com/office/drawing/2014/main" id="{DA4344CC-B586-4555-8593-1376D79465C5}"/>
              </a:ext>
            </a:extLst>
          </p:cNvPr>
          <p:cNvGrpSpPr>
            <a:grpSpLocks/>
          </p:cNvGrpSpPr>
          <p:nvPr/>
        </p:nvGrpSpPr>
        <p:grpSpPr bwMode="auto">
          <a:xfrm>
            <a:off x="3452813" y="1639367"/>
            <a:ext cx="990600" cy="466725"/>
            <a:chOff x="0" y="0"/>
            <a:chExt cx="624" cy="294"/>
          </a:xfrm>
        </p:grpSpPr>
        <p:sp>
          <p:nvSpPr>
            <p:cNvPr id="28707" name="Text Box 9">
              <a:extLst>
                <a:ext uri="{FF2B5EF4-FFF2-40B4-BE49-F238E27FC236}">
                  <a16:creationId xmlns:a16="http://schemas.microsoft.com/office/drawing/2014/main" id="{725F1EEA-FB88-44BE-A593-5AD85EBD6DD1}"/>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19  </a:t>
              </a:r>
            </a:p>
          </p:txBody>
        </p:sp>
        <p:sp>
          <p:nvSpPr>
            <p:cNvPr id="28708" name="Line 10">
              <a:extLst>
                <a:ext uri="{FF2B5EF4-FFF2-40B4-BE49-F238E27FC236}">
                  <a16:creationId xmlns:a16="http://schemas.microsoft.com/office/drawing/2014/main" id="{370D2F3B-8893-4BAD-8B28-0CAF6118DF40}"/>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8677" name="Group 11">
            <a:extLst>
              <a:ext uri="{FF2B5EF4-FFF2-40B4-BE49-F238E27FC236}">
                <a16:creationId xmlns:a16="http://schemas.microsoft.com/office/drawing/2014/main" id="{0F68C549-FE79-44BE-8424-156E60895E33}"/>
              </a:ext>
            </a:extLst>
          </p:cNvPr>
          <p:cNvGrpSpPr>
            <a:grpSpLocks/>
          </p:cNvGrpSpPr>
          <p:nvPr/>
        </p:nvGrpSpPr>
        <p:grpSpPr bwMode="auto">
          <a:xfrm>
            <a:off x="4900613" y="1639367"/>
            <a:ext cx="990600" cy="466725"/>
            <a:chOff x="0" y="0"/>
            <a:chExt cx="624" cy="294"/>
          </a:xfrm>
        </p:grpSpPr>
        <p:sp>
          <p:nvSpPr>
            <p:cNvPr id="28705" name="Text Box 12">
              <a:extLst>
                <a:ext uri="{FF2B5EF4-FFF2-40B4-BE49-F238E27FC236}">
                  <a16:creationId xmlns:a16="http://schemas.microsoft.com/office/drawing/2014/main" id="{6720637D-A8B9-49E2-8F1A-2E2AF99B8374}"/>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47  </a:t>
              </a:r>
            </a:p>
          </p:txBody>
        </p:sp>
        <p:sp>
          <p:nvSpPr>
            <p:cNvPr id="28706" name="Line 13">
              <a:extLst>
                <a:ext uri="{FF2B5EF4-FFF2-40B4-BE49-F238E27FC236}">
                  <a16:creationId xmlns:a16="http://schemas.microsoft.com/office/drawing/2014/main" id="{5DD96BA4-D6D3-4965-B921-06D84BFA5C0A}"/>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8678" name="Group 14">
            <a:extLst>
              <a:ext uri="{FF2B5EF4-FFF2-40B4-BE49-F238E27FC236}">
                <a16:creationId xmlns:a16="http://schemas.microsoft.com/office/drawing/2014/main" id="{A34419B5-878F-428D-8333-311368ACBA44}"/>
              </a:ext>
            </a:extLst>
          </p:cNvPr>
          <p:cNvGrpSpPr>
            <a:grpSpLocks/>
          </p:cNvGrpSpPr>
          <p:nvPr/>
        </p:nvGrpSpPr>
        <p:grpSpPr bwMode="auto">
          <a:xfrm>
            <a:off x="2843213" y="1834630"/>
            <a:ext cx="609600" cy="109537"/>
            <a:chOff x="0" y="0"/>
            <a:chExt cx="528" cy="48"/>
          </a:xfrm>
        </p:grpSpPr>
        <p:sp>
          <p:nvSpPr>
            <p:cNvPr id="28703" name="Line 15">
              <a:extLst>
                <a:ext uri="{FF2B5EF4-FFF2-40B4-BE49-F238E27FC236}">
                  <a16:creationId xmlns:a16="http://schemas.microsoft.com/office/drawing/2014/main" id="{3D28761E-5917-434A-9754-2EEFF12DDFD1}"/>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04" name="Oval 16">
              <a:extLst>
                <a:ext uri="{FF2B5EF4-FFF2-40B4-BE49-F238E27FC236}">
                  <a16:creationId xmlns:a16="http://schemas.microsoft.com/office/drawing/2014/main" id="{ACA12EF9-A048-4592-949A-4ECB8D14E4CD}"/>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28679" name="Group 17">
            <a:extLst>
              <a:ext uri="{FF2B5EF4-FFF2-40B4-BE49-F238E27FC236}">
                <a16:creationId xmlns:a16="http://schemas.microsoft.com/office/drawing/2014/main" id="{5BFB74F1-651B-4B5D-AE4E-69AF480CBB52}"/>
              </a:ext>
            </a:extLst>
          </p:cNvPr>
          <p:cNvGrpSpPr>
            <a:grpSpLocks/>
          </p:cNvGrpSpPr>
          <p:nvPr/>
        </p:nvGrpSpPr>
        <p:grpSpPr bwMode="auto">
          <a:xfrm>
            <a:off x="4214813" y="1839392"/>
            <a:ext cx="685800" cy="104775"/>
            <a:chOff x="0" y="0"/>
            <a:chExt cx="528" cy="48"/>
          </a:xfrm>
        </p:grpSpPr>
        <p:sp>
          <p:nvSpPr>
            <p:cNvPr id="28701" name="Line 18">
              <a:extLst>
                <a:ext uri="{FF2B5EF4-FFF2-40B4-BE49-F238E27FC236}">
                  <a16:creationId xmlns:a16="http://schemas.microsoft.com/office/drawing/2014/main" id="{95823174-44E4-423B-84C4-8AC1B7F7448C}"/>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02" name="Oval 19">
              <a:extLst>
                <a:ext uri="{FF2B5EF4-FFF2-40B4-BE49-F238E27FC236}">
                  <a16:creationId xmlns:a16="http://schemas.microsoft.com/office/drawing/2014/main" id="{F9613D3D-6F7D-43BB-A0CF-158061947843}"/>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28680" name="Group 20">
            <a:extLst>
              <a:ext uri="{FF2B5EF4-FFF2-40B4-BE49-F238E27FC236}">
                <a16:creationId xmlns:a16="http://schemas.microsoft.com/office/drawing/2014/main" id="{86F6CFB0-3A59-45A7-9443-8299C8907590}"/>
              </a:ext>
            </a:extLst>
          </p:cNvPr>
          <p:cNvGrpSpPr>
            <a:grpSpLocks/>
          </p:cNvGrpSpPr>
          <p:nvPr/>
        </p:nvGrpSpPr>
        <p:grpSpPr bwMode="auto">
          <a:xfrm>
            <a:off x="557213" y="1196752"/>
            <a:ext cx="1524000" cy="923925"/>
            <a:chOff x="0" y="0"/>
            <a:chExt cx="960" cy="582"/>
          </a:xfrm>
        </p:grpSpPr>
        <p:sp>
          <p:nvSpPr>
            <p:cNvPr id="28696" name="Text Box 21">
              <a:extLst>
                <a:ext uri="{FF2B5EF4-FFF2-40B4-BE49-F238E27FC236}">
                  <a16:creationId xmlns:a16="http://schemas.microsoft.com/office/drawing/2014/main" id="{9259CFA7-C2F6-4C1B-BDFF-EC1B3740004E}"/>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28697" name="Text Box 22">
              <a:extLst>
                <a:ext uri="{FF2B5EF4-FFF2-40B4-BE49-F238E27FC236}">
                  <a16:creationId xmlns:a16="http://schemas.microsoft.com/office/drawing/2014/main" id="{037CD15E-AAC2-47C2-A3FD-393ABF44D965}"/>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latin typeface="Times New Roman" panose="02020603050405020304" pitchFamily="18" charset="0"/>
                </a:rPr>
                <a:t>head</a:t>
              </a:r>
            </a:p>
          </p:txBody>
        </p:sp>
        <p:grpSp>
          <p:nvGrpSpPr>
            <p:cNvPr id="28698" name="Group 23">
              <a:extLst>
                <a:ext uri="{FF2B5EF4-FFF2-40B4-BE49-F238E27FC236}">
                  <a16:creationId xmlns:a16="http://schemas.microsoft.com/office/drawing/2014/main" id="{F47E9E48-5776-46C2-83FA-8D28313F38D5}"/>
                </a:ext>
              </a:extLst>
            </p:cNvPr>
            <p:cNvGrpSpPr>
              <a:grpSpLocks/>
            </p:cNvGrpSpPr>
            <p:nvPr/>
          </p:nvGrpSpPr>
          <p:grpSpPr bwMode="auto">
            <a:xfrm>
              <a:off x="336" y="432"/>
              <a:ext cx="624" cy="48"/>
              <a:chOff x="0" y="0"/>
              <a:chExt cx="624" cy="48"/>
            </a:xfrm>
          </p:grpSpPr>
          <p:sp>
            <p:nvSpPr>
              <p:cNvPr id="28699" name="Oval 24">
                <a:extLst>
                  <a:ext uri="{FF2B5EF4-FFF2-40B4-BE49-F238E27FC236}">
                    <a16:creationId xmlns:a16="http://schemas.microsoft.com/office/drawing/2014/main" id="{3BFA58BE-D50B-48C0-A056-D0D95D996A23}"/>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28700" name="Line 25">
                <a:extLst>
                  <a:ext uri="{FF2B5EF4-FFF2-40B4-BE49-F238E27FC236}">
                    <a16:creationId xmlns:a16="http://schemas.microsoft.com/office/drawing/2014/main" id="{9B58541D-D581-4E59-A3C5-61DD7A24BBF7}"/>
                  </a:ext>
                </a:extLst>
              </p:cNvPr>
              <p:cNvSpPr>
                <a:spLocks noChangeShapeType="1"/>
              </p:cNvSpPr>
              <p:nvPr/>
            </p:nvSpPr>
            <p:spPr bwMode="auto">
              <a:xfrm flipV="1">
                <a:off x="18" y="39"/>
                <a:ext cx="606" cy="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28682" name="Line 31">
            <a:extLst>
              <a:ext uri="{FF2B5EF4-FFF2-40B4-BE49-F238E27FC236}">
                <a16:creationId xmlns:a16="http://schemas.microsoft.com/office/drawing/2014/main" id="{EED0F0F5-713E-477A-A630-6884737462C9}"/>
              </a:ext>
            </a:extLst>
          </p:cNvPr>
          <p:cNvSpPr>
            <a:spLocks noChangeShapeType="1"/>
          </p:cNvSpPr>
          <p:nvPr/>
        </p:nvSpPr>
        <p:spPr bwMode="auto">
          <a:xfrm>
            <a:off x="5434013" y="1648892"/>
            <a:ext cx="4572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8681" name="Group 26">
            <a:extLst>
              <a:ext uri="{FF2B5EF4-FFF2-40B4-BE49-F238E27FC236}">
                <a16:creationId xmlns:a16="http://schemas.microsoft.com/office/drawing/2014/main" id="{ACEFAEA2-C668-420F-9C45-8F43464D73AB}"/>
              </a:ext>
            </a:extLst>
          </p:cNvPr>
          <p:cNvGrpSpPr>
            <a:grpSpLocks/>
          </p:cNvGrpSpPr>
          <p:nvPr/>
        </p:nvGrpSpPr>
        <p:grpSpPr bwMode="auto">
          <a:xfrm>
            <a:off x="4608038" y="2120081"/>
            <a:ext cx="1447800" cy="1143000"/>
            <a:chOff x="0" y="0"/>
            <a:chExt cx="912" cy="720"/>
          </a:xfrm>
        </p:grpSpPr>
        <p:sp>
          <p:nvSpPr>
            <p:cNvPr id="28692" name="Text Box 27">
              <a:extLst>
                <a:ext uri="{FF2B5EF4-FFF2-40B4-BE49-F238E27FC236}">
                  <a16:creationId xmlns:a16="http://schemas.microsoft.com/office/drawing/2014/main" id="{46BD192B-B91A-4C38-948B-65393908BAC8}"/>
                </a:ext>
              </a:extLst>
            </p:cNvPr>
            <p:cNvSpPr txBox="1">
              <a:spLocks noChangeArrowheads="1"/>
            </p:cNvSpPr>
            <p:nvPr/>
          </p:nvSpPr>
          <p:spPr bwMode="auto">
            <a:xfrm>
              <a:off x="132" y="192"/>
              <a:ext cx="399"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28693" name="Text Box 28">
              <a:extLst>
                <a:ext uri="{FF2B5EF4-FFF2-40B4-BE49-F238E27FC236}">
                  <a16:creationId xmlns:a16="http://schemas.microsoft.com/office/drawing/2014/main" id="{9AAAD432-C090-42C4-8A2A-47D1B6EA6580}"/>
                </a:ext>
              </a:extLst>
            </p:cNvPr>
            <p:cNvSpPr txBox="1">
              <a:spLocks noChangeArrowheads="1"/>
            </p:cNvSpPr>
            <p:nvPr/>
          </p:nvSpPr>
          <p:spPr bwMode="auto">
            <a:xfrm>
              <a:off x="0" y="432"/>
              <a:ext cx="9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solidFill>
                    <a:srgbClr val="FF3300"/>
                  </a:solidFill>
                  <a:latin typeface="Times New Roman" panose="02020603050405020304" pitchFamily="18" charset="0"/>
                </a:rPr>
                <a:t>cur</a:t>
              </a:r>
            </a:p>
          </p:txBody>
        </p:sp>
        <p:sp>
          <p:nvSpPr>
            <p:cNvPr id="28694" name="Oval 29">
              <a:extLst>
                <a:ext uri="{FF2B5EF4-FFF2-40B4-BE49-F238E27FC236}">
                  <a16:creationId xmlns:a16="http://schemas.microsoft.com/office/drawing/2014/main" id="{0D5BF331-A159-4D4C-B0C6-2A0C93F58C9A}"/>
                </a:ext>
              </a:extLst>
            </p:cNvPr>
            <p:cNvSpPr>
              <a:spLocks noChangeArrowheads="1"/>
            </p:cNvSpPr>
            <p:nvPr/>
          </p:nvSpPr>
          <p:spPr bwMode="auto">
            <a:xfrm>
              <a:off x="303" y="336"/>
              <a:ext cx="57"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28695" name="Line 30">
              <a:extLst>
                <a:ext uri="{FF2B5EF4-FFF2-40B4-BE49-F238E27FC236}">
                  <a16:creationId xmlns:a16="http://schemas.microsoft.com/office/drawing/2014/main" id="{2FB4AA0B-4A77-4455-AD2A-80AE6C6180E1}"/>
                </a:ext>
              </a:extLst>
            </p:cNvPr>
            <p:cNvSpPr>
              <a:spLocks noChangeShapeType="1"/>
            </p:cNvSpPr>
            <p:nvPr/>
          </p:nvSpPr>
          <p:spPr bwMode="auto">
            <a:xfrm>
              <a:off x="324" y="0"/>
              <a:ext cx="0" cy="384"/>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6894" name="Group 41">
            <a:extLst>
              <a:ext uri="{FF2B5EF4-FFF2-40B4-BE49-F238E27FC236}">
                <a16:creationId xmlns:a16="http://schemas.microsoft.com/office/drawing/2014/main" id="{A2515B2A-8691-493E-9BDD-F3FAF2F352D3}"/>
              </a:ext>
            </a:extLst>
          </p:cNvPr>
          <p:cNvGrpSpPr>
            <a:grpSpLocks/>
          </p:cNvGrpSpPr>
          <p:nvPr/>
        </p:nvGrpSpPr>
        <p:grpSpPr bwMode="auto">
          <a:xfrm>
            <a:off x="2576513" y="2091938"/>
            <a:ext cx="1166882" cy="1163637"/>
            <a:chOff x="0" y="0"/>
            <a:chExt cx="1088" cy="733"/>
          </a:xfrm>
        </p:grpSpPr>
        <p:sp>
          <p:nvSpPr>
            <p:cNvPr id="28687" name="Text Box 34">
              <a:extLst>
                <a:ext uri="{FF2B5EF4-FFF2-40B4-BE49-F238E27FC236}">
                  <a16:creationId xmlns:a16="http://schemas.microsoft.com/office/drawing/2014/main" id="{C33C36BE-2EDB-42AC-A0E3-FA5D2F47C6FE}"/>
                </a:ext>
              </a:extLst>
            </p:cNvPr>
            <p:cNvSpPr txBox="1">
              <a:spLocks noChangeArrowheads="1"/>
            </p:cNvSpPr>
            <p:nvPr/>
          </p:nvSpPr>
          <p:spPr bwMode="auto">
            <a:xfrm>
              <a:off x="0" y="445"/>
              <a:ext cx="9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err="1">
                  <a:solidFill>
                    <a:srgbClr val="FF3300"/>
                  </a:solidFill>
                  <a:latin typeface="Times New Roman" panose="02020603050405020304" pitchFamily="18" charset="0"/>
                </a:rPr>
                <a:t>tmp</a:t>
              </a:r>
              <a:endParaRPr lang="en-US" altLang="zh-CN" sz="2400" b="0" dirty="0">
                <a:solidFill>
                  <a:srgbClr val="FF3300"/>
                </a:solidFill>
                <a:latin typeface="Times New Roman" panose="02020603050405020304" pitchFamily="18" charset="0"/>
              </a:endParaRPr>
            </a:p>
          </p:txBody>
        </p:sp>
        <p:grpSp>
          <p:nvGrpSpPr>
            <p:cNvPr id="28688" name="Group 39">
              <a:extLst>
                <a:ext uri="{FF2B5EF4-FFF2-40B4-BE49-F238E27FC236}">
                  <a16:creationId xmlns:a16="http://schemas.microsoft.com/office/drawing/2014/main" id="{A02B8BF9-3A18-4DD1-816C-6E7863D2EB8B}"/>
                </a:ext>
              </a:extLst>
            </p:cNvPr>
            <p:cNvGrpSpPr>
              <a:grpSpLocks/>
            </p:cNvGrpSpPr>
            <p:nvPr/>
          </p:nvGrpSpPr>
          <p:grpSpPr bwMode="auto">
            <a:xfrm>
              <a:off x="132" y="0"/>
              <a:ext cx="956" cy="499"/>
              <a:chOff x="0" y="0"/>
              <a:chExt cx="956" cy="499"/>
            </a:xfrm>
          </p:grpSpPr>
          <p:sp>
            <p:nvSpPr>
              <p:cNvPr id="28689" name="Text Box 33">
                <a:extLst>
                  <a:ext uri="{FF2B5EF4-FFF2-40B4-BE49-F238E27FC236}">
                    <a16:creationId xmlns:a16="http://schemas.microsoft.com/office/drawing/2014/main" id="{FB6FE49A-E4D3-42B9-B874-D5AAECD35B2F}"/>
                  </a:ext>
                </a:extLst>
              </p:cNvPr>
              <p:cNvSpPr txBox="1">
                <a:spLocks noChangeArrowheads="1"/>
              </p:cNvSpPr>
              <p:nvPr/>
            </p:nvSpPr>
            <p:spPr bwMode="auto">
              <a:xfrm>
                <a:off x="0" y="205"/>
                <a:ext cx="399"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28690" name="Oval 35">
                <a:extLst>
                  <a:ext uri="{FF2B5EF4-FFF2-40B4-BE49-F238E27FC236}">
                    <a16:creationId xmlns:a16="http://schemas.microsoft.com/office/drawing/2014/main" id="{62E6384B-8C79-4436-A4D0-B75979908186}"/>
                  </a:ext>
                </a:extLst>
              </p:cNvPr>
              <p:cNvSpPr>
                <a:spLocks noChangeArrowheads="1"/>
              </p:cNvSpPr>
              <p:nvPr/>
            </p:nvSpPr>
            <p:spPr bwMode="auto">
              <a:xfrm>
                <a:off x="171" y="349"/>
                <a:ext cx="57"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28691" name="Line 36">
                <a:extLst>
                  <a:ext uri="{FF2B5EF4-FFF2-40B4-BE49-F238E27FC236}">
                    <a16:creationId xmlns:a16="http://schemas.microsoft.com/office/drawing/2014/main" id="{5251CCDF-FD4C-408C-BBA2-D9DE6EA2FF9B}"/>
                  </a:ext>
                </a:extLst>
              </p:cNvPr>
              <p:cNvSpPr>
                <a:spLocks noChangeShapeType="1"/>
              </p:cNvSpPr>
              <p:nvPr/>
            </p:nvSpPr>
            <p:spPr bwMode="auto">
              <a:xfrm flipH="1">
                <a:off x="192" y="0"/>
                <a:ext cx="764" cy="397"/>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36901" name="Text Box 38">
            <a:extLst>
              <a:ext uri="{FF2B5EF4-FFF2-40B4-BE49-F238E27FC236}">
                <a16:creationId xmlns:a16="http://schemas.microsoft.com/office/drawing/2014/main" id="{17BB9115-D1AC-4716-A9B9-19AB1BE0C61D}"/>
              </a:ext>
            </a:extLst>
          </p:cNvPr>
          <p:cNvSpPr txBox="1">
            <a:spLocks noChangeArrowheads="1"/>
          </p:cNvSpPr>
          <p:nvPr/>
        </p:nvSpPr>
        <p:spPr bwMode="auto">
          <a:xfrm>
            <a:off x="1902619" y="1157740"/>
            <a:ext cx="5621709" cy="46166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dirty="0">
                <a:latin typeface="Times New Roman" panose="02020603050405020304" pitchFamily="18" charset="0"/>
              </a:rPr>
              <a:t>跳过空节点，一边遍历，一边释放节点。</a:t>
            </a:r>
            <a:endParaRPr lang="en-US" altLang="zh-CN" sz="2400" dirty="0">
              <a:latin typeface="Times New Roman" panose="02020603050405020304" pitchFamily="18" charset="0"/>
            </a:endParaRPr>
          </a:p>
        </p:txBody>
      </p:sp>
      <p:sp>
        <p:nvSpPr>
          <p:cNvPr id="28686" name="Text Box 40">
            <a:extLst>
              <a:ext uri="{FF2B5EF4-FFF2-40B4-BE49-F238E27FC236}">
                <a16:creationId xmlns:a16="http://schemas.microsoft.com/office/drawing/2014/main" id="{1E7882D6-FB65-4FBB-BEB5-597C83C844A9}"/>
              </a:ext>
            </a:extLst>
          </p:cNvPr>
          <p:cNvSpPr>
            <a:spLocks noGrp="1" noChangeArrowheads="1"/>
          </p:cNvSpPr>
          <p:nvPr>
            <p:ph type="title" idx="4294967295"/>
          </p:nvPr>
        </p:nvSpPr>
        <p:spPr/>
        <p:txBody>
          <a:bodyPr/>
          <a:lstStyle/>
          <a:p>
            <a:pPr eaLnBrk="1" hangingPunct="1">
              <a:spcBef>
                <a:spcPct val="50000"/>
              </a:spcBef>
            </a:pPr>
            <a:r>
              <a:rPr lang="zh-CN" altLang="en-US" b="1" dirty="0">
                <a:latin typeface="微软雅黑" panose="020B0503020204020204" pitchFamily="34" charset="-122"/>
                <a:ea typeface="微软雅黑" panose="020B0503020204020204" pitchFamily="34" charset="-122"/>
              </a:rPr>
              <a:t>清空链表</a:t>
            </a:r>
          </a:p>
        </p:txBody>
      </p:sp>
      <p:grpSp>
        <p:nvGrpSpPr>
          <p:cNvPr id="39" name="Group 49">
            <a:extLst>
              <a:ext uri="{FF2B5EF4-FFF2-40B4-BE49-F238E27FC236}">
                <a16:creationId xmlns:a16="http://schemas.microsoft.com/office/drawing/2014/main" id="{9B38DF21-6077-4578-B4D4-1AAE51F61AC8}"/>
              </a:ext>
            </a:extLst>
          </p:cNvPr>
          <p:cNvGrpSpPr>
            <a:grpSpLocks/>
          </p:cNvGrpSpPr>
          <p:nvPr/>
        </p:nvGrpSpPr>
        <p:grpSpPr bwMode="auto">
          <a:xfrm>
            <a:off x="3569653" y="1668092"/>
            <a:ext cx="341313" cy="457200"/>
            <a:chOff x="0" y="0"/>
            <a:chExt cx="192" cy="288"/>
          </a:xfrm>
        </p:grpSpPr>
        <p:sp>
          <p:nvSpPr>
            <p:cNvPr id="40" name="Line 50">
              <a:extLst>
                <a:ext uri="{FF2B5EF4-FFF2-40B4-BE49-F238E27FC236}">
                  <a16:creationId xmlns:a16="http://schemas.microsoft.com/office/drawing/2014/main" id="{400DE923-59ED-4D68-A922-09C08068D088}"/>
                </a:ext>
              </a:extLst>
            </p:cNvPr>
            <p:cNvSpPr>
              <a:spLocks noChangeShapeType="1"/>
            </p:cNvSpPr>
            <p:nvPr/>
          </p:nvSpPr>
          <p:spPr bwMode="auto">
            <a:xfrm flipH="1">
              <a:off x="0" y="0"/>
              <a:ext cx="192" cy="288"/>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51">
              <a:extLst>
                <a:ext uri="{FF2B5EF4-FFF2-40B4-BE49-F238E27FC236}">
                  <a16:creationId xmlns:a16="http://schemas.microsoft.com/office/drawing/2014/main" id="{B1159431-2EE5-4BFD-86BE-E7A27788532C}"/>
                </a:ext>
              </a:extLst>
            </p:cNvPr>
            <p:cNvSpPr>
              <a:spLocks noChangeShapeType="1"/>
            </p:cNvSpPr>
            <p:nvPr/>
          </p:nvSpPr>
          <p:spPr bwMode="auto">
            <a:xfrm>
              <a:off x="0" y="48"/>
              <a:ext cx="192" cy="19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4" name="文本框 43">
            <a:extLst>
              <a:ext uri="{FF2B5EF4-FFF2-40B4-BE49-F238E27FC236}">
                <a16:creationId xmlns:a16="http://schemas.microsoft.com/office/drawing/2014/main" id="{116A0B61-F9B0-417B-B919-D470829B908F}"/>
              </a:ext>
            </a:extLst>
          </p:cNvPr>
          <p:cNvSpPr txBox="1"/>
          <p:nvPr/>
        </p:nvSpPr>
        <p:spPr>
          <a:xfrm>
            <a:off x="557212" y="3320613"/>
            <a:ext cx="7543179" cy="3170099"/>
          </a:xfrm>
          <a:prstGeom prst="rect">
            <a:avLst/>
          </a:prstGeom>
          <a:noFill/>
        </p:spPr>
        <p:txBody>
          <a:bodyPr wrap="square">
            <a:spAutoFit/>
          </a:bodyPr>
          <a:lstStyle/>
          <a:p>
            <a:pPr eaLnBrk="1" hangingPunct="1">
              <a:buFontTx/>
              <a:buNone/>
            </a:pPr>
            <a:r>
              <a:rPr lang="en-US" altLang="zh-CN" sz="2000" b="0" dirty="0">
                <a:latin typeface="Consolas" panose="020B0609020204030204" pitchFamily="49" charset="0"/>
              </a:rPr>
              <a:t>void </a:t>
            </a:r>
            <a:r>
              <a:rPr lang="en-US" altLang="zh-CN" sz="2000" b="0" dirty="0" err="1">
                <a:latin typeface="Consolas" panose="020B0609020204030204" pitchFamily="49" charset="0"/>
              </a:rPr>
              <a:t>clearList</a:t>
            </a:r>
            <a:r>
              <a:rPr lang="en-US" altLang="zh-CN" sz="2000" b="0" dirty="0">
                <a:latin typeface="Consolas" panose="020B0609020204030204" pitchFamily="49" charset="0"/>
              </a:rPr>
              <a:t>(</a:t>
            </a:r>
            <a:r>
              <a:rPr lang="en-US" altLang="zh-CN" sz="2000" b="0" dirty="0" err="1">
                <a:latin typeface="Consolas" panose="020B0609020204030204" pitchFamily="49" charset="0"/>
              </a:rPr>
              <a:t>PtrNode</a:t>
            </a:r>
            <a:r>
              <a:rPr lang="en-US" altLang="zh-CN" sz="2000" b="0" dirty="0">
                <a:latin typeface="Consolas" panose="020B0609020204030204" pitchFamily="49" charset="0"/>
              </a:rPr>
              <a:t> head)</a:t>
            </a:r>
          </a:p>
          <a:p>
            <a:pPr eaLnBrk="1" hangingPunct="1">
              <a:buFontTx/>
              <a:buNone/>
            </a:pPr>
            <a:r>
              <a:rPr lang="en-US" altLang="zh-CN" sz="2000" b="0" dirty="0">
                <a:latin typeface="Consolas" panose="020B0609020204030204" pitchFamily="49" charset="0"/>
              </a:rPr>
              <a:t>{</a:t>
            </a:r>
          </a:p>
          <a:p>
            <a:pPr eaLnBrk="1" hangingPunct="1">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PtrNode</a:t>
            </a:r>
            <a:r>
              <a:rPr lang="zh-CN" altLang="en-US" sz="2000" b="0" dirty="0">
                <a:latin typeface="Consolas" panose="020B0609020204030204" pitchFamily="49" charset="0"/>
              </a:rPr>
              <a:t> </a:t>
            </a:r>
            <a:r>
              <a:rPr lang="en-US" altLang="zh-CN" sz="2000" b="0" dirty="0" err="1">
                <a:latin typeface="Consolas" panose="020B0609020204030204" pitchFamily="49" charset="0"/>
              </a:rPr>
              <a:t>tmp</a:t>
            </a:r>
            <a:r>
              <a:rPr lang="en-US" altLang="zh-CN" sz="2000" b="0" dirty="0">
                <a:latin typeface="Consolas" panose="020B0609020204030204" pitchFamily="49" charset="0"/>
              </a:rPr>
              <a:t>=</a:t>
            </a:r>
            <a:r>
              <a:rPr lang="en-US" altLang="zh-CN" sz="2000" b="0" dirty="0" err="1">
                <a:latin typeface="Consolas" panose="020B0609020204030204" pitchFamily="49" charset="0"/>
              </a:rPr>
              <a:t>head,</a:t>
            </a:r>
            <a:r>
              <a:rPr lang="en-US" altLang="zh-CN" sz="2000" b="0" dirty="0" err="1">
                <a:solidFill>
                  <a:schemeClr val="accent2">
                    <a:lumMod val="75000"/>
                  </a:schemeClr>
                </a:solidFill>
                <a:latin typeface="Consolas" panose="020B0609020204030204" pitchFamily="49" charset="0"/>
              </a:rPr>
              <a:t>cur</a:t>
            </a:r>
            <a:r>
              <a:rPr lang="en-US" altLang="zh-CN" sz="2000" b="0" dirty="0">
                <a:solidFill>
                  <a:schemeClr val="accent2">
                    <a:lumMod val="75000"/>
                  </a:schemeClr>
                </a:solidFill>
                <a:latin typeface="Consolas" panose="020B0609020204030204" pitchFamily="49" charset="0"/>
              </a:rPr>
              <a:t>=head-&gt;next; /</a:t>
            </a:r>
            <a:r>
              <a:rPr lang="zh-CN" altLang="en-US" sz="2000" b="0" dirty="0">
                <a:solidFill>
                  <a:schemeClr val="accent2">
                    <a:lumMod val="75000"/>
                  </a:schemeClr>
                </a:solidFill>
                <a:latin typeface="Consolas" panose="020B0609020204030204" pitchFamily="49" charset="0"/>
              </a:rPr>
              <a:t>*跳过空节点*</a:t>
            </a:r>
            <a:r>
              <a:rPr lang="en-US" altLang="zh-CN" sz="2000" b="0" dirty="0">
                <a:solidFill>
                  <a:schemeClr val="accent2">
                    <a:lumMod val="75000"/>
                  </a:schemeClr>
                </a:solidFill>
                <a:latin typeface="Consolas" panose="020B0609020204030204" pitchFamily="49" charset="0"/>
              </a:rPr>
              <a:t>/</a:t>
            </a:r>
          </a:p>
          <a:p>
            <a:pPr eaLnBrk="1" hangingPunct="1">
              <a:buFontTx/>
              <a:buNone/>
            </a:pPr>
            <a:r>
              <a:rPr lang="en-US" altLang="zh-CN" sz="2000" b="0" dirty="0">
                <a:latin typeface="Consolas" panose="020B0609020204030204" pitchFamily="49" charset="0"/>
              </a:rPr>
              <a:t>    while(cur!=NULL){</a:t>
            </a:r>
          </a:p>
          <a:p>
            <a:pPr eaLnBrk="1" hangingPunct="1">
              <a:buFontTx/>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tmp</a:t>
            </a:r>
            <a:r>
              <a:rPr lang="en-US" altLang="zh-CN" sz="2000" b="0" dirty="0">
                <a:latin typeface="Consolas" panose="020B0609020204030204" pitchFamily="49" charset="0"/>
              </a:rPr>
              <a:t> = cur;</a:t>
            </a:r>
          </a:p>
          <a:p>
            <a:pPr eaLnBrk="1" hangingPunct="1">
              <a:buFontTx/>
              <a:buNone/>
            </a:pPr>
            <a:r>
              <a:rPr lang="en-US" altLang="zh-CN" sz="2000" b="0" dirty="0">
                <a:latin typeface="Consolas" panose="020B0609020204030204" pitchFamily="49" charset="0"/>
              </a:rPr>
              <a:t>	  cur = cur-&gt;next;</a:t>
            </a:r>
          </a:p>
          <a:p>
            <a:pPr eaLnBrk="1" hangingPunct="1">
              <a:buFontTx/>
              <a:buNone/>
            </a:pPr>
            <a:r>
              <a:rPr lang="en-US" altLang="zh-CN" sz="2000" b="0" dirty="0">
                <a:latin typeface="Consolas" panose="020B0609020204030204" pitchFamily="49" charset="0"/>
              </a:rPr>
              <a:t>	  free(</a:t>
            </a:r>
            <a:r>
              <a:rPr lang="en-US" altLang="zh-CN" sz="2000" b="0" dirty="0" err="1">
                <a:latin typeface="Consolas" panose="020B0609020204030204" pitchFamily="49" charset="0"/>
              </a:rPr>
              <a:t>tmp</a:t>
            </a:r>
            <a:r>
              <a:rPr lang="en-US" altLang="zh-CN" sz="2000" b="0" dirty="0">
                <a:latin typeface="Consolas" panose="020B0609020204030204" pitchFamily="49" charset="0"/>
              </a:rPr>
              <a:t>);</a:t>
            </a:r>
          </a:p>
          <a:p>
            <a:pPr eaLnBrk="1" hangingPunct="1">
              <a:buFontTx/>
              <a:buNone/>
            </a:pPr>
            <a:r>
              <a:rPr lang="en-US" altLang="zh-CN" sz="2000" b="0" dirty="0">
                <a:latin typeface="Consolas" panose="020B0609020204030204" pitchFamily="49" charset="0"/>
              </a:rPr>
              <a:t>    }</a:t>
            </a:r>
          </a:p>
          <a:p>
            <a:pPr eaLnBrk="1" hangingPunct="1">
              <a:buFontTx/>
              <a:buNone/>
            </a:pPr>
            <a:r>
              <a:rPr lang="en-US" altLang="zh-CN" sz="2000" b="0" dirty="0">
                <a:latin typeface="Consolas" panose="020B0609020204030204" pitchFamily="49" charset="0"/>
              </a:rPr>
              <a:t>    head-&gt;next=NULL; /*</a:t>
            </a:r>
            <a:r>
              <a:rPr lang="zh-CN" altLang="en-US" sz="2000" b="0" dirty="0">
                <a:latin typeface="Consolas" panose="020B0609020204030204" pitchFamily="49" charset="0"/>
              </a:rPr>
              <a:t>修正空节点的指针域</a:t>
            </a:r>
            <a:r>
              <a:rPr lang="en-US" altLang="zh-CN" sz="2000" b="0" dirty="0">
                <a:latin typeface="Consolas" panose="020B0609020204030204" pitchFamily="49" charset="0"/>
              </a:rPr>
              <a:t>*/ </a:t>
            </a:r>
          </a:p>
          <a:p>
            <a:pPr eaLnBrk="1" hangingPunct="1">
              <a:buFontTx/>
              <a:buNone/>
            </a:pPr>
            <a:r>
              <a:rPr lang="en-US" altLang="zh-CN" sz="2000" b="0" dirty="0">
                <a:latin typeface="Consolas" panose="020B0609020204030204" pitchFamily="49" charset="0"/>
              </a:rPr>
              <a:t>}</a:t>
            </a:r>
            <a:endParaRPr lang="zh-CN" altLang="en-US" sz="2000" dirty="0"/>
          </a:p>
        </p:txBody>
      </p:sp>
    </p:spTree>
    <p:custDataLst>
      <p:tags r:id="rId1"/>
    </p:custDataLst>
    <p:extLst>
      <p:ext uri="{BB962C8B-B14F-4D97-AF65-F5344CB8AC3E}">
        <p14:creationId xmlns:p14="http://schemas.microsoft.com/office/powerpoint/2010/main" val="347970560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6901">
                                            <p:txEl>
                                              <p:pRg st="0" end="0"/>
                                            </p:txEl>
                                          </p:spTgt>
                                        </p:tgtEl>
                                        <p:attrNameLst>
                                          <p:attrName>style.visibility</p:attrName>
                                        </p:attrNameLst>
                                      </p:cBhvr>
                                      <p:to>
                                        <p:strVal val="visible"/>
                                      </p:to>
                                    </p:set>
                                    <p:animEffect transition="in" filter="dissolve">
                                      <p:cBhvr>
                                        <p:cTn id="7" dur="500"/>
                                        <p:tgtEl>
                                          <p:spTgt spid="3690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dissolve">
                                      <p:cBhvr>
                                        <p:cTn id="1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8BC5AA-AE95-4193-8BDE-39AF85381536}"/>
              </a:ext>
            </a:extLst>
          </p:cNvPr>
          <p:cNvSpPr>
            <a:spLocks noGrp="1"/>
          </p:cNvSpPr>
          <p:nvPr>
            <p:ph type="title"/>
          </p:nvPr>
        </p:nvSpPr>
        <p:spPr/>
        <p:txBody>
          <a:bodyPr/>
          <a:lstStyle/>
          <a:p>
            <a:r>
              <a:rPr lang="zh-CN" altLang="en-US" dirty="0"/>
              <a:t>测试主程序</a:t>
            </a:r>
          </a:p>
        </p:txBody>
      </p:sp>
      <p:sp>
        <p:nvSpPr>
          <p:cNvPr id="3" name="内容占位符 2">
            <a:extLst>
              <a:ext uri="{FF2B5EF4-FFF2-40B4-BE49-F238E27FC236}">
                <a16:creationId xmlns:a16="http://schemas.microsoft.com/office/drawing/2014/main" id="{A7356289-5129-498F-9533-8374CA3632FD}"/>
              </a:ext>
            </a:extLst>
          </p:cNvPr>
          <p:cNvSpPr>
            <a:spLocks noGrp="1"/>
          </p:cNvSpPr>
          <p:nvPr>
            <p:ph idx="1"/>
          </p:nvPr>
        </p:nvSpPr>
        <p:spPr>
          <a:xfrm>
            <a:off x="467544" y="1196752"/>
            <a:ext cx="7772400" cy="4611687"/>
          </a:xfrm>
        </p:spPr>
        <p:txBody>
          <a:bodyPr/>
          <a:lstStyle/>
          <a:p>
            <a:pPr marL="0" indent="0">
              <a:buNone/>
            </a:pPr>
            <a:r>
              <a:rPr lang="en-US" altLang="zh-CN" sz="2000" dirty="0">
                <a:latin typeface="Consolas" panose="020B0609020204030204" pitchFamily="49" charset="0"/>
              </a:rPr>
              <a:t>int main(){</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PtrNode</a:t>
            </a:r>
            <a:r>
              <a:rPr lang="en-US" altLang="zh-CN" sz="2000" dirty="0">
                <a:latin typeface="Consolas" panose="020B0609020204030204" pitchFamily="49" charset="0"/>
              </a:rPr>
              <a:t> head = NULL;</a:t>
            </a:r>
          </a:p>
          <a:p>
            <a:pPr marL="0" indent="0">
              <a:buNone/>
            </a:pPr>
            <a:r>
              <a:rPr lang="en-US" altLang="zh-CN" sz="2000" dirty="0">
                <a:latin typeface="Consolas" panose="020B0609020204030204" pitchFamily="49" charset="0"/>
              </a:rPr>
              <a:t>	head = </a:t>
            </a:r>
            <a:r>
              <a:rPr lang="en-US" altLang="zh-CN" sz="2000" dirty="0" err="1">
                <a:latin typeface="Consolas" panose="020B0609020204030204" pitchFamily="49" charset="0"/>
              </a:rPr>
              <a:t>initEmptyList</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b="0" dirty="0" err="1">
                <a:latin typeface="Consolas" panose="020B0609020204030204" pitchFamily="49" charset="0"/>
              </a:rPr>
              <a:t>insertEnd</a:t>
            </a:r>
            <a:r>
              <a:rPr lang="en-US" altLang="zh-CN" sz="2000" dirty="0">
                <a:latin typeface="Consolas" panose="020B0609020204030204" pitchFamily="49" charset="0"/>
              </a:rPr>
              <a:t>(</a:t>
            </a:r>
            <a:r>
              <a:rPr lang="en-US" altLang="zh-CN" sz="2000" dirty="0" err="1">
                <a:latin typeface="Consolas" panose="020B0609020204030204" pitchFamily="49" charset="0"/>
              </a:rPr>
              <a:t>head,1</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insertBegin</a:t>
            </a:r>
            <a:r>
              <a:rPr lang="en-US" altLang="zh-CN" sz="2000" dirty="0">
                <a:latin typeface="Consolas" panose="020B0609020204030204" pitchFamily="49" charset="0"/>
              </a:rPr>
              <a:t>(</a:t>
            </a:r>
            <a:r>
              <a:rPr lang="en-US" altLang="zh-CN" sz="2000" dirty="0" err="1">
                <a:latin typeface="Consolas" panose="020B0609020204030204" pitchFamily="49" charset="0"/>
              </a:rPr>
              <a:t>head,2</a:t>
            </a:r>
            <a:r>
              <a:rPr lang="en-US" altLang="zh-CN" sz="2000" dirty="0">
                <a:latin typeface="Consolas" panose="020B0609020204030204" pitchFamily="49" charset="0"/>
              </a:rPr>
              <a:t>); </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insertUp</a:t>
            </a:r>
            <a:r>
              <a:rPr lang="en-US" altLang="zh-CN" sz="2000" dirty="0">
                <a:latin typeface="Consolas" panose="020B0609020204030204" pitchFamily="49" charset="0"/>
              </a:rPr>
              <a:t>(</a:t>
            </a:r>
            <a:r>
              <a:rPr lang="en-US" altLang="zh-CN" sz="2000" dirty="0" err="1">
                <a:latin typeface="Consolas" panose="020B0609020204030204" pitchFamily="49" charset="0"/>
              </a:rPr>
              <a:t>head,3</a:t>
            </a:r>
            <a:r>
              <a:rPr lang="en-US" altLang="zh-CN" sz="2000" dirty="0">
                <a:latin typeface="Consolas" panose="020B0609020204030204" pitchFamily="49" charset="0"/>
              </a:rPr>
              <a:t>); </a:t>
            </a:r>
          </a:p>
          <a:p>
            <a:pPr marL="0" indent="0">
              <a:buNone/>
            </a:pPr>
            <a:r>
              <a:rPr lang="en-US" altLang="zh-CN" sz="2000" dirty="0">
                <a:solidFill>
                  <a:srgbClr val="FF0000"/>
                </a:solidFill>
                <a:latin typeface="Consolas" panose="020B0609020204030204" pitchFamily="49" charset="0"/>
              </a:rPr>
              <a:t>	</a:t>
            </a:r>
            <a:r>
              <a:rPr lang="en-US" altLang="zh-CN" sz="2000" dirty="0" err="1">
                <a:solidFill>
                  <a:srgbClr val="FF0000"/>
                </a:solidFill>
                <a:latin typeface="Consolas" panose="020B0609020204030204" pitchFamily="49" charset="0"/>
              </a:rPr>
              <a:t>clearList</a:t>
            </a:r>
            <a:r>
              <a:rPr lang="en-US" altLang="zh-CN" sz="2000" dirty="0">
                <a:solidFill>
                  <a:srgbClr val="FF0000"/>
                </a:solidFill>
                <a:latin typeface="Consolas" panose="020B0609020204030204" pitchFamily="49" charset="0"/>
              </a:rPr>
              <a:t>(head);</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printList</a:t>
            </a:r>
            <a:r>
              <a:rPr lang="en-US" altLang="zh-CN" sz="2000" dirty="0">
                <a:latin typeface="Consolas" panose="020B0609020204030204" pitchFamily="49" charset="0"/>
              </a:rPr>
              <a:t>(head);</a:t>
            </a:r>
          </a:p>
          <a:p>
            <a:pPr marL="0" indent="0">
              <a:buNone/>
            </a:pPr>
            <a:r>
              <a:rPr lang="en-US" altLang="zh-CN" sz="2000" dirty="0">
                <a:latin typeface="Consolas" panose="020B0609020204030204" pitchFamily="49" charset="0"/>
              </a:rPr>
              <a:t>	return 0;</a:t>
            </a:r>
          </a:p>
          <a:p>
            <a:pPr marL="0" indent="0">
              <a:buNone/>
            </a:pPr>
            <a:r>
              <a:rPr lang="en-US" altLang="zh-CN" sz="2000" dirty="0">
                <a:latin typeface="Consolas" panose="020B0609020204030204" pitchFamily="49" charset="0"/>
              </a:rPr>
              <a:t>}</a:t>
            </a:r>
          </a:p>
        </p:txBody>
      </p:sp>
    </p:spTree>
    <p:extLst>
      <p:ext uri="{BB962C8B-B14F-4D97-AF65-F5344CB8AC3E}">
        <p14:creationId xmlns:p14="http://schemas.microsoft.com/office/powerpoint/2010/main" val="875448008"/>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a:extLst>
              <a:ext uri="{FF2B5EF4-FFF2-40B4-BE49-F238E27FC236}">
                <a16:creationId xmlns:a16="http://schemas.microsoft.com/office/drawing/2014/main" id="{1AB0A33C-F828-42C4-9D8C-9B928E4ECB53}"/>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3BBDA696-0D43-4525-A36E-C311F6CF4DE6}" type="slidenum">
              <a:rPr lang="en-US" altLang="zh-CN" sz="1400">
                <a:latin typeface="Times New Roman" panose="02020603050405020304" pitchFamily="18" charset="0"/>
              </a:rPr>
              <a:pPr algn="r" eaLnBrk="1" hangingPunct="1">
                <a:spcBef>
                  <a:spcPct val="50000"/>
                </a:spcBef>
                <a:buFontTx/>
                <a:buNone/>
              </a:pPr>
              <a:t>45</a:t>
            </a:fld>
            <a:endParaRPr lang="en-US" altLang="zh-CN" sz="1400">
              <a:latin typeface="Times New Roman" panose="02020603050405020304" pitchFamily="18" charset="0"/>
            </a:endParaRPr>
          </a:p>
        </p:txBody>
      </p:sp>
      <p:sp>
        <p:nvSpPr>
          <p:cNvPr id="29699" name="Rectangle 2">
            <a:extLst>
              <a:ext uri="{FF2B5EF4-FFF2-40B4-BE49-F238E27FC236}">
                <a16:creationId xmlns:a16="http://schemas.microsoft.com/office/drawing/2014/main" id="{3228BFD4-5A82-486D-98C4-699D08C40CDD}"/>
              </a:ext>
            </a:extLst>
          </p:cNvPr>
          <p:cNvSpPr>
            <a:spLocks noGrp="1" noChangeArrowheads="1"/>
          </p:cNvSpPr>
          <p:nvPr>
            <p:ph type="title" idx="4294967295"/>
          </p:nvPr>
        </p:nvSpPr>
        <p:spPr/>
        <p:txBody>
          <a:bodyPr/>
          <a:lstStyle/>
          <a:p>
            <a:pPr eaLnBrk="1" hangingPunct="1"/>
            <a:r>
              <a:rPr lang="zh-CN" altLang="en-US" b="1" dirty="0">
                <a:latin typeface="微软雅黑" panose="020B0503020204020204" pitchFamily="34" charset="-122"/>
                <a:ea typeface="微软雅黑" panose="020B0503020204020204" pitchFamily="34" charset="-122"/>
              </a:rPr>
              <a:t>释放整个链表</a:t>
            </a:r>
          </a:p>
        </p:txBody>
      </p:sp>
      <p:grpSp>
        <p:nvGrpSpPr>
          <p:cNvPr id="29701" name="Group 4">
            <a:extLst>
              <a:ext uri="{FF2B5EF4-FFF2-40B4-BE49-F238E27FC236}">
                <a16:creationId xmlns:a16="http://schemas.microsoft.com/office/drawing/2014/main" id="{9411DF52-B36B-4505-BDEA-4E7F11C468D0}"/>
              </a:ext>
            </a:extLst>
          </p:cNvPr>
          <p:cNvGrpSpPr>
            <a:grpSpLocks/>
          </p:cNvGrpSpPr>
          <p:nvPr/>
        </p:nvGrpSpPr>
        <p:grpSpPr bwMode="auto">
          <a:xfrm>
            <a:off x="2081213" y="1268413"/>
            <a:ext cx="990600" cy="466725"/>
            <a:chOff x="0" y="0"/>
            <a:chExt cx="624" cy="294"/>
          </a:xfrm>
        </p:grpSpPr>
        <p:sp>
          <p:nvSpPr>
            <p:cNvPr id="29738" name="Text Box 5">
              <a:extLst>
                <a:ext uri="{FF2B5EF4-FFF2-40B4-BE49-F238E27FC236}">
                  <a16:creationId xmlns:a16="http://schemas.microsoft.com/office/drawing/2014/main" id="{AB8178B5-604E-4B07-9881-C99E0062AE48}"/>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latin typeface="Times New Roman" panose="02020603050405020304" pitchFamily="18" charset="0"/>
                </a:rPr>
                <a:t>     </a:t>
              </a:r>
            </a:p>
          </p:txBody>
        </p:sp>
        <p:sp>
          <p:nvSpPr>
            <p:cNvPr id="29739" name="Line 6">
              <a:extLst>
                <a:ext uri="{FF2B5EF4-FFF2-40B4-BE49-F238E27FC236}">
                  <a16:creationId xmlns:a16="http://schemas.microsoft.com/office/drawing/2014/main" id="{0C1A1860-794F-47F1-A73C-B9ABE512FFF8}"/>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9702" name="Group 7">
            <a:extLst>
              <a:ext uri="{FF2B5EF4-FFF2-40B4-BE49-F238E27FC236}">
                <a16:creationId xmlns:a16="http://schemas.microsoft.com/office/drawing/2014/main" id="{7431A144-BD4E-4132-8A65-68AEBB892247}"/>
              </a:ext>
            </a:extLst>
          </p:cNvPr>
          <p:cNvGrpSpPr>
            <a:grpSpLocks/>
          </p:cNvGrpSpPr>
          <p:nvPr/>
        </p:nvGrpSpPr>
        <p:grpSpPr bwMode="auto">
          <a:xfrm>
            <a:off x="3452813" y="1268413"/>
            <a:ext cx="990600" cy="466725"/>
            <a:chOff x="0" y="0"/>
            <a:chExt cx="624" cy="294"/>
          </a:xfrm>
        </p:grpSpPr>
        <p:sp>
          <p:nvSpPr>
            <p:cNvPr id="29736" name="Text Box 8">
              <a:extLst>
                <a:ext uri="{FF2B5EF4-FFF2-40B4-BE49-F238E27FC236}">
                  <a16:creationId xmlns:a16="http://schemas.microsoft.com/office/drawing/2014/main" id="{6D58C4C6-936C-46B2-80A5-25184354F156}"/>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19  </a:t>
              </a:r>
            </a:p>
          </p:txBody>
        </p:sp>
        <p:sp>
          <p:nvSpPr>
            <p:cNvPr id="29737" name="Line 9">
              <a:extLst>
                <a:ext uri="{FF2B5EF4-FFF2-40B4-BE49-F238E27FC236}">
                  <a16:creationId xmlns:a16="http://schemas.microsoft.com/office/drawing/2014/main" id="{98B2F004-6DB8-4056-B003-0DB8B2C3A5E6}"/>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9703" name="Group 10">
            <a:extLst>
              <a:ext uri="{FF2B5EF4-FFF2-40B4-BE49-F238E27FC236}">
                <a16:creationId xmlns:a16="http://schemas.microsoft.com/office/drawing/2014/main" id="{7700C114-4C1C-4CC8-A2EC-3331D4D7232B}"/>
              </a:ext>
            </a:extLst>
          </p:cNvPr>
          <p:cNvGrpSpPr>
            <a:grpSpLocks/>
          </p:cNvGrpSpPr>
          <p:nvPr/>
        </p:nvGrpSpPr>
        <p:grpSpPr bwMode="auto">
          <a:xfrm>
            <a:off x="4900613" y="1268413"/>
            <a:ext cx="990600" cy="466725"/>
            <a:chOff x="0" y="0"/>
            <a:chExt cx="624" cy="294"/>
          </a:xfrm>
        </p:grpSpPr>
        <p:sp>
          <p:nvSpPr>
            <p:cNvPr id="29734" name="Text Box 11">
              <a:extLst>
                <a:ext uri="{FF2B5EF4-FFF2-40B4-BE49-F238E27FC236}">
                  <a16:creationId xmlns:a16="http://schemas.microsoft.com/office/drawing/2014/main" id="{D38D913B-781D-4296-80E3-B5EC331510FE}"/>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47  </a:t>
              </a:r>
            </a:p>
          </p:txBody>
        </p:sp>
        <p:sp>
          <p:nvSpPr>
            <p:cNvPr id="29735" name="Line 12">
              <a:extLst>
                <a:ext uri="{FF2B5EF4-FFF2-40B4-BE49-F238E27FC236}">
                  <a16:creationId xmlns:a16="http://schemas.microsoft.com/office/drawing/2014/main" id="{B14A7EF2-DBB8-4FE7-A064-5741896B0B24}"/>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9704" name="Group 13">
            <a:extLst>
              <a:ext uri="{FF2B5EF4-FFF2-40B4-BE49-F238E27FC236}">
                <a16:creationId xmlns:a16="http://schemas.microsoft.com/office/drawing/2014/main" id="{70EAD43D-E6BE-4902-9231-B0ACBFBB1EA0}"/>
              </a:ext>
            </a:extLst>
          </p:cNvPr>
          <p:cNvGrpSpPr>
            <a:grpSpLocks/>
          </p:cNvGrpSpPr>
          <p:nvPr/>
        </p:nvGrpSpPr>
        <p:grpSpPr bwMode="auto">
          <a:xfrm>
            <a:off x="2843213" y="1463675"/>
            <a:ext cx="609600" cy="109538"/>
            <a:chOff x="0" y="0"/>
            <a:chExt cx="528" cy="48"/>
          </a:xfrm>
        </p:grpSpPr>
        <p:sp>
          <p:nvSpPr>
            <p:cNvPr id="29732" name="Line 14">
              <a:extLst>
                <a:ext uri="{FF2B5EF4-FFF2-40B4-BE49-F238E27FC236}">
                  <a16:creationId xmlns:a16="http://schemas.microsoft.com/office/drawing/2014/main" id="{F4AE9606-89BA-4863-85E3-40CF35982AE4}"/>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33" name="Oval 15">
              <a:extLst>
                <a:ext uri="{FF2B5EF4-FFF2-40B4-BE49-F238E27FC236}">
                  <a16:creationId xmlns:a16="http://schemas.microsoft.com/office/drawing/2014/main" id="{BA955F88-26EC-4D84-BE1A-A70E0FDEC296}"/>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29705" name="Group 16">
            <a:extLst>
              <a:ext uri="{FF2B5EF4-FFF2-40B4-BE49-F238E27FC236}">
                <a16:creationId xmlns:a16="http://schemas.microsoft.com/office/drawing/2014/main" id="{78AB7BC5-1C12-434A-BCC9-E54C0A965B29}"/>
              </a:ext>
            </a:extLst>
          </p:cNvPr>
          <p:cNvGrpSpPr>
            <a:grpSpLocks/>
          </p:cNvGrpSpPr>
          <p:nvPr/>
        </p:nvGrpSpPr>
        <p:grpSpPr bwMode="auto">
          <a:xfrm>
            <a:off x="4214813" y="1468438"/>
            <a:ext cx="685800" cy="104775"/>
            <a:chOff x="0" y="0"/>
            <a:chExt cx="528" cy="48"/>
          </a:xfrm>
        </p:grpSpPr>
        <p:sp>
          <p:nvSpPr>
            <p:cNvPr id="29730" name="Line 17">
              <a:extLst>
                <a:ext uri="{FF2B5EF4-FFF2-40B4-BE49-F238E27FC236}">
                  <a16:creationId xmlns:a16="http://schemas.microsoft.com/office/drawing/2014/main" id="{DC33D74F-437C-4A9F-8327-E70B65834EEF}"/>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31" name="Oval 18">
              <a:extLst>
                <a:ext uri="{FF2B5EF4-FFF2-40B4-BE49-F238E27FC236}">
                  <a16:creationId xmlns:a16="http://schemas.microsoft.com/office/drawing/2014/main" id="{AD2E8645-4080-4986-B222-99D0A13B909C}"/>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sp>
        <p:nvSpPr>
          <p:cNvPr id="29706" name="Text Box 20">
            <a:extLst>
              <a:ext uri="{FF2B5EF4-FFF2-40B4-BE49-F238E27FC236}">
                <a16:creationId xmlns:a16="http://schemas.microsoft.com/office/drawing/2014/main" id="{A62949DC-D00E-43CA-926E-D919A297E53C}"/>
              </a:ext>
            </a:extLst>
          </p:cNvPr>
          <p:cNvSpPr txBox="1">
            <a:spLocks noChangeArrowheads="1"/>
          </p:cNvSpPr>
          <p:nvPr/>
        </p:nvSpPr>
        <p:spPr bwMode="auto">
          <a:xfrm>
            <a:off x="5141913" y="2078038"/>
            <a:ext cx="633412" cy="4667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29707" name="Text Box 21">
            <a:extLst>
              <a:ext uri="{FF2B5EF4-FFF2-40B4-BE49-F238E27FC236}">
                <a16:creationId xmlns:a16="http://schemas.microsoft.com/office/drawing/2014/main" id="{CE050BB2-1308-4FAF-9684-836C6B6A9BF8}"/>
              </a:ext>
            </a:extLst>
          </p:cNvPr>
          <p:cNvSpPr txBox="1">
            <a:spLocks noChangeArrowheads="1"/>
          </p:cNvSpPr>
          <p:nvPr/>
        </p:nvSpPr>
        <p:spPr bwMode="auto">
          <a:xfrm>
            <a:off x="4932363" y="2459038"/>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solidFill>
                  <a:srgbClr val="FF3300"/>
                </a:solidFill>
                <a:latin typeface="Times New Roman" panose="02020603050405020304" pitchFamily="18" charset="0"/>
              </a:rPr>
              <a:t>head</a:t>
            </a:r>
          </a:p>
        </p:txBody>
      </p:sp>
      <p:sp>
        <p:nvSpPr>
          <p:cNvPr id="29708" name="Oval 22">
            <a:extLst>
              <a:ext uri="{FF2B5EF4-FFF2-40B4-BE49-F238E27FC236}">
                <a16:creationId xmlns:a16="http://schemas.microsoft.com/office/drawing/2014/main" id="{0BF06E44-3E32-4D82-977F-AF35B687EEA7}"/>
              </a:ext>
            </a:extLst>
          </p:cNvPr>
          <p:cNvSpPr>
            <a:spLocks noChangeArrowheads="1"/>
          </p:cNvSpPr>
          <p:nvPr/>
        </p:nvSpPr>
        <p:spPr bwMode="auto">
          <a:xfrm>
            <a:off x="5413375" y="2306638"/>
            <a:ext cx="90488" cy="762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37911" name="Line 23">
            <a:extLst>
              <a:ext uri="{FF2B5EF4-FFF2-40B4-BE49-F238E27FC236}">
                <a16:creationId xmlns:a16="http://schemas.microsoft.com/office/drawing/2014/main" id="{6B85B2C0-A64A-41AB-9901-05015CF4A097}"/>
              </a:ext>
            </a:extLst>
          </p:cNvPr>
          <p:cNvSpPr>
            <a:spLocks noChangeShapeType="1"/>
          </p:cNvSpPr>
          <p:nvPr/>
        </p:nvSpPr>
        <p:spPr bwMode="auto">
          <a:xfrm>
            <a:off x="5446713" y="1773238"/>
            <a:ext cx="0" cy="6096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9710" name="Line 24">
            <a:extLst>
              <a:ext uri="{FF2B5EF4-FFF2-40B4-BE49-F238E27FC236}">
                <a16:creationId xmlns:a16="http://schemas.microsoft.com/office/drawing/2014/main" id="{B6E3AAEC-C246-4156-8289-7F8FB735D7D9}"/>
              </a:ext>
            </a:extLst>
          </p:cNvPr>
          <p:cNvSpPr>
            <a:spLocks noChangeShapeType="1"/>
          </p:cNvSpPr>
          <p:nvPr/>
        </p:nvSpPr>
        <p:spPr bwMode="auto">
          <a:xfrm>
            <a:off x="5434013" y="1277938"/>
            <a:ext cx="4572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1" name="Text Box 25">
            <a:extLst>
              <a:ext uri="{FF2B5EF4-FFF2-40B4-BE49-F238E27FC236}">
                <a16:creationId xmlns:a16="http://schemas.microsoft.com/office/drawing/2014/main" id="{AC83A063-4815-4D25-9373-F7AF5CA14518}"/>
              </a:ext>
            </a:extLst>
          </p:cNvPr>
          <p:cNvSpPr txBox="1">
            <a:spLocks noChangeArrowheads="1"/>
          </p:cNvSpPr>
          <p:nvPr/>
        </p:nvSpPr>
        <p:spPr bwMode="auto">
          <a:xfrm>
            <a:off x="2771775" y="2492375"/>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err="1">
                <a:solidFill>
                  <a:srgbClr val="FF3300"/>
                </a:solidFill>
                <a:latin typeface="Times New Roman" panose="02020603050405020304" pitchFamily="18" charset="0"/>
              </a:rPr>
              <a:t>tmp</a:t>
            </a:r>
            <a:endParaRPr lang="en-US" altLang="zh-CN" sz="2400" b="0" dirty="0">
              <a:solidFill>
                <a:srgbClr val="FF3300"/>
              </a:solidFill>
              <a:latin typeface="Times New Roman" panose="02020603050405020304" pitchFamily="18" charset="0"/>
            </a:endParaRPr>
          </a:p>
        </p:txBody>
      </p:sp>
      <p:sp>
        <p:nvSpPr>
          <p:cNvPr id="29712" name="Text Box 27">
            <a:extLst>
              <a:ext uri="{FF2B5EF4-FFF2-40B4-BE49-F238E27FC236}">
                <a16:creationId xmlns:a16="http://schemas.microsoft.com/office/drawing/2014/main" id="{7606F118-F60C-4555-AD30-C6F593DCF244}"/>
              </a:ext>
            </a:extLst>
          </p:cNvPr>
          <p:cNvSpPr txBox="1">
            <a:spLocks noChangeArrowheads="1"/>
          </p:cNvSpPr>
          <p:nvPr/>
        </p:nvSpPr>
        <p:spPr bwMode="auto">
          <a:xfrm>
            <a:off x="3203575" y="2093913"/>
            <a:ext cx="633413" cy="4667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29713" name="Oval 28">
            <a:extLst>
              <a:ext uri="{FF2B5EF4-FFF2-40B4-BE49-F238E27FC236}">
                <a16:creationId xmlns:a16="http://schemas.microsoft.com/office/drawing/2014/main" id="{5F7801AE-BDDD-4FF4-8A99-3C083C8CC1E0}"/>
              </a:ext>
            </a:extLst>
          </p:cNvPr>
          <p:cNvSpPr>
            <a:spLocks noChangeArrowheads="1"/>
          </p:cNvSpPr>
          <p:nvPr/>
        </p:nvSpPr>
        <p:spPr bwMode="auto">
          <a:xfrm>
            <a:off x="3475038" y="2322513"/>
            <a:ext cx="90487" cy="762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37916" name="Line 29">
            <a:extLst>
              <a:ext uri="{FF2B5EF4-FFF2-40B4-BE49-F238E27FC236}">
                <a16:creationId xmlns:a16="http://schemas.microsoft.com/office/drawing/2014/main" id="{6D4DE7C3-F4AA-4541-B282-952589FB662C}"/>
              </a:ext>
            </a:extLst>
          </p:cNvPr>
          <p:cNvSpPr>
            <a:spLocks noChangeShapeType="1"/>
          </p:cNvSpPr>
          <p:nvPr/>
        </p:nvSpPr>
        <p:spPr bwMode="auto">
          <a:xfrm flipH="1">
            <a:off x="3492500" y="1700213"/>
            <a:ext cx="1439863" cy="630237"/>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7918" name="Line 31">
            <a:extLst>
              <a:ext uri="{FF2B5EF4-FFF2-40B4-BE49-F238E27FC236}">
                <a16:creationId xmlns:a16="http://schemas.microsoft.com/office/drawing/2014/main" id="{C74D6A20-D6B7-4797-AF48-639D3D8B940F}"/>
              </a:ext>
            </a:extLst>
          </p:cNvPr>
          <p:cNvSpPr>
            <a:spLocks noChangeShapeType="1"/>
          </p:cNvSpPr>
          <p:nvPr/>
        </p:nvSpPr>
        <p:spPr bwMode="auto">
          <a:xfrm flipH="1" flipV="1">
            <a:off x="2411413" y="1773238"/>
            <a:ext cx="1081087" cy="576262"/>
          </a:xfrm>
          <a:prstGeom prst="line">
            <a:avLst/>
          </a:prstGeom>
          <a:noFill/>
          <a:ln w="9525">
            <a:solidFill>
              <a:schemeClr val="tx1"/>
            </a:solidFill>
            <a:round/>
            <a:headEnd/>
            <a:tailEnd type="triangle" w="med" len="me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37919" name="Line 32">
            <a:extLst>
              <a:ext uri="{FF2B5EF4-FFF2-40B4-BE49-F238E27FC236}">
                <a16:creationId xmlns:a16="http://schemas.microsoft.com/office/drawing/2014/main" id="{72EF3CA0-4681-4328-9E36-CC9B73D15A32}"/>
              </a:ext>
            </a:extLst>
          </p:cNvPr>
          <p:cNvSpPr>
            <a:spLocks noChangeShapeType="1"/>
          </p:cNvSpPr>
          <p:nvPr/>
        </p:nvSpPr>
        <p:spPr bwMode="auto">
          <a:xfrm flipV="1">
            <a:off x="3563938" y="1700213"/>
            <a:ext cx="71437" cy="649287"/>
          </a:xfrm>
          <a:prstGeom prst="line">
            <a:avLst/>
          </a:prstGeom>
          <a:noFill/>
          <a:ln w="9525">
            <a:solidFill>
              <a:schemeClr val="tx1"/>
            </a:solidFill>
            <a:round/>
            <a:headEnd/>
            <a:tailEnd type="triangle" w="med" len="me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37920" name="Line 33">
            <a:extLst>
              <a:ext uri="{FF2B5EF4-FFF2-40B4-BE49-F238E27FC236}">
                <a16:creationId xmlns:a16="http://schemas.microsoft.com/office/drawing/2014/main" id="{213112C9-BC54-446E-8F2E-10F6D9F41B0C}"/>
              </a:ext>
            </a:extLst>
          </p:cNvPr>
          <p:cNvSpPr>
            <a:spLocks noChangeShapeType="1"/>
          </p:cNvSpPr>
          <p:nvPr/>
        </p:nvSpPr>
        <p:spPr bwMode="auto">
          <a:xfrm flipH="1" flipV="1">
            <a:off x="3779838" y="1773238"/>
            <a:ext cx="1655762" cy="576262"/>
          </a:xfrm>
          <a:prstGeom prst="line">
            <a:avLst/>
          </a:prstGeom>
          <a:noFill/>
          <a:ln w="9525">
            <a:solidFill>
              <a:schemeClr val="tx1"/>
            </a:solidFill>
            <a:round/>
            <a:headEnd/>
            <a:tailEnd type="triangle" w="med" len="me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37921" name="Line 34">
            <a:extLst>
              <a:ext uri="{FF2B5EF4-FFF2-40B4-BE49-F238E27FC236}">
                <a16:creationId xmlns:a16="http://schemas.microsoft.com/office/drawing/2014/main" id="{670A60A8-A3DF-4F5F-9C84-77473690B33B}"/>
              </a:ext>
            </a:extLst>
          </p:cNvPr>
          <p:cNvSpPr>
            <a:spLocks noChangeShapeType="1"/>
          </p:cNvSpPr>
          <p:nvPr/>
        </p:nvSpPr>
        <p:spPr bwMode="auto">
          <a:xfrm>
            <a:off x="5219700" y="2111375"/>
            <a:ext cx="4572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22" name="Line 35">
            <a:extLst>
              <a:ext uri="{FF2B5EF4-FFF2-40B4-BE49-F238E27FC236}">
                <a16:creationId xmlns:a16="http://schemas.microsoft.com/office/drawing/2014/main" id="{3A24BBA5-79C5-40A8-BB0D-0ADB2968265D}"/>
              </a:ext>
            </a:extLst>
          </p:cNvPr>
          <p:cNvSpPr>
            <a:spLocks noChangeShapeType="1"/>
          </p:cNvSpPr>
          <p:nvPr/>
        </p:nvSpPr>
        <p:spPr bwMode="auto">
          <a:xfrm flipH="1" flipV="1">
            <a:off x="2700338" y="1773238"/>
            <a:ext cx="2808287" cy="576262"/>
          </a:xfrm>
          <a:prstGeom prst="line">
            <a:avLst/>
          </a:prstGeom>
          <a:noFill/>
          <a:ln w="9525">
            <a:solidFill>
              <a:schemeClr val="tx1"/>
            </a:solidFill>
            <a:round/>
            <a:headEnd/>
            <a:tailEnd type="triangle" w="med" len="me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grpSp>
        <p:nvGrpSpPr>
          <p:cNvPr id="37923" name="Group 38">
            <a:extLst>
              <a:ext uri="{FF2B5EF4-FFF2-40B4-BE49-F238E27FC236}">
                <a16:creationId xmlns:a16="http://schemas.microsoft.com/office/drawing/2014/main" id="{299CD6F1-D87C-4FD4-8742-F5C404860E15}"/>
              </a:ext>
            </a:extLst>
          </p:cNvPr>
          <p:cNvGrpSpPr>
            <a:grpSpLocks/>
          </p:cNvGrpSpPr>
          <p:nvPr/>
        </p:nvGrpSpPr>
        <p:grpSpPr bwMode="auto">
          <a:xfrm>
            <a:off x="2195513" y="1341438"/>
            <a:ext cx="503237" cy="431800"/>
            <a:chOff x="0" y="0"/>
            <a:chExt cx="317" cy="272"/>
          </a:xfrm>
        </p:grpSpPr>
        <p:sp>
          <p:nvSpPr>
            <p:cNvPr id="29728" name="Line 36">
              <a:extLst>
                <a:ext uri="{FF2B5EF4-FFF2-40B4-BE49-F238E27FC236}">
                  <a16:creationId xmlns:a16="http://schemas.microsoft.com/office/drawing/2014/main" id="{48AA8DD4-2CBC-4E01-B3DA-5EFA2F6D5D97}"/>
                </a:ext>
              </a:extLst>
            </p:cNvPr>
            <p:cNvSpPr>
              <a:spLocks noChangeShapeType="1"/>
            </p:cNvSpPr>
            <p:nvPr/>
          </p:nvSpPr>
          <p:spPr bwMode="auto">
            <a:xfrm flipH="1">
              <a:off x="0" y="0"/>
              <a:ext cx="317" cy="228"/>
            </a:xfrm>
            <a:prstGeom prst="line">
              <a:avLst/>
            </a:prstGeom>
            <a:noFill/>
            <a:ln w="9525">
              <a:solidFill>
                <a:srgbClr val="FF3300"/>
              </a:solidFill>
              <a:round/>
              <a:headEnd/>
              <a:tailEnd/>
            </a:ln>
            <a:effectLst>
              <a:prstShdw prst="shdw17" dist="17961" dir="13500000">
                <a:srgbClr val="991F00"/>
              </a:prstShdw>
            </a:effectLst>
            <a:extLst>
              <a:ext uri="{909E8E84-426E-40DD-AFC4-6F175D3DCCD1}">
                <a14:hiddenFill xmlns:a14="http://schemas.microsoft.com/office/drawing/2010/main">
                  <a:noFill/>
                </a14:hiddenFill>
              </a:ext>
            </a:extLst>
          </p:spPr>
          <p:txBody>
            <a:bodyPr/>
            <a:lstStyle/>
            <a:p>
              <a:endParaRPr lang="zh-CN" altLang="en-US"/>
            </a:p>
          </p:txBody>
        </p:sp>
        <p:sp>
          <p:nvSpPr>
            <p:cNvPr id="29729" name="Line 37">
              <a:extLst>
                <a:ext uri="{FF2B5EF4-FFF2-40B4-BE49-F238E27FC236}">
                  <a16:creationId xmlns:a16="http://schemas.microsoft.com/office/drawing/2014/main" id="{38461E11-9917-47BB-AEDC-F8AE202637BE}"/>
                </a:ext>
              </a:extLst>
            </p:cNvPr>
            <p:cNvSpPr>
              <a:spLocks noChangeShapeType="1"/>
            </p:cNvSpPr>
            <p:nvPr/>
          </p:nvSpPr>
          <p:spPr bwMode="auto">
            <a:xfrm>
              <a:off x="90" y="0"/>
              <a:ext cx="227" cy="272"/>
            </a:xfrm>
            <a:prstGeom prst="line">
              <a:avLst/>
            </a:prstGeom>
            <a:noFill/>
            <a:ln w="9525">
              <a:solidFill>
                <a:srgbClr val="FF3300"/>
              </a:solidFill>
              <a:round/>
              <a:headEnd/>
              <a:tailEnd/>
            </a:ln>
            <a:effectLst>
              <a:prstShdw prst="shdw17" dist="17961" dir="13500000">
                <a:srgbClr val="991F00"/>
              </a:prstShdw>
            </a:effectLst>
            <a:extLst>
              <a:ext uri="{909E8E84-426E-40DD-AFC4-6F175D3DCCD1}">
                <a14:hiddenFill xmlns:a14="http://schemas.microsoft.com/office/drawing/2010/main">
                  <a:noFill/>
                </a14:hiddenFill>
              </a:ext>
            </a:extLst>
          </p:spPr>
          <p:txBody>
            <a:bodyPr/>
            <a:lstStyle/>
            <a:p>
              <a:endParaRPr lang="zh-CN" altLang="en-US"/>
            </a:p>
          </p:txBody>
        </p:sp>
      </p:grpSp>
      <p:grpSp>
        <p:nvGrpSpPr>
          <p:cNvPr id="37926" name="Group 39">
            <a:extLst>
              <a:ext uri="{FF2B5EF4-FFF2-40B4-BE49-F238E27FC236}">
                <a16:creationId xmlns:a16="http://schemas.microsoft.com/office/drawing/2014/main" id="{66EED9BC-123D-42E1-9B89-6667B9872F61}"/>
              </a:ext>
            </a:extLst>
          </p:cNvPr>
          <p:cNvGrpSpPr>
            <a:grpSpLocks/>
          </p:cNvGrpSpPr>
          <p:nvPr/>
        </p:nvGrpSpPr>
        <p:grpSpPr bwMode="auto">
          <a:xfrm>
            <a:off x="3635375" y="1268413"/>
            <a:ext cx="503238" cy="431800"/>
            <a:chOff x="0" y="0"/>
            <a:chExt cx="317" cy="272"/>
          </a:xfrm>
        </p:grpSpPr>
        <p:sp>
          <p:nvSpPr>
            <p:cNvPr id="29726" name="Line 40">
              <a:extLst>
                <a:ext uri="{FF2B5EF4-FFF2-40B4-BE49-F238E27FC236}">
                  <a16:creationId xmlns:a16="http://schemas.microsoft.com/office/drawing/2014/main" id="{66BB9AA1-4A3A-470D-9B0C-6639C52C946A}"/>
                </a:ext>
              </a:extLst>
            </p:cNvPr>
            <p:cNvSpPr>
              <a:spLocks noChangeShapeType="1"/>
            </p:cNvSpPr>
            <p:nvPr/>
          </p:nvSpPr>
          <p:spPr bwMode="auto">
            <a:xfrm flipH="1">
              <a:off x="0" y="0"/>
              <a:ext cx="317" cy="228"/>
            </a:xfrm>
            <a:prstGeom prst="line">
              <a:avLst/>
            </a:prstGeom>
            <a:noFill/>
            <a:ln w="9525">
              <a:solidFill>
                <a:srgbClr val="FF3300"/>
              </a:solidFill>
              <a:round/>
              <a:headEnd/>
              <a:tailEnd/>
            </a:ln>
            <a:effectLst>
              <a:prstShdw prst="shdw17" dist="17961" dir="13500000">
                <a:srgbClr val="991F00"/>
              </a:prstShdw>
            </a:effectLst>
            <a:extLst>
              <a:ext uri="{909E8E84-426E-40DD-AFC4-6F175D3DCCD1}">
                <a14:hiddenFill xmlns:a14="http://schemas.microsoft.com/office/drawing/2010/main">
                  <a:noFill/>
                </a14:hiddenFill>
              </a:ext>
            </a:extLst>
          </p:spPr>
          <p:txBody>
            <a:bodyPr/>
            <a:lstStyle/>
            <a:p>
              <a:endParaRPr lang="zh-CN" altLang="en-US"/>
            </a:p>
          </p:txBody>
        </p:sp>
        <p:sp>
          <p:nvSpPr>
            <p:cNvPr id="29727" name="Line 41">
              <a:extLst>
                <a:ext uri="{FF2B5EF4-FFF2-40B4-BE49-F238E27FC236}">
                  <a16:creationId xmlns:a16="http://schemas.microsoft.com/office/drawing/2014/main" id="{7AEED642-A15B-4B50-8043-1881B08FADC0}"/>
                </a:ext>
              </a:extLst>
            </p:cNvPr>
            <p:cNvSpPr>
              <a:spLocks noChangeShapeType="1"/>
            </p:cNvSpPr>
            <p:nvPr/>
          </p:nvSpPr>
          <p:spPr bwMode="auto">
            <a:xfrm>
              <a:off x="90" y="0"/>
              <a:ext cx="227" cy="272"/>
            </a:xfrm>
            <a:prstGeom prst="line">
              <a:avLst/>
            </a:prstGeom>
            <a:noFill/>
            <a:ln w="9525">
              <a:solidFill>
                <a:srgbClr val="FF3300"/>
              </a:solidFill>
              <a:round/>
              <a:headEnd/>
              <a:tailEnd/>
            </a:ln>
            <a:effectLst>
              <a:prstShdw prst="shdw17" dist="17961" dir="13500000">
                <a:srgbClr val="991F00"/>
              </a:prstShdw>
            </a:effectLst>
            <a:extLst>
              <a:ext uri="{909E8E84-426E-40DD-AFC4-6F175D3DCCD1}">
                <a14:hiddenFill xmlns:a14="http://schemas.microsoft.com/office/drawing/2010/main">
                  <a:noFill/>
                </a14:hiddenFill>
              </a:ext>
            </a:extLst>
          </p:spPr>
          <p:txBody>
            <a:bodyPr/>
            <a:lstStyle/>
            <a:p>
              <a:endParaRPr lang="zh-CN" altLang="en-US"/>
            </a:p>
          </p:txBody>
        </p:sp>
      </p:grpSp>
      <p:grpSp>
        <p:nvGrpSpPr>
          <p:cNvPr id="37929" name="Group 42">
            <a:extLst>
              <a:ext uri="{FF2B5EF4-FFF2-40B4-BE49-F238E27FC236}">
                <a16:creationId xmlns:a16="http://schemas.microsoft.com/office/drawing/2014/main" id="{DD9E53F0-B356-4F4F-A2B9-4868F149A609}"/>
              </a:ext>
            </a:extLst>
          </p:cNvPr>
          <p:cNvGrpSpPr>
            <a:grpSpLocks/>
          </p:cNvGrpSpPr>
          <p:nvPr/>
        </p:nvGrpSpPr>
        <p:grpSpPr bwMode="auto">
          <a:xfrm>
            <a:off x="5076825" y="1268413"/>
            <a:ext cx="503238" cy="431800"/>
            <a:chOff x="0" y="0"/>
            <a:chExt cx="317" cy="272"/>
          </a:xfrm>
        </p:grpSpPr>
        <p:sp>
          <p:nvSpPr>
            <p:cNvPr id="29724" name="Line 43">
              <a:extLst>
                <a:ext uri="{FF2B5EF4-FFF2-40B4-BE49-F238E27FC236}">
                  <a16:creationId xmlns:a16="http://schemas.microsoft.com/office/drawing/2014/main" id="{C1A74AFF-3184-4B4F-829D-4B8093321E76}"/>
                </a:ext>
              </a:extLst>
            </p:cNvPr>
            <p:cNvSpPr>
              <a:spLocks noChangeShapeType="1"/>
            </p:cNvSpPr>
            <p:nvPr/>
          </p:nvSpPr>
          <p:spPr bwMode="auto">
            <a:xfrm flipH="1">
              <a:off x="0" y="0"/>
              <a:ext cx="317" cy="228"/>
            </a:xfrm>
            <a:prstGeom prst="line">
              <a:avLst/>
            </a:prstGeom>
            <a:noFill/>
            <a:ln w="9525">
              <a:solidFill>
                <a:srgbClr val="FF3300"/>
              </a:solidFill>
              <a:round/>
              <a:headEnd/>
              <a:tailEnd/>
            </a:ln>
            <a:effectLst>
              <a:prstShdw prst="shdw17" dist="17961" dir="13500000">
                <a:srgbClr val="991F00"/>
              </a:prstShdw>
            </a:effectLst>
            <a:extLst>
              <a:ext uri="{909E8E84-426E-40DD-AFC4-6F175D3DCCD1}">
                <a14:hiddenFill xmlns:a14="http://schemas.microsoft.com/office/drawing/2010/main">
                  <a:noFill/>
                </a14:hiddenFill>
              </a:ext>
            </a:extLst>
          </p:spPr>
          <p:txBody>
            <a:bodyPr/>
            <a:lstStyle/>
            <a:p>
              <a:endParaRPr lang="zh-CN" altLang="en-US"/>
            </a:p>
          </p:txBody>
        </p:sp>
        <p:sp>
          <p:nvSpPr>
            <p:cNvPr id="29725" name="Line 44">
              <a:extLst>
                <a:ext uri="{FF2B5EF4-FFF2-40B4-BE49-F238E27FC236}">
                  <a16:creationId xmlns:a16="http://schemas.microsoft.com/office/drawing/2014/main" id="{93BE0B28-64D5-49E5-8A6A-CDD222E0AB35}"/>
                </a:ext>
              </a:extLst>
            </p:cNvPr>
            <p:cNvSpPr>
              <a:spLocks noChangeShapeType="1"/>
            </p:cNvSpPr>
            <p:nvPr/>
          </p:nvSpPr>
          <p:spPr bwMode="auto">
            <a:xfrm>
              <a:off x="90" y="0"/>
              <a:ext cx="227" cy="272"/>
            </a:xfrm>
            <a:prstGeom prst="line">
              <a:avLst/>
            </a:prstGeom>
            <a:noFill/>
            <a:ln w="9525">
              <a:solidFill>
                <a:srgbClr val="FF3300"/>
              </a:solidFill>
              <a:round/>
              <a:headEnd/>
              <a:tailEnd/>
            </a:ln>
            <a:effectLst>
              <a:prstShdw prst="shdw17" dist="17961" dir="13500000">
                <a:srgbClr val="991F00"/>
              </a:prstShdw>
            </a:effectLst>
            <a:extLst>
              <a:ext uri="{909E8E84-426E-40DD-AFC4-6F175D3DCCD1}">
                <a14:hiddenFill xmlns:a14="http://schemas.microsoft.com/office/drawing/2010/main">
                  <a:noFill/>
                </a14:hiddenFill>
              </a:ext>
            </a:extLst>
          </p:spPr>
          <p:txBody>
            <a:bodyPr/>
            <a:lstStyle/>
            <a:p>
              <a:endParaRPr lang="zh-CN" altLang="en-US"/>
            </a:p>
          </p:txBody>
        </p:sp>
      </p:grpSp>
      <p:sp>
        <p:nvSpPr>
          <p:cNvPr id="44" name="Rectangle 4">
            <a:extLst>
              <a:ext uri="{FF2B5EF4-FFF2-40B4-BE49-F238E27FC236}">
                <a16:creationId xmlns:a16="http://schemas.microsoft.com/office/drawing/2014/main" id="{5C637AE9-ABB7-4215-B534-4A1547FB56B9}"/>
              </a:ext>
            </a:extLst>
          </p:cNvPr>
          <p:cNvSpPr txBox="1">
            <a:spLocks noChangeArrowheads="1"/>
          </p:cNvSpPr>
          <p:nvPr/>
        </p:nvSpPr>
        <p:spPr bwMode="auto">
          <a:xfrm>
            <a:off x="968380" y="2890839"/>
            <a:ext cx="6123899" cy="3346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SzPct val="65000"/>
              <a:buFont typeface="Wingdings" panose="05000000000000000000" pitchFamily="2" charset="2"/>
              <a:buChar char="n"/>
              <a:defRPr sz="28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9pPr>
          </a:lstStyle>
          <a:p>
            <a:pPr eaLnBrk="1" hangingPunct="1">
              <a:buFontTx/>
              <a:buNone/>
            </a:pPr>
            <a:r>
              <a:rPr lang="en-US" altLang="zh-CN" sz="2000" b="0" dirty="0">
                <a:latin typeface="Consolas" panose="020B0609020204030204" pitchFamily="49" charset="0"/>
              </a:rPr>
              <a:t>void </a:t>
            </a:r>
            <a:r>
              <a:rPr lang="en-US" altLang="zh-CN" sz="2000" b="0" dirty="0" err="1">
                <a:latin typeface="Consolas" panose="020B0609020204030204" pitchFamily="49" charset="0"/>
              </a:rPr>
              <a:t>destroyList</a:t>
            </a:r>
            <a:r>
              <a:rPr lang="en-US" altLang="zh-CN" sz="2000" b="0" dirty="0">
                <a:latin typeface="Consolas" panose="020B0609020204030204" pitchFamily="49" charset="0"/>
              </a:rPr>
              <a:t>(</a:t>
            </a:r>
            <a:r>
              <a:rPr lang="en-US" altLang="zh-CN" sz="2000" b="0" dirty="0" err="1">
                <a:latin typeface="Consolas" panose="020B0609020204030204" pitchFamily="49" charset="0"/>
              </a:rPr>
              <a:t>PtrNode</a:t>
            </a:r>
            <a:r>
              <a:rPr lang="en-US" altLang="zh-CN" sz="2000" b="0" dirty="0">
                <a:latin typeface="Consolas" panose="020B0609020204030204" pitchFamily="49" charset="0"/>
              </a:rPr>
              <a:t> * </a:t>
            </a:r>
            <a:r>
              <a:rPr lang="en-US" altLang="zh-CN" sz="2000" b="0" dirty="0" err="1">
                <a:latin typeface="Consolas" panose="020B0609020204030204" pitchFamily="49" charset="0"/>
              </a:rPr>
              <a:t>headPtr</a:t>
            </a:r>
            <a:r>
              <a:rPr lang="en-US" altLang="zh-CN" sz="2000" b="0" dirty="0">
                <a:latin typeface="Consolas" panose="020B0609020204030204" pitchFamily="49" charset="0"/>
              </a:rPr>
              <a:t>)</a:t>
            </a:r>
          </a:p>
          <a:p>
            <a:pPr eaLnBrk="1" hangingPunct="1">
              <a:buFontTx/>
              <a:buNone/>
            </a:pPr>
            <a:r>
              <a:rPr lang="en-US" altLang="zh-CN" sz="2000" b="0" dirty="0">
                <a:latin typeface="Consolas" panose="020B0609020204030204" pitchFamily="49" charset="0"/>
              </a:rPr>
              <a:t>{</a:t>
            </a:r>
          </a:p>
          <a:p>
            <a:pPr eaLnBrk="1" hangingPunct="1">
              <a:buFontTx/>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PtrNode</a:t>
            </a:r>
            <a:r>
              <a:rPr lang="en-US" altLang="zh-CN" sz="2000" b="0" dirty="0">
                <a:latin typeface="Consolas" panose="020B0609020204030204" pitchFamily="49" charset="0"/>
              </a:rPr>
              <a:t> </a:t>
            </a:r>
            <a:r>
              <a:rPr lang="en-US" altLang="zh-CN" sz="2000" b="0" dirty="0" err="1">
                <a:latin typeface="Consolas" panose="020B0609020204030204" pitchFamily="49" charset="0"/>
              </a:rPr>
              <a:t>tmp,head</a:t>
            </a:r>
            <a:r>
              <a:rPr lang="en-US" altLang="zh-CN" sz="2000" b="0" dirty="0">
                <a:latin typeface="Consolas" panose="020B0609020204030204" pitchFamily="49" charset="0"/>
              </a:rPr>
              <a:t>=*</a:t>
            </a:r>
            <a:r>
              <a:rPr lang="en-US" altLang="zh-CN" sz="2000" b="0" dirty="0" err="1">
                <a:latin typeface="Consolas" panose="020B0609020204030204" pitchFamily="49" charset="0"/>
              </a:rPr>
              <a:t>headPtr</a:t>
            </a:r>
            <a:r>
              <a:rPr lang="en-US" altLang="zh-CN" sz="2000" b="0" dirty="0">
                <a:latin typeface="Consolas" panose="020B0609020204030204" pitchFamily="49" charset="0"/>
              </a:rPr>
              <a:t>;</a:t>
            </a:r>
          </a:p>
          <a:p>
            <a:pPr eaLnBrk="1" hangingPunct="1">
              <a:buFontTx/>
              <a:buNone/>
            </a:pPr>
            <a:r>
              <a:rPr lang="en-US" altLang="zh-CN" sz="2000" b="0" dirty="0">
                <a:latin typeface="Consolas" panose="020B0609020204030204" pitchFamily="49" charset="0"/>
              </a:rPr>
              <a:t>    while ( head != NULL ){</a:t>
            </a:r>
          </a:p>
          <a:p>
            <a:pPr eaLnBrk="1" hangingPunct="1">
              <a:buFontTx/>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tmp</a:t>
            </a:r>
            <a:r>
              <a:rPr lang="en-US" altLang="zh-CN" sz="2000" b="0" dirty="0">
                <a:latin typeface="Consolas" panose="020B0609020204030204" pitchFamily="49" charset="0"/>
              </a:rPr>
              <a:t> = head;</a:t>
            </a:r>
          </a:p>
          <a:p>
            <a:pPr eaLnBrk="1" hangingPunct="1">
              <a:buFontTx/>
              <a:buNone/>
            </a:pPr>
            <a:r>
              <a:rPr lang="en-US" altLang="zh-CN" sz="2000" b="0" dirty="0">
                <a:latin typeface="Consolas" panose="020B0609020204030204" pitchFamily="49" charset="0"/>
              </a:rPr>
              <a:t>        head = head-&gt;next;</a:t>
            </a:r>
          </a:p>
          <a:p>
            <a:pPr eaLnBrk="1" hangingPunct="1">
              <a:buFontTx/>
              <a:buNone/>
            </a:pPr>
            <a:r>
              <a:rPr lang="en-US" altLang="zh-CN" sz="2000" b="0" dirty="0">
                <a:latin typeface="Consolas" panose="020B0609020204030204" pitchFamily="49" charset="0"/>
              </a:rPr>
              <a:t>        free(</a:t>
            </a:r>
            <a:r>
              <a:rPr lang="en-US" altLang="zh-CN" sz="2000" b="0" dirty="0" err="1">
                <a:latin typeface="Consolas" panose="020B0609020204030204" pitchFamily="49" charset="0"/>
              </a:rPr>
              <a:t>tmp</a:t>
            </a:r>
            <a:r>
              <a:rPr lang="en-US" altLang="zh-CN" sz="2000" b="0" dirty="0">
                <a:latin typeface="Consolas" panose="020B0609020204030204" pitchFamily="49" charset="0"/>
              </a:rPr>
              <a:t>);</a:t>
            </a:r>
          </a:p>
          <a:p>
            <a:pPr eaLnBrk="1" hangingPunct="1">
              <a:buFontTx/>
              <a:buNone/>
            </a:pPr>
            <a:r>
              <a:rPr lang="en-US" altLang="zh-CN" sz="2000" b="0" dirty="0">
                <a:latin typeface="Consolas" panose="020B0609020204030204" pitchFamily="49" charset="0"/>
              </a:rPr>
              <a:t>    }</a:t>
            </a:r>
          </a:p>
          <a:p>
            <a:pPr eaLnBrk="1" hangingPunct="1">
              <a:buFontTx/>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headPtr</a:t>
            </a:r>
            <a:r>
              <a:rPr lang="en-US" altLang="zh-CN" sz="2000" b="0" dirty="0">
                <a:latin typeface="Consolas" panose="020B0609020204030204" pitchFamily="49" charset="0"/>
              </a:rPr>
              <a:t> = NULL;</a:t>
            </a:r>
          </a:p>
          <a:p>
            <a:pPr eaLnBrk="1" hangingPunct="1">
              <a:buFontTx/>
              <a:buNone/>
            </a:pPr>
            <a:r>
              <a:rPr lang="en-US" altLang="zh-CN" sz="2000" b="0" dirty="0">
                <a:latin typeface="Consolas" panose="020B0609020204030204" pitchFamily="49" charset="0"/>
              </a:rPr>
              <a:t>} </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7918"/>
                                        </p:tgtEl>
                                        <p:attrNameLst>
                                          <p:attrName>style.visibility</p:attrName>
                                        </p:attrNameLst>
                                      </p:cBhvr>
                                      <p:to>
                                        <p:strVal val="visible"/>
                                      </p:to>
                                    </p:set>
                                    <p:animEffect transition="in" filter="dissolve">
                                      <p:cBhvr>
                                        <p:cTn id="7" dur="500"/>
                                        <p:tgtEl>
                                          <p:spTgt spid="379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xit" presetSubtype="10" fill="hold" nodeType="clickEffect">
                                  <p:stCondLst>
                                    <p:cond delay="0"/>
                                  </p:stCondLst>
                                  <p:childTnLst>
                                    <p:animEffect transition="out" filter="checkerboard(across)">
                                      <p:cBhvr>
                                        <p:cTn id="11" dur="500"/>
                                        <p:tgtEl>
                                          <p:spTgt spid="37922"/>
                                        </p:tgtEl>
                                      </p:cBhvr>
                                    </p:animEffect>
                                    <p:set>
                                      <p:cBhvr>
                                        <p:cTn id="12" dur="1" fill="hold">
                                          <p:stCondLst>
                                            <p:cond delay="499"/>
                                          </p:stCondLst>
                                        </p:cTn>
                                        <p:tgtEl>
                                          <p:spTgt spid="37922"/>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7920"/>
                                        </p:tgtEl>
                                        <p:attrNameLst>
                                          <p:attrName>style.visibility</p:attrName>
                                        </p:attrNameLst>
                                      </p:cBhvr>
                                      <p:to>
                                        <p:strVal val="visible"/>
                                      </p:to>
                                    </p:set>
                                    <p:animEffect transition="in" filter="dissolve">
                                      <p:cBhvr>
                                        <p:cTn id="17" dur="500"/>
                                        <p:tgtEl>
                                          <p:spTgt spid="379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37923"/>
                                        </p:tgtEl>
                                        <p:attrNameLst>
                                          <p:attrName>style.visibility</p:attrName>
                                        </p:attrNameLst>
                                      </p:cBhvr>
                                      <p:to>
                                        <p:strVal val="visible"/>
                                      </p:to>
                                    </p:set>
                                    <p:animEffect transition="in" filter="dissolve">
                                      <p:cBhvr>
                                        <p:cTn id="22" dur="500"/>
                                        <p:tgtEl>
                                          <p:spTgt spid="3792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xit" presetSubtype="0" fill="hold" nodeType="clickEffect">
                                  <p:stCondLst>
                                    <p:cond delay="0"/>
                                  </p:stCondLst>
                                  <p:childTnLst>
                                    <p:set>
                                      <p:cBhvr>
                                        <p:cTn id="26" dur="1" fill="hold">
                                          <p:stCondLst>
                                            <p:cond delay="0"/>
                                          </p:stCondLst>
                                        </p:cTn>
                                        <p:tgtEl>
                                          <p:spTgt spid="37918"/>
                                        </p:tgtEl>
                                        <p:attrNameLst>
                                          <p:attrName>style.visibility</p:attrName>
                                        </p:attrNameLst>
                                      </p:cBhvr>
                                      <p:to>
                                        <p:strVal val="hidden"/>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37919"/>
                                        </p:tgtEl>
                                        <p:attrNameLst>
                                          <p:attrName>style.visibility</p:attrName>
                                        </p:attrNameLst>
                                      </p:cBhvr>
                                      <p:to>
                                        <p:strVal val="visible"/>
                                      </p:to>
                                    </p:set>
                                    <p:animEffect transition="in" filter="dissolve">
                                      <p:cBhvr>
                                        <p:cTn id="31" dur="500"/>
                                        <p:tgtEl>
                                          <p:spTgt spid="3791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xit" presetSubtype="0" fill="hold" nodeType="clickEffect">
                                  <p:stCondLst>
                                    <p:cond delay="0"/>
                                  </p:stCondLst>
                                  <p:childTnLst>
                                    <p:set>
                                      <p:cBhvr>
                                        <p:cTn id="35" dur="1" fill="hold">
                                          <p:stCondLst>
                                            <p:cond delay="0"/>
                                          </p:stCondLst>
                                        </p:cTn>
                                        <p:tgtEl>
                                          <p:spTgt spid="37920"/>
                                        </p:tgtEl>
                                        <p:attrNameLst>
                                          <p:attrName>style.visibility</p:attrName>
                                        </p:attrNameLst>
                                      </p:cBhvr>
                                      <p:to>
                                        <p:strVal val="hidden"/>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37911"/>
                                        </p:tgtEl>
                                        <p:attrNameLst>
                                          <p:attrName>style.visibility</p:attrName>
                                        </p:attrNameLst>
                                      </p:cBhvr>
                                      <p:to>
                                        <p:strVal val="visible"/>
                                      </p:to>
                                    </p:set>
                                    <p:animEffect transition="in" filter="dissolve">
                                      <p:cBhvr>
                                        <p:cTn id="40" dur="500"/>
                                        <p:tgtEl>
                                          <p:spTgt spid="37911"/>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9" presetClass="entr" presetSubtype="0" fill="hold" nodeType="clickEffect">
                                  <p:stCondLst>
                                    <p:cond delay="0"/>
                                  </p:stCondLst>
                                  <p:childTnLst>
                                    <p:set>
                                      <p:cBhvr>
                                        <p:cTn id="44" dur="1" fill="hold">
                                          <p:stCondLst>
                                            <p:cond delay="0"/>
                                          </p:stCondLst>
                                        </p:cTn>
                                        <p:tgtEl>
                                          <p:spTgt spid="37926"/>
                                        </p:tgtEl>
                                        <p:attrNameLst>
                                          <p:attrName>style.visibility</p:attrName>
                                        </p:attrNameLst>
                                      </p:cBhvr>
                                      <p:to>
                                        <p:strVal val="visible"/>
                                      </p:to>
                                    </p:set>
                                    <p:animEffect transition="in" filter="dissolve">
                                      <p:cBhvr>
                                        <p:cTn id="45" dur="500"/>
                                        <p:tgtEl>
                                          <p:spTgt spid="3792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xit" presetSubtype="0" fill="hold" nodeType="clickEffect">
                                  <p:stCondLst>
                                    <p:cond delay="0"/>
                                  </p:stCondLst>
                                  <p:childTnLst>
                                    <p:set>
                                      <p:cBhvr>
                                        <p:cTn id="49" dur="1" fill="hold">
                                          <p:stCondLst>
                                            <p:cond delay="0"/>
                                          </p:stCondLst>
                                        </p:cTn>
                                        <p:tgtEl>
                                          <p:spTgt spid="37919"/>
                                        </p:tgtEl>
                                        <p:attrNameLst>
                                          <p:attrName>style.visibility</p:attrName>
                                        </p:attrNameLst>
                                      </p:cBhvr>
                                      <p:to>
                                        <p:strVal val="hidden"/>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9" presetClass="entr" presetSubtype="0" fill="hold" nodeType="clickEffect">
                                  <p:stCondLst>
                                    <p:cond delay="0"/>
                                  </p:stCondLst>
                                  <p:childTnLst>
                                    <p:set>
                                      <p:cBhvr>
                                        <p:cTn id="53" dur="1" fill="hold">
                                          <p:stCondLst>
                                            <p:cond delay="0"/>
                                          </p:stCondLst>
                                        </p:cTn>
                                        <p:tgtEl>
                                          <p:spTgt spid="37916"/>
                                        </p:tgtEl>
                                        <p:attrNameLst>
                                          <p:attrName>style.visibility</p:attrName>
                                        </p:attrNameLst>
                                      </p:cBhvr>
                                      <p:to>
                                        <p:strVal val="visible"/>
                                      </p:to>
                                    </p:set>
                                    <p:animEffect transition="in" filter="dissolve">
                                      <p:cBhvr>
                                        <p:cTn id="54" dur="500"/>
                                        <p:tgtEl>
                                          <p:spTgt spid="37916"/>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xit" presetSubtype="0" fill="hold" nodeType="clickEffect">
                                  <p:stCondLst>
                                    <p:cond delay="0"/>
                                  </p:stCondLst>
                                  <p:childTnLst>
                                    <p:set>
                                      <p:cBhvr>
                                        <p:cTn id="58" dur="1" fill="hold">
                                          <p:stCondLst>
                                            <p:cond delay="0"/>
                                          </p:stCondLst>
                                        </p:cTn>
                                        <p:tgtEl>
                                          <p:spTgt spid="37911"/>
                                        </p:tgtEl>
                                        <p:attrNameLst>
                                          <p:attrName>style.visibility</p:attrName>
                                        </p:attrNameLst>
                                      </p:cBhvr>
                                      <p:to>
                                        <p:strVal val="hidden"/>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9" presetClass="entr" presetSubtype="0" fill="hold" nodeType="clickEffect">
                                  <p:stCondLst>
                                    <p:cond delay="0"/>
                                  </p:stCondLst>
                                  <p:childTnLst>
                                    <p:set>
                                      <p:cBhvr>
                                        <p:cTn id="62" dur="1" fill="hold">
                                          <p:stCondLst>
                                            <p:cond delay="0"/>
                                          </p:stCondLst>
                                        </p:cTn>
                                        <p:tgtEl>
                                          <p:spTgt spid="37921"/>
                                        </p:tgtEl>
                                        <p:attrNameLst>
                                          <p:attrName>style.visibility</p:attrName>
                                        </p:attrNameLst>
                                      </p:cBhvr>
                                      <p:to>
                                        <p:strVal val="visible"/>
                                      </p:to>
                                    </p:set>
                                    <p:animEffect transition="in" filter="dissolve">
                                      <p:cBhvr>
                                        <p:cTn id="63" dur="500"/>
                                        <p:tgtEl>
                                          <p:spTgt spid="37921"/>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9" presetClass="entr" presetSubtype="0" fill="hold" nodeType="clickEffect">
                                  <p:stCondLst>
                                    <p:cond delay="0"/>
                                  </p:stCondLst>
                                  <p:childTnLst>
                                    <p:set>
                                      <p:cBhvr>
                                        <p:cTn id="67" dur="1" fill="hold">
                                          <p:stCondLst>
                                            <p:cond delay="0"/>
                                          </p:stCondLst>
                                        </p:cTn>
                                        <p:tgtEl>
                                          <p:spTgt spid="37929"/>
                                        </p:tgtEl>
                                        <p:attrNameLst>
                                          <p:attrName>style.visibility</p:attrName>
                                        </p:attrNameLst>
                                      </p:cBhvr>
                                      <p:to>
                                        <p:strVal val="visible"/>
                                      </p:to>
                                    </p:set>
                                    <p:animEffect transition="in" filter="dissolve">
                                      <p:cBhvr>
                                        <p:cTn id="68" dur="500"/>
                                        <p:tgtEl>
                                          <p:spTgt spid="379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8BC5AA-AE95-4193-8BDE-39AF85381536}"/>
              </a:ext>
            </a:extLst>
          </p:cNvPr>
          <p:cNvSpPr>
            <a:spLocks noGrp="1"/>
          </p:cNvSpPr>
          <p:nvPr>
            <p:ph type="title"/>
          </p:nvPr>
        </p:nvSpPr>
        <p:spPr/>
        <p:txBody>
          <a:bodyPr/>
          <a:lstStyle/>
          <a:p>
            <a:r>
              <a:rPr lang="zh-CN" altLang="en-US" dirty="0"/>
              <a:t>测试主程序</a:t>
            </a:r>
          </a:p>
        </p:txBody>
      </p:sp>
      <p:sp>
        <p:nvSpPr>
          <p:cNvPr id="3" name="内容占位符 2">
            <a:extLst>
              <a:ext uri="{FF2B5EF4-FFF2-40B4-BE49-F238E27FC236}">
                <a16:creationId xmlns:a16="http://schemas.microsoft.com/office/drawing/2014/main" id="{A7356289-5129-498F-9533-8374CA3632FD}"/>
              </a:ext>
            </a:extLst>
          </p:cNvPr>
          <p:cNvSpPr>
            <a:spLocks noGrp="1"/>
          </p:cNvSpPr>
          <p:nvPr>
            <p:ph idx="1"/>
          </p:nvPr>
        </p:nvSpPr>
        <p:spPr>
          <a:xfrm>
            <a:off x="467544" y="1196752"/>
            <a:ext cx="7772400" cy="4611687"/>
          </a:xfrm>
        </p:spPr>
        <p:txBody>
          <a:bodyPr/>
          <a:lstStyle/>
          <a:p>
            <a:pPr marL="0" indent="0">
              <a:buNone/>
            </a:pPr>
            <a:r>
              <a:rPr lang="en-US" altLang="zh-CN" sz="2000" dirty="0">
                <a:latin typeface="Consolas" panose="020B0609020204030204" pitchFamily="49" charset="0"/>
              </a:rPr>
              <a:t>int main(){</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PtrNode</a:t>
            </a:r>
            <a:r>
              <a:rPr lang="en-US" altLang="zh-CN" sz="2000" dirty="0">
                <a:latin typeface="Consolas" panose="020B0609020204030204" pitchFamily="49" charset="0"/>
              </a:rPr>
              <a:t> head = NULL;</a:t>
            </a:r>
          </a:p>
          <a:p>
            <a:pPr marL="0" indent="0">
              <a:buNone/>
            </a:pPr>
            <a:r>
              <a:rPr lang="en-US" altLang="zh-CN" sz="2000" dirty="0">
                <a:latin typeface="Consolas" panose="020B0609020204030204" pitchFamily="49" charset="0"/>
              </a:rPr>
              <a:t>	head = </a:t>
            </a:r>
            <a:r>
              <a:rPr lang="en-US" altLang="zh-CN" sz="2000" dirty="0" err="1">
                <a:latin typeface="Consolas" panose="020B0609020204030204" pitchFamily="49" charset="0"/>
              </a:rPr>
              <a:t>initEmptyList</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b="0" dirty="0" err="1">
                <a:latin typeface="Consolas" panose="020B0609020204030204" pitchFamily="49" charset="0"/>
              </a:rPr>
              <a:t>insertEnd</a:t>
            </a:r>
            <a:r>
              <a:rPr lang="en-US" altLang="zh-CN" sz="2000" dirty="0">
                <a:latin typeface="Consolas" panose="020B0609020204030204" pitchFamily="49" charset="0"/>
              </a:rPr>
              <a:t>(</a:t>
            </a:r>
            <a:r>
              <a:rPr lang="en-US" altLang="zh-CN" sz="2000" dirty="0" err="1">
                <a:latin typeface="Consolas" panose="020B0609020204030204" pitchFamily="49" charset="0"/>
              </a:rPr>
              <a:t>head,1</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insertBegin</a:t>
            </a:r>
            <a:r>
              <a:rPr lang="en-US" altLang="zh-CN" sz="2000" dirty="0">
                <a:latin typeface="Consolas" panose="020B0609020204030204" pitchFamily="49" charset="0"/>
              </a:rPr>
              <a:t>(</a:t>
            </a:r>
            <a:r>
              <a:rPr lang="en-US" altLang="zh-CN" sz="2000" dirty="0" err="1">
                <a:latin typeface="Consolas" panose="020B0609020204030204" pitchFamily="49" charset="0"/>
              </a:rPr>
              <a:t>head,2</a:t>
            </a:r>
            <a:r>
              <a:rPr lang="en-US" altLang="zh-CN" sz="2000" dirty="0">
                <a:latin typeface="Consolas" panose="020B0609020204030204" pitchFamily="49" charset="0"/>
              </a:rPr>
              <a:t>); </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insertUp</a:t>
            </a:r>
            <a:r>
              <a:rPr lang="en-US" altLang="zh-CN" sz="2000" dirty="0">
                <a:latin typeface="Consolas" panose="020B0609020204030204" pitchFamily="49" charset="0"/>
              </a:rPr>
              <a:t>(</a:t>
            </a:r>
            <a:r>
              <a:rPr lang="en-US" altLang="zh-CN" sz="2000" dirty="0" err="1">
                <a:latin typeface="Consolas" panose="020B0609020204030204" pitchFamily="49" charset="0"/>
              </a:rPr>
              <a:t>head,3</a:t>
            </a:r>
            <a:r>
              <a:rPr lang="en-US" altLang="zh-CN" sz="2000" dirty="0">
                <a:latin typeface="Consolas" panose="020B0609020204030204" pitchFamily="49" charset="0"/>
              </a:rPr>
              <a:t>); </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printList</a:t>
            </a:r>
            <a:r>
              <a:rPr lang="en-US" altLang="zh-CN" sz="2000" dirty="0">
                <a:latin typeface="Consolas" panose="020B0609020204030204" pitchFamily="49" charset="0"/>
              </a:rPr>
              <a:t>(head);</a:t>
            </a:r>
          </a:p>
          <a:p>
            <a:pPr marL="0" indent="0">
              <a:buNone/>
            </a:pPr>
            <a:r>
              <a:rPr lang="en-US" altLang="zh-CN" sz="2000" b="0" dirty="0">
                <a:solidFill>
                  <a:srgbClr val="FF0000"/>
                </a:solidFill>
                <a:latin typeface="Consolas" panose="020B0609020204030204" pitchFamily="49" charset="0"/>
              </a:rPr>
              <a:t>	</a:t>
            </a:r>
            <a:r>
              <a:rPr lang="en-US" altLang="zh-CN" sz="2000" b="0" dirty="0" err="1">
                <a:solidFill>
                  <a:srgbClr val="FF0000"/>
                </a:solidFill>
                <a:latin typeface="Consolas" panose="020B0609020204030204" pitchFamily="49" charset="0"/>
              </a:rPr>
              <a:t>destroyList</a:t>
            </a:r>
            <a:r>
              <a:rPr lang="en-US" altLang="zh-CN" sz="2000" b="0" dirty="0">
                <a:solidFill>
                  <a:srgbClr val="FF0000"/>
                </a:solidFill>
                <a:latin typeface="Consolas" panose="020B0609020204030204" pitchFamily="49" charset="0"/>
              </a:rPr>
              <a:t>(&amp;head);</a:t>
            </a:r>
          </a:p>
          <a:p>
            <a:pPr marL="0" indent="0">
              <a:buNone/>
            </a:pPr>
            <a:r>
              <a:rPr lang="en-US" altLang="zh-CN" sz="2000" b="0" dirty="0">
                <a:solidFill>
                  <a:srgbClr val="FF0000"/>
                </a:solidFill>
                <a:latin typeface="Consolas" panose="020B0609020204030204" pitchFamily="49" charset="0"/>
              </a:rPr>
              <a:t>	if (head==NULL)</a:t>
            </a:r>
          </a:p>
          <a:p>
            <a:pPr marL="0" indent="0">
              <a:buNone/>
            </a:pPr>
            <a:r>
              <a:rPr lang="en-US" altLang="zh-CN" sz="2000" b="0" dirty="0">
                <a:solidFill>
                  <a:srgbClr val="FF0000"/>
                </a:solidFill>
                <a:latin typeface="Consolas" panose="020B0609020204030204" pitchFamily="49" charset="0"/>
              </a:rPr>
              <a:t>		</a:t>
            </a:r>
            <a:r>
              <a:rPr lang="en-US" altLang="zh-CN" sz="2000" b="0" dirty="0" err="1">
                <a:solidFill>
                  <a:srgbClr val="FF0000"/>
                </a:solidFill>
                <a:latin typeface="Consolas" panose="020B0609020204030204" pitchFamily="49" charset="0"/>
              </a:rPr>
              <a:t>printf</a:t>
            </a:r>
            <a:r>
              <a:rPr lang="en-US" altLang="zh-CN" sz="2000" b="0" dirty="0">
                <a:solidFill>
                  <a:srgbClr val="FF0000"/>
                </a:solidFill>
                <a:latin typeface="Consolas" panose="020B0609020204030204" pitchFamily="49" charset="0"/>
              </a:rPr>
              <a:t>("list destroyed.\n");</a:t>
            </a:r>
          </a:p>
          <a:p>
            <a:pPr marL="0" indent="0">
              <a:buNone/>
            </a:pPr>
            <a:r>
              <a:rPr lang="en-US" altLang="zh-CN" sz="2000" dirty="0">
                <a:latin typeface="Consolas" panose="020B0609020204030204" pitchFamily="49" charset="0"/>
              </a:rPr>
              <a:t>	return 0;</a:t>
            </a:r>
          </a:p>
          <a:p>
            <a:pPr marL="0" indent="0">
              <a:buNone/>
            </a:pPr>
            <a:r>
              <a:rPr lang="en-US" altLang="zh-CN" sz="2000" dirty="0">
                <a:latin typeface="Consolas" panose="020B0609020204030204" pitchFamily="49" charset="0"/>
              </a:rPr>
              <a:t>}</a:t>
            </a:r>
          </a:p>
        </p:txBody>
      </p:sp>
    </p:spTree>
    <p:extLst>
      <p:ext uri="{BB962C8B-B14F-4D97-AF65-F5344CB8AC3E}">
        <p14:creationId xmlns:p14="http://schemas.microsoft.com/office/powerpoint/2010/main" val="4290733665"/>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a:extLst>
              <a:ext uri="{FF2B5EF4-FFF2-40B4-BE49-F238E27FC236}">
                <a16:creationId xmlns:a16="http://schemas.microsoft.com/office/drawing/2014/main" id="{1AB0A33C-F828-42C4-9D8C-9B928E4ECB53}"/>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3BBDA696-0D43-4525-A36E-C311F6CF4DE6}" type="slidenum">
              <a:rPr lang="en-US" altLang="zh-CN" sz="1400">
                <a:latin typeface="Times New Roman" panose="02020603050405020304" pitchFamily="18" charset="0"/>
              </a:rPr>
              <a:pPr algn="r" eaLnBrk="1" hangingPunct="1">
                <a:spcBef>
                  <a:spcPct val="50000"/>
                </a:spcBef>
                <a:buFontTx/>
                <a:buNone/>
              </a:pPr>
              <a:t>47</a:t>
            </a:fld>
            <a:endParaRPr lang="en-US" altLang="zh-CN" sz="1400">
              <a:latin typeface="Times New Roman" panose="02020603050405020304" pitchFamily="18" charset="0"/>
            </a:endParaRPr>
          </a:p>
        </p:txBody>
      </p:sp>
      <p:sp>
        <p:nvSpPr>
          <p:cNvPr id="29699" name="Rectangle 2">
            <a:extLst>
              <a:ext uri="{FF2B5EF4-FFF2-40B4-BE49-F238E27FC236}">
                <a16:creationId xmlns:a16="http://schemas.microsoft.com/office/drawing/2014/main" id="{3228BFD4-5A82-486D-98C4-699D08C40CDD}"/>
              </a:ext>
            </a:extLst>
          </p:cNvPr>
          <p:cNvSpPr>
            <a:spLocks noGrp="1" noChangeArrowheads="1"/>
          </p:cNvSpPr>
          <p:nvPr>
            <p:ph type="title" idx="4294967295"/>
          </p:nvPr>
        </p:nvSpPr>
        <p:spPr/>
        <p:txBody>
          <a:bodyPr/>
          <a:lstStyle/>
          <a:p>
            <a:pPr eaLnBrk="1" hangingPunct="1"/>
            <a:r>
              <a:rPr lang="zh-CN" altLang="en-US" b="1" dirty="0">
                <a:latin typeface="微软雅黑" panose="020B0503020204020204" pitchFamily="34" charset="-122"/>
                <a:ea typeface="微软雅黑" panose="020B0503020204020204" pitchFamily="34" charset="-122"/>
              </a:rPr>
              <a:t>基本操作－链表长度</a:t>
            </a:r>
          </a:p>
        </p:txBody>
      </p:sp>
      <p:sp>
        <p:nvSpPr>
          <p:cNvPr id="44" name="Rectangle 4">
            <a:extLst>
              <a:ext uri="{FF2B5EF4-FFF2-40B4-BE49-F238E27FC236}">
                <a16:creationId xmlns:a16="http://schemas.microsoft.com/office/drawing/2014/main" id="{5C637AE9-ABB7-4215-B534-4A1547FB56B9}"/>
              </a:ext>
            </a:extLst>
          </p:cNvPr>
          <p:cNvSpPr txBox="1">
            <a:spLocks noChangeArrowheads="1"/>
          </p:cNvSpPr>
          <p:nvPr/>
        </p:nvSpPr>
        <p:spPr bwMode="auto">
          <a:xfrm>
            <a:off x="467544" y="1196752"/>
            <a:ext cx="8371656" cy="4536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SzPct val="65000"/>
              <a:buFont typeface="Wingdings" panose="05000000000000000000" pitchFamily="2" charset="2"/>
              <a:buChar char="n"/>
              <a:defRPr sz="28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9pPr>
          </a:lstStyle>
          <a:p>
            <a:pPr eaLnBrk="1" hangingPunct="1">
              <a:buFontTx/>
              <a:buNone/>
            </a:pPr>
            <a:r>
              <a:rPr lang="en-US" altLang="zh-CN" sz="2400" b="0" dirty="0">
                <a:latin typeface="Consolas" panose="020B0609020204030204" pitchFamily="49" charset="0"/>
              </a:rPr>
              <a:t>/*</a:t>
            </a:r>
            <a:r>
              <a:rPr lang="zh-CN" altLang="en-US" sz="2400" b="0" dirty="0">
                <a:latin typeface="Consolas" panose="020B0609020204030204" pitchFamily="49" charset="0"/>
              </a:rPr>
              <a:t>计算链表有效节点数并返回</a:t>
            </a:r>
            <a:r>
              <a:rPr lang="en-US" altLang="zh-CN" sz="2400" b="0" dirty="0">
                <a:latin typeface="Consolas" panose="020B0609020204030204" pitchFamily="49" charset="0"/>
              </a:rPr>
              <a:t>*/</a:t>
            </a:r>
          </a:p>
          <a:p>
            <a:pPr eaLnBrk="1" hangingPunct="1">
              <a:buFontTx/>
              <a:buNone/>
            </a:pPr>
            <a:r>
              <a:rPr lang="en-US" altLang="zh-CN" sz="2400" b="0" dirty="0">
                <a:latin typeface="Consolas" panose="020B0609020204030204" pitchFamily="49" charset="0"/>
              </a:rPr>
              <a:t>int </a:t>
            </a:r>
            <a:r>
              <a:rPr lang="en-US" altLang="zh-CN" sz="2400" b="0" dirty="0" err="1">
                <a:latin typeface="Consolas" panose="020B0609020204030204" pitchFamily="49" charset="0"/>
              </a:rPr>
              <a:t>getSize</a:t>
            </a:r>
            <a:r>
              <a:rPr lang="en-US" altLang="zh-CN" sz="2400" b="0" dirty="0">
                <a:latin typeface="Consolas" panose="020B0609020204030204" pitchFamily="49" charset="0"/>
              </a:rPr>
              <a:t>(</a:t>
            </a:r>
            <a:r>
              <a:rPr lang="en-US" altLang="zh-CN" sz="2400" b="0" dirty="0" err="1">
                <a:latin typeface="Consolas" panose="020B0609020204030204" pitchFamily="49" charset="0"/>
              </a:rPr>
              <a:t>PtrNode</a:t>
            </a:r>
            <a:r>
              <a:rPr lang="en-US" altLang="zh-CN" sz="2400" b="0" dirty="0">
                <a:latin typeface="Consolas" panose="020B0609020204030204" pitchFamily="49" charset="0"/>
              </a:rPr>
              <a:t> head){</a:t>
            </a:r>
          </a:p>
          <a:p>
            <a:pPr eaLnBrk="1" hangingPunct="1">
              <a:buFontTx/>
              <a:buNone/>
            </a:pPr>
            <a:r>
              <a:rPr lang="en-US" altLang="zh-CN" sz="2400" b="0" dirty="0">
                <a:latin typeface="Consolas" panose="020B0609020204030204" pitchFamily="49" charset="0"/>
              </a:rPr>
              <a:t>	int count=0;</a:t>
            </a:r>
          </a:p>
          <a:p>
            <a:pPr eaLnBrk="1" hangingPunct="1">
              <a:buFontTx/>
              <a:buNone/>
            </a:pPr>
            <a:r>
              <a:rPr lang="en-US" altLang="zh-CN" sz="2400" b="0" dirty="0">
                <a:latin typeface="Consolas" panose="020B0609020204030204" pitchFamily="49" charset="0"/>
              </a:rPr>
              <a:t>	</a:t>
            </a:r>
            <a:r>
              <a:rPr lang="en-US" altLang="zh-CN" sz="2400" b="0" dirty="0" err="1">
                <a:latin typeface="Consolas" panose="020B0609020204030204" pitchFamily="49" charset="0"/>
              </a:rPr>
              <a:t>PtrNode</a:t>
            </a:r>
            <a:r>
              <a:rPr lang="en-US" altLang="zh-CN" sz="2400" b="0" dirty="0">
                <a:latin typeface="Consolas" panose="020B0609020204030204" pitchFamily="49" charset="0"/>
              </a:rPr>
              <a:t> cur=head-&gt;next;</a:t>
            </a:r>
          </a:p>
          <a:p>
            <a:pPr eaLnBrk="1" hangingPunct="1">
              <a:buFontTx/>
              <a:buNone/>
            </a:pPr>
            <a:r>
              <a:rPr lang="en-US" altLang="zh-CN" sz="2400" b="0" dirty="0">
                <a:latin typeface="Consolas" panose="020B0609020204030204" pitchFamily="49" charset="0"/>
              </a:rPr>
              <a:t>	while(cur!=NULL){</a:t>
            </a:r>
          </a:p>
          <a:p>
            <a:pPr eaLnBrk="1" hangingPunct="1">
              <a:buFontTx/>
              <a:buNone/>
            </a:pPr>
            <a:r>
              <a:rPr lang="en-US" altLang="zh-CN" sz="2400" b="0" dirty="0">
                <a:latin typeface="Consolas" panose="020B0609020204030204" pitchFamily="49" charset="0"/>
              </a:rPr>
              <a:t>		count++;</a:t>
            </a:r>
          </a:p>
          <a:p>
            <a:pPr eaLnBrk="1" hangingPunct="1">
              <a:buFontTx/>
              <a:buNone/>
            </a:pPr>
            <a:r>
              <a:rPr lang="en-US" altLang="zh-CN" sz="2400" b="0" dirty="0">
                <a:latin typeface="Consolas" panose="020B0609020204030204" pitchFamily="49" charset="0"/>
              </a:rPr>
              <a:t>		cur=cur-&gt;next;</a:t>
            </a:r>
          </a:p>
          <a:p>
            <a:pPr eaLnBrk="1" hangingPunct="1">
              <a:buFontTx/>
              <a:buNone/>
            </a:pPr>
            <a:r>
              <a:rPr lang="en-US" altLang="zh-CN" sz="2400" b="0" dirty="0">
                <a:latin typeface="Consolas" panose="020B0609020204030204" pitchFamily="49" charset="0"/>
              </a:rPr>
              <a:t>     } </a:t>
            </a:r>
          </a:p>
          <a:p>
            <a:pPr eaLnBrk="1" hangingPunct="1">
              <a:buFontTx/>
              <a:buNone/>
            </a:pPr>
            <a:r>
              <a:rPr lang="en-US" altLang="zh-CN" sz="2400" b="0" dirty="0">
                <a:latin typeface="Consolas" panose="020B0609020204030204" pitchFamily="49" charset="0"/>
              </a:rPr>
              <a:t>	return (count);</a:t>
            </a:r>
          </a:p>
          <a:p>
            <a:pPr eaLnBrk="1" hangingPunct="1">
              <a:buFontTx/>
              <a:buNone/>
            </a:pPr>
            <a:r>
              <a:rPr lang="en-US" altLang="zh-CN" sz="2400" b="0" dirty="0">
                <a:latin typeface="Consolas" panose="020B0609020204030204" pitchFamily="49" charset="0"/>
              </a:rPr>
              <a:t>}</a:t>
            </a:r>
          </a:p>
        </p:txBody>
      </p:sp>
    </p:spTree>
    <p:extLst>
      <p:ext uri="{BB962C8B-B14F-4D97-AF65-F5344CB8AC3E}">
        <p14:creationId xmlns:p14="http://schemas.microsoft.com/office/powerpoint/2010/main" val="3194602054"/>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8BC5AA-AE95-4193-8BDE-39AF85381536}"/>
              </a:ext>
            </a:extLst>
          </p:cNvPr>
          <p:cNvSpPr>
            <a:spLocks noGrp="1"/>
          </p:cNvSpPr>
          <p:nvPr>
            <p:ph type="title"/>
          </p:nvPr>
        </p:nvSpPr>
        <p:spPr/>
        <p:txBody>
          <a:bodyPr/>
          <a:lstStyle/>
          <a:p>
            <a:r>
              <a:rPr lang="zh-CN" altLang="en-US" dirty="0"/>
              <a:t>测试主程序</a:t>
            </a:r>
          </a:p>
        </p:txBody>
      </p:sp>
      <p:sp>
        <p:nvSpPr>
          <p:cNvPr id="3" name="内容占位符 2">
            <a:extLst>
              <a:ext uri="{FF2B5EF4-FFF2-40B4-BE49-F238E27FC236}">
                <a16:creationId xmlns:a16="http://schemas.microsoft.com/office/drawing/2014/main" id="{A7356289-5129-498F-9533-8374CA3632FD}"/>
              </a:ext>
            </a:extLst>
          </p:cNvPr>
          <p:cNvSpPr>
            <a:spLocks noGrp="1"/>
          </p:cNvSpPr>
          <p:nvPr>
            <p:ph idx="1"/>
          </p:nvPr>
        </p:nvSpPr>
        <p:spPr>
          <a:xfrm>
            <a:off x="467544" y="1196752"/>
            <a:ext cx="7772400" cy="4611687"/>
          </a:xfrm>
        </p:spPr>
        <p:txBody>
          <a:bodyPr/>
          <a:lstStyle/>
          <a:p>
            <a:pPr marL="0" indent="0">
              <a:buNone/>
            </a:pPr>
            <a:r>
              <a:rPr lang="en-US" altLang="zh-CN" sz="2000" dirty="0">
                <a:latin typeface="Consolas" panose="020B0609020204030204" pitchFamily="49" charset="0"/>
              </a:rPr>
              <a:t>int main(){</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PtrNode</a:t>
            </a:r>
            <a:r>
              <a:rPr lang="en-US" altLang="zh-CN" sz="2000" dirty="0">
                <a:latin typeface="Consolas" panose="020B0609020204030204" pitchFamily="49" charset="0"/>
              </a:rPr>
              <a:t> head = NULL;</a:t>
            </a:r>
          </a:p>
          <a:p>
            <a:pPr marL="0" indent="0">
              <a:buNone/>
            </a:pPr>
            <a:r>
              <a:rPr lang="en-US" altLang="zh-CN" sz="2000" dirty="0">
                <a:latin typeface="Consolas" panose="020B0609020204030204" pitchFamily="49" charset="0"/>
              </a:rPr>
              <a:t>	head = </a:t>
            </a:r>
            <a:r>
              <a:rPr lang="en-US" altLang="zh-CN" sz="2000" dirty="0" err="1">
                <a:latin typeface="Consolas" panose="020B0609020204030204" pitchFamily="49" charset="0"/>
              </a:rPr>
              <a:t>initEmptyList</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b="0" dirty="0" err="1">
                <a:latin typeface="Consolas" panose="020B0609020204030204" pitchFamily="49" charset="0"/>
              </a:rPr>
              <a:t>insertEnd</a:t>
            </a:r>
            <a:r>
              <a:rPr lang="en-US" altLang="zh-CN" sz="2000" dirty="0">
                <a:latin typeface="Consolas" panose="020B0609020204030204" pitchFamily="49" charset="0"/>
              </a:rPr>
              <a:t>(</a:t>
            </a:r>
            <a:r>
              <a:rPr lang="en-US" altLang="zh-CN" sz="2000" dirty="0" err="1">
                <a:latin typeface="Consolas" panose="020B0609020204030204" pitchFamily="49" charset="0"/>
              </a:rPr>
              <a:t>head,1</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insertBegin</a:t>
            </a:r>
            <a:r>
              <a:rPr lang="en-US" altLang="zh-CN" sz="2000" dirty="0">
                <a:latin typeface="Consolas" panose="020B0609020204030204" pitchFamily="49" charset="0"/>
              </a:rPr>
              <a:t>(</a:t>
            </a:r>
            <a:r>
              <a:rPr lang="en-US" altLang="zh-CN" sz="2000" dirty="0" err="1">
                <a:latin typeface="Consolas" panose="020B0609020204030204" pitchFamily="49" charset="0"/>
              </a:rPr>
              <a:t>head,2</a:t>
            </a:r>
            <a:r>
              <a:rPr lang="en-US" altLang="zh-CN" sz="2000" dirty="0">
                <a:latin typeface="Consolas" panose="020B0609020204030204" pitchFamily="49" charset="0"/>
              </a:rPr>
              <a:t>); </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insertUp</a:t>
            </a:r>
            <a:r>
              <a:rPr lang="en-US" altLang="zh-CN" sz="2000" dirty="0">
                <a:latin typeface="Consolas" panose="020B0609020204030204" pitchFamily="49" charset="0"/>
              </a:rPr>
              <a:t>(</a:t>
            </a:r>
            <a:r>
              <a:rPr lang="en-US" altLang="zh-CN" sz="2000" dirty="0" err="1">
                <a:latin typeface="Consolas" panose="020B0609020204030204" pitchFamily="49" charset="0"/>
              </a:rPr>
              <a:t>head,3</a:t>
            </a:r>
            <a:r>
              <a:rPr lang="en-US" altLang="zh-CN" sz="2000" dirty="0">
                <a:latin typeface="Consolas" panose="020B0609020204030204" pitchFamily="49" charset="0"/>
              </a:rPr>
              <a:t>); </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printList</a:t>
            </a:r>
            <a:r>
              <a:rPr lang="en-US" altLang="zh-CN" sz="2000" dirty="0">
                <a:latin typeface="Consolas" panose="020B0609020204030204" pitchFamily="49" charset="0"/>
              </a:rPr>
              <a:t>(head);</a:t>
            </a:r>
          </a:p>
          <a:p>
            <a:pPr marL="0" indent="0">
              <a:buNone/>
            </a:pPr>
            <a:r>
              <a:rPr lang="en-US" altLang="zh-CN" sz="2000" b="0" dirty="0">
                <a:solidFill>
                  <a:srgbClr val="FF0000"/>
                </a:solidFill>
                <a:latin typeface="Consolas" panose="020B0609020204030204" pitchFamily="49" charset="0"/>
              </a:rPr>
              <a:t>	</a:t>
            </a:r>
            <a:r>
              <a:rPr lang="en-US" altLang="zh-CN" sz="2000" b="0" dirty="0" err="1">
                <a:solidFill>
                  <a:srgbClr val="FF0000"/>
                </a:solidFill>
                <a:latin typeface="Consolas" panose="020B0609020204030204" pitchFamily="49" charset="0"/>
              </a:rPr>
              <a:t>printf</a:t>
            </a:r>
            <a:r>
              <a:rPr lang="en-US" altLang="zh-CN" sz="2000" b="0" dirty="0">
                <a:solidFill>
                  <a:srgbClr val="FF0000"/>
                </a:solidFill>
                <a:latin typeface="Consolas" panose="020B0609020204030204" pitchFamily="49" charset="0"/>
              </a:rPr>
              <a:t>("size is %d.\n",</a:t>
            </a:r>
            <a:r>
              <a:rPr lang="en-US" altLang="zh-CN" sz="2000" b="0" dirty="0" err="1">
                <a:solidFill>
                  <a:srgbClr val="FF0000"/>
                </a:solidFill>
                <a:latin typeface="Consolas" panose="020B0609020204030204" pitchFamily="49" charset="0"/>
              </a:rPr>
              <a:t>getSize</a:t>
            </a:r>
            <a:r>
              <a:rPr lang="en-US" altLang="zh-CN" sz="2000" b="0" dirty="0">
                <a:solidFill>
                  <a:srgbClr val="FF0000"/>
                </a:solidFill>
                <a:latin typeface="Consolas" panose="020B0609020204030204" pitchFamily="49" charset="0"/>
              </a:rPr>
              <a:t>(head));</a:t>
            </a:r>
          </a:p>
          <a:p>
            <a:pPr marL="0" indent="0">
              <a:buNone/>
            </a:pPr>
            <a:r>
              <a:rPr lang="en-US" altLang="zh-CN" sz="2000" b="0" dirty="0">
                <a:solidFill>
                  <a:srgbClr val="FF0000"/>
                </a:solidFill>
                <a:latin typeface="Consolas" panose="020B0609020204030204" pitchFamily="49" charset="0"/>
              </a:rPr>
              <a:t>	</a:t>
            </a:r>
            <a:r>
              <a:rPr lang="en-US" altLang="zh-CN" sz="2000" b="0" dirty="0" err="1">
                <a:solidFill>
                  <a:srgbClr val="FF0000"/>
                </a:solidFill>
                <a:latin typeface="Consolas" panose="020B0609020204030204" pitchFamily="49" charset="0"/>
              </a:rPr>
              <a:t>clearList</a:t>
            </a:r>
            <a:r>
              <a:rPr lang="en-US" altLang="zh-CN" sz="2000" b="0" dirty="0">
                <a:solidFill>
                  <a:srgbClr val="FF0000"/>
                </a:solidFill>
                <a:latin typeface="Consolas" panose="020B0609020204030204" pitchFamily="49" charset="0"/>
              </a:rPr>
              <a:t>(head);</a:t>
            </a:r>
          </a:p>
          <a:p>
            <a:pPr marL="0" indent="0">
              <a:buNone/>
            </a:pPr>
            <a:r>
              <a:rPr lang="en-US" altLang="zh-CN" sz="2000" b="0" dirty="0">
                <a:solidFill>
                  <a:srgbClr val="FF0000"/>
                </a:solidFill>
                <a:latin typeface="Consolas" panose="020B0609020204030204" pitchFamily="49" charset="0"/>
              </a:rPr>
              <a:t>	</a:t>
            </a:r>
            <a:r>
              <a:rPr lang="en-US" altLang="zh-CN" sz="2000" b="0" dirty="0" err="1">
                <a:solidFill>
                  <a:srgbClr val="FF0000"/>
                </a:solidFill>
                <a:latin typeface="Consolas" panose="020B0609020204030204" pitchFamily="49" charset="0"/>
              </a:rPr>
              <a:t>printf</a:t>
            </a:r>
            <a:r>
              <a:rPr lang="en-US" altLang="zh-CN" sz="2000" b="0" dirty="0">
                <a:solidFill>
                  <a:srgbClr val="FF0000"/>
                </a:solidFill>
                <a:latin typeface="Consolas" panose="020B0609020204030204" pitchFamily="49" charset="0"/>
              </a:rPr>
              <a:t>("after clear, size is %d.\n",</a:t>
            </a:r>
            <a:r>
              <a:rPr lang="en-US" altLang="zh-CN" sz="2000" b="0" dirty="0" err="1">
                <a:solidFill>
                  <a:srgbClr val="FF0000"/>
                </a:solidFill>
                <a:latin typeface="Consolas" panose="020B0609020204030204" pitchFamily="49" charset="0"/>
              </a:rPr>
              <a:t>getSize</a:t>
            </a:r>
            <a:r>
              <a:rPr lang="en-US" altLang="zh-CN" sz="2000" b="0" dirty="0">
                <a:solidFill>
                  <a:srgbClr val="FF0000"/>
                </a:solidFill>
                <a:latin typeface="Consolas" panose="020B0609020204030204" pitchFamily="49" charset="0"/>
              </a:rPr>
              <a:t>(head)); </a:t>
            </a:r>
          </a:p>
          <a:p>
            <a:pPr marL="0" indent="0">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destroyList</a:t>
            </a:r>
            <a:r>
              <a:rPr lang="en-US" altLang="zh-CN" sz="2000" b="0" dirty="0">
                <a:latin typeface="Consolas" panose="020B0609020204030204" pitchFamily="49" charset="0"/>
              </a:rPr>
              <a:t>(&amp;head);</a:t>
            </a:r>
          </a:p>
          <a:p>
            <a:pPr marL="0" indent="0">
              <a:buNone/>
            </a:pPr>
            <a:r>
              <a:rPr lang="en-US" altLang="zh-CN" sz="2000" b="0" dirty="0">
                <a:latin typeface="Consolas" panose="020B0609020204030204" pitchFamily="49" charset="0"/>
              </a:rPr>
              <a:t>	if (head==NULL)</a:t>
            </a:r>
          </a:p>
          <a:p>
            <a:pPr marL="0" indent="0">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printf</a:t>
            </a:r>
            <a:r>
              <a:rPr lang="en-US" altLang="zh-CN" sz="2000" b="0" dirty="0">
                <a:latin typeface="Consolas" panose="020B0609020204030204" pitchFamily="49" charset="0"/>
              </a:rPr>
              <a:t>("list destroyed.\n");</a:t>
            </a:r>
          </a:p>
          <a:p>
            <a:pPr marL="0" indent="0">
              <a:buNone/>
            </a:pPr>
            <a:r>
              <a:rPr lang="en-US" altLang="zh-CN" sz="2000" dirty="0">
                <a:latin typeface="Consolas" panose="020B0609020204030204" pitchFamily="49" charset="0"/>
              </a:rPr>
              <a:t>	return 0;</a:t>
            </a:r>
          </a:p>
          <a:p>
            <a:pPr marL="0" indent="0">
              <a:buNone/>
            </a:pPr>
            <a:r>
              <a:rPr lang="en-US" altLang="zh-CN" sz="2000" dirty="0">
                <a:latin typeface="Consolas" panose="020B0609020204030204" pitchFamily="49" charset="0"/>
              </a:rPr>
              <a:t>}</a:t>
            </a:r>
          </a:p>
        </p:txBody>
      </p:sp>
    </p:spTree>
    <p:extLst>
      <p:ext uri="{BB962C8B-B14F-4D97-AF65-F5344CB8AC3E}">
        <p14:creationId xmlns:p14="http://schemas.microsoft.com/office/powerpoint/2010/main" val="3537446888"/>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a:extLst>
              <a:ext uri="{FF2B5EF4-FFF2-40B4-BE49-F238E27FC236}">
                <a16:creationId xmlns:a16="http://schemas.microsoft.com/office/drawing/2014/main" id="{58354000-9EFE-4D45-AD1A-AD5D8C40C60B}"/>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673734B8-C4B1-43CD-8780-B34465DE6833}" type="slidenum">
              <a:rPr lang="en-US" altLang="zh-CN" sz="1400">
                <a:latin typeface="Times New Roman" panose="02020603050405020304" pitchFamily="18" charset="0"/>
              </a:rPr>
              <a:pPr algn="r" eaLnBrk="1" hangingPunct="1">
                <a:spcBef>
                  <a:spcPct val="50000"/>
                </a:spcBef>
                <a:buFontTx/>
                <a:buNone/>
              </a:pPr>
              <a:t>49</a:t>
            </a:fld>
            <a:endParaRPr lang="en-US" altLang="zh-CN" sz="1400">
              <a:latin typeface="Times New Roman" panose="02020603050405020304" pitchFamily="18" charset="0"/>
            </a:endParaRPr>
          </a:p>
        </p:txBody>
      </p:sp>
      <p:sp>
        <p:nvSpPr>
          <p:cNvPr id="31747" name="Rectangle 2">
            <a:extLst>
              <a:ext uri="{FF2B5EF4-FFF2-40B4-BE49-F238E27FC236}">
                <a16:creationId xmlns:a16="http://schemas.microsoft.com/office/drawing/2014/main" id="{45172D3D-8FCE-4F07-A9E1-79CBCA06D2AD}"/>
              </a:ext>
            </a:extLst>
          </p:cNvPr>
          <p:cNvSpPr>
            <a:spLocks noGrp="1" noChangeArrowheads="1"/>
          </p:cNvSpPr>
          <p:nvPr>
            <p:ph type="title" idx="4294967295"/>
          </p:nvPr>
        </p:nvSpPr>
        <p:spPr/>
        <p:txBody>
          <a:bodyPr/>
          <a:lstStyle/>
          <a:p>
            <a:pPr eaLnBrk="1" hangingPunct="1"/>
            <a:r>
              <a:rPr lang="zh-CN" altLang="en-US" b="1" dirty="0">
                <a:latin typeface="微软雅黑" panose="020B0503020204020204" pitchFamily="34" charset="-122"/>
                <a:ea typeface="微软雅黑" panose="020B0503020204020204" pitchFamily="34" charset="-122"/>
              </a:rPr>
              <a:t>基本操作－按值查找链表节点</a:t>
            </a:r>
          </a:p>
        </p:txBody>
      </p:sp>
      <p:sp>
        <p:nvSpPr>
          <p:cNvPr id="31748" name="Rectangle 5">
            <a:extLst>
              <a:ext uri="{FF2B5EF4-FFF2-40B4-BE49-F238E27FC236}">
                <a16:creationId xmlns:a16="http://schemas.microsoft.com/office/drawing/2014/main" id="{F22B97BB-337A-477C-9A75-15BF87DE6C58}"/>
              </a:ext>
            </a:extLst>
          </p:cNvPr>
          <p:cNvSpPr>
            <a:spLocks noChangeArrowheads="1"/>
          </p:cNvSpPr>
          <p:nvPr/>
        </p:nvSpPr>
        <p:spPr bwMode="auto">
          <a:xfrm>
            <a:off x="685800" y="1319213"/>
            <a:ext cx="8134350" cy="461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buFontTx/>
              <a:buNone/>
            </a:pPr>
            <a:endParaRPr lang="zh-CN" altLang="zh-CN">
              <a:latin typeface="Times New Roman" panose="02020603050405020304" pitchFamily="18" charset="0"/>
            </a:endParaRPr>
          </a:p>
        </p:txBody>
      </p:sp>
      <p:grpSp>
        <p:nvGrpSpPr>
          <p:cNvPr id="31749" name="Group 6">
            <a:extLst>
              <a:ext uri="{FF2B5EF4-FFF2-40B4-BE49-F238E27FC236}">
                <a16:creationId xmlns:a16="http://schemas.microsoft.com/office/drawing/2014/main" id="{26DF8C09-6377-46F6-BA35-1A9CF27A4E7B}"/>
              </a:ext>
            </a:extLst>
          </p:cNvPr>
          <p:cNvGrpSpPr>
            <a:grpSpLocks/>
          </p:cNvGrpSpPr>
          <p:nvPr/>
        </p:nvGrpSpPr>
        <p:grpSpPr bwMode="auto">
          <a:xfrm>
            <a:off x="2425700" y="2625725"/>
            <a:ext cx="990600" cy="466725"/>
            <a:chOff x="0" y="0"/>
            <a:chExt cx="624" cy="294"/>
          </a:xfrm>
        </p:grpSpPr>
        <p:sp>
          <p:nvSpPr>
            <p:cNvPr id="31781" name="Text Box 7">
              <a:extLst>
                <a:ext uri="{FF2B5EF4-FFF2-40B4-BE49-F238E27FC236}">
                  <a16:creationId xmlns:a16="http://schemas.microsoft.com/office/drawing/2014/main" id="{8DE6C96B-647F-4E98-88CB-42FA41436CE7}"/>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latin typeface="Times New Roman" panose="02020603050405020304" pitchFamily="18" charset="0"/>
                </a:rPr>
                <a:t>     </a:t>
              </a:r>
            </a:p>
          </p:txBody>
        </p:sp>
        <p:sp>
          <p:nvSpPr>
            <p:cNvPr id="31782" name="Line 8">
              <a:extLst>
                <a:ext uri="{FF2B5EF4-FFF2-40B4-BE49-F238E27FC236}">
                  <a16:creationId xmlns:a16="http://schemas.microsoft.com/office/drawing/2014/main" id="{4DD7CBDA-C18F-4194-A491-AE87EB5B3FCA}"/>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1750" name="Group 9">
            <a:extLst>
              <a:ext uri="{FF2B5EF4-FFF2-40B4-BE49-F238E27FC236}">
                <a16:creationId xmlns:a16="http://schemas.microsoft.com/office/drawing/2014/main" id="{3D749C4E-5D05-4CF5-A228-E0D50F5C1B39}"/>
              </a:ext>
            </a:extLst>
          </p:cNvPr>
          <p:cNvGrpSpPr>
            <a:grpSpLocks/>
          </p:cNvGrpSpPr>
          <p:nvPr/>
        </p:nvGrpSpPr>
        <p:grpSpPr bwMode="auto">
          <a:xfrm>
            <a:off x="4025900" y="2625725"/>
            <a:ext cx="990600" cy="466725"/>
            <a:chOff x="0" y="0"/>
            <a:chExt cx="624" cy="294"/>
          </a:xfrm>
        </p:grpSpPr>
        <p:sp>
          <p:nvSpPr>
            <p:cNvPr id="31779" name="Text Box 10">
              <a:extLst>
                <a:ext uri="{FF2B5EF4-FFF2-40B4-BE49-F238E27FC236}">
                  <a16:creationId xmlns:a16="http://schemas.microsoft.com/office/drawing/2014/main" id="{17A2DB52-545A-47AA-8AE4-9EE22FCF4126}"/>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19  </a:t>
              </a:r>
            </a:p>
          </p:txBody>
        </p:sp>
        <p:sp>
          <p:nvSpPr>
            <p:cNvPr id="31780" name="Line 11">
              <a:extLst>
                <a:ext uri="{FF2B5EF4-FFF2-40B4-BE49-F238E27FC236}">
                  <a16:creationId xmlns:a16="http://schemas.microsoft.com/office/drawing/2014/main" id="{5CD13764-6F20-48DA-90A2-B4DB9D950B24}"/>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1751" name="Group 12">
            <a:extLst>
              <a:ext uri="{FF2B5EF4-FFF2-40B4-BE49-F238E27FC236}">
                <a16:creationId xmlns:a16="http://schemas.microsoft.com/office/drawing/2014/main" id="{DCDAD702-6740-4169-9758-19BF7C79AD7C}"/>
              </a:ext>
            </a:extLst>
          </p:cNvPr>
          <p:cNvGrpSpPr>
            <a:grpSpLocks/>
          </p:cNvGrpSpPr>
          <p:nvPr/>
        </p:nvGrpSpPr>
        <p:grpSpPr bwMode="auto">
          <a:xfrm>
            <a:off x="7237413" y="2625725"/>
            <a:ext cx="990600" cy="466725"/>
            <a:chOff x="0" y="0"/>
            <a:chExt cx="624" cy="294"/>
          </a:xfrm>
        </p:grpSpPr>
        <p:sp>
          <p:nvSpPr>
            <p:cNvPr id="31777" name="Text Box 13">
              <a:extLst>
                <a:ext uri="{FF2B5EF4-FFF2-40B4-BE49-F238E27FC236}">
                  <a16:creationId xmlns:a16="http://schemas.microsoft.com/office/drawing/2014/main" id="{57156D0C-F4DB-47EE-88E2-9059FA2B14F6}"/>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47  </a:t>
              </a:r>
            </a:p>
          </p:txBody>
        </p:sp>
        <p:sp>
          <p:nvSpPr>
            <p:cNvPr id="31778" name="Line 14">
              <a:extLst>
                <a:ext uri="{FF2B5EF4-FFF2-40B4-BE49-F238E27FC236}">
                  <a16:creationId xmlns:a16="http://schemas.microsoft.com/office/drawing/2014/main" id="{9A684FA3-811E-434F-8BD6-B252BCC87F38}"/>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1752" name="Group 15">
            <a:extLst>
              <a:ext uri="{FF2B5EF4-FFF2-40B4-BE49-F238E27FC236}">
                <a16:creationId xmlns:a16="http://schemas.microsoft.com/office/drawing/2014/main" id="{76C6C956-140E-46CF-856E-071556A0FDE9}"/>
              </a:ext>
            </a:extLst>
          </p:cNvPr>
          <p:cNvGrpSpPr>
            <a:grpSpLocks/>
          </p:cNvGrpSpPr>
          <p:nvPr/>
        </p:nvGrpSpPr>
        <p:grpSpPr bwMode="auto">
          <a:xfrm>
            <a:off x="3187700" y="2820988"/>
            <a:ext cx="838200" cy="76200"/>
            <a:chOff x="0" y="0"/>
            <a:chExt cx="528" cy="48"/>
          </a:xfrm>
        </p:grpSpPr>
        <p:sp>
          <p:nvSpPr>
            <p:cNvPr id="31775" name="Line 16">
              <a:extLst>
                <a:ext uri="{FF2B5EF4-FFF2-40B4-BE49-F238E27FC236}">
                  <a16:creationId xmlns:a16="http://schemas.microsoft.com/office/drawing/2014/main" id="{2FBB8008-1E0E-4613-B85F-7C4AB26059D0}"/>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6" name="Oval 17">
              <a:extLst>
                <a:ext uri="{FF2B5EF4-FFF2-40B4-BE49-F238E27FC236}">
                  <a16:creationId xmlns:a16="http://schemas.microsoft.com/office/drawing/2014/main" id="{73006902-E6C5-4551-B2CB-A6F00AA90296}"/>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31753" name="Group 18">
            <a:extLst>
              <a:ext uri="{FF2B5EF4-FFF2-40B4-BE49-F238E27FC236}">
                <a16:creationId xmlns:a16="http://schemas.microsoft.com/office/drawing/2014/main" id="{BC35151D-63CB-49CC-A7F5-48CF288E3B6A}"/>
              </a:ext>
            </a:extLst>
          </p:cNvPr>
          <p:cNvGrpSpPr>
            <a:grpSpLocks/>
          </p:cNvGrpSpPr>
          <p:nvPr/>
        </p:nvGrpSpPr>
        <p:grpSpPr bwMode="auto">
          <a:xfrm>
            <a:off x="4787900" y="2825750"/>
            <a:ext cx="838200" cy="76200"/>
            <a:chOff x="0" y="0"/>
            <a:chExt cx="528" cy="48"/>
          </a:xfrm>
        </p:grpSpPr>
        <p:sp>
          <p:nvSpPr>
            <p:cNvPr id="31773" name="Line 19">
              <a:extLst>
                <a:ext uri="{FF2B5EF4-FFF2-40B4-BE49-F238E27FC236}">
                  <a16:creationId xmlns:a16="http://schemas.microsoft.com/office/drawing/2014/main" id="{79A76266-C02D-4583-B6D5-FD4CDE09F1FF}"/>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4" name="Oval 20">
              <a:extLst>
                <a:ext uri="{FF2B5EF4-FFF2-40B4-BE49-F238E27FC236}">
                  <a16:creationId xmlns:a16="http://schemas.microsoft.com/office/drawing/2014/main" id="{DE5A22D4-E025-46BA-AED6-CD7439A13457}"/>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31754" name="Group 21">
            <a:extLst>
              <a:ext uri="{FF2B5EF4-FFF2-40B4-BE49-F238E27FC236}">
                <a16:creationId xmlns:a16="http://schemas.microsoft.com/office/drawing/2014/main" id="{4F1142B4-19A8-4A91-8D8B-0C41DC82B781}"/>
              </a:ext>
            </a:extLst>
          </p:cNvPr>
          <p:cNvGrpSpPr>
            <a:grpSpLocks/>
          </p:cNvGrpSpPr>
          <p:nvPr/>
        </p:nvGrpSpPr>
        <p:grpSpPr bwMode="auto">
          <a:xfrm>
            <a:off x="1892300" y="1254125"/>
            <a:ext cx="1219200" cy="1371600"/>
            <a:chOff x="0" y="0"/>
            <a:chExt cx="768" cy="864"/>
          </a:xfrm>
        </p:grpSpPr>
        <p:sp>
          <p:nvSpPr>
            <p:cNvPr id="31768" name="Text Box 22">
              <a:extLst>
                <a:ext uri="{FF2B5EF4-FFF2-40B4-BE49-F238E27FC236}">
                  <a16:creationId xmlns:a16="http://schemas.microsoft.com/office/drawing/2014/main" id="{93719005-0E46-412C-8251-3B4BA2DD7E54}"/>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31769" name="Text Box 23">
              <a:extLst>
                <a:ext uri="{FF2B5EF4-FFF2-40B4-BE49-F238E27FC236}">
                  <a16:creationId xmlns:a16="http://schemas.microsoft.com/office/drawing/2014/main" id="{F70A80A5-9EFE-4602-A637-BFC54241E51B}"/>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latin typeface="Times New Roman" panose="02020603050405020304" pitchFamily="18" charset="0"/>
                </a:rPr>
                <a:t>head</a:t>
              </a:r>
            </a:p>
          </p:txBody>
        </p:sp>
        <p:grpSp>
          <p:nvGrpSpPr>
            <p:cNvPr id="31770" name="Group 24">
              <a:extLst>
                <a:ext uri="{FF2B5EF4-FFF2-40B4-BE49-F238E27FC236}">
                  <a16:creationId xmlns:a16="http://schemas.microsoft.com/office/drawing/2014/main" id="{63592B1B-E8B2-4BDA-95C7-817CDC8DAB7A}"/>
                </a:ext>
              </a:extLst>
            </p:cNvPr>
            <p:cNvGrpSpPr>
              <a:grpSpLocks/>
            </p:cNvGrpSpPr>
            <p:nvPr/>
          </p:nvGrpSpPr>
          <p:grpSpPr bwMode="auto">
            <a:xfrm>
              <a:off x="336" y="432"/>
              <a:ext cx="48" cy="432"/>
              <a:chOff x="0" y="0"/>
              <a:chExt cx="48" cy="432"/>
            </a:xfrm>
          </p:grpSpPr>
          <p:sp>
            <p:nvSpPr>
              <p:cNvPr id="31771" name="Oval 25">
                <a:extLst>
                  <a:ext uri="{FF2B5EF4-FFF2-40B4-BE49-F238E27FC236}">
                    <a16:creationId xmlns:a16="http://schemas.microsoft.com/office/drawing/2014/main" id="{29BC9910-5AE4-4737-AF35-F114E1C84A82}"/>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31772" name="Line 26">
                <a:extLst>
                  <a:ext uri="{FF2B5EF4-FFF2-40B4-BE49-F238E27FC236}">
                    <a16:creationId xmlns:a16="http://schemas.microsoft.com/office/drawing/2014/main" id="{17CD52F8-8D03-4BA9-B39D-33F60A850C42}"/>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1755" name="Group 59">
            <a:extLst>
              <a:ext uri="{FF2B5EF4-FFF2-40B4-BE49-F238E27FC236}">
                <a16:creationId xmlns:a16="http://schemas.microsoft.com/office/drawing/2014/main" id="{57CE767B-DE40-44AC-9AEE-754C3F73BB43}"/>
              </a:ext>
            </a:extLst>
          </p:cNvPr>
          <p:cNvGrpSpPr>
            <a:grpSpLocks/>
          </p:cNvGrpSpPr>
          <p:nvPr/>
        </p:nvGrpSpPr>
        <p:grpSpPr bwMode="auto">
          <a:xfrm>
            <a:off x="3802063" y="1268413"/>
            <a:ext cx="717550" cy="1370013"/>
            <a:chOff x="604" y="0"/>
            <a:chExt cx="452" cy="863"/>
          </a:xfrm>
        </p:grpSpPr>
        <p:sp>
          <p:nvSpPr>
            <p:cNvPr id="31764" name="Text Box 34">
              <a:extLst>
                <a:ext uri="{FF2B5EF4-FFF2-40B4-BE49-F238E27FC236}">
                  <a16:creationId xmlns:a16="http://schemas.microsoft.com/office/drawing/2014/main" id="{24BF65A9-C597-40A2-BD2B-FED24AE541A4}"/>
                </a:ext>
              </a:extLst>
            </p:cNvPr>
            <p:cNvSpPr txBox="1">
              <a:spLocks noChangeArrowheads="1"/>
            </p:cNvSpPr>
            <p:nvPr/>
          </p:nvSpPr>
          <p:spPr bwMode="auto">
            <a:xfrm>
              <a:off x="657" y="224"/>
              <a:ext cx="399"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31765" name="Text Box 35">
              <a:extLst>
                <a:ext uri="{FF2B5EF4-FFF2-40B4-BE49-F238E27FC236}">
                  <a16:creationId xmlns:a16="http://schemas.microsoft.com/office/drawing/2014/main" id="{A56BC67B-7D38-49F1-9C9F-5C7CAF7172E9}"/>
                </a:ext>
              </a:extLst>
            </p:cNvPr>
            <p:cNvSpPr txBox="1">
              <a:spLocks noChangeArrowheads="1"/>
            </p:cNvSpPr>
            <p:nvPr/>
          </p:nvSpPr>
          <p:spPr bwMode="auto">
            <a:xfrm>
              <a:off x="604" y="0"/>
              <a:ext cx="3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solidFill>
                    <a:srgbClr val="FF3300"/>
                  </a:solidFill>
                  <a:latin typeface="Times New Roman" panose="02020603050405020304" pitchFamily="18" charset="0"/>
                </a:rPr>
                <a:t>cur</a:t>
              </a:r>
            </a:p>
          </p:txBody>
        </p:sp>
        <p:sp>
          <p:nvSpPr>
            <p:cNvPr id="31766" name="Oval 37">
              <a:extLst>
                <a:ext uri="{FF2B5EF4-FFF2-40B4-BE49-F238E27FC236}">
                  <a16:creationId xmlns:a16="http://schemas.microsoft.com/office/drawing/2014/main" id="{C8B7FEE6-9DC7-43D8-98F0-DE58B5AF69D8}"/>
                </a:ext>
              </a:extLst>
            </p:cNvPr>
            <p:cNvSpPr>
              <a:spLocks noChangeArrowheads="1"/>
            </p:cNvSpPr>
            <p:nvPr/>
          </p:nvSpPr>
          <p:spPr bwMode="auto">
            <a:xfrm>
              <a:off x="760" y="408"/>
              <a:ext cx="57"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31767" name="Line 38">
              <a:extLst>
                <a:ext uri="{FF2B5EF4-FFF2-40B4-BE49-F238E27FC236}">
                  <a16:creationId xmlns:a16="http://schemas.microsoft.com/office/drawing/2014/main" id="{BDF69F30-5BCC-457C-9C0C-C7ADADEB54CD}"/>
                </a:ext>
              </a:extLst>
            </p:cNvPr>
            <p:cNvSpPr>
              <a:spLocks noChangeShapeType="1"/>
            </p:cNvSpPr>
            <p:nvPr/>
          </p:nvSpPr>
          <p:spPr bwMode="auto">
            <a:xfrm flipH="1">
              <a:off x="793" y="408"/>
              <a:ext cx="8" cy="45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1756" name="Line 39">
            <a:extLst>
              <a:ext uri="{FF2B5EF4-FFF2-40B4-BE49-F238E27FC236}">
                <a16:creationId xmlns:a16="http://schemas.microsoft.com/office/drawing/2014/main" id="{EDEA1066-3707-4015-9F15-FD6D196D0329}"/>
              </a:ext>
            </a:extLst>
          </p:cNvPr>
          <p:cNvSpPr>
            <a:spLocks noChangeShapeType="1"/>
          </p:cNvSpPr>
          <p:nvPr/>
        </p:nvSpPr>
        <p:spPr bwMode="auto">
          <a:xfrm>
            <a:off x="7770813" y="2689225"/>
            <a:ext cx="4572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1757" name="Group 40">
            <a:extLst>
              <a:ext uri="{FF2B5EF4-FFF2-40B4-BE49-F238E27FC236}">
                <a16:creationId xmlns:a16="http://schemas.microsoft.com/office/drawing/2014/main" id="{C3DA6C3F-3306-499E-ACE4-B5D325DA3B04}"/>
              </a:ext>
            </a:extLst>
          </p:cNvPr>
          <p:cNvGrpSpPr>
            <a:grpSpLocks/>
          </p:cNvGrpSpPr>
          <p:nvPr/>
        </p:nvGrpSpPr>
        <p:grpSpPr bwMode="auto">
          <a:xfrm>
            <a:off x="5619750" y="2638425"/>
            <a:ext cx="990600" cy="466725"/>
            <a:chOff x="0" y="0"/>
            <a:chExt cx="624" cy="294"/>
          </a:xfrm>
        </p:grpSpPr>
        <p:sp>
          <p:nvSpPr>
            <p:cNvPr id="31762" name="Text Box 41">
              <a:extLst>
                <a:ext uri="{FF2B5EF4-FFF2-40B4-BE49-F238E27FC236}">
                  <a16:creationId xmlns:a16="http://schemas.microsoft.com/office/drawing/2014/main" id="{A4D48B98-FD79-474F-9ECB-D898ABEB450A}"/>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9     </a:t>
              </a:r>
            </a:p>
          </p:txBody>
        </p:sp>
        <p:sp>
          <p:nvSpPr>
            <p:cNvPr id="31763" name="Line 42">
              <a:extLst>
                <a:ext uri="{FF2B5EF4-FFF2-40B4-BE49-F238E27FC236}">
                  <a16:creationId xmlns:a16="http://schemas.microsoft.com/office/drawing/2014/main" id="{8B042D2D-F603-460E-A6CD-736F1C6991A7}"/>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1758" name="Group 43">
            <a:extLst>
              <a:ext uri="{FF2B5EF4-FFF2-40B4-BE49-F238E27FC236}">
                <a16:creationId xmlns:a16="http://schemas.microsoft.com/office/drawing/2014/main" id="{B767CF9E-6876-466A-A618-DAE0CC517D22}"/>
              </a:ext>
            </a:extLst>
          </p:cNvPr>
          <p:cNvGrpSpPr>
            <a:grpSpLocks/>
          </p:cNvGrpSpPr>
          <p:nvPr/>
        </p:nvGrpSpPr>
        <p:grpSpPr bwMode="auto">
          <a:xfrm>
            <a:off x="6381750" y="2833688"/>
            <a:ext cx="838200" cy="76200"/>
            <a:chOff x="0" y="0"/>
            <a:chExt cx="528" cy="48"/>
          </a:xfrm>
        </p:grpSpPr>
        <p:sp>
          <p:nvSpPr>
            <p:cNvPr id="31760" name="Line 44">
              <a:extLst>
                <a:ext uri="{FF2B5EF4-FFF2-40B4-BE49-F238E27FC236}">
                  <a16:creationId xmlns:a16="http://schemas.microsoft.com/office/drawing/2014/main" id="{82517AC0-78AD-4E40-A9E1-7DFFC41738AC}"/>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1" name="Oval 45">
              <a:extLst>
                <a:ext uri="{FF2B5EF4-FFF2-40B4-BE49-F238E27FC236}">
                  <a16:creationId xmlns:a16="http://schemas.microsoft.com/office/drawing/2014/main" id="{BB0C5661-3BEA-48FC-BED0-D5FAD46A7B19}"/>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sp>
        <p:nvSpPr>
          <p:cNvPr id="39974" name="Text Box 58">
            <a:extLst>
              <a:ext uri="{FF2B5EF4-FFF2-40B4-BE49-F238E27FC236}">
                <a16:creationId xmlns:a16="http://schemas.microsoft.com/office/drawing/2014/main" id="{0CA6B0BF-0F5C-47BF-8A03-7713A8ECB9D6}"/>
              </a:ext>
            </a:extLst>
          </p:cNvPr>
          <p:cNvSpPr txBox="1">
            <a:spLocks noChangeArrowheads="1"/>
          </p:cNvSpPr>
          <p:nvPr/>
        </p:nvSpPr>
        <p:spPr bwMode="auto">
          <a:xfrm>
            <a:off x="361950" y="3265488"/>
            <a:ext cx="8458200" cy="3046988"/>
          </a:xfrm>
          <a:prstGeom prst="rect">
            <a:avLst/>
          </a:prstGeom>
          <a:solidFill>
            <a:srgbClr val="CCFFCC"/>
          </a:solidFill>
          <a:ln w="9525">
            <a:solidFill>
              <a:schemeClr val="accent1"/>
            </a:solidFill>
            <a:miter lim="800000"/>
            <a:headEnd/>
            <a:tailEnd/>
          </a:ln>
          <a:effectLst>
            <a:prstShdw prst="shdw17" dist="17961" dir="13500000">
              <a:srgbClr val="007A5C"/>
            </a:prstShdw>
          </a:effectLst>
        </p:spPr>
        <p:txBody>
          <a:bodyPr wrap="squar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0" dirty="0">
                <a:latin typeface="Consolas" panose="020B0609020204030204" pitchFamily="49" charset="0"/>
              </a:rPr>
              <a:t>/*</a:t>
            </a:r>
            <a:r>
              <a:rPr lang="zh-CN" altLang="en-US" sz="2400" b="0" dirty="0">
                <a:latin typeface="Consolas" panose="020B0609020204030204" pitchFamily="49" charset="0"/>
              </a:rPr>
              <a:t>查找值为</a:t>
            </a:r>
            <a:r>
              <a:rPr lang="en-US" altLang="zh-CN" sz="2400" b="0" dirty="0">
                <a:latin typeface="Consolas" panose="020B0609020204030204" pitchFamily="49" charset="0"/>
              </a:rPr>
              <a:t>x</a:t>
            </a:r>
            <a:r>
              <a:rPr lang="zh-CN" altLang="en-US" sz="2400" b="0" dirty="0">
                <a:latin typeface="Consolas" panose="020B0609020204030204" pitchFamily="49" charset="0"/>
              </a:rPr>
              <a:t>的第一个节点，返回节点指针，失败返回</a:t>
            </a:r>
            <a:r>
              <a:rPr lang="en-US" altLang="zh-CN" sz="2400" b="0" dirty="0">
                <a:latin typeface="Consolas" panose="020B0609020204030204" pitchFamily="49" charset="0"/>
              </a:rPr>
              <a:t>NULL*/</a:t>
            </a:r>
          </a:p>
          <a:p>
            <a:pPr eaLnBrk="1" hangingPunct="1">
              <a:spcBef>
                <a:spcPct val="0"/>
              </a:spcBef>
              <a:buFontTx/>
              <a:buNone/>
            </a:pPr>
            <a:r>
              <a:rPr lang="en-US" altLang="zh-CN" sz="2400" b="0" dirty="0" err="1">
                <a:latin typeface="Consolas" panose="020B0609020204030204" pitchFamily="49" charset="0"/>
              </a:rPr>
              <a:t>PtrNode</a:t>
            </a:r>
            <a:r>
              <a:rPr lang="en-US" altLang="zh-CN" sz="2400" b="0" dirty="0">
                <a:latin typeface="Consolas" panose="020B0609020204030204" pitchFamily="49" charset="0"/>
              </a:rPr>
              <a:t> find(</a:t>
            </a:r>
            <a:r>
              <a:rPr lang="en-US" altLang="zh-CN" sz="2400" b="0" dirty="0" err="1">
                <a:latin typeface="Consolas" panose="020B0609020204030204" pitchFamily="49" charset="0"/>
              </a:rPr>
              <a:t>PtrNode</a:t>
            </a:r>
            <a:r>
              <a:rPr lang="en-US" altLang="zh-CN" sz="2400" b="0" dirty="0">
                <a:latin typeface="Consolas" panose="020B0609020204030204" pitchFamily="49" charset="0"/>
              </a:rPr>
              <a:t> head, </a:t>
            </a:r>
            <a:r>
              <a:rPr lang="en-US" altLang="zh-CN" sz="2400" b="0" dirty="0" err="1">
                <a:latin typeface="Consolas" panose="020B0609020204030204" pitchFamily="49" charset="0"/>
              </a:rPr>
              <a:t>ElemType</a:t>
            </a:r>
            <a:r>
              <a:rPr lang="en-US" altLang="zh-CN" sz="2400" b="0" dirty="0">
                <a:latin typeface="Consolas" panose="020B0609020204030204" pitchFamily="49" charset="0"/>
              </a:rPr>
              <a:t> x)</a:t>
            </a:r>
          </a:p>
          <a:p>
            <a:pPr eaLnBrk="1" hangingPunct="1">
              <a:spcBef>
                <a:spcPct val="0"/>
              </a:spcBef>
              <a:buFontTx/>
              <a:buNone/>
            </a:pPr>
            <a:r>
              <a:rPr lang="en-US" altLang="zh-CN" sz="2400" b="0" dirty="0">
                <a:latin typeface="Consolas" panose="020B0609020204030204" pitchFamily="49" charset="0"/>
              </a:rPr>
              <a:t>{</a:t>
            </a:r>
          </a:p>
          <a:p>
            <a:pPr eaLnBrk="1" hangingPunct="1">
              <a:spcBef>
                <a:spcPct val="0"/>
              </a:spcBef>
              <a:buFontTx/>
              <a:buNone/>
            </a:pPr>
            <a:r>
              <a:rPr lang="en-US" altLang="zh-CN" sz="2400" b="0" dirty="0">
                <a:latin typeface="Consolas" panose="020B0609020204030204" pitchFamily="49" charset="0"/>
              </a:rPr>
              <a:t>	</a:t>
            </a:r>
            <a:r>
              <a:rPr lang="en-US" altLang="zh-CN" sz="2400" b="0" dirty="0" err="1">
                <a:latin typeface="Consolas" panose="020B0609020204030204" pitchFamily="49" charset="0"/>
              </a:rPr>
              <a:t>PtrNode</a:t>
            </a:r>
            <a:r>
              <a:rPr lang="en-US" altLang="zh-CN" sz="2400" b="0" dirty="0">
                <a:latin typeface="Consolas" panose="020B0609020204030204" pitchFamily="49" charset="0"/>
              </a:rPr>
              <a:t> cur = head-&gt;next;</a:t>
            </a:r>
          </a:p>
          <a:p>
            <a:pPr eaLnBrk="1" hangingPunct="1">
              <a:spcBef>
                <a:spcPct val="0"/>
              </a:spcBef>
              <a:buFontTx/>
              <a:buNone/>
            </a:pPr>
            <a:r>
              <a:rPr lang="en-US" altLang="zh-CN" sz="2400" b="0" dirty="0">
                <a:latin typeface="Consolas" panose="020B0609020204030204" pitchFamily="49" charset="0"/>
              </a:rPr>
              <a:t>   	while ( cur != NULL &amp;&amp; cur-&gt;data != x )</a:t>
            </a:r>
          </a:p>
          <a:p>
            <a:pPr eaLnBrk="1" hangingPunct="1">
              <a:spcBef>
                <a:spcPct val="0"/>
              </a:spcBef>
              <a:buFontTx/>
              <a:buNone/>
            </a:pPr>
            <a:r>
              <a:rPr lang="en-US" altLang="zh-CN" sz="2400" b="0" dirty="0">
                <a:latin typeface="Consolas" panose="020B0609020204030204" pitchFamily="49" charset="0"/>
              </a:rPr>
              <a:t>        		cur = cur-&gt;next;</a:t>
            </a:r>
          </a:p>
          <a:p>
            <a:pPr eaLnBrk="1" hangingPunct="1">
              <a:spcBef>
                <a:spcPct val="0"/>
              </a:spcBef>
              <a:buFontTx/>
              <a:buNone/>
            </a:pPr>
            <a:r>
              <a:rPr lang="en-US" altLang="zh-CN" sz="2400" b="0" dirty="0">
                <a:latin typeface="Consolas" panose="020B0609020204030204" pitchFamily="49" charset="0"/>
              </a:rPr>
              <a:t>	return (cur);</a:t>
            </a:r>
          </a:p>
          <a:p>
            <a:pPr eaLnBrk="1" hangingPunct="1">
              <a:spcBef>
                <a:spcPct val="0"/>
              </a:spcBef>
              <a:buFontTx/>
              <a:buNone/>
            </a:pPr>
            <a:r>
              <a:rPr lang="en-US" altLang="zh-CN" sz="2400" b="0" dirty="0">
                <a:latin typeface="Consolas" panose="020B0609020204030204" pitchFamily="49" charset="0"/>
              </a:rPr>
              <a:t>}</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9974"/>
                                        </p:tgtEl>
                                        <p:attrNameLst>
                                          <p:attrName>style.visibility</p:attrName>
                                        </p:attrNameLst>
                                      </p:cBhvr>
                                      <p:to>
                                        <p:strVal val="visible"/>
                                      </p:to>
                                    </p:set>
                                    <p:animEffect transition="in" filter="dissolve">
                                      <p:cBhvr>
                                        <p:cTn id="7" dur="500"/>
                                        <p:tgtEl>
                                          <p:spTgt spid="399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7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8BC5AA-AE95-4193-8BDE-39AF85381536}"/>
              </a:ext>
            </a:extLst>
          </p:cNvPr>
          <p:cNvSpPr>
            <a:spLocks noGrp="1"/>
          </p:cNvSpPr>
          <p:nvPr>
            <p:ph type="title"/>
          </p:nvPr>
        </p:nvSpPr>
        <p:spPr/>
        <p:txBody>
          <a:bodyPr/>
          <a:lstStyle/>
          <a:p>
            <a:r>
              <a:rPr lang="zh-CN" altLang="en-US" dirty="0"/>
              <a:t>测试主程序</a:t>
            </a:r>
          </a:p>
        </p:txBody>
      </p:sp>
      <p:sp>
        <p:nvSpPr>
          <p:cNvPr id="3" name="内容占位符 2">
            <a:extLst>
              <a:ext uri="{FF2B5EF4-FFF2-40B4-BE49-F238E27FC236}">
                <a16:creationId xmlns:a16="http://schemas.microsoft.com/office/drawing/2014/main" id="{A7356289-5129-498F-9533-8374CA3632FD}"/>
              </a:ext>
            </a:extLst>
          </p:cNvPr>
          <p:cNvSpPr>
            <a:spLocks noGrp="1"/>
          </p:cNvSpPr>
          <p:nvPr>
            <p:ph idx="1"/>
          </p:nvPr>
        </p:nvSpPr>
        <p:spPr>
          <a:xfrm>
            <a:off x="467544" y="1196752"/>
            <a:ext cx="7772400" cy="4611687"/>
          </a:xfrm>
        </p:spPr>
        <p:txBody>
          <a:bodyPr/>
          <a:lstStyle/>
          <a:p>
            <a:pPr marL="0" indent="0">
              <a:buNone/>
            </a:pPr>
            <a:r>
              <a:rPr lang="en-US" altLang="zh-CN" sz="2000" dirty="0">
                <a:latin typeface="Consolas" panose="020B0609020204030204" pitchFamily="49" charset="0"/>
              </a:rPr>
              <a:t>int main(){</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PtrNode</a:t>
            </a:r>
            <a:r>
              <a:rPr lang="en-US" altLang="zh-CN" sz="2000" dirty="0">
                <a:latin typeface="Consolas" panose="020B0609020204030204" pitchFamily="49" charset="0"/>
              </a:rPr>
              <a:t> head = NULL;</a:t>
            </a:r>
          </a:p>
          <a:p>
            <a:pPr marL="0" indent="0">
              <a:buNone/>
            </a:pPr>
            <a:r>
              <a:rPr lang="en-US" altLang="zh-CN" sz="2000" dirty="0">
                <a:latin typeface="Consolas" panose="020B0609020204030204" pitchFamily="49" charset="0"/>
              </a:rPr>
              <a:t>	head = </a:t>
            </a:r>
            <a:r>
              <a:rPr lang="en-US" altLang="zh-CN" sz="2000" dirty="0" err="1">
                <a:latin typeface="Consolas" panose="020B0609020204030204" pitchFamily="49" charset="0"/>
              </a:rPr>
              <a:t>initEmptyList</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b="0" dirty="0" err="1">
                <a:latin typeface="Consolas" panose="020B0609020204030204" pitchFamily="49" charset="0"/>
              </a:rPr>
              <a:t>insertEnd</a:t>
            </a:r>
            <a:r>
              <a:rPr lang="en-US" altLang="zh-CN" sz="2000" dirty="0">
                <a:latin typeface="Consolas" panose="020B0609020204030204" pitchFamily="49" charset="0"/>
              </a:rPr>
              <a:t>(</a:t>
            </a:r>
            <a:r>
              <a:rPr lang="en-US" altLang="zh-CN" sz="2000" dirty="0" err="1">
                <a:latin typeface="Consolas" panose="020B0609020204030204" pitchFamily="49" charset="0"/>
              </a:rPr>
              <a:t>head,1</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insertBegin</a:t>
            </a:r>
            <a:r>
              <a:rPr lang="en-US" altLang="zh-CN" sz="2000" dirty="0">
                <a:latin typeface="Consolas" panose="020B0609020204030204" pitchFamily="49" charset="0"/>
              </a:rPr>
              <a:t>(</a:t>
            </a:r>
            <a:r>
              <a:rPr lang="en-US" altLang="zh-CN" sz="2000" dirty="0" err="1">
                <a:latin typeface="Consolas" panose="020B0609020204030204" pitchFamily="49" charset="0"/>
              </a:rPr>
              <a:t>head,2</a:t>
            </a:r>
            <a:r>
              <a:rPr lang="en-US" altLang="zh-CN" sz="2000" dirty="0">
                <a:latin typeface="Consolas" panose="020B0609020204030204" pitchFamily="49" charset="0"/>
              </a:rPr>
              <a:t>); </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insertUp</a:t>
            </a:r>
            <a:r>
              <a:rPr lang="en-US" altLang="zh-CN" sz="2000" dirty="0">
                <a:latin typeface="Consolas" panose="020B0609020204030204" pitchFamily="49" charset="0"/>
              </a:rPr>
              <a:t>(</a:t>
            </a:r>
            <a:r>
              <a:rPr lang="en-US" altLang="zh-CN" sz="2000" dirty="0" err="1">
                <a:latin typeface="Consolas" panose="020B0609020204030204" pitchFamily="49" charset="0"/>
              </a:rPr>
              <a:t>head,3</a:t>
            </a:r>
            <a:r>
              <a:rPr lang="en-US" altLang="zh-CN" sz="2000" dirty="0">
                <a:latin typeface="Consolas" panose="020B0609020204030204" pitchFamily="49" charset="0"/>
              </a:rPr>
              <a:t>); </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printList</a:t>
            </a:r>
            <a:r>
              <a:rPr lang="en-US" altLang="zh-CN" sz="2000" dirty="0">
                <a:latin typeface="Consolas" panose="020B0609020204030204" pitchFamily="49" charset="0"/>
              </a:rPr>
              <a:t>(head);</a:t>
            </a:r>
          </a:p>
          <a:p>
            <a:pPr marL="0" indent="0">
              <a:buNone/>
            </a:pPr>
            <a:r>
              <a:rPr lang="en-US" altLang="zh-CN" sz="2000" dirty="0">
                <a:solidFill>
                  <a:srgbClr val="FF0000"/>
                </a:solidFill>
                <a:latin typeface="Consolas" panose="020B0609020204030204" pitchFamily="49" charset="0"/>
              </a:rPr>
              <a:t>	</a:t>
            </a:r>
            <a:r>
              <a:rPr lang="en-US" altLang="zh-CN" sz="2000" dirty="0" err="1">
                <a:solidFill>
                  <a:srgbClr val="FF0000"/>
                </a:solidFill>
                <a:latin typeface="Consolas" panose="020B0609020204030204" pitchFamily="49" charset="0"/>
              </a:rPr>
              <a:t>PtrNode</a:t>
            </a:r>
            <a:r>
              <a:rPr lang="en-US" altLang="zh-CN" sz="2000" dirty="0">
                <a:solidFill>
                  <a:srgbClr val="FF0000"/>
                </a:solidFill>
                <a:latin typeface="Consolas" panose="020B0609020204030204" pitchFamily="49" charset="0"/>
              </a:rPr>
              <a:t> p = </a:t>
            </a:r>
            <a:r>
              <a:rPr lang="en-US" altLang="zh-CN" sz="2000" b="0" dirty="0">
                <a:solidFill>
                  <a:srgbClr val="FF0000"/>
                </a:solidFill>
                <a:latin typeface="Consolas" panose="020B0609020204030204" pitchFamily="49" charset="0"/>
              </a:rPr>
              <a:t>find(</a:t>
            </a:r>
            <a:r>
              <a:rPr lang="en-US" altLang="zh-CN" sz="2000" b="0" dirty="0" err="1">
                <a:solidFill>
                  <a:srgbClr val="FF0000"/>
                </a:solidFill>
                <a:latin typeface="Consolas" panose="020B0609020204030204" pitchFamily="49" charset="0"/>
              </a:rPr>
              <a:t>head</a:t>
            </a:r>
            <a:r>
              <a:rPr lang="en-US" altLang="zh-CN" sz="2000" dirty="0" err="1">
                <a:solidFill>
                  <a:srgbClr val="FF0000"/>
                </a:solidFill>
                <a:latin typeface="Consolas" panose="020B0609020204030204" pitchFamily="49" charset="0"/>
              </a:rPr>
              <a:t>,1</a:t>
            </a:r>
            <a:r>
              <a:rPr lang="en-US" altLang="zh-CN" sz="2000" b="0" dirty="0">
                <a:solidFill>
                  <a:srgbClr val="FF0000"/>
                </a:solidFill>
                <a:latin typeface="Consolas" panose="020B0609020204030204" pitchFamily="49" charset="0"/>
              </a:rPr>
              <a:t>);</a:t>
            </a:r>
          </a:p>
          <a:p>
            <a:pPr marL="0" indent="0">
              <a:buNone/>
            </a:pPr>
            <a:r>
              <a:rPr lang="en-US" altLang="zh-CN" sz="2000" dirty="0">
                <a:solidFill>
                  <a:srgbClr val="FF0000"/>
                </a:solidFill>
                <a:latin typeface="Consolas" panose="020B0609020204030204" pitchFamily="49" charset="0"/>
              </a:rPr>
              <a:t>	</a:t>
            </a:r>
            <a:r>
              <a:rPr lang="en-US" altLang="zh-CN" sz="2000" dirty="0" err="1">
                <a:solidFill>
                  <a:srgbClr val="FF0000"/>
                </a:solidFill>
                <a:latin typeface="Consolas" panose="020B0609020204030204" pitchFamily="49" charset="0"/>
              </a:rPr>
              <a:t>printf</a:t>
            </a:r>
            <a:r>
              <a:rPr lang="en-US" altLang="zh-CN" sz="2000" dirty="0">
                <a:solidFill>
                  <a:srgbClr val="FF0000"/>
                </a:solidFill>
                <a:latin typeface="Consolas" panose="020B0609020204030204" pitchFamily="49" charset="0"/>
              </a:rPr>
              <a:t>("1 location is %p.\</a:t>
            </a:r>
            <a:r>
              <a:rPr lang="en-US" altLang="zh-CN" sz="2000" dirty="0" err="1">
                <a:solidFill>
                  <a:srgbClr val="FF0000"/>
                </a:solidFill>
                <a:latin typeface="Consolas" panose="020B0609020204030204" pitchFamily="49" charset="0"/>
              </a:rPr>
              <a:t>n",p</a:t>
            </a:r>
            <a:r>
              <a:rPr lang="en-US" altLang="zh-CN" sz="2000" dirty="0">
                <a:solidFill>
                  <a:srgbClr val="FF0000"/>
                </a:solidFill>
                <a:latin typeface="Consolas" panose="020B0609020204030204" pitchFamily="49" charset="0"/>
              </a:rPr>
              <a:t>);</a:t>
            </a:r>
            <a:endParaRPr lang="en-US" altLang="zh-CN" sz="2000" b="0" dirty="0">
              <a:solidFill>
                <a:srgbClr val="FF0000"/>
              </a:solidFill>
              <a:latin typeface="Consolas" panose="020B0609020204030204" pitchFamily="49" charset="0"/>
            </a:endParaRPr>
          </a:p>
          <a:p>
            <a:pPr marL="0" indent="0">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destroyList</a:t>
            </a:r>
            <a:r>
              <a:rPr lang="en-US" altLang="zh-CN" sz="2000" b="0" dirty="0">
                <a:latin typeface="Consolas" panose="020B0609020204030204" pitchFamily="49" charset="0"/>
              </a:rPr>
              <a:t>(&amp;head);</a:t>
            </a:r>
          </a:p>
          <a:p>
            <a:pPr marL="0" indent="0">
              <a:buNone/>
            </a:pPr>
            <a:r>
              <a:rPr lang="en-US" altLang="zh-CN" sz="2000" b="0" dirty="0">
                <a:latin typeface="Consolas" panose="020B0609020204030204" pitchFamily="49" charset="0"/>
              </a:rPr>
              <a:t>	if (head==NULL)</a:t>
            </a:r>
          </a:p>
          <a:p>
            <a:pPr marL="0" indent="0">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printf</a:t>
            </a:r>
            <a:r>
              <a:rPr lang="en-US" altLang="zh-CN" sz="2000" b="0" dirty="0">
                <a:latin typeface="Consolas" panose="020B0609020204030204" pitchFamily="49" charset="0"/>
              </a:rPr>
              <a:t>("list destroyed.\n");</a:t>
            </a:r>
          </a:p>
          <a:p>
            <a:pPr marL="0" indent="0">
              <a:buNone/>
            </a:pPr>
            <a:r>
              <a:rPr lang="en-US" altLang="zh-CN" sz="2000" dirty="0">
                <a:latin typeface="Consolas" panose="020B0609020204030204" pitchFamily="49" charset="0"/>
              </a:rPr>
              <a:t>	return 0;</a:t>
            </a:r>
          </a:p>
          <a:p>
            <a:pPr marL="0" indent="0">
              <a:buNone/>
            </a:pPr>
            <a:r>
              <a:rPr lang="en-US" altLang="zh-CN" sz="2000" dirty="0">
                <a:latin typeface="Consolas" panose="020B0609020204030204" pitchFamily="49" charset="0"/>
              </a:rPr>
              <a:t>}</a:t>
            </a:r>
          </a:p>
        </p:txBody>
      </p:sp>
      <p:sp>
        <p:nvSpPr>
          <p:cNvPr id="4" name="Text Box 33">
            <a:extLst>
              <a:ext uri="{FF2B5EF4-FFF2-40B4-BE49-F238E27FC236}">
                <a16:creationId xmlns:a16="http://schemas.microsoft.com/office/drawing/2014/main" id="{BF4240F8-423A-490F-8C17-FF78F40B470D}"/>
              </a:ext>
            </a:extLst>
          </p:cNvPr>
          <p:cNvSpPr txBox="1">
            <a:spLocks noChangeArrowheads="1"/>
          </p:cNvSpPr>
          <p:nvPr/>
        </p:nvSpPr>
        <p:spPr bwMode="auto">
          <a:xfrm>
            <a:off x="1262867" y="5991522"/>
            <a:ext cx="5181342" cy="46166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dirty="0">
                <a:solidFill>
                  <a:srgbClr val="FF3300"/>
                </a:solidFill>
                <a:latin typeface="黑体" panose="02010609060101010101" pitchFamily="49" charset="-122"/>
                <a:ea typeface="黑体" panose="02010609060101010101" pitchFamily="49" charset="-122"/>
              </a:rPr>
              <a:t>思考：链表检索好像没什么用途？</a:t>
            </a:r>
          </a:p>
        </p:txBody>
      </p:sp>
    </p:spTree>
    <p:extLst>
      <p:ext uri="{BB962C8B-B14F-4D97-AF65-F5344CB8AC3E}">
        <p14:creationId xmlns:p14="http://schemas.microsoft.com/office/powerpoint/2010/main" val="2861399843"/>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8BC5AA-AE95-4193-8BDE-39AF85381536}"/>
              </a:ext>
            </a:extLst>
          </p:cNvPr>
          <p:cNvSpPr>
            <a:spLocks noGrp="1"/>
          </p:cNvSpPr>
          <p:nvPr>
            <p:ph type="title"/>
          </p:nvPr>
        </p:nvSpPr>
        <p:spPr/>
        <p:txBody>
          <a:bodyPr/>
          <a:lstStyle/>
          <a:p>
            <a:r>
              <a:rPr lang="zh-CN" altLang="en-US" dirty="0"/>
              <a:t>查找第</a:t>
            </a:r>
            <a:r>
              <a:rPr lang="en-US" altLang="zh-CN" dirty="0"/>
              <a:t>n</a:t>
            </a:r>
            <a:r>
              <a:rPr lang="zh-CN" altLang="en-US" dirty="0"/>
              <a:t>个节点</a:t>
            </a:r>
          </a:p>
        </p:txBody>
      </p:sp>
      <p:sp>
        <p:nvSpPr>
          <p:cNvPr id="3" name="内容占位符 2">
            <a:extLst>
              <a:ext uri="{FF2B5EF4-FFF2-40B4-BE49-F238E27FC236}">
                <a16:creationId xmlns:a16="http://schemas.microsoft.com/office/drawing/2014/main" id="{A7356289-5129-498F-9533-8374CA3632FD}"/>
              </a:ext>
            </a:extLst>
          </p:cNvPr>
          <p:cNvSpPr>
            <a:spLocks noGrp="1"/>
          </p:cNvSpPr>
          <p:nvPr>
            <p:ph idx="1"/>
          </p:nvPr>
        </p:nvSpPr>
        <p:spPr>
          <a:xfrm>
            <a:off x="467544" y="1196752"/>
            <a:ext cx="7772400" cy="4611687"/>
          </a:xfrm>
        </p:spPr>
        <p:txBody>
          <a:bodyPr/>
          <a:lstStyle/>
          <a:p>
            <a:pPr eaLnBrk="1" hangingPunct="1">
              <a:spcBef>
                <a:spcPct val="0"/>
              </a:spcBef>
              <a:buFontTx/>
              <a:buNone/>
            </a:pPr>
            <a:r>
              <a:rPr lang="en-US" altLang="zh-CN" sz="2000" b="0" dirty="0">
                <a:latin typeface="Consolas" panose="020B0609020204030204" pitchFamily="49" charset="0"/>
              </a:rPr>
              <a:t>/*</a:t>
            </a:r>
            <a:r>
              <a:rPr lang="zh-CN" altLang="en-US" sz="2000" b="0" dirty="0">
                <a:latin typeface="Consolas" panose="020B0609020204030204" pitchFamily="49" charset="0"/>
              </a:rPr>
              <a:t>查找链表中第</a:t>
            </a:r>
            <a:r>
              <a:rPr lang="en-US" altLang="zh-CN" sz="2000" b="0" dirty="0">
                <a:latin typeface="Consolas" panose="020B0609020204030204" pitchFamily="49" charset="0"/>
              </a:rPr>
              <a:t>n</a:t>
            </a:r>
            <a:r>
              <a:rPr lang="zh-CN" altLang="en-US" sz="2000" b="0" dirty="0">
                <a:latin typeface="Consolas" panose="020B0609020204030204" pitchFamily="49" charset="0"/>
              </a:rPr>
              <a:t>个节点，返回节点指针，失败返回</a:t>
            </a:r>
            <a:r>
              <a:rPr lang="en-US" altLang="zh-CN" sz="2000" b="0" dirty="0">
                <a:latin typeface="Consolas" panose="020B0609020204030204" pitchFamily="49" charset="0"/>
              </a:rPr>
              <a:t>NULL*/</a:t>
            </a:r>
          </a:p>
          <a:p>
            <a:pPr eaLnBrk="1" hangingPunct="1">
              <a:spcBef>
                <a:spcPct val="0"/>
              </a:spcBef>
              <a:buFontTx/>
              <a:buNone/>
            </a:pPr>
            <a:r>
              <a:rPr lang="en-US" altLang="zh-CN" sz="2000" b="0" dirty="0" err="1">
                <a:latin typeface="Consolas" panose="020B0609020204030204" pitchFamily="49" charset="0"/>
              </a:rPr>
              <a:t>PtrNode</a:t>
            </a:r>
            <a:r>
              <a:rPr lang="en-US" altLang="zh-CN" sz="2000" b="0" dirty="0">
                <a:latin typeface="Consolas" panose="020B0609020204030204" pitchFamily="49" charset="0"/>
              </a:rPr>
              <a:t> </a:t>
            </a:r>
            <a:r>
              <a:rPr lang="en-US" altLang="zh-CN" sz="2000" b="0" dirty="0" err="1">
                <a:latin typeface="Consolas" panose="020B0609020204030204" pitchFamily="49" charset="0"/>
              </a:rPr>
              <a:t>findNth</a:t>
            </a:r>
            <a:r>
              <a:rPr lang="en-US" altLang="zh-CN" sz="2000" b="0" dirty="0">
                <a:latin typeface="Consolas" panose="020B0609020204030204" pitchFamily="49" charset="0"/>
              </a:rPr>
              <a:t>(</a:t>
            </a:r>
            <a:r>
              <a:rPr lang="en-US" altLang="zh-CN" sz="2000" b="0" dirty="0" err="1">
                <a:latin typeface="Consolas" panose="020B0609020204030204" pitchFamily="49" charset="0"/>
              </a:rPr>
              <a:t>PtrNode</a:t>
            </a:r>
            <a:r>
              <a:rPr lang="en-US" altLang="zh-CN" sz="2000" b="0" dirty="0">
                <a:latin typeface="Consolas" panose="020B0609020204030204" pitchFamily="49" charset="0"/>
              </a:rPr>
              <a:t> head</a:t>
            </a:r>
            <a:r>
              <a:rPr lang="en-US" altLang="zh-CN" sz="2000" dirty="0">
                <a:latin typeface="Consolas" panose="020B0609020204030204" pitchFamily="49" charset="0"/>
              </a:rPr>
              <a:t>,</a:t>
            </a:r>
            <a:r>
              <a:rPr lang="zh-CN" altLang="en-US" sz="2000" dirty="0">
                <a:latin typeface="Consolas" panose="020B0609020204030204" pitchFamily="49" charset="0"/>
              </a:rPr>
              <a:t> </a:t>
            </a:r>
            <a:r>
              <a:rPr lang="en-US" altLang="zh-CN" sz="2000" dirty="0">
                <a:latin typeface="Consolas" panose="020B0609020204030204" pitchFamily="49" charset="0"/>
              </a:rPr>
              <a:t>int n</a:t>
            </a:r>
            <a:r>
              <a:rPr lang="en-US" altLang="zh-CN" sz="2000" b="0" dirty="0">
                <a:latin typeface="Consolas" panose="020B0609020204030204" pitchFamily="49" charset="0"/>
              </a:rPr>
              <a:t>)</a:t>
            </a:r>
          </a:p>
          <a:p>
            <a:pPr eaLnBrk="1" hangingPunct="1">
              <a:spcBef>
                <a:spcPct val="0"/>
              </a:spcBef>
              <a:buFontTx/>
              <a:buNone/>
            </a:pPr>
            <a:r>
              <a:rPr lang="en-US" altLang="zh-CN" sz="2000" b="0" dirty="0">
                <a:latin typeface="Consolas" panose="020B0609020204030204" pitchFamily="49" charset="0"/>
              </a:rPr>
              <a:t>{</a:t>
            </a:r>
          </a:p>
          <a:p>
            <a:pPr eaLnBrk="1" hangingPunct="1">
              <a:spcBef>
                <a:spcPct val="0"/>
              </a:spcBef>
              <a:buFontTx/>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PtrNode</a:t>
            </a:r>
            <a:r>
              <a:rPr lang="en-US" altLang="zh-CN" sz="2000" b="0" dirty="0">
                <a:latin typeface="Consolas" panose="020B0609020204030204" pitchFamily="49" charset="0"/>
              </a:rPr>
              <a:t> cur = head-&gt;next;</a:t>
            </a:r>
          </a:p>
          <a:p>
            <a:pPr eaLnBrk="1" hangingPunct="1">
              <a:spcBef>
                <a:spcPct val="0"/>
              </a:spcBef>
              <a:buFontTx/>
              <a:buNone/>
            </a:pPr>
            <a:r>
              <a:rPr lang="en-US" altLang="zh-CN" sz="2000" dirty="0">
                <a:latin typeface="Consolas" panose="020B0609020204030204" pitchFamily="49" charset="0"/>
              </a:rPr>
              <a:t>	int k;</a:t>
            </a:r>
            <a:endParaRPr lang="en-US" altLang="zh-CN" sz="2000" b="0" dirty="0">
              <a:latin typeface="Consolas" panose="020B0609020204030204" pitchFamily="49" charset="0"/>
            </a:endParaRPr>
          </a:p>
          <a:p>
            <a:pPr eaLnBrk="1" hangingPunct="1">
              <a:spcBef>
                <a:spcPct val="0"/>
              </a:spcBef>
              <a:buFontTx/>
              <a:buNone/>
            </a:pPr>
            <a:r>
              <a:rPr lang="en-US" altLang="zh-CN" sz="2000" b="0" dirty="0">
                <a:latin typeface="Consolas" panose="020B0609020204030204" pitchFamily="49" charset="0"/>
              </a:rPr>
              <a:t>  	for(k=1; cur!=NULL &amp;&amp; k&lt;n; k++)</a:t>
            </a:r>
          </a:p>
          <a:p>
            <a:pPr eaLnBrk="1" hangingPunct="1">
              <a:spcBef>
                <a:spcPct val="0"/>
              </a:spcBef>
              <a:buFontTx/>
              <a:buNone/>
            </a:pPr>
            <a:r>
              <a:rPr lang="en-US" altLang="zh-CN" sz="2000" b="0" dirty="0">
                <a:latin typeface="Consolas" panose="020B0609020204030204" pitchFamily="49" charset="0"/>
              </a:rPr>
              <a:t>  		cur = cur-&gt;next;</a:t>
            </a:r>
          </a:p>
          <a:p>
            <a:pPr eaLnBrk="1" hangingPunct="1">
              <a:spcBef>
                <a:spcPct val="0"/>
              </a:spcBef>
              <a:buFontTx/>
              <a:buNone/>
            </a:pPr>
            <a:r>
              <a:rPr lang="en-US" altLang="zh-CN" sz="2000" b="0" dirty="0">
                <a:latin typeface="Consolas" panose="020B0609020204030204" pitchFamily="49" charset="0"/>
              </a:rPr>
              <a:t>	return (cur);</a:t>
            </a:r>
          </a:p>
          <a:p>
            <a:pPr eaLnBrk="1" hangingPunct="1">
              <a:spcBef>
                <a:spcPct val="0"/>
              </a:spcBef>
              <a:buFontTx/>
              <a:buNone/>
            </a:pPr>
            <a:r>
              <a:rPr lang="en-US" altLang="zh-CN" sz="2000" b="0" dirty="0">
                <a:latin typeface="Consolas" panose="020B0609020204030204" pitchFamily="49" charset="0"/>
              </a:rPr>
              <a:t>}</a:t>
            </a:r>
          </a:p>
          <a:p>
            <a:pPr marL="0" indent="0">
              <a:buNone/>
            </a:pPr>
            <a:endParaRPr lang="en-US" altLang="zh-CN" sz="2000" dirty="0">
              <a:latin typeface="Consolas" panose="020B0609020204030204" pitchFamily="49" charset="0"/>
            </a:endParaRPr>
          </a:p>
        </p:txBody>
      </p:sp>
    </p:spTree>
    <p:extLst>
      <p:ext uri="{BB962C8B-B14F-4D97-AF65-F5344CB8AC3E}">
        <p14:creationId xmlns:p14="http://schemas.microsoft.com/office/powerpoint/2010/main" val="2024271576"/>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8BC5AA-AE95-4193-8BDE-39AF85381536}"/>
              </a:ext>
            </a:extLst>
          </p:cNvPr>
          <p:cNvSpPr>
            <a:spLocks noGrp="1"/>
          </p:cNvSpPr>
          <p:nvPr>
            <p:ph type="title"/>
          </p:nvPr>
        </p:nvSpPr>
        <p:spPr/>
        <p:txBody>
          <a:bodyPr/>
          <a:lstStyle/>
          <a:p>
            <a:r>
              <a:rPr lang="zh-CN" altLang="en-US" dirty="0"/>
              <a:t>测试主程序</a:t>
            </a:r>
          </a:p>
        </p:txBody>
      </p:sp>
      <p:sp>
        <p:nvSpPr>
          <p:cNvPr id="3" name="内容占位符 2">
            <a:extLst>
              <a:ext uri="{FF2B5EF4-FFF2-40B4-BE49-F238E27FC236}">
                <a16:creationId xmlns:a16="http://schemas.microsoft.com/office/drawing/2014/main" id="{A7356289-5129-498F-9533-8374CA3632FD}"/>
              </a:ext>
            </a:extLst>
          </p:cNvPr>
          <p:cNvSpPr>
            <a:spLocks noGrp="1"/>
          </p:cNvSpPr>
          <p:nvPr>
            <p:ph idx="1"/>
          </p:nvPr>
        </p:nvSpPr>
        <p:spPr>
          <a:xfrm>
            <a:off x="467544" y="1103090"/>
            <a:ext cx="7772400" cy="4611687"/>
          </a:xfrm>
        </p:spPr>
        <p:txBody>
          <a:bodyPr/>
          <a:lstStyle/>
          <a:p>
            <a:pPr marL="0" indent="0">
              <a:buNone/>
            </a:pPr>
            <a:r>
              <a:rPr lang="en-US" altLang="zh-CN" sz="2000" dirty="0">
                <a:latin typeface="Consolas" panose="020B0609020204030204" pitchFamily="49" charset="0"/>
              </a:rPr>
              <a:t>int main(){</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PtrNode</a:t>
            </a:r>
            <a:r>
              <a:rPr lang="en-US" altLang="zh-CN" sz="2000" dirty="0">
                <a:latin typeface="Consolas" panose="020B0609020204030204" pitchFamily="49" charset="0"/>
              </a:rPr>
              <a:t> head = NULL;</a:t>
            </a:r>
          </a:p>
          <a:p>
            <a:pPr marL="0" indent="0">
              <a:buNone/>
            </a:pPr>
            <a:r>
              <a:rPr lang="en-US" altLang="zh-CN" sz="2000" dirty="0">
                <a:latin typeface="Consolas" panose="020B0609020204030204" pitchFamily="49" charset="0"/>
              </a:rPr>
              <a:t>	head = </a:t>
            </a:r>
            <a:r>
              <a:rPr lang="en-US" altLang="zh-CN" sz="2000" dirty="0" err="1">
                <a:latin typeface="Consolas" panose="020B0609020204030204" pitchFamily="49" charset="0"/>
              </a:rPr>
              <a:t>initEmptyList</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b="0" dirty="0" err="1">
                <a:latin typeface="Consolas" panose="020B0609020204030204" pitchFamily="49" charset="0"/>
              </a:rPr>
              <a:t>insertEnd</a:t>
            </a:r>
            <a:r>
              <a:rPr lang="en-US" altLang="zh-CN" sz="2000" dirty="0">
                <a:latin typeface="Consolas" panose="020B0609020204030204" pitchFamily="49" charset="0"/>
              </a:rPr>
              <a:t>(</a:t>
            </a:r>
            <a:r>
              <a:rPr lang="en-US" altLang="zh-CN" sz="2000" dirty="0" err="1">
                <a:latin typeface="Consolas" panose="020B0609020204030204" pitchFamily="49" charset="0"/>
              </a:rPr>
              <a:t>head,1</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insertBegin</a:t>
            </a:r>
            <a:r>
              <a:rPr lang="en-US" altLang="zh-CN" sz="2000" dirty="0">
                <a:latin typeface="Consolas" panose="020B0609020204030204" pitchFamily="49" charset="0"/>
              </a:rPr>
              <a:t>(</a:t>
            </a:r>
            <a:r>
              <a:rPr lang="en-US" altLang="zh-CN" sz="2000" dirty="0" err="1">
                <a:latin typeface="Consolas" panose="020B0609020204030204" pitchFamily="49" charset="0"/>
              </a:rPr>
              <a:t>head,2</a:t>
            </a:r>
            <a:r>
              <a:rPr lang="en-US" altLang="zh-CN" sz="2000" dirty="0">
                <a:latin typeface="Consolas" panose="020B0609020204030204" pitchFamily="49" charset="0"/>
              </a:rPr>
              <a:t>); </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insertUp</a:t>
            </a:r>
            <a:r>
              <a:rPr lang="en-US" altLang="zh-CN" sz="2000" dirty="0">
                <a:latin typeface="Consolas" panose="020B0609020204030204" pitchFamily="49" charset="0"/>
              </a:rPr>
              <a:t>(</a:t>
            </a:r>
            <a:r>
              <a:rPr lang="en-US" altLang="zh-CN" sz="2000" dirty="0" err="1">
                <a:latin typeface="Consolas" panose="020B0609020204030204" pitchFamily="49" charset="0"/>
              </a:rPr>
              <a:t>head,3</a:t>
            </a:r>
            <a:r>
              <a:rPr lang="en-US" altLang="zh-CN" sz="2000" dirty="0">
                <a:latin typeface="Consolas" panose="020B0609020204030204" pitchFamily="49" charset="0"/>
              </a:rPr>
              <a:t>); </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printList</a:t>
            </a:r>
            <a:r>
              <a:rPr lang="en-US" altLang="zh-CN" sz="2000" dirty="0">
                <a:latin typeface="Consolas" panose="020B0609020204030204" pitchFamily="49" charset="0"/>
              </a:rPr>
              <a:t>(head);</a:t>
            </a:r>
          </a:p>
          <a:p>
            <a:pPr marL="0" indent="0">
              <a:buNone/>
            </a:pPr>
            <a:r>
              <a:rPr lang="en-US" altLang="zh-CN" sz="2000" dirty="0">
                <a:solidFill>
                  <a:srgbClr val="FF0000"/>
                </a:solidFill>
                <a:latin typeface="Consolas" panose="020B0609020204030204" pitchFamily="49" charset="0"/>
              </a:rPr>
              <a:t>	</a:t>
            </a:r>
            <a:r>
              <a:rPr lang="en-US" altLang="zh-CN" sz="2000" dirty="0" err="1">
                <a:solidFill>
                  <a:srgbClr val="FF0000"/>
                </a:solidFill>
                <a:latin typeface="Consolas" panose="020B0609020204030204" pitchFamily="49" charset="0"/>
              </a:rPr>
              <a:t>PtrNode</a:t>
            </a:r>
            <a:r>
              <a:rPr lang="en-US" altLang="zh-CN" sz="2000" dirty="0">
                <a:solidFill>
                  <a:srgbClr val="FF0000"/>
                </a:solidFill>
                <a:latin typeface="Consolas" panose="020B0609020204030204" pitchFamily="49" charset="0"/>
              </a:rPr>
              <a:t> p = </a:t>
            </a:r>
            <a:r>
              <a:rPr lang="en-US" altLang="zh-CN" sz="2000" dirty="0" err="1">
                <a:solidFill>
                  <a:srgbClr val="FF0000"/>
                </a:solidFill>
                <a:latin typeface="Consolas" panose="020B0609020204030204" pitchFamily="49" charset="0"/>
              </a:rPr>
              <a:t>findNth</a:t>
            </a:r>
            <a:r>
              <a:rPr lang="en-US" altLang="zh-CN" sz="2000" dirty="0">
                <a:solidFill>
                  <a:srgbClr val="FF0000"/>
                </a:solidFill>
                <a:latin typeface="Consolas" panose="020B0609020204030204" pitchFamily="49" charset="0"/>
              </a:rPr>
              <a:t>(</a:t>
            </a:r>
            <a:r>
              <a:rPr lang="en-US" altLang="zh-CN" sz="2000" dirty="0" err="1">
                <a:solidFill>
                  <a:srgbClr val="FF0000"/>
                </a:solidFill>
                <a:latin typeface="Consolas" panose="020B0609020204030204" pitchFamily="49" charset="0"/>
              </a:rPr>
              <a:t>head,1</a:t>
            </a:r>
            <a:r>
              <a:rPr lang="en-US" altLang="zh-CN" sz="2000" dirty="0">
                <a:solidFill>
                  <a:srgbClr val="FF0000"/>
                </a:solidFill>
                <a:latin typeface="Consolas" panose="020B0609020204030204" pitchFamily="49" charset="0"/>
              </a:rPr>
              <a:t>);</a:t>
            </a:r>
          </a:p>
          <a:p>
            <a:pPr marL="0" indent="0">
              <a:buNone/>
            </a:pPr>
            <a:r>
              <a:rPr lang="en-US" altLang="zh-CN" sz="2000" dirty="0">
                <a:solidFill>
                  <a:srgbClr val="FF0000"/>
                </a:solidFill>
                <a:latin typeface="Consolas" panose="020B0609020204030204" pitchFamily="49" charset="0"/>
              </a:rPr>
              <a:t>	</a:t>
            </a:r>
            <a:r>
              <a:rPr lang="en-US" altLang="zh-CN" sz="2000" dirty="0" err="1">
                <a:solidFill>
                  <a:srgbClr val="FF0000"/>
                </a:solidFill>
                <a:latin typeface="Consolas" panose="020B0609020204030204" pitchFamily="49" charset="0"/>
              </a:rPr>
              <a:t>printf</a:t>
            </a:r>
            <a:r>
              <a:rPr lang="en-US" altLang="zh-CN" sz="2000" dirty="0">
                <a:solidFill>
                  <a:srgbClr val="FF0000"/>
                </a:solidFill>
                <a:latin typeface="Consolas" panose="020B0609020204030204" pitchFamily="49" charset="0"/>
              </a:rPr>
              <a:t>("1st location is %p.\</a:t>
            </a:r>
            <a:r>
              <a:rPr lang="en-US" altLang="zh-CN" sz="2000" dirty="0" err="1">
                <a:solidFill>
                  <a:srgbClr val="FF0000"/>
                </a:solidFill>
                <a:latin typeface="Consolas" panose="020B0609020204030204" pitchFamily="49" charset="0"/>
              </a:rPr>
              <a:t>n",p</a:t>
            </a:r>
            <a:r>
              <a:rPr lang="en-US" altLang="zh-CN" sz="2000" dirty="0">
                <a:solidFill>
                  <a:srgbClr val="FF0000"/>
                </a:solidFill>
                <a:latin typeface="Consolas" panose="020B0609020204030204" pitchFamily="49" charset="0"/>
              </a:rPr>
              <a:t>);</a:t>
            </a:r>
          </a:p>
          <a:p>
            <a:pPr marL="0" indent="0">
              <a:buNone/>
            </a:pPr>
            <a:r>
              <a:rPr lang="en-US" altLang="zh-CN" sz="2000" dirty="0">
                <a:solidFill>
                  <a:srgbClr val="FF0000"/>
                </a:solidFill>
                <a:latin typeface="Consolas" panose="020B0609020204030204" pitchFamily="49" charset="0"/>
              </a:rPr>
              <a:t>	if (p!=NULL)</a:t>
            </a:r>
          </a:p>
          <a:p>
            <a:pPr marL="0" indent="0">
              <a:buNone/>
            </a:pPr>
            <a:r>
              <a:rPr lang="en-US" altLang="zh-CN" sz="2000" dirty="0">
                <a:solidFill>
                  <a:srgbClr val="FF0000"/>
                </a:solidFill>
                <a:latin typeface="Consolas" panose="020B0609020204030204" pitchFamily="49" charset="0"/>
              </a:rPr>
              <a:t>		</a:t>
            </a:r>
            <a:r>
              <a:rPr lang="en-US" altLang="zh-CN" sz="2000" dirty="0" err="1">
                <a:solidFill>
                  <a:srgbClr val="FF0000"/>
                </a:solidFill>
                <a:latin typeface="Consolas" panose="020B0609020204030204" pitchFamily="49" charset="0"/>
              </a:rPr>
              <a:t>printf</a:t>
            </a:r>
            <a:r>
              <a:rPr lang="en-US" altLang="zh-CN" sz="2000" dirty="0">
                <a:solidFill>
                  <a:srgbClr val="FF0000"/>
                </a:solidFill>
                <a:latin typeface="Consolas" panose="020B0609020204030204" pitchFamily="49" charset="0"/>
              </a:rPr>
              <a:t>("1st data is %d.\</a:t>
            </a:r>
            <a:r>
              <a:rPr lang="en-US" altLang="zh-CN" sz="2000" dirty="0" err="1">
                <a:solidFill>
                  <a:srgbClr val="FF0000"/>
                </a:solidFill>
                <a:latin typeface="Consolas" panose="020B0609020204030204" pitchFamily="49" charset="0"/>
              </a:rPr>
              <a:t>n",p</a:t>
            </a:r>
            <a:r>
              <a:rPr lang="en-US" altLang="zh-CN" sz="2000" dirty="0">
                <a:solidFill>
                  <a:srgbClr val="FF0000"/>
                </a:solidFill>
                <a:latin typeface="Consolas" panose="020B0609020204030204" pitchFamily="49" charset="0"/>
              </a:rPr>
              <a:t>-&gt;data);</a:t>
            </a:r>
          </a:p>
          <a:p>
            <a:pPr marL="0" indent="0">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destroyList</a:t>
            </a:r>
            <a:r>
              <a:rPr lang="en-US" altLang="zh-CN" sz="2000" b="0" dirty="0">
                <a:latin typeface="Consolas" panose="020B0609020204030204" pitchFamily="49" charset="0"/>
              </a:rPr>
              <a:t>(&amp;head);</a:t>
            </a:r>
          </a:p>
          <a:p>
            <a:pPr marL="0" indent="0">
              <a:buNone/>
            </a:pPr>
            <a:r>
              <a:rPr lang="en-US" altLang="zh-CN" sz="2000" b="0" dirty="0">
                <a:latin typeface="Consolas" panose="020B0609020204030204" pitchFamily="49" charset="0"/>
              </a:rPr>
              <a:t>	if (head==NULL)</a:t>
            </a:r>
          </a:p>
          <a:p>
            <a:pPr marL="0" indent="0">
              <a:buNone/>
            </a:pPr>
            <a:r>
              <a:rPr lang="en-US" altLang="zh-CN" sz="2000" b="0" dirty="0">
                <a:latin typeface="Consolas" panose="020B0609020204030204" pitchFamily="49" charset="0"/>
              </a:rPr>
              <a:t>		</a:t>
            </a:r>
            <a:r>
              <a:rPr lang="en-US" altLang="zh-CN" sz="2000" b="0" dirty="0" err="1">
                <a:latin typeface="Consolas" panose="020B0609020204030204" pitchFamily="49" charset="0"/>
              </a:rPr>
              <a:t>printf</a:t>
            </a:r>
            <a:r>
              <a:rPr lang="en-US" altLang="zh-CN" sz="2000" b="0" dirty="0">
                <a:latin typeface="Consolas" panose="020B0609020204030204" pitchFamily="49" charset="0"/>
              </a:rPr>
              <a:t>("list destroyed.\n");</a:t>
            </a:r>
          </a:p>
          <a:p>
            <a:pPr marL="0" indent="0">
              <a:buNone/>
            </a:pPr>
            <a:r>
              <a:rPr lang="en-US" altLang="zh-CN" sz="2000" dirty="0">
                <a:latin typeface="Consolas" panose="020B0609020204030204" pitchFamily="49" charset="0"/>
              </a:rPr>
              <a:t>	return 0;</a:t>
            </a:r>
          </a:p>
          <a:p>
            <a:pPr marL="0" indent="0">
              <a:buNone/>
            </a:pPr>
            <a:r>
              <a:rPr lang="en-US" altLang="zh-CN" sz="2000" dirty="0">
                <a:latin typeface="Consolas" panose="020B0609020204030204" pitchFamily="49" charset="0"/>
              </a:rPr>
              <a:t>}</a:t>
            </a:r>
          </a:p>
        </p:txBody>
      </p:sp>
    </p:spTree>
    <p:extLst>
      <p:ext uri="{BB962C8B-B14F-4D97-AF65-F5344CB8AC3E}">
        <p14:creationId xmlns:p14="http://schemas.microsoft.com/office/powerpoint/2010/main" val="2617917850"/>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a:extLst>
              <a:ext uri="{FF2B5EF4-FFF2-40B4-BE49-F238E27FC236}">
                <a16:creationId xmlns:a16="http://schemas.microsoft.com/office/drawing/2014/main" id="{A32552C4-BAC6-4189-9300-BAEF516F4A0E}"/>
              </a:ext>
            </a:extLst>
          </p:cNvPr>
          <p:cNvSpPr>
            <a:spLocks noGrp="1"/>
          </p:cNvSpPr>
          <p:nvPr>
            <p:ph type="sldNum" sz="quarter" idx="12"/>
          </p:nvPr>
        </p:nvSpPr>
        <p:spPr>
          <a:noFill/>
        </p:spPr>
        <p:txBody>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A2C7E6D0-0D57-4C03-AA62-2D56BEF21AEB}" type="slidenum">
              <a:rPr lang="en-US" altLang="zh-CN" sz="1400"/>
              <a:pPr eaLnBrk="1" hangingPunct="1"/>
              <a:t>53</a:t>
            </a:fld>
            <a:endParaRPr lang="en-US" altLang="zh-CN" sz="1400"/>
          </a:p>
        </p:txBody>
      </p:sp>
      <p:sp>
        <p:nvSpPr>
          <p:cNvPr id="159797" name="Text Box 53">
            <a:extLst>
              <a:ext uri="{FF2B5EF4-FFF2-40B4-BE49-F238E27FC236}">
                <a16:creationId xmlns:a16="http://schemas.microsoft.com/office/drawing/2014/main" id="{597AE8A1-3EA6-4F30-806B-CA943F9BD2F0}"/>
              </a:ext>
            </a:extLst>
          </p:cNvPr>
          <p:cNvSpPr txBox="1">
            <a:spLocks noChangeArrowheads="1"/>
          </p:cNvSpPr>
          <p:nvPr/>
        </p:nvSpPr>
        <p:spPr bwMode="auto">
          <a:xfrm>
            <a:off x="396081" y="3436689"/>
            <a:ext cx="8351837" cy="461665"/>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defRPr/>
            </a:pPr>
            <a:r>
              <a:rPr lang="zh-CN" altLang="en-US" dirty="0"/>
              <a:t>链表在创建过程中可以排序，使用有序插；</a:t>
            </a:r>
            <a:endParaRPr lang="en-US" altLang="zh-CN" dirty="0"/>
          </a:p>
        </p:txBody>
      </p:sp>
      <p:sp>
        <p:nvSpPr>
          <p:cNvPr id="58" name="Text Box 33">
            <a:extLst>
              <a:ext uri="{FF2B5EF4-FFF2-40B4-BE49-F238E27FC236}">
                <a16:creationId xmlns:a16="http://schemas.microsoft.com/office/drawing/2014/main" id="{A1FDF194-0345-469A-A469-67A3FD46E506}"/>
              </a:ext>
            </a:extLst>
          </p:cNvPr>
          <p:cNvSpPr txBox="1">
            <a:spLocks noChangeArrowheads="1"/>
          </p:cNvSpPr>
          <p:nvPr/>
        </p:nvSpPr>
        <p:spPr bwMode="auto">
          <a:xfrm>
            <a:off x="2339752" y="404813"/>
            <a:ext cx="6553423" cy="58477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r>
              <a:rPr lang="zh-CN" altLang="en-US" sz="3200" dirty="0">
                <a:solidFill>
                  <a:srgbClr val="FF3300"/>
                </a:solidFill>
                <a:latin typeface="微软雅黑" panose="020B0503020204020204" pitchFamily="34" charset="-122"/>
                <a:ea typeface="微软雅黑" panose="020B0503020204020204" pitchFamily="34" charset="-122"/>
              </a:rPr>
              <a:t>思考：链表可以二分查找吗？</a:t>
            </a:r>
          </a:p>
        </p:txBody>
      </p:sp>
      <p:grpSp>
        <p:nvGrpSpPr>
          <p:cNvPr id="2" name="组合 1">
            <a:extLst>
              <a:ext uri="{FF2B5EF4-FFF2-40B4-BE49-F238E27FC236}">
                <a16:creationId xmlns:a16="http://schemas.microsoft.com/office/drawing/2014/main" id="{B13960A2-DB1E-436B-9E71-81E4F4C58438}"/>
              </a:ext>
            </a:extLst>
          </p:cNvPr>
          <p:cNvGrpSpPr/>
          <p:nvPr/>
        </p:nvGrpSpPr>
        <p:grpSpPr>
          <a:xfrm>
            <a:off x="899592" y="1119411"/>
            <a:ext cx="6028258" cy="1877541"/>
            <a:chOff x="899592" y="1119411"/>
            <a:chExt cx="6028258" cy="1877541"/>
          </a:xfrm>
        </p:grpSpPr>
        <p:grpSp>
          <p:nvGrpSpPr>
            <p:cNvPr id="50" name="Group 4">
              <a:extLst>
                <a:ext uri="{FF2B5EF4-FFF2-40B4-BE49-F238E27FC236}">
                  <a16:creationId xmlns:a16="http://schemas.microsoft.com/office/drawing/2014/main" id="{584A230C-5D29-4A96-8F5D-53F1DEB5B8D4}"/>
                </a:ext>
              </a:extLst>
            </p:cNvPr>
            <p:cNvGrpSpPr>
              <a:grpSpLocks/>
            </p:cNvGrpSpPr>
            <p:nvPr/>
          </p:nvGrpSpPr>
          <p:grpSpPr bwMode="auto">
            <a:xfrm>
              <a:off x="1263650" y="2530227"/>
              <a:ext cx="990600" cy="466725"/>
              <a:chOff x="624" y="2544"/>
              <a:chExt cx="624" cy="294"/>
            </a:xfrm>
          </p:grpSpPr>
          <p:sp>
            <p:nvSpPr>
              <p:cNvPr id="51" name="Text Box 5">
                <a:extLst>
                  <a:ext uri="{FF2B5EF4-FFF2-40B4-BE49-F238E27FC236}">
                    <a16:creationId xmlns:a16="http://schemas.microsoft.com/office/drawing/2014/main" id="{CF73DCBA-1207-47FF-A1D7-4B1BBDB9ECED}"/>
                  </a:ext>
                </a:extLst>
              </p:cNvPr>
              <p:cNvSpPr txBox="1">
                <a:spLocks noChangeArrowheads="1"/>
              </p:cNvSpPr>
              <p:nvPr/>
            </p:nvSpPr>
            <p:spPr bwMode="auto">
              <a:xfrm>
                <a:off x="624" y="2544"/>
                <a:ext cx="624"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t>     </a:t>
                </a:r>
              </a:p>
            </p:txBody>
          </p:sp>
          <p:sp>
            <p:nvSpPr>
              <p:cNvPr id="52" name="Line 6">
                <a:extLst>
                  <a:ext uri="{FF2B5EF4-FFF2-40B4-BE49-F238E27FC236}">
                    <a16:creationId xmlns:a16="http://schemas.microsoft.com/office/drawing/2014/main" id="{BC83ACB2-E389-478D-8264-37BBCF51A2C0}"/>
                  </a:ext>
                </a:extLst>
              </p:cNvPr>
              <p:cNvSpPr>
                <a:spLocks noChangeShapeType="1"/>
              </p:cNvSpPr>
              <p:nvPr/>
            </p:nvSpPr>
            <p:spPr bwMode="auto">
              <a:xfrm>
                <a:off x="960" y="2544"/>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3" name="Group 16">
              <a:extLst>
                <a:ext uri="{FF2B5EF4-FFF2-40B4-BE49-F238E27FC236}">
                  <a16:creationId xmlns:a16="http://schemas.microsoft.com/office/drawing/2014/main" id="{B0C3E5FF-271A-4844-B6EC-90D9C2CFEBB3}"/>
                </a:ext>
              </a:extLst>
            </p:cNvPr>
            <p:cNvGrpSpPr>
              <a:grpSpLocks/>
            </p:cNvGrpSpPr>
            <p:nvPr/>
          </p:nvGrpSpPr>
          <p:grpSpPr bwMode="auto">
            <a:xfrm>
              <a:off x="5122863" y="2730252"/>
              <a:ext cx="838200" cy="76200"/>
              <a:chOff x="1104" y="2667"/>
              <a:chExt cx="528" cy="48"/>
            </a:xfrm>
          </p:grpSpPr>
          <p:sp>
            <p:nvSpPr>
              <p:cNvPr id="54" name="Line 17">
                <a:extLst>
                  <a:ext uri="{FF2B5EF4-FFF2-40B4-BE49-F238E27FC236}">
                    <a16:creationId xmlns:a16="http://schemas.microsoft.com/office/drawing/2014/main" id="{C7A18C35-88E2-416F-B7FD-5B49D7E3306A}"/>
                  </a:ext>
                </a:extLst>
              </p:cNvPr>
              <p:cNvSpPr>
                <a:spLocks noChangeShapeType="1"/>
              </p:cNvSpPr>
              <p:nvPr/>
            </p:nvSpPr>
            <p:spPr bwMode="auto">
              <a:xfrm>
                <a:off x="1152" y="2688"/>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Oval 18">
                <a:extLst>
                  <a:ext uri="{FF2B5EF4-FFF2-40B4-BE49-F238E27FC236}">
                    <a16:creationId xmlns:a16="http://schemas.microsoft.com/office/drawing/2014/main" id="{33ABCD36-7766-497A-B31A-6215FBF183C9}"/>
                  </a:ext>
                </a:extLst>
              </p:cNvPr>
              <p:cNvSpPr>
                <a:spLocks noChangeArrowheads="1"/>
              </p:cNvSpPr>
              <p:nvPr/>
            </p:nvSpPr>
            <p:spPr bwMode="auto">
              <a:xfrm>
                <a:off x="1104" y="2667"/>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56" name="Group 21">
              <a:extLst>
                <a:ext uri="{FF2B5EF4-FFF2-40B4-BE49-F238E27FC236}">
                  <a16:creationId xmlns:a16="http://schemas.microsoft.com/office/drawing/2014/main" id="{BD6F9D10-5A5E-47EA-AFAA-F0E4A8C73668}"/>
                </a:ext>
              </a:extLst>
            </p:cNvPr>
            <p:cNvGrpSpPr>
              <a:grpSpLocks/>
            </p:cNvGrpSpPr>
            <p:nvPr/>
          </p:nvGrpSpPr>
          <p:grpSpPr bwMode="auto">
            <a:xfrm>
              <a:off x="899592" y="1119411"/>
              <a:ext cx="1219200" cy="1371600"/>
              <a:chOff x="432" y="1536"/>
              <a:chExt cx="768" cy="864"/>
            </a:xfrm>
          </p:grpSpPr>
          <p:sp>
            <p:nvSpPr>
              <p:cNvPr id="57" name="Text Box 22">
                <a:extLst>
                  <a:ext uri="{FF2B5EF4-FFF2-40B4-BE49-F238E27FC236}">
                    <a16:creationId xmlns:a16="http://schemas.microsoft.com/office/drawing/2014/main" id="{DA66DBCF-3258-4AAF-8A11-24E11338E815}"/>
                  </a:ext>
                </a:extLst>
              </p:cNvPr>
              <p:cNvSpPr txBox="1">
                <a:spLocks noChangeArrowheads="1"/>
              </p:cNvSpPr>
              <p:nvPr/>
            </p:nvSpPr>
            <p:spPr bwMode="auto">
              <a:xfrm>
                <a:off x="624" y="1824"/>
                <a:ext cx="336"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b="0"/>
              </a:p>
            </p:txBody>
          </p:sp>
          <p:sp>
            <p:nvSpPr>
              <p:cNvPr id="59" name="Text Box 23">
                <a:extLst>
                  <a:ext uri="{FF2B5EF4-FFF2-40B4-BE49-F238E27FC236}">
                    <a16:creationId xmlns:a16="http://schemas.microsoft.com/office/drawing/2014/main" id="{BA53B39E-A041-45F2-A6F6-3209EE91F354}"/>
                  </a:ext>
                </a:extLst>
              </p:cNvPr>
              <p:cNvSpPr txBox="1">
                <a:spLocks noChangeArrowheads="1"/>
              </p:cNvSpPr>
              <p:nvPr/>
            </p:nvSpPr>
            <p:spPr bwMode="auto">
              <a:xfrm>
                <a:off x="432" y="1536"/>
                <a:ext cx="7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t>head</a:t>
                </a:r>
              </a:p>
            </p:txBody>
          </p:sp>
          <p:grpSp>
            <p:nvGrpSpPr>
              <p:cNvPr id="60" name="Group 24">
                <a:extLst>
                  <a:ext uri="{FF2B5EF4-FFF2-40B4-BE49-F238E27FC236}">
                    <a16:creationId xmlns:a16="http://schemas.microsoft.com/office/drawing/2014/main" id="{337253EB-56B6-4154-B3FC-E5BF2FF4D6AC}"/>
                  </a:ext>
                </a:extLst>
              </p:cNvPr>
              <p:cNvGrpSpPr>
                <a:grpSpLocks/>
              </p:cNvGrpSpPr>
              <p:nvPr/>
            </p:nvGrpSpPr>
            <p:grpSpPr bwMode="auto">
              <a:xfrm>
                <a:off x="768" y="1968"/>
                <a:ext cx="48" cy="432"/>
                <a:chOff x="768" y="1968"/>
                <a:chExt cx="48" cy="432"/>
              </a:xfrm>
            </p:grpSpPr>
            <p:sp>
              <p:nvSpPr>
                <p:cNvPr id="61" name="Oval 25">
                  <a:extLst>
                    <a:ext uri="{FF2B5EF4-FFF2-40B4-BE49-F238E27FC236}">
                      <a16:creationId xmlns:a16="http://schemas.microsoft.com/office/drawing/2014/main" id="{AE07A0C2-1DF4-416E-8443-40BF5CBA4557}"/>
                    </a:ext>
                  </a:extLst>
                </p:cNvPr>
                <p:cNvSpPr>
                  <a:spLocks noChangeArrowheads="1"/>
                </p:cNvSpPr>
                <p:nvPr/>
              </p:nvSpPr>
              <p:spPr bwMode="auto">
                <a:xfrm>
                  <a:off x="768" y="196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2" name="Line 26">
                  <a:extLst>
                    <a:ext uri="{FF2B5EF4-FFF2-40B4-BE49-F238E27FC236}">
                      <a16:creationId xmlns:a16="http://schemas.microsoft.com/office/drawing/2014/main" id="{A6F2B578-0AE6-4B4C-A709-0F2B11D97F7E}"/>
                    </a:ext>
                  </a:extLst>
                </p:cNvPr>
                <p:cNvSpPr>
                  <a:spLocks noChangeShapeType="1"/>
                </p:cNvSpPr>
                <p:nvPr/>
              </p:nvSpPr>
              <p:spPr bwMode="auto">
                <a:xfrm>
                  <a:off x="786" y="2016"/>
                  <a:ext cx="0"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9" name="Group 34">
              <a:extLst>
                <a:ext uri="{FF2B5EF4-FFF2-40B4-BE49-F238E27FC236}">
                  <a16:creationId xmlns:a16="http://schemas.microsoft.com/office/drawing/2014/main" id="{EEE4AFCE-91F9-40BD-A211-002BFAE50E35}"/>
                </a:ext>
              </a:extLst>
            </p:cNvPr>
            <p:cNvGrpSpPr>
              <a:grpSpLocks/>
            </p:cNvGrpSpPr>
            <p:nvPr/>
          </p:nvGrpSpPr>
          <p:grpSpPr bwMode="auto">
            <a:xfrm>
              <a:off x="5937250" y="2527052"/>
              <a:ext cx="990600" cy="466725"/>
              <a:chOff x="624" y="2544"/>
              <a:chExt cx="624" cy="294"/>
            </a:xfrm>
          </p:grpSpPr>
          <p:sp>
            <p:nvSpPr>
              <p:cNvPr id="70" name="Text Box 35">
                <a:extLst>
                  <a:ext uri="{FF2B5EF4-FFF2-40B4-BE49-F238E27FC236}">
                    <a16:creationId xmlns:a16="http://schemas.microsoft.com/office/drawing/2014/main" id="{70E0A17A-3CCA-49C3-AA19-394247FE629D}"/>
                  </a:ext>
                </a:extLst>
              </p:cNvPr>
              <p:cNvSpPr txBox="1">
                <a:spLocks noChangeArrowheads="1"/>
              </p:cNvSpPr>
              <p:nvPr/>
            </p:nvSpPr>
            <p:spPr bwMode="auto">
              <a:xfrm>
                <a:off x="624" y="2544"/>
                <a:ext cx="624"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a:t>37     </a:t>
                </a:r>
              </a:p>
            </p:txBody>
          </p:sp>
          <p:sp>
            <p:nvSpPr>
              <p:cNvPr id="71" name="Line 36">
                <a:extLst>
                  <a:ext uri="{FF2B5EF4-FFF2-40B4-BE49-F238E27FC236}">
                    <a16:creationId xmlns:a16="http://schemas.microsoft.com/office/drawing/2014/main" id="{F0D0B7A0-BF93-40A2-82AB-385ACC137508}"/>
                  </a:ext>
                </a:extLst>
              </p:cNvPr>
              <p:cNvSpPr>
                <a:spLocks noChangeShapeType="1"/>
              </p:cNvSpPr>
              <p:nvPr/>
            </p:nvSpPr>
            <p:spPr bwMode="auto">
              <a:xfrm>
                <a:off x="960" y="2544"/>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7" name="Group 69">
              <a:extLst>
                <a:ext uri="{FF2B5EF4-FFF2-40B4-BE49-F238E27FC236}">
                  <a16:creationId xmlns:a16="http://schemas.microsoft.com/office/drawing/2014/main" id="{85B4152D-2BCB-43E1-AEEE-2A8957DAD634}"/>
                </a:ext>
              </a:extLst>
            </p:cNvPr>
            <p:cNvGrpSpPr>
              <a:grpSpLocks/>
            </p:cNvGrpSpPr>
            <p:nvPr/>
          </p:nvGrpSpPr>
          <p:grpSpPr bwMode="auto">
            <a:xfrm>
              <a:off x="1955800" y="2527052"/>
              <a:ext cx="3340100" cy="469900"/>
              <a:chOff x="930" y="1298"/>
              <a:chExt cx="2104" cy="296"/>
            </a:xfrm>
          </p:grpSpPr>
          <p:grpSp>
            <p:nvGrpSpPr>
              <p:cNvPr id="78" name="Group 54">
                <a:extLst>
                  <a:ext uri="{FF2B5EF4-FFF2-40B4-BE49-F238E27FC236}">
                    <a16:creationId xmlns:a16="http://schemas.microsoft.com/office/drawing/2014/main" id="{68B2616C-334B-44CE-BA01-DC44429C6E32}"/>
                  </a:ext>
                </a:extLst>
              </p:cNvPr>
              <p:cNvGrpSpPr>
                <a:grpSpLocks/>
              </p:cNvGrpSpPr>
              <p:nvPr/>
            </p:nvGrpSpPr>
            <p:grpSpPr bwMode="auto">
              <a:xfrm>
                <a:off x="930" y="1300"/>
                <a:ext cx="1152" cy="294"/>
                <a:chOff x="1536" y="1706"/>
                <a:chExt cx="1152" cy="294"/>
              </a:xfrm>
            </p:grpSpPr>
            <p:grpSp>
              <p:nvGrpSpPr>
                <p:cNvPr id="86" name="Group 7">
                  <a:extLst>
                    <a:ext uri="{FF2B5EF4-FFF2-40B4-BE49-F238E27FC236}">
                      <a16:creationId xmlns:a16="http://schemas.microsoft.com/office/drawing/2014/main" id="{F0393891-3B85-4E01-B9CB-43363C9E6325}"/>
                    </a:ext>
                  </a:extLst>
                </p:cNvPr>
                <p:cNvGrpSpPr>
                  <a:grpSpLocks/>
                </p:cNvGrpSpPr>
                <p:nvPr/>
              </p:nvGrpSpPr>
              <p:grpSpPr bwMode="auto">
                <a:xfrm>
                  <a:off x="2064" y="1706"/>
                  <a:ext cx="624" cy="294"/>
                  <a:chOff x="624" y="2544"/>
                  <a:chExt cx="624" cy="294"/>
                </a:xfrm>
              </p:grpSpPr>
              <p:sp>
                <p:nvSpPr>
                  <p:cNvPr id="90" name="Text Box 8">
                    <a:extLst>
                      <a:ext uri="{FF2B5EF4-FFF2-40B4-BE49-F238E27FC236}">
                        <a16:creationId xmlns:a16="http://schemas.microsoft.com/office/drawing/2014/main" id="{6D4309E5-AA9F-43C9-893E-C06D7DD64B62}"/>
                      </a:ext>
                    </a:extLst>
                  </p:cNvPr>
                  <p:cNvSpPr txBox="1">
                    <a:spLocks noChangeArrowheads="1"/>
                  </p:cNvSpPr>
                  <p:nvPr/>
                </p:nvSpPr>
                <p:spPr bwMode="auto">
                  <a:xfrm>
                    <a:off x="624" y="2544"/>
                    <a:ext cx="624"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t>17  </a:t>
                    </a:r>
                  </a:p>
                </p:txBody>
              </p:sp>
              <p:sp>
                <p:nvSpPr>
                  <p:cNvPr id="91" name="Line 9">
                    <a:extLst>
                      <a:ext uri="{FF2B5EF4-FFF2-40B4-BE49-F238E27FC236}">
                        <a16:creationId xmlns:a16="http://schemas.microsoft.com/office/drawing/2014/main" id="{1244352B-631F-4DE7-B946-7624B3BEE2F8}"/>
                      </a:ext>
                    </a:extLst>
                  </p:cNvPr>
                  <p:cNvSpPr>
                    <a:spLocks noChangeShapeType="1"/>
                  </p:cNvSpPr>
                  <p:nvPr/>
                </p:nvSpPr>
                <p:spPr bwMode="auto">
                  <a:xfrm>
                    <a:off x="960" y="2544"/>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87" name="Group 13">
                  <a:extLst>
                    <a:ext uri="{FF2B5EF4-FFF2-40B4-BE49-F238E27FC236}">
                      <a16:creationId xmlns:a16="http://schemas.microsoft.com/office/drawing/2014/main" id="{0AE0FB68-9270-4CBD-BEA8-66A2D0EC3243}"/>
                    </a:ext>
                  </a:extLst>
                </p:cNvPr>
                <p:cNvGrpSpPr>
                  <a:grpSpLocks/>
                </p:cNvGrpSpPr>
                <p:nvPr/>
              </p:nvGrpSpPr>
              <p:grpSpPr bwMode="auto">
                <a:xfrm>
                  <a:off x="1536" y="1829"/>
                  <a:ext cx="528" cy="48"/>
                  <a:chOff x="1104" y="2667"/>
                  <a:chExt cx="528" cy="48"/>
                </a:xfrm>
              </p:grpSpPr>
              <p:sp>
                <p:nvSpPr>
                  <p:cNvPr id="88" name="Line 14">
                    <a:extLst>
                      <a:ext uri="{FF2B5EF4-FFF2-40B4-BE49-F238E27FC236}">
                        <a16:creationId xmlns:a16="http://schemas.microsoft.com/office/drawing/2014/main" id="{FEA62493-1F3E-4320-B7CA-1BFADBE8A576}"/>
                      </a:ext>
                    </a:extLst>
                  </p:cNvPr>
                  <p:cNvSpPr>
                    <a:spLocks noChangeShapeType="1"/>
                  </p:cNvSpPr>
                  <p:nvPr/>
                </p:nvSpPr>
                <p:spPr bwMode="auto">
                  <a:xfrm>
                    <a:off x="1152" y="2688"/>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 name="Oval 15">
                    <a:extLst>
                      <a:ext uri="{FF2B5EF4-FFF2-40B4-BE49-F238E27FC236}">
                        <a16:creationId xmlns:a16="http://schemas.microsoft.com/office/drawing/2014/main" id="{0956D565-BCDD-4AFF-9853-ADD4B8BA976F}"/>
                      </a:ext>
                    </a:extLst>
                  </p:cNvPr>
                  <p:cNvSpPr>
                    <a:spLocks noChangeArrowheads="1"/>
                  </p:cNvSpPr>
                  <p:nvPr/>
                </p:nvSpPr>
                <p:spPr bwMode="auto">
                  <a:xfrm>
                    <a:off x="1104" y="2667"/>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grpSp>
            <p:nvGrpSpPr>
              <p:cNvPr id="79" name="Group 62">
                <a:extLst>
                  <a:ext uri="{FF2B5EF4-FFF2-40B4-BE49-F238E27FC236}">
                    <a16:creationId xmlns:a16="http://schemas.microsoft.com/office/drawing/2014/main" id="{87B6A979-9F26-4262-AAFF-0E41DA7B5467}"/>
                  </a:ext>
                </a:extLst>
              </p:cNvPr>
              <p:cNvGrpSpPr>
                <a:grpSpLocks/>
              </p:cNvGrpSpPr>
              <p:nvPr/>
            </p:nvGrpSpPr>
            <p:grpSpPr bwMode="auto">
              <a:xfrm>
                <a:off x="1882" y="1298"/>
                <a:ext cx="1152" cy="294"/>
                <a:chOff x="1536" y="1706"/>
                <a:chExt cx="1152" cy="294"/>
              </a:xfrm>
            </p:grpSpPr>
            <p:grpSp>
              <p:nvGrpSpPr>
                <p:cNvPr id="80" name="Group 63">
                  <a:extLst>
                    <a:ext uri="{FF2B5EF4-FFF2-40B4-BE49-F238E27FC236}">
                      <a16:creationId xmlns:a16="http://schemas.microsoft.com/office/drawing/2014/main" id="{9A202B25-58F1-4D0B-8C97-E9F482611CEE}"/>
                    </a:ext>
                  </a:extLst>
                </p:cNvPr>
                <p:cNvGrpSpPr>
                  <a:grpSpLocks/>
                </p:cNvGrpSpPr>
                <p:nvPr/>
              </p:nvGrpSpPr>
              <p:grpSpPr bwMode="auto">
                <a:xfrm>
                  <a:off x="2064" y="1706"/>
                  <a:ext cx="624" cy="294"/>
                  <a:chOff x="624" y="2544"/>
                  <a:chExt cx="624" cy="294"/>
                </a:xfrm>
              </p:grpSpPr>
              <p:sp>
                <p:nvSpPr>
                  <p:cNvPr id="84" name="Text Box 64">
                    <a:extLst>
                      <a:ext uri="{FF2B5EF4-FFF2-40B4-BE49-F238E27FC236}">
                        <a16:creationId xmlns:a16="http://schemas.microsoft.com/office/drawing/2014/main" id="{91D5AF6A-5F2D-4578-8C1D-1CDF2D921F77}"/>
                      </a:ext>
                    </a:extLst>
                  </p:cNvPr>
                  <p:cNvSpPr txBox="1">
                    <a:spLocks noChangeArrowheads="1"/>
                  </p:cNvSpPr>
                  <p:nvPr/>
                </p:nvSpPr>
                <p:spPr bwMode="auto">
                  <a:xfrm>
                    <a:off x="624" y="2544"/>
                    <a:ext cx="624"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t>19  </a:t>
                    </a:r>
                  </a:p>
                </p:txBody>
              </p:sp>
              <p:sp>
                <p:nvSpPr>
                  <p:cNvPr id="85" name="Line 65">
                    <a:extLst>
                      <a:ext uri="{FF2B5EF4-FFF2-40B4-BE49-F238E27FC236}">
                        <a16:creationId xmlns:a16="http://schemas.microsoft.com/office/drawing/2014/main" id="{74F8942B-ADB1-45CD-8187-82CDC09EDA46}"/>
                      </a:ext>
                    </a:extLst>
                  </p:cNvPr>
                  <p:cNvSpPr>
                    <a:spLocks noChangeShapeType="1"/>
                  </p:cNvSpPr>
                  <p:nvPr/>
                </p:nvSpPr>
                <p:spPr bwMode="auto">
                  <a:xfrm>
                    <a:off x="960" y="2544"/>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81" name="Group 66">
                  <a:extLst>
                    <a:ext uri="{FF2B5EF4-FFF2-40B4-BE49-F238E27FC236}">
                      <a16:creationId xmlns:a16="http://schemas.microsoft.com/office/drawing/2014/main" id="{AD9244F9-DC41-483E-843B-106D4681DA69}"/>
                    </a:ext>
                  </a:extLst>
                </p:cNvPr>
                <p:cNvGrpSpPr>
                  <a:grpSpLocks/>
                </p:cNvGrpSpPr>
                <p:nvPr/>
              </p:nvGrpSpPr>
              <p:grpSpPr bwMode="auto">
                <a:xfrm>
                  <a:off x="1536" y="1829"/>
                  <a:ext cx="528" cy="48"/>
                  <a:chOff x="1104" y="2667"/>
                  <a:chExt cx="528" cy="48"/>
                </a:xfrm>
              </p:grpSpPr>
              <p:sp>
                <p:nvSpPr>
                  <p:cNvPr id="82" name="Line 67">
                    <a:extLst>
                      <a:ext uri="{FF2B5EF4-FFF2-40B4-BE49-F238E27FC236}">
                        <a16:creationId xmlns:a16="http://schemas.microsoft.com/office/drawing/2014/main" id="{D27C8F07-6C85-493A-9CEC-A4749AE2DFE5}"/>
                      </a:ext>
                    </a:extLst>
                  </p:cNvPr>
                  <p:cNvSpPr>
                    <a:spLocks noChangeShapeType="1"/>
                  </p:cNvSpPr>
                  <p:nvPr/>
                </p:nvSpPr>
                <p:spPr bwMode="auto">
                  <a:xfrm>
                    <a:off x="1152" y="2688"/>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 name="Oval 68">
                    <a:extLst>
                      <a:ext uri="{FF2B5EF4-FFF2-40B4-BE49-F238E27FC236}">
                        <a16:creationId xmlns:a16="http://schemas.microsoft.com/office/drawing/2014/main" id="{AEFB9443-E622-40C9-9D83-D04AE53BF1EB}"/>
                      </a:ext>
                    </a:extLst>
                  </p:cNvPr>
                  <p:cNvSpPr>
                    <a:spLocks noChangeArrowheads="1"/>
                  </p:cNvSpPr>
                  <p:nvPr/>
                </p:nvSpPr>
                <p:spPr bwMode="auto">
                  <a:xfrm>
                    <a:off x="1104" y="2667"/>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grpSp>
      </p:grpSp>
      <p:sp>
        <p:nvSpPr>
          <p:cNvPr id="46" name="Line 39">
            <a:extLst>
              <a:ext uri="{FF2B5EF4-FFF2-40B4-BE49-F238E27FC236}">
                <a16:creationId xmlns:a16="http://schemas.microsoft.com/office/drawing/2014/main" id="{D9791E1A-9F04-42CA-BAF7-CB12B68FDF31}"/>
              </a:ext>
            </a:extLst>
          </p:cNvPr>
          <p:cNvSpPr>
            <a:spLocks noChangeShapeType="1"/>
          </p:cNvSpPr>
          <p:nvPr/>
        </p:nvSpPr>
        <p:spPr bwMode="auto">
          <a:xfrm>
            <a:off x="6491064" y="2615952"/>
            <a:ext cx="4572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Text Box 53">
            <a:extLst>
              <a:ext uri="{FF2B5EF4-FFF2-40B4-BE49-F238E27FC236}">
                <a16:creationId xmlns:a16="http://schemas.microsoft.com/office/drawing/2014/main" id="{EDFDA61F-C7D4-402B-B2CA-E5959A2FC9C7}"/>
              </a:ext>
            </a:extLst>
          </p:cNvPr>
          <p:cNvSpPr txBox="1">
            <a:spLocks noChangeArrowheads="1"/>
          </p:cNvSpPr>
          <p:nvPr/>
        </p:nvSpPr>
        <p:spPr bwMode="auto">
          <a:xfrm>
            <a:off x="487363" y="4032948"/>
            <a:ext cx="8351837" cy="830997"/>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defRPr/>
            </a:pPr>
            <a:r>
              <a:rPr lang="zh-CN" altLang="en-US" dirty="0"/>
              <a:t>链表创建后也可以排序，小型链表可以用选择排序，大型链表用快速排序（需要链表分割和归并的子函数）。</a:t>
            </a:r>
            <a:endParaRPr lang="en-US" altLang="zh-CN" dirty="0"/>
          </a:p>
        </p:txBody>
      </p:sp>
      <p:sp>
        <p:nvSpPr>
          <p:cNvPr id="47" name="Text Box 53">
            <a:extLst>
              <a:ext uri="{FF2B5EF4-FFF2-40B4-BE49-F238E27FC236}">
                <a16:creationId xmlns:a16="http://schemas.microsoft.com/office/drawing/2014/main" id="{63F9ED76-FCD2-4ADE-9739-01F285ABFF30}"/>
              </a:ext>
            </a:extLst>
          </p:cNvPr>
          <p:cNvSpPr txBox="1">
            <a:spLocks noChangeArrowheads="1"/>
          </p:cNvSpPr>
          <p:nvPr/>
        </p:nvSpPr>
        <p:spPr bwMode="auto">
          <a:xfrm>
            <a:off x="576263" y="4972649"/>
            <a:ext cx="8351837" cy="830997"/>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defRPr/>
            </a:pPr>
            <a:r>
              <a:rPr lang="zh-CN" altLang="en-US" dirty="0"/>
              <a:t>链表不能直接定位到第</a:t>
            </a:r>
            <a:r>
              <a:rPr lang="en-US" altLang="zh-CN" dirty="0"/>
              <a:t>k</a:t>
            </a:r>
            <a:r>
              <a:rPr lang="zh-CN" altLang="en-US" dirty="0"/>
              <a:t>个节点，所以链表不能进行高效的二分查找。</a:t>
            </a:r>
            <a:endParaRPr lang="en-US" altLang="zh-CN" dirty="0"/>
          </a:p>
        </p:txBody>
      </p:sp>
    </p:spTree>
    <p:extLst>
      <p:ext uri="{BB962C8B-B14F-4D97-AF65-F5344CB8AC3E}">
        <p14:creationId xmlns:p14="http://schemas.microsoft.com/office/powerpoint/2010/main" val="27811574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97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97" grpId="0"/>
      <p:bldP spid="45" grpId="0"/>
      <p:bldP spid="4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灯片编号占位符 4">
            <a:extLst>
              <a:ext uri="{FF2B5EF4-FFF2-40B4-BE49-F238E27FC236}">
                <a16:creationId xmlns:a16="http://schemas.microsoft.com/office/drawing/2014/main" id="{358DD366-0032-45DF-ADD3-2CB2590205BC}"/>
              </a:ext>
            </a:extLst>
          </p:cNvPr>
          <p:cNvSpPr>
            <a:spLocks noGrp="1" noChangeArrowheads="1"/>
          </p:cNvSpPr>
          <p:nvPr>
            <p:ph type="sldNum" sz="quarter" idx="12"/>
          </p:nvPr>
        </p:nvSpPr>
        <p:spPr bwMode="auto"/>
        <p:txBody>
          <a:bodyPr lIns="91440" tIns="45720" rIns="91440" bIns="45720" numCol="1" anchorCtr="0" compatLnSpc="1">
            <a:prstTxWarp prst="textNoShape">
              <a:avLst/>
            </a:prstTxWarp>
          </a:bodyPr>
          <a:lstStyle>
            <a:lvl1pPr>
              <a:defRPr b="1">
                <a:solidFill>
                  <a:schemeClr val="tx1"/>
                </a:solidFill>
                <a:latin typeface="Times New Roman" panose="02020603050405020304" pitchFamily="18" charset="0"/>
                <a:ea typeface="宋体" panose="02010600030101010101" pitchFamily="2" charset="-122"/>
              </a:defRPr>
            </a:lvl1pPr>
            <a:lvl2pPr>
              <a:defRPr b="1">
                <a:solidFill>
                  <a:schemeClr val="tx1"/>
                </a:solidFill>
                <a:latin typeface="Times New Roman" panose="02020603050405020304" pitchFamily="18" charset="0"/>
                <a:ea typeface="宋体" panose="02010600030101010101" pitchFamily="2" charset="-122"/>
              </a:defRPr>
            </a:lvl2pPr>
            <a:lvl3pPr>
              <a:defRPr b="1">
                <a:solidFill>
                  <a:schemeClr val="tx1"/>
                </a:solidFill>
                <a:latin typeface="Times New Roman" panose="02020603050405020304" pitchFamily="18" charset="0"/>
                <a:ea typeface="宋体" panose="02010600030101010101" pitchFamily="2" charset="-122"/>
              </a:defRPr>
            </a:lvl3pPr>
            <a:lvl4pPr>
              <a:defRPr b="1">
                <a:solidFill>
                  <a:schemeClr val="tx1"/>
                </a:solidFill>
                <a:latin typeface="Times New Roman" panose="02020603050405020304" pitchFamily="18" charset="0"/>
                <a:ea typeface="宋体" panose="02010600030101010101" pitchFamily="2" charset="-122"/>
              </a:defRPr>
            </a:lvl4pPr>
            <a:lvl5pPr>
              <a:defRPr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a:spcBef>
                <a:spcPct val="0"/>
              </a:spcBef>
              <a:defRPr/>
            </a:pPr>
            <a:fld id="{6630CC72-8CF9-43A8-9CE1-E0865BB67DDD}" type="slidenum">
              <a:rPr lang="zh-CN" altLang="en-US" dirty="0" smtClean="0"/>
              <a:pPr>
                <a:spcBef>
                  <a:spcPct val="0"/>
                </a:spcBef>
                <a:defRPr/>
              </a:pPr>
              <a:t>54</a:t>
            </a:fld>
            <a:endParaRPr lang="zh-CN" altLang="en-US" b="0"/>
          </a:p>
        </p:txBody>
      </p:sp>
      <p:pic>
        <p:nvPicPr>
          <p:cNvPr id="28675" name="Object 4">
            <a:extLst>
              <a:ext uri="{FF2B5EF4-FFF2-40B4-BE49-F238E27FC236}">
                <a16:creationId xmlns:a16="http://schemas.microsoft.com/office/drawing/2014/main" id="{4F04C0CD-4ACD-4AB2-9F6A-D324AC1D77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8038" y="2640013"/>
            <a:ext cx="2376487" cy="221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IMING" val="|44.8|7.2|1.6|27.3|38.2"/>
</p:tagLst>
</file>

<file path=ppt/tags/tag2.xml><?xml version="1.0" encoding="utf-8"?>
<p:tagLst xmlns:a="http://schemas.openxmlformats.org/drawingml/2006/main" xmlns:r="http://schemas.openxmlformats.org/officeDocument/2006/relationships" xmlns:p="http://schemas.openxmlformats.org/presentationml/2006/main">
  <p:tag name="TIMING" val="|64.7|10.6|22.8|0.9|11.8|1.4|0.6"/>
</p:tagLst>
</file>

<file path=ppt/tags/tag3.xml><?xml version="1.0" encoding="utf-8"?>
<p:tagLst xmlns:a="http://schemas.openxmlformats.org/drawingml/2006/main" xmlns:r="http://schemas.openxmlformats.org/officeDocument/2006/relationships" xmlns:p="http://schemas.openxmlformats.org/presentationml/2006/main">
  <p:tag name="TIMING" val="|44.3|74.6|18.1|1.2"/>
</p:tagLst>
</file>

<file path=ppt/tags/tag4.xml><?xml version="1.0" encoding="utf-8"?>
<p:tagLst xmlns:a="http://schemas.openxmlformats.org/drawingml/2006/main" xmlns:r="http://schemas.openxmlformats.org/officeDocument/2006/relationships" xmlns:p="http://schemas.openxmlformats.org/presentationml/2006/main">
  <p:tag name="TIMING" val="|64.7|10.6|22.8|0.9|11.8|1.4|0.6"/>
</p:tagLst>
</file>

<file path=ppt/tags/tag5.xml><?xml version="1.0" encoding="utf-8"?>
<p:tagLst xmlns:a="http://schemas.openxmlformats.org/drawingml/2006/main" xmlns:r="http://schemas.openxmlformats.org/officeDocument/2006/relationships" xmlns:p="http://schemas.openxmlformats.org/presentationml/2006/main">
  <p:tag name="TIMING" val="|64.7|10.6|22.8|0.9|11.8|1.4|0.6"/>
</p:tagLst>
</file>

<file path=ppt/tags/tag6.xml><?xml version="1.0" encoding="utf-8"?>
<p:tagLst xmlns:a="http://schemas.openxmlformats.org/drawingml/2006/main" xmlns:r="http://schemas.openxmlformats.org/officeDocument/2006/relationships" xmlns:p="http://schemas.openxmlformats.org/presentationml/2006/main">
  <p:tag name="TIMING" val="|83.7"/>
</p:tagLst>
</file>

<file path=ppt/tags/tag7.xml><?xml version="1.0" encoding="utf-8"?>
<p:tagLst xmlns:a="http://schemas.openxmlformats.org/drawingml/2006/main" xmlns:r="http://schemas.openxmlformats.org/officeDocument/2006/relationships" xmlns:p="http://schemas.openxmlformats.org/presentationml/2006/main">
  <p:tag name="TIMING" val="|92.2"/>
</p:tagLst>
</file>

<file path=ppt/tags/tag8.xml><?xml version="1.0" encoding="utf-8"?>
<p:tagLst xmlns:a="http://schemas.openxmlformats.org/drawingml/2006/main" xmlns:r="http://schemas.openxmlformats.org/officeDocument/2006/relationships" xmlns:p="http://schemas.openxmlformats.org/presentationml/2006/main">
  <p:tag name="TIMING" val="|75.6"/>
</p:tagLst>
</file>

<file path=ppt/tags/tag9.xml><?xml version="1.0" encoding="utf-8"?>
<p:tagLst xmlns:a="http://schemas.openxmlformats.org/drawingml/2006/main" xmlns:r="http://schemas.openxmlformats.org/officeDocument/2006/relationships" xmlns:p="http://schemas.openxmlformats.org/presentationml/2006/main">
  <p:tag name="TIMING" val="|92.2"/>
</p:tagLst>
</file>

<file path=ppt/tags/tag10.xml><?xml version="1.0" encoding="utf-8"?>
<p:tagLst xmlns:a="http://schemas.openxmlformats.org/drawingml/2006/main" xmlns:r="http://schemas.openxmlformats.org/officeDocument/2006/relationships" xmlns:p="http://schemas.openxmlformats.org/presentationml/2006/main">
  <p:tag name="TIMING" val="|54.8|11.1|1.2|0.9|0.7"/>
</p:tagLst>
</file>

<file path=ppt/tags/tag11.xml><?xml version="1.0" encoding="utf-8"?>
<p:tagLst xmlns:a="http://schemas.openxmlformats.org/drawingml/2006/main" xmlns:r="http://schemas.openxmlformats.org/officeDocument/2006/relationships" xmlns:p="http://schemas.openxmlformats.org/presentationml/2006/main">
  <p:tag name="TIMING" val="|104.8|1.4|1.4|1.6|8.3|0.4|10.3|0.6|0.7|0.7|0.5|0.6|0.5|0.6"/>
</p:tagLst>
</file>

<file path=ppt/tags/tag12.xml><?xml version="1.0" encoding="utf-8"?>
<p:tagLst xmlns:a="http://schemas.openxmlformats.org/drawingml/2006/main" xmlns:r="http://schemas.openxmlformats.org/officeDocument/2006/relationships" xmlns:p="http://schemas.openxmlformats.org/presentationml/2006/main">
  <p:tag name="TIMING" val="|75.6"/>
</p:tagLst>
</file>

<file path=ppt/theme/theme1.xml><?xml version="1.0" encoding="utf-8"?>
<a:theme xmlns:a="http://schemas.openxmlformats.org/drawingml/2006/main" name="经分互动规范介绍">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经分互动规范介绍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经分互动规范介绍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经分互动规范介绍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经分互动规范介绍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经分互动规范介绍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经分互动规范介绍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模板</Template>
  <TotalTime>1795</TotalTime>
  <Pages>0</Pages>
  <Words>4225</Words>
  <Characters>0</Characters>
  <Application>Microsoft Office PowerPoint</Application>
  <DocSecurity>0</DocSecurity>
  <PresentationFormat>全屏显示(4:3)</PresentationFormat>
  <Lines>0</Lines>
  <Paragraphs>678</Paragraphs>
  <Slides>54</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54</vt:i4>
      </vt:variant>
    </vt:vector>
  </HeadingPairs>
  <TitlesOfParts>
    <vt:vector size="61" baseType="lpstr">
      <vt:lpstr>黑体</vt:lpstr>
      <vt:lpstr>微软雅黑</vt:lpstr>
      <vt:lpstr>Arial</vt:lpstr>
      <vt:lpstr>Consolas</vt:lpstr>
      <vt:lpstr>Times New Roman</vt:lpstr>
      <vt:lpstr>Wingdings</vt:lpstr>
      <vt:lpstr>经分互动规范介绍</vt:lpstr>
      <vt:lpstr>提纲</vt:lpstr>
      <vt:lpstr>线性表的基本操作-回顾</vt:lpstr>
      <vt:lpstr>链表基本操作</vt:lpstr>
      <vt:lpstr>链表节点的通用定义</vt:lpstr>
      <vt:lpstr>带空节点的链表</vt:lpstr>
      <vt:lpstr>链表操作函数</vt:lpstr>
      <vt:lpstr>链表操作函数-2</vt:lpstr>
      <vt:lpstr>链表操作函数-3</vt:lpstr>
      <vt:lpstr>初始化链表</vt:lpstr>
      <vt:lpstr>测试主程序</vt:lpstr>
      <vt:lpstr>PowerPoint 演示文稿</vt:lpstr>
      <vt:lpstr>PowerPoint 演示文稿</vt:lpstr>
      <vt:lpstr>PowerPoint 演示文稿</vt:lpstr>
      <vt:lpstr>PowerPoint 演示文稿</vt:lpstr>
      <vt:lpstr>测试主程序</vt:lpstr>
      <vt:lpstr>PowerPoint 演示文稿</vt:lpstr>
      <vt:lpstr>PowerPoint 演示文稿</vt:lpstr>
      <vt:lpstr>测试主程序</vt:lpstr>
      <vt:lpstr>PowerPoint 演示文稿</vt:lpstr>
      <vt:lpstr>PowerPoint 演示文稿</vt:lpstr>
      <vt:lpstr>PowerPoint 演示文稿</vt:lpstr>
      <vt:lpstr>测试主程序</vt:lpstr>
      <vt:lpstr>PowerPoint 演示文稿</vt:lpstr>
      <vt:lpstr>PowerPoint 演示文稿</vt:lpstr>
      <vt:lpstr>测试主程序</vt:lpstr>
      <vt:lpstr>PowerPoint 演示文稿</vt:lpstr>
      <vt:lpstr>PowerPoint 演示文稿</vt:lpstr>
      <vt:lpstr>测试主程序</vt:lpstr>
      <vt:lpstr>基本操作－判断空链表</vt:lpstr>
      <vt:lpstr>测试主程序</vt:lpstr>
      <vt:lpstr>基本操作－按值删除节点</vt:lpstr>
      <vt:lpstr>按值删除节点(1)</vt:lpstr>
      <vt:lpstr>按值删除节点(2)</vt:lpstr>
      <vt:lpstr>测试主程序</vt:lpstr>
      <vt:lpstr>删除多重节点(1)</vt:lpstr>
      <vt:lpstr>删除多重节点(2)</vt:lpstr>
      <vt:lpstr>测试主程序</vt:lpstr>
      <vt:lpstr>删除指定位置节点</vt:lpstr>
      <vt:lpstr>遗留问题</vt:lpstr>
      <vt:lpstr>按值查找链表节点的前驱节点</vt:lpstr>
      <vt:lpstr>删除指定位置的后继节点</vt:lpstr>
      <vt:lpstr>测试主程序</vt:lpstr>
      <vt:lpstr>清空链表</vt:lpstr>
      <vt:lpstr>测试主程序</vt:lpstr>
      <vt:lpstr>释放整个链表</vt:lpstr>
      <vt:lpstr>测试主程序</vt:lpstr>
      <vt:lpstr>基本操作－链表长度</vt:lpstr>
      <vt:lpstr>测试主程序</vt:lpstr>
      <vt:lpstr>基本操作－按值查找链表节点</vt:lpstr>
      <vt:lpstr>测试主程序</vt:lpstr>
      <vt:lpstr>查找第n个节点</vt:lpstr>
      <vt:lpstr>测试主程序</vt:lpstr>
      <vt:lpstr>PowerPoint 演示文稿</vt:lpstr>
      <vt:lpstr>PowerPoint 演示文稿</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第10章    结构与链表</dc:title>
  <dc:subject/>
  <dc:creator>zhouchunyan</dc:creator>
  <cp:keywords/>
  <dc:description/>
  <cp:lastModifiedBy>zhang yanmei</cp:lastModifiedBy>
  <cp:revision>1338</cp:revision>
  <dcterms:created xsi:type="dcterms:W3CDTF">2001-04-18T13:38:17Z</dcterms:created>
  <dcterms:modified xsi:type="dcterms:W3CDTF">2022-12-13T07:17:39Z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2052-10.1.0.5457</vt:lpwstr>
  </property>
</Properties>
</file>
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5" r:id="rId2"/>
    <p:sldMasterId id="2147483682" r:id="rId3"/>
  </p:sldMasterIdLst>
  <p:notesMasterIdLst>
    <p:notesMasterId r:id="rId101"/>
  </p:notesMasterIdLst>
  <p:handoutMasterIdLst>
    <p:handoutMasterId r:id="rId102"/>
  </p:handoutMasterIdLst>
  <p:sldIdLst>
    <p:sldId id="349" r:id="rId4"/>
    <p:sldId id="589" r:id="rId5"/>
    <p:sldId id="257" r:id="rId6"/>
    <p:sldId id="427" r:id="rId7"/>
    <p:sldId id="429" r:id="rId8"/>
    <p:sldId id="428" r:id="rId9"/>
    <p:sldId id="431" r:id="rId10"/>
    <p:sldId id="433" r:id="rId11"/>
    <p:sldId id="1433" r:id="rId12"/>
    <p:sldId id="1436" r:id="rId13"/>
    <p:sldId id="681" r:id="rId14"/>
    <p:sldId id="594" r:id="rId15"/>
    <p:sldId id="1086" r:id="rId16"/>
    <p:sldId id="1435" r:id="rId17"/>
    <p:sldId id="1434" r:id="rId18"/>
    <p:sldId id="593" r:id="rId19"/>
    <p:sldId id="476" r:id="rId20"/>
    <p:sldId id="351" r:id="rId21"/>
    <p:sldId id="432" r:id="rId22"/>
    <p:sldId id="352" r:id="rId23"/>
    <p:sldId id="417" r:id="rId24"/>
    <p:sldId id="258" r:id="rId25"/>
    <p:sldId id="389" r:id="rId26"/>
    <p:sldId id="426" r:id="rId27"/>
    <p:sldId id="479" r:id="rId28"/>
    <p:sldId id="480" r:id="rId29"/>
    <p:sldId id="481" r:id="rId30"/>
    <p:sldId id="482" r:id="rId31"/>
    <p:sldId id="435" r:id="rId32"/>
    <p:sldId id="470" r:id="rId33"/>
    <p:sldId id="292" r:id="rId34"/>
    <p:sldId id="434" r:id="rId35"/>
    <p:sldId id="501" r:id="rId36"/>
    <p:sldId id="492" r:id="rId37"/>
    <p:sldId id="483" r:id="rId38"/>
    <p:sldId id="459" r:id="rId39"/>
    <p:sldId id="304" r:id="rId40"/>
    <p:sldId id="305" r:id="rId41"/>
    <p:sldId id="447" r:id="rId42"/>
    <p:sldId id="485" r:id="rId43"/>
    <p:sldId id="303" r:id="rId44"/>
    <p:sldId id="499" r:id="rId45"/>
    <p:sldId id="387" r:id="rId46"/>
    <p:sldId id="438" r:id="rId47"/>
    <p:sldId id="439" r:id="rId48"/>
    <p:sldId id="400" r:id="rId49"/>
    <p:sldId id="440" r:id="rId50"/>
    <p:sldId id="486" r:id="rId51"/>
    <p:sldId id="413" r:id="rId52"/>
    <p:sldId id="443" r:id="rId53"/>
    <p:sldId id="445" r:id="rId54"/>
    <p:sldId id="502" r:id="rId55"/>
    <p:sldId id="261" r:id="rId56"/>
    <p:sldId id="488" r:id="rId57"/>
    <p:sldId id="490" r:id="rId58"/>
    <p:sldId id="353" r:id="rId59"/>
    <p:sldId id="300" r:id="rId60"/>
    <p:sldId id="491" r:id="rId61"/>
    <p:sldId id="393" r:id="rId62"/>
    <p:sldId id="301" r:id="rId63"/>
    <p:sldId id="503" r:id="rId64"/>
    <p:sldId id="467" r:id="rId65"/>
    <p:sldId id="505" r:id="rId66"/>
    <p:sldId id="682" r:id="rId67"/>
    <p:sldId id="683" r:id="rId68"/>
    <p:sldId id="504" r:id="rId69"/>
    <p:sldId id="1208" r:id="rId70"/>
    <p:sldId id="1212" r:id="rId71"/>
    <p:sldId id="1213" r:id="rId72"/>
    <p:sldId id="1021" r:id="rId73"/>
    <p:sldId id="493" r:id="rId74"/>
    <p:sldId id="343" r:id="rId75"/>
    <p:sldId id="509" r:id="rId76"/>
    <p:sldId id="340" r:id="rId77"/>
    <p:sldId id="506" r:id="rId78"/>
    <p:sldId id="341" r:id="rId79"/>
    <p:sldId id="342" r:id="rId80"/>
    <p:sldId id="507" r:id="rId81"/>
    <p:sldId id="508" r:id="rId82"/>
    <p:sldId id="510" r:id="rId83"/>
    <p:sldId id="771" r:id="rId84"/>
    <p:sldId id="772" r:id="rId85"/>
    <p:sldId id="583" r:id="rId86"/>
    <p:sldId id="336" r:id="rId87"/>
    <p:sldId id="405" r:id="rId88"/>
    <p:sldId id="497" r:id="rId89"/>
    <p:sldId id="498" r:id="rId90"/>
    <p:sldId id="1247" r:id="rId91"/>
    <p:sldId id="494" r:id="rId92"/>
    <p:sldId id="766" r:id="rId93"/>
    <p:sldId id="1248" r:id="rId94"/>
    <p:sldId id="767" r:id="rId95"/>
    <p:sldId id="495" r:id="rId96"/>
    <p:sldId id="769" r:id="rId97"/>
    <p:sldId id="770" r:id="rId98"/>
    <p:sldId id="773" r:id="rId99"/>
    <p:sldId id="355" r:id="rId100"/>
  </p:sldIdLst>
  <p:sldSz cx="9144000" cy="6858000" type="screen4x3"/>
  <p:notesSz cx="6858000" cy="9144000"/>
  <p:defaultTextStyle>
    <a:defPPr>
      <a:defRPr lang="en-US"/>
    </a:defPPr>
    <a:lvl1pPr marL="0" lvl="0" indent="0" algn="l" defTabSz="914400" rtl="0" eaLnBrk="0" fontAlgn="base" latinLnBrk="0" hangingPunct="0">
      <a:lnSpc>
        <a:spcPct val="100000"/>
      </a:lnSpc>
      <a:spcBef>
        <a:spcPct val="0"/>
      </a:spcBef>
      <a:spcAft>
        <a:spcPct val="0"/>
      </a:spcAft>
      <a:buNone/>
      <a:defRPr sz="2200" b="1"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sz="22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2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2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200" b="1"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sz="2200" b="1"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sz="2200" b="1"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sz="2200" b="1"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sz="2200" b="1" i="0" u="none" kern="1200" baseline="0">
        <a:solidFill>
          <a:schemeClr val="tx1"/>
        </a:solidFill>
        <a:latin typeface="Times New Roman" panose="02020603050405020304" pitchFamily="18" charset="0"/>
        <a:ea typeface="宋体" panose="02010600030101010101" pitchFamily="2" charset="-122"/>
        <a:cs typeface="+mn-cs"/>
      </a:defRPr>
    </a:lvl9pPr>
  </p:defaultTextStyle>
  <p:extLst>
    <p:ext uri="{521415D9-36F7-43E2-AB2F-B90AF26B5E84}">
      <p14:sectionLst xmlns:p14="http://schemas.microsoft.com/office/powerpoint/2010/main">
        <p14:section name="开头" id="{14C88E26-0723-448A-B92B-8318627C0118}">
          <p14:sldIdLst>
            <p14:sldId id="349"/>
            <p14:sldId id="589"/>
            <p14:sldId id="257"/>
          </p14:sldIdLst>
        </p14:section>
        <p14:section name="子程序概念" id="{7233BD22-6BCC-4CBE-B1CB-0D2EDB774674}">
          <p14:sldIdLst>
            <p14:sldId id="427"/>
            <p14:sldId id="429"/>
            <p14:sldId id="428"/>
            <p14:sldId id="431"/>
            <p14:sldId id="433"/>
            <p14:sldId id="1433"/>
            <p14:sldId id="1436"/>
            <p14:sldId id="681"/>
            <p14:sldId id="594"/>
            <p14:sldId id="1086"/>
            <p14:sldId id="1435"/>
            <p14:sldId id="1434"/>
            <p14:sldId id="593"/>
            <p14:sldId id="476"/>
            <p14:sldId id="351"/>
            <p14:sldId id="432"/>
            <p14:sldId id="352"/>
          </p14:sldIdLst>
        </p14:section>
        <p14:section name="C函数" id="{C61BDB06-7C79-4545-B61E-6496C027B06B}">
          <p14:sldIdLst>
            <p14:sldId id="417"/>
            <p14:sldId id="258"/>
            <p14:sldId id="389"/>
            <p14:sldId id="426"/>
            <p14:sldId id="479"/>
            <p14:sldId id="480"/>
            <p14:sldId id="481"/>
            <p14:sldId id="482"/>
            <p14:sldId id="435"/>
            <p14:sldId id="470"/>
            <p14:sldId id="292"/>
            <p14:sldId id="434"/>
            <p14:sldId id="501"/>
            <p14:sldId id="492"/>
            <p14:sldId id="483"/>
            <p14:sldId id="459"/>
            <p14:sldId id="304"/>
            <p14:sldId id="305"/>
            <p14:sldId id="447"/>
            <p14:sldId id="485"/>
            <p14:sldId id="303"/>
            <p14:sldId id="499"/>
            <p14:sldId id="387"/>
          </p14:sldIdLst>
        </p14:section>
        <p14:section name="函数栈" id="{C0F4FCCC-B831-4160-889B-CBE44BFF5D94}">
          <p14:sldIdLst>
            <p14:sldId id="438"/>
            <p14:sldId id="439"/>
            <p14:sldId id="400"/>
            <p14:sldId id="440"/>
            <p14:sldId id="486"/>
            <p14:sldId id="413"/>
            <p14:sldId id="443"/>
            <p14:sldId id="445"/>
          </p14:sldIdLst>
        </p14:section>
        <p14:section name="函数原型" id="{CD5E28C2-C9E7-431D-8A0D-4235171FBD22}">
          <p14:sldIdLst>
            <p14:sldId id="502"/>
            <p14:sldId id="261"/>
            <p14:sldId id="488"/>
            <p14:sldId id="490"/>
            <p14:sldId id="353"/>
            <p14:sldId id="300"/>
            <p14:sldId id="491"/>
            <p14:sldId id="393"/>
            <p14:sldId id="301"/>
          </p14:sldIdLst>
        </p14:section>
        <p14:section name="头文件" id="{D511F4F5-259C-455A-ADAA-BB9F78C0FF70}">
          <p14:sldIdLst>
            <p14:sldId id="503"/>
            <p14:sldId id="467"/>
            <p14:sldId id="505"/>
            <p14:sldId id="682"/>
            <p14:sldId id="683"/>
          </p14:sldIdLst>
        </p14:section>
        <p14:section name="函数应用举例" id="{626D74E2-9C96-4351-8AFA-192E15875816}">
          <p14:sldIdLst>
            <p14:sldId id="504"/>
            <p14:sldId id="1208"/>
            <p14:sldId id="1212"/>
            <p14:sldId id="1213"/>
            <p14:sldId id="1021"/>
            <p14:sldId id="493"/>
          </p14:sldIdLst>
        </p14:section>
        <p14:section name="掷骰子游戏" id="{19D26F98-7CBF-4106-A282-7599CFEF43E3}">
          <p14:sldIdLst>
            <p14:sldId id="343"/>
            <p14:sldId id="509"/>
            <p14:sldId id="340"/>
            <p14:sldId id="506"/>
            <p14:sldId id="341"/>
            <p14:sldId id="342"/>
            <p14:sldId id="507"/>
            <p14:sldId id="508"/>
            <p14:sldId id="510"/>
            <p14:sldId id="771"/>
            <p14:sldId id="772"/>
            <p14:sldId id="583"/>
            <p14:sldId id="336"/>
          </p14:sldIdLst>
        </p14:section>
        <p14:section name="打印月历" id="{E2865BBC-21FC-49A4-87B4-F09A0A2CB2AC}">
          <p14:sldIdLst>
            <p14:sldId id="405"/>
            <p14:sldId id="497"/>
            <p14:sldId id="498"/>
            <p14:sldId id="1247"/>
            <p14:sldId id="494"/>
            <p14:sldId id="766"/>
            <p14:sldId id="1248"/>
            <p14:sldId id="767"/>
            <p14:sldId id="495"/>
            <p14:sldId id="769"/>
            <p14:sldId id="770"/>
            <p14:sldId id="773"/>
            <p14:sldId id="355"/>
          </p14:sldIdLst>
        </p14:section>
      </p14:sectionLst>
    </p:ext>
    <p:ext uri="{EFAFB233-063F-42B5-8137-9DF3F51BA10A}">
      <p15:sldGuideLst xmlns:p15="http://schemas.microsoft.com/office/powerpoint/2012/main">
        <p15:guide id="1" orient="horz" pos="2208">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399"/>
    <a:srgbClr val="CC3300"/>
    <a:srgbClr val="CCFFFF"/>
    <a:srgbClr val="FF3300"/>
    <a:srgbClr val="FF6600"/>
    <a:srgbClr val="FF66CC"/>
    <a:srgbClr val="990099"/>
    <a:srgbClr val="DDDDD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376" autoAdjust="0"/>
    <p:restoredTop sz="81745" autoAdjust="0"/>
  </p:normalViewPr>
  <p:slideViewPr>
    <p:cSldViewPr showGuides="1">
      <p:cViewPr varScale="1">
        <p:scale>
          <a:sx n="55" d="100"/>
          <a:sy n="55" d="100"/>
        </p:scale>
        <p:origin x="1416" y="28"/>
      </p:cViewPr>
      <p:guideLst>
        <p:guide orient="horz" pos="2208"/>
        <p:guide pos="288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2742"/>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84" Type="http://schemas.openxmlformats.org/officeDocument/2006/relationships/slide" Target="slides/slide81.xml"/><Relationship Id="rId89" Type="http://schemas.openxmlformats.org/officeDocument/2006/relationships/slide" Target="slides/slide86.xml"/><Relationship Id="rId7" Type="http://schemas.openxmlformats.org/officeDocument/2006/relationships/slide" Target="slides/slide4.xml"/><Relationship Id="rId71" Type="http://schemas.openxmlformats.org/officeDocument/2006/relationships/slide" Target="slides/slide68.xml"/><Relationship Id="rId92" Type="http://schemas.openxmlformats.org/officeDocument/2006/relationships/slide" Target="slides/slide89.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66" Type="http://schemas.openxmlformats.org/officeDocument/2006/relationships/slide" Target="slides/slide63.xml"/><Relationship Id="rId74" Type="http://schemas.openxmlformats.org/officeDocument/2006/relationships/slide" Target="slides/slide71.xml"/><Relationship Id="rId79" Type="http://schemas.openxmlformats.org/officeDocument/2006/relationships/slide" Target="slides/slide76.xml"/><Relationship Id="rId87" Type="http://schemas.openxmlformats.org/officeDocument/2006/relationships/slide" Target="slides/slide84.xml"/><Relationship Id="rId102" Type="http://schemas.openxmlformats.org/officeDocument/2006/relationships/handoutMaster" Target="handoutMasters/handoutMaster1.xml"/><Relationship Id="rId5" Type="http://schemas.openxmlformats.org/officeDocument/2006/relationships/slide" Target="slides/slide2.xml"/><Relationship Id="rId61" Type="http://schemas.openxmlformats.org/officeDocument/2006/relationships/slide" Target="slides/slide58.xml"/><Relationship Id="rId82" Type="http://schemas.openxmlformats.org/officeDocument/2006/relationships/slide" Target="slides/slide79.xml"/><Relationship Id="rId90" Type="http://schemas.openxmlformats.org/officeDocument/2006/relationships/slide" Target="slides/slide87.xml"/><Relationship Id="rId95" Type="http://schemas.openxmlformats.org/officeDocument/2006/relationships/slide" Target="slides/slide92.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slide" Target="slides/slide66.xml"/><Relationship Id="rId77" Type="http://schemas.openxmlformats.org/officeDocument/2006/relationships/slide" Target="slides/slide74.xml"/><Relationship Id="rId100" Type="http://schemas.openxmlformats.org/officeDocument/2006/relationships/slide" Target="slides/slide97.xml"/><Relationship Id="rId105" Type="http://schemas.openxmlformats.org/officeDocument/2006/relationships/theme" Target="theme/theme1.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80" Type="http://schemas.openxmlformats.org/officeDocument/2006/relationships/slide" Target="slides/slide77.xml"/><Relationship Id="rId85" Type="http://schemas.openxmlformats.org/officeDocument/2006/relationships/slide" Target="slides/slide82.xml"/><Relationship Id="rId93" Type="http://schemas.openxmlformats.org/officeDocument/2006/relationships/slide" Target="slides/slide90.xml"/><Relationship Id="rId98" Type="http://schemas.openxmlformats.org/officeDocument/2006/relationships/slide" Target="slides/slide9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103" Type="http://schemas.openxmlformats.org/officeDocument/2006/relationships/presProps" Target="presProps.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slide" Target="slides/slide72.xml"/><Relationship Id="rId83" Type="http://schemas.openxmlformats.org/officeDocument/2006/relationships/slide" Target="slides/slide80.xml"/><Relationship Id="rId88" Type="http://schemas.openxmlformats.org/officeDocument/2006/relationships/slide" Target="slides/slide85.xml"/><Relationship Id="rId91" Type="http://schemas.openxmlformats.org/officeDocument/2006/relationships/slide" Target="slides/slide88.xml"/><Relationship Id="rId96" Type="http://schemas.openxmlformats.org/officeDocument/2006/relationships/slide" Target="slides/slide93.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6" Type="http://schemas.openxmlformats.org/officeDocument/2006/relationships/tableStyles" Target="tableStyles.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slide" Target="slides/slide75.xml"/><Relationship Id="rId81" Type="http://schemas.openxmlformats.org/officeDocument/2006/relationships/slide" Target="slides/slide78.xml"/><Relationship Id="rId86" Type="http://schemas.openxmlformats.org/officeDocument/2006/relationships/slide" Target="slides/slide83.xml"/><Relationship Id="rId94" Type="http://schemas.openxmlformats.org/officeDocument/2006/relationships/slide" Target="slides/slide91.xml"/><Relationship Id="rId99" Type="http://schemas.openxmlformats.org/officeDocument/2006/relationships/slide" Target="slides/slide96.xml"/><Relationship Id="rId101" Type="http://schemas.openxmlformats.org/officeDocument/2006/relationships/notesMaster" Target="notesMasters/notesMaster1.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97" Type="http://schemas.openxmlformats.org/officeDocument/2006/relationships/slide" Target="slides/slide94.xml"/><Relationship Id="rId10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16770"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eaLnBrk="1" hangingPunct="1">
              <a:lnSpc>
                <a:spcPct val="100000"/>
              </a:lnSpc>
              <a:spcBef>
                <a:spcPct val="0"/>
              </a:spcBef>
              <a:defRPr kumimoji="0" sz="1200" b="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16771" name="Rectangle 3"/>
          <p:cNvSpPr>
            <a:spLocks noGrp="1" noChangeArrowheads="1"/>
          </p:cNvSpPr>
          <p:nvPr>
            <p:ph type="dt" sz="quarter"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lnSpc>
                <a:spcPct val="100000"/>
              </a:lnSpc>
              <a:spcBef>
                <a:spcPct val="0"/>
              </a:spcBef>
              <a:defRPr kumimoji="0" sz="1200" b="0"/>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16772" name="Rectangle 4"/>
          <p:cNvSpPr>
            <a:spLocks noGrp="1" noChangeArrowheads="1"/>
          </p:cNvSpPr>
          <p:nvPr>
            <p:ph type="ftr" sz="quarter" idx="2"/>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eaLnBrk="1" hangingPunct="1">
              <a:lnSpc>
                <a:spcPct val="100000"/>
              </a:lnSpc>
              <a:spcBef>
                <a:spcPct val="0"/>
              </a:spcBef>
              <a:defRPr kumimoji="0" sz="1200" b="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16773" name="Rectangle 5"/>
          <p:cNvSpPr>
            <a:spLocks noGrp="1" noChangeArrowheads="1"/>
          </p:cNvSpPr>
          <p:nvPr>
            <p:ph type="sldNum" sz="quarter" idx="3"/>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defRPr kumimoji="0" sz="1200" b="0"/>
            </a:lvl1pPr>
          </a:lstStyle>
          <a:p>
            <a:pPr marL="0" marR="0" lvl="0" indent="0" algn="r" defTabSz="914400" rtl="0" eaLnBrk="1" fontAlgn="base" latinLnBrk="0" hangingPunct="1">
              <a:lnSpc>
                <a:spcPct val="100000"/>
              </a:lnSpc>
              <a:spcBef>
                <a:spcPct val="0"/>
              </a:spcBef>
              <a:spcAft>
                <a:spcPct val="0"/>
              </a:spcAft>
              <a:buClrTx/>
              <a:buSzTx/>
              <a:buFontTx/>
              <a:buNone/>
              <a:defRPr/>
            </a:pPr>
            <a:fld id="{914E9CC5-5D5B-4EF8-84EC-68D64FF6283C}" type="slidenum">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4994"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eaLnBrk="1" hangingPunct="1">
              <a:lnSpc>
                <a:spcPct val="100000"/>
              </a:lnSpc>
              <a:spcBef>
                <a:spcPct val="0"/>
              </a:spcBef>
              <a:defRPr sz="1200" b="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4995" name="Rectangle 3"/>
          <p:cNvSpPr>
            <a:spLocks noGrp="1" noChangeArrowheads="1"/>
          </p:cNvSpPr>
          <p:nvPr>
            <p:ph type="dt"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lnSpc>
                <a:spcPct val="100000"/>
              </a:lnSpc>
              <a:spcBef>
                <a:spcPct val="0"/>
              </a:spcBef>
              <a:defRPr sz="1200" b="0"/>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052" name="Rectangle 4"/>
          <p:cNvSpPr>
            <a:spLocks noGrp="1" noRot="1" noChangeAspect="1" noTextEdit="1"/>
          </p:cNvSpPr>
          <p:nvPr>
            <p:ph type="sldImg" idx="2"/>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84997" name="Rectangle 5"/>
          <p:cNvSpPr>
            <a:spLocks noGrp="1" noChangeArrowheads="1"/>
          </p:cNvSpPr>
          <p:nvPr>
            <p:ph type="body" sz="quarter" idx="3"/>
          </p:nvPr>
        </p:nvSpPr>
        <p:spPr bwMode="auto">
          <a:xfrm>
            <a:off x="914400" y="4343400"/>
            <a:ext cx="5029200" cy="4114800"/>
          </a:xfrm>
          <a:prstGeom prst="rect">
            <a:avLst/>
          </a:prstGeom>
          <a:noFill/>
          <a:ln w="9525">
            <a:noFill/>
            <a:miter lim="800000"/>
          </a:ln>
          <a:effectLst/>
        </p:spPr>
        <p:txBody>
          <a:bodyPr vert="horz" wrap="square" lIns="91440" tIns="45720" rIns="91440" bIns="45720" numCol="1" anchor="t" anchorCtr="0" compatLnSpc="1"/>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84998" name="Rectangle 6"/>
          <p:cNvSpPr>
            <a:spLocks noGrp="1" noChangeArrowheads="1"/>
          </p:cNvSpPr>
          <p:nvPr>
            <p:ph type="ftr" sz="quarter" idx="4"/>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eaLnBrk="1" hangingPunct="1">
              <a:lnSpc>
                <a:spcPct val="100000"/>
              </a:lnSpc>
              <a:spcBef>
                <a:spcPct val="0"/>
              </a:spcBef>
              <a:defRPr sz="1200" b="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4999" name="Rectangle 7"/>
          <p:cNvSpPr>
            <a:spLocks noGrp="1" noChangeArrowheads="1"/>
          </p:cNvSpPr>
          <p:nvPr>
            <p:ph type="sldNum" sz="quarter" idx="5"/>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defRPr sz="1200" b="0"/>
            </a:lvl1pPr>
          </a:lstStyle>
          <a:p>
            <a:pPr marL="0" marR="0" lvl="0" indent="0" algn="r" defTabSz="914400" rtl="0" eaLnBrk="1" fontAlgn="base" latinLnBrk="0" hangingPunct="1">
              <a:lnSpc>
                <a:spcPct val="100000"/>
              </a:lnSpc>
              <a:spcBef>
                <a:spcPct val="0"/>
              </a:spcBef>
              <a:spcAft>
                <a:spcPct val="0"/>
              </a:spcAft>
              <a:buClrTx/>
              <a:buSzTx/>
              <a:buFontTx/>
              <a:buNone/>
              <a:defRPr/>
            </a:pPr>
            <a:fld id="{DE4E1D39-BDB6-400C-A313-F5016C2C4E32}" type="slidenum">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幻灯片图像占位符 1"/>
          <p:cNvSpPr>
            <a:spLocks noGrp="1" noRot="1" noChangeAspect="1" noTextEdit="1"/>
          </p:cNvSpPr>
          <p:nvPr>
            <p:ph type="sldImg"/>
          </p:nvPr>
        </p:nvSpPr>
        <p:spPr/>
      </p:sp>
      <p:sp>
        <p:nvSpPr>
          <p:cNvPr id="5123" name="备注占位符 2"/>
          <p:cNvSpPr>
            <a:spLocks noGrp="1"/>
          </p:cNvSpPr>
          <p:nvPr>
            <p:ph type="body" idx="1"/>
          </p:nvPr>
        </p:nvSpPr>
        <p:spPr/>
        <p:txBody>
          <a:bodyPr wrap="square" lIns="91440" tIns="45720" rIns="91440" bIns="45720" anchor="t"/>
          <a:lstStyle/>
          <a:p>
            <a:pPr lvl="0"/>
            <a:r>
              <a:rPr lang="zh-CN" altLang="en-US" dirty="0">
                <a:ea typeface="宋体" panose="02010600030101010101" pitchFamily="2" charset="-122"/>
              </a:rPr>
              <a:t>强调同学们已经或多或少接触到函数，特别是函数的调用，比如 数学函数 </a:t>
            </a:r>
            <a:r>
              <a:rPr lang="en-US" altLang="zh-CN" dirty="0">
                <a:ea typeface="宋体" panose="02010600030101010101" pitchFamily="2" charset="-122"/>
              </a:rPr>
              <a:t>fabs(),pow(), </a:t>
            </a:r>
            <a:r>
              <a:rPr lang="zh-CN" altLang="en-US" dirty="0">
                <a:ea typeface="宋体" panose="02010600030101010101" pitchFamily="2" charset="-122"/>
              </a:rPr>
              <a:t>输入输出函数 </a:t>
            </a:r>
            <a:r>
              <a:rPr lang="en-US" altLang="zh-CN" dirty="0">
                <a:ea typeface="宋体" panose="02010600030101010101" pitchFamily="2" charset="-122"/>
              </a:rPr>
              <a:t>printf()</a:t>
            </a:r>
            <a:endParaRPr lang="zh-CN" altLang="en-US" dirty="0">
              <a:ea typeface="宋体" panose="02010600030101010101" pitchFamily="2" charset="-122"/>
            </a:endParaRPr>
          </a:p>
        </p:txBody>
      </p:sp>
      <p:sp>
        <p:nvSpPr>
          <p:cNvPr id="5124" name="灯片编号占位符 3"/>
          <p:cNvSpPr txBox="1">
            <a:spLocks noGrp="1"/>
          </p:cNvSpPr>
          <p:nvPr>
            <p:ph type="sldNum" sz="quarter"/>
          </p:nvPr>
        </p:nvSpPr>
        <p:spPr>
          <a:xfrm>
            <a:off x="3886200" y="8686800"/>
            <a:ext cx="2971800" cy="457200"/>
          </a:xfrm>
          <a:prstGeom prst="rect">
            <a:avLst/>
          </a:prstGeom>
          <a:noFill/>
          <a:ln w="9525">
            <a:noFill/>
          </a:ln>
        </p:spPr>
        <p:txBody>
          <a:bodyPr anchor="b"/>
          <a:lstStyle/>
          <a:p>
            <a:pPr lvl="0" algn="r" eaLnBrk="1" hangingPunct="1"/>
            <a:fld id="{9A0DB2DC-4C9A-4742-B13C-FB6460FD3503}" type="slidenum">
              <a:rPr lang="zh-CN" altLang="en-US" sz="1200" b="0" dirty="0"/>
              <a:t>1</a:t>
            </a:fld>
            <a:endParaRPr lang="zh-CN" altLang="en-US" sz="1200" b="0"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txBox="1">
            <a:spLocks noGrp="1"/>
          </p:cNvSpPr>
          <p:nvPr>
            <p:ph type="sldNum" sz="quarter"/>
          </p:nvPr>
        </p:nvSpPr>
        <p:spPr>
          <a:xfrm>
            <a:off x="3886200" y="8686800"/>
            <a:ext cx="2971800" cy="457200"/>
          </a:xfrm>
          <a:prstGeom prst="rect">
            <a:avLst/>
          </a:prstGeom>
          <a:noFill/>
          <a:ln w="9525">
            <a:noFill/>
          </a:ln>
        </p:spPr>
        <p:txBody>
          <a:bodyPr anchor="b"/>
          <a:lstStyle/>
          <a:p>
            <a:pPr lvl="0" algn="r" eaLnBrk="1" hangingPunct="1">
              <a:spcBef>
                <a:spcPct val="0"/>
              </a:spcBef>
            </a:pPr>
            <a:fld id="{9A0DB2DC-4C9A-4742-B13C-FB6460FD3503}" type="slidenum">
              <a:rPr lang="zh-CN" altLang="en-US" dirty="0">
                <a:ea typeface="宋体" panose="02010600030101010101" pitchFamily="2" charset="-122"/>
              </a:rPr>
              <a:t>18</a:t>
            </a:fld>
            <a:endParaRPr lang="zh-CN" altLang="en-US" dirty="0">
              <a:ea typeface="宋体" panose="02010600030101010101" pitchFamily="2" charset="-122"/>
            </a:endParaRPr>
          </a:p>
        </p:txBody>
      </p:sp>
      <p:sp>
        <p:nvSpPr>
          <p:cNvPr id="12291" name="Rectangle 2"/>
          <p:cNvSpPr>
            <a:spLocks noGrp="1" noRot="1" noChangeAspect="1" noTextEdit="1"/>
          </p:cNvSpPr>
          <p:nvPr>
            <p:ph type="sldImg"/>
          </p:nvPr>
        </p:nvSpPr>
        <p:spPr/>
      </p:sp>
      <p:sp>
        <p:nvSpPr>
          <p:cNvPr id="12292" name="Rectangle 3"/>
          <p:cNvSpPr>
            <a:spLocks noGrp="1"/>
          </p:cNvSpPr>
          <p:nvPr>
            <p:ph type="body" idx="1"/>
          </p:nvPr>
        </p:nvSpPr>
        <p:spPr/>
        <p:txBody>
          <a:bodyPr wrap="square" lIns="91440" tIns="45720" rIns="91440" bIns="45720" anchor="t"/>
          <a:lstStyle/>
          <a:p>
            <a:pPr lvl="0" eaLnBrk="1" hangingPunct="1"/>
            <a:r>
              <a:rPr lang="zh-CN" altLang="en-US" dirty="0">
                <a:ea typeface="宋体" panose="02010600030101010101" pitchFamily="2" charset="-122"/>
              </a:rPr>
              <a:t>类比：</a:t>
            </a:r>
          </a:p>
          <a:p>
            <a:pPr lvl="0" eaLnBrk="1" hangingPunct="1"/>
            <a:r>
              <a:rPr lang="zh-CN" altLang="en-US" dirty="0">
                <a:ea typeface="宋体" panose="02010600030101010101" pitchFamily="2" charset="-122"/>
              </a:rPr>
              <a:t>现实生活中，食堂领导将做饭的任务细分，首先让小王去菜场买菜，小王买来菜后，让小李洗菜，小李洗完菜后让厨师丁做菜。这样，食堂领导就是</a:t>
            </a:r>
            <a:r>
              <a:rPr lang="en-US" altLang="zh-CN" dirty="0">
                <a:ea typeface="宋体" panose="02010600030101010101" pitchFamily="2" charset="-122"/>
              </a:rPr>
              <a:t>main</a:t>
            </a:r>
            <a:r>
              <a:rPr lang="zh-CN" altLang="en-US" dirty="0">
                <a:ea typeface="宋体" panose="02010600030101010101" pitchFamily="2" charset="-122"/>
              </a:rPr>
              <a:t>函数，小王、小李和厨师就是子函数。</a:t>
            </a:r>
          </a:p>
        </p:txBody>
      </p:sp>
    </p:spTree>
    <p:extLst>
      <p:ext uri="{BB962C8B-B14F-4D97-AF65-F5344CB8AC3E}">
        <p14:creationId xmlns:p14="http://schemas.microsoft.com/office/powerpoint/2010/main" val="18994608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p:cNvSpPr>
            <a:spLocks noGrp="1" noRot="1" noChangeAspect="1" noTextEdit="1"/>
          </p:cNvSpPr>
          <p:nvPr>
            <p:ph type="sldImg"/>
          </p:nvPr>
        </p:nvSpPr>
        <p:spPr/>
      </p:sp>
      <p:sp>
        <p:nvSpPr>
          <p:cNvPr id="23555" name="备注占位符 2"/>
          <p:cNvSpPr>
            <a:spLocks noGrp="1"/>
          </p:cNvSpPr>
          <p:nvPr>
            <p:ph type="body" idx="1"/>
          </p:nvPr>
        </p:nvSpPr>
        <p:spPr/>
        <p:txBody>
          <a:bodyPr wrap="square" lIns="91440" tIns="45720" rIns="91440" bIns="45720" anchor="t"/>
          <a:lstStyle/>
          <a:p>
            <a:pPr lvl="0"/>
            <a:endParaRPr lang="zh-CN" altLang="en-US" dirty="0">
              <a:ea typeface="宋体" panose="02010600030101010101" pitchFamily="2" charset="-122"/>
            </a:endParaRPr>
          </a:p>
        </p:txBody>
      </p:sp>
      <p:sp>
        <p:nvSpPr>
          <p:cNvPr id="23556" name="灯片编号占位符 3"/>
          <p:cNvSpPr txBox="1">
            <a:spLocks noGrp="1"/>
          </p:cNvSpPr>
          <p:nvPr>
            <p:ph type="sldNum" sz="quarter"/>
          </p:nvPr>
        </p:nvSpPr>
        <p:spPr>
          <a:xfrm>
            <a:off x="3886200" y="8686800"/>
            <a:ext cx="2971800" cy="457200"/>
          </a:xfrm>
          <a:prstGeom prst="rect">
            <a:avLst/>
          </a:prstGeom>
          <a:noFill/>
          <a:ln w="9525">
            <a:noFill/>
          </a:ln>
        </p:spPr>
        <p:txBody>
          <a:bodyPr anchor="b"/>
          <a:lstStyle/>
          <a:p>
            <a:pPr lvl="0" algn="r" eaLnBrk="1" hangingPunct="1"/>
            <a:fld id="{9A0DB2DC-4C9A-4742-B13C-FB6460FD3503}" type="slidenum">
              <a:rPr lang="zh-CN" altLang="en-US" sz="1200" b="0" dirty="0"/>
              <a:t>25</a:t>
            </a:fld>
            <a:endParaRPr lang="zh-CN" altLang="en-US" sz="1200" b="0"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Google</a:t>
            </a:r>
            <a:r>
              <a:rPr lang="zh-CN" altLang="en-US" dirty="0"/>
              <a:t>编程风格建议</a:t>
            </a:r>
            <a:r>
              <a:rPr lang="en-US" altLang="zh-CN" dirty="0"/>
              <a:t>return</a:t>
            </a:r>
            <a:r>
              <a:rPr lang="zh-CN" altLang="en-US" dirty="0"/>
              <a:t>后面不加括号，除非加括号会使得表达式更清晰。</a:t>
            </a:r>
          </a:p>
        </p:txBody>
      </p:sp>
    </p:spTree>
    <p:extLst>
      <p:ext uri="{BB962C8B-B14F-4D97-AF65-F5344CB8AC3E}">
        <p14:creationId xmlns:p14="http://schemas.microsoft.com/office/powerpoint/2010/main" val="27038612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幻灯片图像占位符 1"/>
          <p:cNvSpPr>
            <a:spLocks noGrp="1" noRot="1" noChangeAspect="1" noTextEdit="1"/>
          </p:cNvSpPr>
          <p:nvPr>
            <p:ph type="sldImg"/>
          </p:nvPr>
        </p:nvSpPr>
        <p:spPr/>
      </p:sp>
      <p:sp>
        <p:nvSpPr>
          <p:cNvPr id="35843" name="备注占位符 2"/>
          <p:cNvSpPr>
            <a:spLocks noGrp="1"/>
          </p:cNvSpPr>
          <p:nvPr>
            <p:ph type="body" idx="1"/>
          </p:nvPr>
        </p:nvSpPr>
        <p:spPr/>
        <p:txBody>
          <a:bodyPr wrap="square" lIns="91440" tIns="45720" rIns="91440" bIns="45720" anchor="t"/>
          <a:lstStyle/>
          <a:p>
            <a:pPr lvl="0"/>
            <a:r>
              <a:rPr lang="zh-CN" altLang="en-US" dirty="0">
                <a:ea typeface="宋体" panose="02010600030101010101" pitchFamily="2" charset="-122"/>
              </a:rPr>
              <a:t>函数调用过程 结合导论部分中 </a:t>
            </a:r>
            <a:r>
              <a:rPr lang="en-US" altLang="zh-CN" dirty="0">
                <a:ea typeface="宋体" panose="02010600030101010101" pitchFamily="2" charset="-122"/>
              </a:rPr>
              <a:t>CPU</a:t>
            </a:r>
            <a:r>
              <a:rPr lang="zh-CN" altLang="en-US" dirty="0">
                <a:ea typeface="宋体" panose="02010600030101010101" pitchFamily="2" charset="-122"/>
              </a:rPr>
              <a:t>控制器 计算机程序或指令的执行。 程序计数器中 保存指令的地址。</a:t>
            </a:r>
            <a:endParaRPr lang="en-US" altLang="zh-CN" dirty="0">
              <a:ea typeface="宋体" panose="02010600030101010101" pitchFamily="2" charset="-122"/>
            </a:endParaRPr>
          </a:p>
          <a:p>
            <a:pPr lvl="0"/>
            <a:r>
              <a:rPr lang="zh-CN" altLang="en-US" dirty="0">
                <a:ea typeface="宋体" panose="02010600030101010101" pitchFamily="2" charset="-122"/>
              </a:rPr>
              <a:t>操作系统 的思想 ：如何切换不同的程序，控制如何转移？程序控制快（</a:t>
            </a:r>
            <a:r>
              <a:rPr lang="en-US" altLang="zh-CN" dirty="0">
                <a:ea typeface="宋体" panose="02010600030101010101" pitchFamily="2" charset="-122"/>
              </a:rPr>
              <a:t>PCB</a:t>
            </a:r>
            <a:r>
              <a:rPr lang="zh-CN" altLang="en-US" dirty="0">
                <a:ea typeface="宋体" panose="02010600030101010101" pitchFamily="2" charset="-122"/>
              </a:rPr>
              <a:t>）</a:t>
            </a:r>
            <a:endParaRPr lang="en-US" altLang="zh-CN" dirty="0">
              <a:ea typeface="宋体" panose="02010600030101010101" pitchFamily="2" charset="-122"/>
            </a:endParaRPr>
          </a:p>
          <a:p>
            <a:pPr lvl="0"/>
            <a:endParaRPr lang="zh-CN" altLang="en-US" dirty="0">
              <a:ea typeface="宋体" panose="02010600030101010101" pitchFamily="2" charset="-122"/>
            </a:endParaRPr>
          </a:p>
        </p:txBody>
      </p:sp>
      <p:sp>
        <p:nvSpPr>
          <p:cNvPr id="35844" name="灯片编号占位符 3"/>
          <p:cNvSpPr txBox="1">
            <a:spLocks noGrp="1"/>
          </p:cNvSpPr>
          <p:nvPr>
            <p:ph type="sldNum" sz="quarter"/>
          </p:nvPr>
        </p:nvSpPr>
        <p:spPr>
          <a:xfrm>
            <a:off x="3886200" y="8686800"/>
            <a:ext cx="2971800" cy="457200"/>
          </a:xfrm>
          <a:prstGeom prst="rect">
            <a:avLst/>
          </a:prstGeom>
          <a:noFill/>
          <a:ln w="9525">
            <a:noFill/>
          </a:ln>
        </p:spPr>
        <p:txBody>
          <a:bodyPr anchor="b"/>
          <a:lstStyle/>
          <a:p>
            <a:pPr lvl="0" algn="r" eaLnBrk="1" hangingPunct="1"/>
            <a:fld id="{9A0DB2DC-4C9A-4742-B13C-FB6460FD3503}" type="slidenum">
              <a:rPr lang="zh-CN" altLang="en-US" sz="1200" b="0" dirty="0"/>
              <a:t>34</a:t>
            </a:fld>
            <a:endParaRPr lang="zh-CN" altLang="en-US" sz="1200" b="0"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txBox="1">
            <a:spLocks noGrp="1"/>
          </p:cNvSpPr>
          <p:nvPr>
            <p:ph type="sldNum" sz="quarter"/>
          </p:nvPr>
        </p:nvSpPr>
        <p:spPr>
          <a:xfrm>
            <a:off x="3886200" y="8686800"/>
            <a:ext cx="2971800" cy="457200"/>
          </a:xfrm>
          <a:prstGeom prst="rect">
            <a:avLst/>
          </a:prstGeom>
          <a:noFill/>
          <a:ln w="9525">
            <a:noFill/>
          </a:ln>
        </p:spPr>
        <p:txBody>
          <a:bodyPr anchor="b"/>
          <a:lstStyle/>
          <a:p>
            <a:pPr lvl="0" algn="r" eaLnBrk="1" hangingPunct="1">
              <a:spcBef>
                <a:spcPct val="0"/>
              </a:spcBef>
            </a:pPr>
            <a:fld id="{9A0DB2DC-4C9A-4742-B13C-FB6460FD3503}" type="slidenum">
              <a:rPr lang="zh-CN" altLang="en-US" dirty="0">
                <a:ea typeface="宋体" panose="02010600030101010101" pitchFamily="2" charset="-122"/>
              </a:rPr>
              <a:t>43</a:t>
            </a:fld>
            <a:endParaRPr lang="zh-CN" altLang="en-US" dirty="0">
              <a:ea typeface="宋体" panose="02010600030101010101" pitchFamily="2" charset="-122"/>
            </a:endParaRPr>
          </a:p>
        </p:txBody>
      </p:sp>
      <p:sp>
        <p:nvSpPr>
          <p:cNvPr id="46083" name="Rectangle 2"/>
          <p:cNvSpPr>
            <a:spLocks noGrp="1" noRot="1" noChangeAspect="1" noTextEdit="1"/>
          </p:cNvSpPr>
          <p:nvPr>
            <p:ph type="sldImg"/>
          </p:nvPr>
        </p:nvSpPr>
        <p:spPr/>
      </p:sp>
      <p:sp>
        <p:nvSpPr>
          <p:cNvPr id="46084" name="Rectangle 3"/>
          <p:cNvSpPr>
            <a:spLocks noGrp="1"/>
          </p:cNvSpPr>
          <p:nvPr>
            <p:ph type="body" idx="1"/>
          </p:nvPr>
        </p:nvSpPr>
        <p:spPr/>
        <p:txBody>
          <a:bodyPr wrap="square" lIns="91440" tIns="45720" rIns="91440" bIns="45720" anchor="t"/>
          <a:lstStyle/>
          <a:p>
            <a:pPr lvl="0" eaLnBrk="1" hangingPunct="1"/>
            <a:r>
              <a:rPr lang="en-US" altLang="zh-CN" b="1" dirty="0">
                <a:ea typeface="宋体" panose="02010600030101010101" pitchFamily="2" charset="-122"/>
              </a:rPr>
              <a:t>int  length(int num);</a:t>
            </a:r>
          </a:p>
          <a:p>
            <a:pPr lvl="0" eaLnBrk="1" hangingPunct="1"/>
            <a:r>
              <a:rPr lang="en-US" altLang="zh-CN" b="1" dirty="0">
                <a:ea typeface="宋体" panose="02010600030101010101" pitchFamily="2" charset="-122"/>
              </a:rPr>
              <a:t>int isLeap(int year);</a:t>
            </a:r>
          </a:p>
          <a:p>
            <a:pPr lvl="0" eaLnBrk="1" hangingPunct="1"/>
            <a:r>
              <a:rPr lang="en-US" altLang="zh-CN" b="1" dirty="0">
                <a:ea typeface="宋体" panose="02010600030101010101" pitchFamily="2" charset="-122"/>
              </a:rPr>
              <a:t>int  max(int num1,int num2,int num3);</a:t>
            </a:r>
            <a:endParaRPr lang="zh-CN" altLang="en-US" b="1" dirty="0">
              <a:ea typeface="宋体" panose="02010600030101010101" pitchFamily="2" charset="-122"/>
            </a:endParaRPr>
          </a:p>
          <a:p>
            <a:pPr lvl="0" eaLnBrk="1" hangingPunct="1"/>
            <a:endParaRPr lang="zh-CN" altLang="en-US" dirty="0">
              <a:ea typeface="宋体" panose="02010600030101010101" pitchFamily="2"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time</a:t>
            </a:r>
            <a:r>
              <a:rPr lang="zh-CN" altLang="en-US" dirty="0"/>
              <a:t>函数返回的类型是</a:t>
            </a:r>
            <a:r>
              <a:rPr lang="en-US" altLang="zh-CN" dirty="0" err="1"/>
              <a:t>time_t</a:t>
            </a:r>
            <a:r>
              <a:rPr lang="zh-CN" altLang="en-US" dirty="0"/>
              <a:t>，标准</a:t>
            </a:r>
            <a:r>
              <a:rPr lang="en-US" altLang="zh-CN" dirty="0"/>
              <a:t>C</a:t>
            </a:r>
            <a:r>
              <a:rPr lang="zh-CN" altLang="en-US" dirty="0"/>
              <a:t>没有规定它的具体类型，只说明是一个算数值，大多数平台定义为</a:t>
            </a:r>
            <a:r>
              <a:rPr lang="en-US" altLang="zh-CN" dirty="0"/>
              <a:t>32</a:t>
            </a:r>
            <a:r>
              <a:rPr lang="zh-CN" altLang="en-US" dirty="0"/>
              <a:t>或</a:t>
            </a:r>
            <a:r>
              <a:rPr lang="en-US" altLang="zh-CN" dirty="0" err="1"/>
              <a:t>64bit</a:t>
            </a:r>
            <a:r>
              <a:rPr lang="zh-CN" altLang="en-US" dirty="0"/>
              <a:t>的</a:t>
            </a:r>
            <a:r>
              <a:rPr lang="en-US" altLang="zh-CN" dirty="0"/>
              <a:t>int</a:t>
            </a:r>
            <a:r>
              <a:rPr lang="zh-CN" altLang="en-US" dirty="0"/>
              <a:t>。</a:t>
            </a:r>
            <a:r>
              <a:rPr lang="en-US" altLang="zh-CN" dirty="0" err="1"/>
              <a:t>srand</a:t>
            </a:r>
            <a:r>
              <a:rPr lang="zh-CN" altLang="en-US" dirty="0"/>
              <a:t>参数类型为</a:t>
            </a:r>
            <a:r>
              <a:rPr lang="en-US" altLang="zh-CN" dirty="0"/>
              <a:t>unsigned int</a:t>
            </a:r>
            <a:r>
              <a:rPr lang="zh-CN" altLang="en-US" dirty="0"/>
              <a:t>，</a:t>
            </a:r>
            <a:r>
              <a:rPr lang="en-US" altLang="zh-CN" dirty="0"/>
              <a:t>C</a:t>
            </a:r>
            <a:r>
              <a:rPr lang="zh-CN" altLang="en-US" dirty="0"/>
              <a:t>标准规定</a:t>
            </a:r>
            <a:r>
              <a:rPr lang="en-US" altLang="zh-CN" dirty="0"/>
              <a:t>unsigned int </a:t>
            </a:r>
            <a:r>
              <a:rPr lang="zh-CN" altLang="en-US" dirty="0"/>
              <a:t>最小为</a:t>
            </a:r>
            <a:r>
              <a:rPr lang="en-US" altLang="zh-CN" dirty="0" err="1"/>
              <a:t>16bit</a:t>
            </a:r>
            <a:r>
              <a:rPr lang="zh-CN" altLang="en-US" dirty="0"/>
              <a:t>，所以</a:t>
            </a:r>
            <a:r>
              <a:rPr lang="en-US" altLang="zh-CN" dirty="0" err="1"/>
              <a:t>time_t</a:t>
            </a:r>
            <a:r>
              <a:rPr lang="zh-CN" altLang="en-US" dirty="0"/>
              <a:t>转换为</a:t>
            </a:r>
            <a:r>
              <a:rPr lang="en-US" altLang="zh-CN" dirty="0"/>
              <a:t>unsigned int</a:t>
            </a:r>
            <a:r>
              <a:rPr lang="zh-CN" altLang="en-US"/>
              <a:t>通常是高类型转低类型，严格点的编译器通常会给出警告，加一个强制类型转换可以避免，从代码风格来看，也更严谨和规范。</a:t>
            </a:r>
          </a:p>
        </p:txBody>
      </p:sp>
    </p:spTree>
    <p:extLst>
      <p:ext uri="{BB962C8B-B14F-4D97-AF65-F5344CB8AC3E}">
        <p14:creationId xmlns:p14="http://schemas.microsoft.com/office/powerpoint/2010/main" val="28426210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幻灯片图像占位符 1"/>
          <p:cNvSpPr>
            <a:spLocks noGrp="1" noRot="1" noChangeAspect="1" noTextEdit="1"/>
          </p:cNvSpPr>
          <p:nvPr>
            <p:ph type="sldImg"/>
          </p:nvPr>
        </p:nvSpPr>
        <p:spPr/>
      </p:sp>
      <p:sp>
        <p:nvSpPr>
          <p:cNvPr id="95235" name="备注占位符 2"/>
          <p:cNvSpPr>
            <a:spLocks noGrp="1"/>
          </p:cNvSpPr>
          <p:nvPr>
            <p:ph type="body" idx="1"/>
          </p:nvPr>
        </p:nvSpPr>
        <p:spPr/>
        <p:txBody>
          <a:bodyPr wrap="square" lIns="91440" tIns="45720" rIns="91440" bIns="45720" anchor="t"/>
          <a:lstStyle/>
          <a:p>
            <a:pPr lvl="0"/>
            <a:endParaRPr lang="zh-CN" altLang="en-US" dirty="0">
              <a:ea typeface="宋体" panose="02010600030101010101" pitchFamily="2" charset="-122"/>
            </a:endParaRPr>
          </a:p>
        </p:txBody>
      </p:sp>
      <p:sp>
        <p:nvSpPr>
          <p:cNvPr id="95236" name="灯片编号占位符 3"/>
          <p:cNvSpPr txBox="1">
            <a:spLocks noGrp="1"/>
          </p:cNvSpPr>
          <p:nvPr>
            <p:ph type="sldNum" sz="quarter"/>
          </p:nvPr>
        </p:nvSpPr>
        <p:spPr>
          <a:xfrm>
            <a:off x="3886200" y="8686800"/>
            <a:ext cx="2971800" cy="457200"/>
          </a:xfrm>
          <a:prstGeom prst="rect">
            <a:avLst/>
          </a:prstGeom>
          <a:noFill/>
          <a:ln w="9525">
            <a:noFill/>
          </a:ln>
        </p:spPr>
        <p:txBody>
          <a:bodyPr anchor="b"/>
          <a:lstStyle/>
          <a:p>
            <a:pPr lvl="0" algn="r" eaLnBrk="1" hangingPunct="1"/>
            <a:fld id="{9A0DB2DC-4C9A-4742-B13C-FB6460FD3503}" type="slidenum">
              <a:rPr lang="zh-CN" altLang="en-US" sz="1200" b="0" dirty="0"/>
              <a:t>78</a:t>
            </a:fld>
            <a:endParaRPr lang="zh-CN" altLang="en-US" sz="1200" b="0" dirty="0"/>
          </a:p>
        </p:txBody>
      </p:sp>
    </p:spTree>
    <p:extLst>
      <p:ext uri="{BB962C8B-B14F-4D97-AF65-F5344CB8AC3E}">
        <p14:creationId xmlns:p14="http://schemas.microsoft.com/office/powerpoint/2010/main" val="16281698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页脚占位符 3"/>
          <p:cNvSpPr>
            <a:spLocks noGrp="1"/>
          </p:cNvSpPr>
          <p:nvPr>
            <p:ph type="ftr" sz="quarter" idx="10"/>
          </p:nvPr>
        </p:nvSpPr>
        <p:spPr/>
        <p:txBody>
          <a:body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marL="0" marR="0" lvl="0" indent="0" algn="r" defTabSz="914400" rtl="0" eaLnBrk="1" fontAlgn="base" latinLnBrk="0" hangingPunct="1">
              <a:lnSpc>
                <a:spcPct val="100000"/>
              </a:lnSpc>
              <a:spcBef>
                <a:spcPct val="50000"/>
              </a:spcBef>
              <a:spcAft>
                <a:spcPct val="0"/>
              </a:spcAft>
              <a:buClrTx/>
              <a:buSzTx/>
              <a:buFontTx/>
              <a:buNone/>
              <a:defRPr/>
            </a:pPr>
            <a:fld id="{91F8882B-1F6C-4657-A247-2AAB5CEA3B07}" type="slidenum">
              <a:rPr kumimoji="1" lang="zh-CN" altLang="en-US"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1" lang="en-US" altLang="zh-CN"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页脚占位符 3"/>
          <p:cNvSpPr>
            <a:spLocks noGrp="1"/>
          </p:cNvSpPr>
          <p:nvPr>
            <p:ph type="ftr" sz="quarter" idx="10"/>
          </p:nvPr>
        </p:nvSpPr>
        <p:spPr/>
        <p:txBody>
          <a:body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marL="0" marR="0" lvl="0" indent="0" algn="r" defTabSz="914400" rtl="0" eaLnBrk="1" fontAlgn="base" latinLnBrk="0" hangingPunct="1">
              <a:lnSpc>
                <a:spcPct val="100000"/>
              </a:lnSpc>
              <a:spcBef>
                <a:spcPct val="50000"/>
              </a:spcBef>
              <a:spcAft>
                <a:spcPct val="0"/>
              </a:spcAft>
              <a:buClrTx/>
              <a:buSzTx/>
              <a:buFontTx/>
              <a:buNone/>
              <a:defRPr/>
            </a:pPr>
            <a:fld id="{91F8882B-1F6C-4657-A247-2AAB5CEA3B07}" type="slidenum">
              <a:rPr kumimoji="1" lang="zh-CN" altLang="en-US"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1" lang="en-US" altLang="zh-CN"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页脚占位符 3"/>
          <p:cNvSpPr>
            <a:spLocks noGrp="1"/>
          </p:cNvSpPr>
          <p:nvPr>
            <p:ph type="ftr" sz="quarter" idx="10"/>
          </p:nvPr>
        </p:nvSpPr>
        <p:spPr/>
        <p:txBody>
          <a:body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marL="0" marR="0" lvl="0" indent="0" algn="r" defTabSz="914400" rtl="0" eaLnBrk="1" fontAlgn="base" latinLnBrk="0" hangingPunct="1">
              <a:lnSpc>
                <a:spcPct val="100000"/>
              </a:lnSpc>
              <a:spcBef>
                <a:spcPct val="50000"/>
              </a:spcBef>
              <a:spcAft>
                <a:spcPct val="0"/>
              </a:spcAft>
              <a:buClrTx/>
              <a:buSzTx/>
              <a:buFontTx/>
              <a:buNone/>
              <a:defRPr/>
            </a:pPr>
            <a:fld id="{91F8882B-1F6C-4657-A247-2AAB5CEA3B07}" type="slidenum">
              <a:rPr kumimoji="1" lang="zh-CN" altLang="en-US"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1" lang="en-US" altLang="zh-CN"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85800" y="1319213"/>
            <a:ext cx="3810000" cy="46116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319213"/>
            <a:ext cx="3810000" cy="46116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页脚占位符 4"/>
          <p:cNvSpPr>
            <a:spLocks noGrp="1"/>
          </p:cNvSpPr>
          <p:nvPr>
            <p:ph type="ftr" sz="quarter" idx="10"/>
          </p:nvPr>
        </p:nvSpPr>
        <p:spPr/>
        <p:txBody>
          <a:body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1"/>
          </p:nvPr>
        </p:nvSpPr>
        <p:spPr/>
        <p:txBody>
          <a:bodyPr/>
          <a:lstStyle/>
          <a:p>
            <a:pPr marL="0" marR="0" lvl="0" indent="0" algn="r" defTabSz="914400" rtl="0" eaLnBrk="1" fontAlgn="base" latinLnBrk="0" hangingPunct="1">
              <a:lnSpc>
                <a:spcPct val="100000"/>
              </a:lnSpc>
              <a:spcBef>
                <a:spcPct val="50000"/>
              </a:spcBef>
              <a:spcAft>
                <a:spcPct val="0"/>
              </a:spcAft>
              <a:buClrTx/>
              <a:buSzTx/>
              <a:buFontTx/>
              <a:buNone/>
              <a:defRPr/>
            </a:pPr>
            <a:fld id="{91F8882B-1F6C-4657-A247-2AAB5CEA3B07}" type="slidenum">
              <a:rPr kumimoji="1" lang="zh-CN" altLang="en-US"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1" lang="en-US" altLang="zh-CN"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页脚占位符 6"/>
          <p:cNvSpPr>
            <a:spLocks noGrp="1"/>
          </p:cNvSpPr>
          <p:nvPr>
            <p:ph type="ftr" sz="quarter" idx="10"/>
          </p:nvPr>
        </p:nvSpPr>
        <p:spPr/>
        <p:txBody>
          <a:body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灯片编号占位符 7"/>
          <p:cNvSpPr>
            <a:spLocks noGrp="1"/>
          </p:cNvSpPr>
          <p:nvPr>
            <p:ph type="sldNum" sz="quarter" idx="11"/>
          </p:nvPr>
        </p:nvSpPr>
        <p:spPr/>
        <p:txBody>
          <a:bodyPr/>
          <a:lstStyle/>
          <a:p>
            <a:pPr marL="0" marR="0" lvl="0" indent="0" algn="r" defTabSz="914400" rtl="0" eaLnBrk="1" fontAlgn="base" latinLnBrk="0" hangingPunct="1">
              <a:lnSpc>
                <a:spcPct val="100000"/>
              </a:lnSpc>
              <a:spcBef>
                <a:spcPct val="50000"/>
              </a:spcBef>
              <a:spcAft>
                <a:spcPct val="0"/>
              </a:spcAft>
              <a:buClrTx/>
              <a:buSzTx/>
              <a:buFontTx/>
              <a:buNone/>
              <a:defRPr/>
            </a:pPr>
            <a:fld id="{91F8882B-1F6C-4657-A247-2AAB5CEA3B07}" type="slidenum">
              <a:rPr kumimoji="1" lang="zh-CN" altLang="en-US"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1" lang="en-US" altLang="zh-CN"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页脚占位符 2"/>
          <p:cNvSpPr>
            <a:spLocks noGrp="1"/>
          </p:cNvSpPr>
          <p:nvPr>
            <p:ph type="ftr" sz="quarter" idx="10"/>
          </p:nvPr>
        </p:nvSpPr>
        <p:spPr/>
        <p:txBody>
          <a:body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灯片编号占位符 3"/>
          <p:cNvSpPr>
            <a:spLocks noGrp="1"/>
          </p:cNvSpPr>
          <p:nvPr>
            <p:ph type="sldNum" sz="quarter" idx="11"/>
          </p:nvPr>
        </p:nvSpPr>
        <p:spPr/>
        <p:txBody>
          <a:bodyPr/>
          <a:lstStyle/>
          <a:p>
            <a:pPr marL="0" marR="0" lvl="0" indent="0" algn="r" defTabSz="914400" rtl="0" eaLnBrk="1" fontAlgn="base" latinLnBrk="0" hangingPunct="1">
              <a:lnSpc>
                <a:spcPct val="100000"/>
              </a:lnSpc>
              <a:spcBef>
                <a:spcPct val="50000"/>
              </a:spcBef>
              <a:spcAft>
                <a:spcPct val="0"/>
              </a:spcAft>
              <a:buClrTx/>
              <a:buSzTx/>
              <a:buFontTx/>
              <a:buNone/>
              <a:defRPr/>
            </a:pPr>
            <a:fld id="{91F8882B-1F6C-4657-A247-2AAB5CEA3B07}" type="slidenum">
              <a:rPr kumimoji="1" lang="zh-CN" altLang="en-US"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1" lang="en-US" altLang="zh-CN"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 name="灯片编号占位符 2"/>
          <p:cNvSpPr>
            <a:spLocks noGrp="1"/>
          </p:cNvSpPr>
          <p:nvPr>
            <p:ph type="sldNum" sz="quarter" idx="11"/>
          </p:nvPr>
        </p:nvSpPr>
        <p:spPr/>
        <p:txBody>
          <a:bodyPr/>
          <a:lstStyle/>
          <a:p>
            <a:pPr marL="0" marR="0" lvl="0" indent="0" algn="r" defTabSz="914400" rtl="0" eaLnBrk="1" fontAlgn="base" latinLnBrk="0" hangingPunct="1">
              <a:lnSpc>
                <a:spcPct val="100000"/>
              </a:lnSpc>
              <a:spcBef>
                <a:spcPct val="50000"/>
              </a:spcBef>
              <a:spcAft>
                <a:spcPct val="0"/>
              </a:spcAft>
              <a:buClrTx/>
              <a:buSzTx/>
              <a:buFontTx/>
              <a:buNone/>
              <a:defRPr/>
            </a:pPr>
            <a:fld id="{91F8882B-1F6C-4657-A247-2AAB5CEA3B07}" type="slidenum">
              <a:rPr kumimoji="1" lang="zh-CN" altLang="en-US"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1" lang="en-US" altLang="zh-CN"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页脚占位符 4"/>
          <p:cNvSpPr>
            <a:spLocks noGrp="1"/>
          </p:cNvSpPr>
          <p:nvPr>
            <p:ph type="ftr" sz="quarter" idx="10"/>
          </p:nvPr>
        </p:nvSpPr>
        <p:spPr/>
        <p:txBody>
          <a:body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1"/>
          </p:nvPr>
        </p:nvSpPr>
        <p:spPr/>
        <p:txBody>
          <a:bodyPr/>
          <a:lstStyle/>
          <a:p>
            <a:pPr marL="0" marR="0" lvl="0" indent="0" algn="r" defTabSz="914400" rtl="0" eaLnBrk="1" fontAlgn="base" latinLnBrk="0" hangingPunct="1">
              <a:lnSpc>
                <a:spcPct val="100000"/>
              </a:lnSpc>
              <a:spcBef>
                <a:spcPct val="50000"/>
              </a:spcBef>
              <a:spcAft>
                <a:spcPct val="0"/>
              </a:spcAft>
              <a:buClrTx/>
              <a:buSzTx/>
              <a:buFontTx/>
              <a:buNone/>
              <a:defRPr/>
            </a:pPr>
            <a:fld id="{91F8882B-1F6C-4657-A247-2AAB5CEA3B07}" type="slidenum">
              <a:rPr kumimoji="1" lang="zh-CN" altLang="en-US"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1" lang="en-US" altLang="zh-CN"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1"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页脚占位符 4"/>
          <p:cNvSpPr>
            <a:spLocks noGrp="1"/>
          </p:cNvSpPr>
          <p:nvPr>
            <p:ph type="ftr" sz="quarter" idx="10"/>
          </p:nvPr>
        </p:nvSpPr>
        <p:spPr/>
        <p:txBody>
          <a:body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1"/>
          </p:nvPr>
        </p:nvSpPr>
        <p:spPr/>
        <p:txBody>
          <a:bodyPr/>
          <a:lstStyle/>
          <a:p>
            <a:pPr marL="0" marR="0" lvl="0" indent="0" algn="r" defTabSz="914400" rtl="0" eaLnBrk="1" fontAlgn="base" latinLnBrk="0" hangingPunct="1">
              <a:lnSpc>
                <a:spcPct val="100000"/>
              </a:lnSpc>
              <a:spcBef>
                <a:spcPct val="50000"/>
              </a:spcBef>
              <a:spcAft>
                <a:spcPct val="0"/>
              </a:spcAft>
              <a:buClrTx/>
              <a:buSzTx/>
              <a:buFontTx/>
              <a:buNone/>
              <a:defRPr/>
            </a:pPr>
            <a:fld id="{91F8882B-1F6C-4657-A247-2AAB5CEA3B07}" type="slidenum">
              <a:rPr kumimoji="1" lang="zh-CN" altLang="en-US"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1" lang="en-US" altLang="zh-CN"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页脚占位符 3"/>
          <p:cNvSpPr>
            <a:spLocks noGrp="1"/>
          </p:cNvSpPr>
          <p:nvPr>
            <p:ph type="ftr" sz="quarter" idx="10"/>
          </p:nvPr>
        </p:nvSpPr>
        <p:spPr/>
        <p:txBody>
          <a:body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marL="0" marR="0" lvl="0" indent="0" algn="r" defTabSz="914400" rtl="0" eaLnBrk="1" fontAlgn="base" latinLnBrk="0" hangingPunct="1">
              <a:lnSpc>
                <a:spcPct val="100000"/>
              </a:lnSpc>
              <a:spcBef>
                <a:spcPct val="50000"/>
              </a:spcBef>
              <a:spcAft>
                <a:spcPct val="0"/>
              </a:spcAft>
              <a:buClrTx/>
              <a:buSzTx/>
              <a:buFontTx/>
              <a:buNone/>
              <a:defRPr/>
            </a:pPr>
            <a:fld id="{91F8882B-1F6C-4657-A247-2AAB5CEA3B07}" type="slidenum">
              <a:rPr kumimoji="1" lang="zh-CN" altLang="en-US"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1" lang="en-US" altLang="zh-CN"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948488" y="404813"/>
            <a:ext cx="2087562" cy="5526087"/>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85800" y="404813"/>
            <a:ext cx="6110288" cy="5526087"/>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页脚占位符 3"/>
          <p:cNvSpPr>
            <a:spLocks noGrp="1"/>
          </p:cNvSpPr>
          <p:nvPr>
            <p:ph type="ftr" sz="quarter" idx="10"/>
          </p:nvPr>
        </p:nvSpPr>
        <p:spPr/>
        <p:txBody>
          <a:body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marL="0" marR="0" lvl="0" indent="0" algn="r" defTabSz="914400" rtl="0" eaLnBrk="1" fontAlgn="base" latinLnBrk="0" hangingPunct="1">
              <a:lnSpc>
                <a:spcPct val="100000"/>
              </a:lnSpc>
              <a:spcBef>
                <a:spcPct val="50000"/>
              </a:spcBef>
              <a:spcAft>
                <a:spcPct val="0"/>
              </a:spcAft>
              <a:buClrTx/>
              <a:buSzTx/>
              <a:buFontTx/>
              <a:buNone/>
              <a:defRPr/>
            </a:pPr>
            <a:fld id="{91F8882B-1F6C-4657-A247-2AAB5CEA3B07}" type="slidenum">
              <a:rPr kumimoji="1" lang="zh-CN" altLang="en-US"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1" lang="en-US" altLang="zh-CN"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85800" y="404813"/>
            <a:ext cx="8350250" cy="552608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页脚占位符 2"/>
          <p:cNvSpPr>
            <a:spLocks noGrp="1"/>
          </p:cNvSpPr>
          <p:nvPr>
            <p:ph type="ftr" sz="quarter" idx="10"/>
          </p:nvPr>
        </p:nvSpPr>
        <p:spPr/>
        <p:txBody>
          <a:body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灯片编号占位符 3"/>
          <p:cNvSpPr>
            <a:spLocks noGrp="1"/>
          </p:cNvSpPr>
          <p:nvPr>
            <p:ph type="sldNum" sz="quarter" idx="11"/>
          </p:nvPr>
        </p:nvSpPr>
        <p:spPr/>
        <p:txBody>
          <a:bodyPr/>
          <a:lstStyle/>
          <a:p>
            <a:pPr marL="0" marR="0" lvl="0" indent="0" algn="r" defTabSz="914400" rtl="0" eaLnBrk="1" fontAlgn="base" latinLnBrk="0" hangingPunct="1">
              <a:lnSpc>
                <a:spcPct val="100000"/>
              </a:lnSpc>
              <a:spcBef>
                <a:spcPct val="50000"/>
              </a:spcBef>
              <a:spcAft>
                <a:spcPct val="0"/>
              </a:spcAft>
              <a:buClrTx/>
              <a:buSzTx/>
              <a:buFontTx/>
              <a:buNone/>
              <a:defRPr/>
            </a:pPr>
            <a:fld id="{91F8882B-1F6C-4657-A247-2AAB5CEA3B07}" type="slidenum">
              <a:rPr kumimoji="1" lang="zh-CN" altLang="en-US"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1" lang="en-US" altLang="zh-CN"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263650" y="404813"/>
            <a:ext cx="7772400" cy="720725"/>
          </a:xfrm>
        </p:spPr>
        <p:txBody>
          <a:bodyPr/>
          <a:lstStyle/>
          <a:p>
            <a:r>
              <a:rPr lang="zh-CN" altLang="en-US"/>
              <a:t>单击此处编辑母版标题样式</a:t>
            </a:r>
          </a:p>
        </p:txBody>
      </p:sp>
      <p:sp>
        <p:nvSpPr>
          <p:cNvPr id="3" name="文本占位符 2"/>
          <p:cNvSpPr>
            <a:spLocks noGrp="1"/>
          </p:cNvSpPr>
          <p:nvPr>
            <p:ph type="body" sz="half" idx="1"/>
          </p:nvPr>
        </p:nvSpPr>
        <p:spPr>
          <a:xfrm>
            <a:off x="685800" y="1319213"/>
            <a:ext cx="3810000" cy="461168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319213"/>
            <a:ext cx="3810000" cy="461168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页脚占位符 4"/>
          <p:cNvSpPr>
            <a:spLocks noGrp="1"/>
          </p:cNvSpPr>
          <p:nvPr>
            <p:ph type="ftr" sz="quarter" idx="10"/>
          </p:nvPr>
        </p:nvSpPr>
        <p:spPr/>
        <p:txBody>
          <a:body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1"/>
          </p:nvPr>
        </p:nvSpPr>
        <p:spPr/>
        <p:txBody>
          <a:bodyPr/>
          <a:lstStyle/>
          <a:p>
            <a:pPr marL="0" marR="0" lvl="0" indent="0" algn="r" defTabSz="914400" rtl="0" eaLnBrk="1" fontAlgn="base" latinLnBrk="0" hangingPunct="1">
              <a:lnSpc>
                <a:spcPct val="100000"/>
              </a:lnSpc>
              <a:spcBef>
                <a:spcPct val="50000"/>
              </a:spcBef>
              <a:spcAft>
                <a:spcPct val="0"/>
              </a:spcAft>
              <a:buClrTx/>
              <a:buSzTx/>
              <a:buFontTx/>
              <a:buNone/>
              <a:defRPr/>
            </a:pPr>
            <a:fld id="{91F8882B-1F6C-4657-A247-2AAB5CEA3B07}" type="slidenum">
              <a:rPr kumimoji="1" lang="zh-CN" altLang="en-US"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1" lang="en-US" altLang="zh-CN"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1263650" y="404813"/>
            <a:ext cx="7772400" cy="720725"/>
          </a:xfrm>
        </p:spPr>
        <p:txBody>
          <a:bodyPr/>
          <a:lstStyle/>
          <a:p>
            <a:r>
              <a:rPr lang="zh-CN" altLang="en-US"/>
              <a:t>单击此处编辑母版标题样式</a:t>
            </a:r>
          </a:p>
        </p:txBody>
      </p:sp>
      <p:sp>
        <p:nvSpPr>
          <p:cNvPr id="3" name="内容占位符 2"/>
          <p:cNvSpPr>
            <a:spLocks noGrp="1"/>
          </p:cNvSpPr>
          <p:nvPr>
            <p:ph sz="half" idx="1"/>
          </p:nvPr>
        </p:nvSpPr>
        <p:spPr>
          <a:xfrm>
            <a:off x="685800" y="1319213"/>
            <a:ext cx="3810000" cy="461168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48200" y="1319213"/>
            <a:ext cx="3810000" cy="222885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648200" y="3700463"/>
            <a:ext cx="3810000" cy="223043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10"/>
          </p:nvPr>
        </p:nvSpPr>
        <p:spPr/>
        <p:txBody>
          <a:body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1"/>
          </p:nvPr>
        </p:nvSpPr>
        <p:spPr/>
        <p:txBody>
          <a:bodyPr/>
          <a:lstStyle/>
          <a:p>
            <a:pPr marL="0" marR="0" lvl="0" indent="0" algn="r" defTabSz="914400" rtl="0" eaLnBrk="1" fontAlgn="base" latinLnBrk="0" hangingPunct="1">
              <a:lnSpc>
                <a:spcPct val="100000"/>
              </a:lnSpc>
              <a:spcBef>
                <a:spcPct val="50000"/>
              </a:spcBef>
              <a:spcAft>
                <a:spcPct val="0"/>
              </a:spcAft>
              <a:buClrTx/>
              <a:buSzTx/>
              <a:buFontTx/>
              <a:buNone/>
              <a:defRPr/>
            </a:pPr>
            <a:fld id="{91F8882B-1F6C-4657-A247-2AAB5CEA3B07}" type="slidenum">
              <a:rPr kumimoji="1" lang="zh-CN" altLang="en-US"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1" lang="en-US" altLang="zh-CN"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1263650" y="404813"/>
            <a:ext cx="7772400" cy="720725"/>
          </a:xfrm>
        </p:spPr>
        <p:txBody>
          <a:bodyPr/>
          <a:lstStyle/>
          <a:p>
            <a:r>
              <a:rPr lang="zh-CN" altLang="en-US"/>
              <a:t>单击此处编辑母版标题样式</a:t>
            </a:r>
          </a:p>
        </p:txBody>
      </p:sp>
      <p:sp>
        <p:nvSpPr>
          <p:cNvPr id="3" name="文本占位符 2"/>
          <p:cNvSpPr>
            <a:spLocks noGrp="1"/>
          </p:cNvSpPr>
          <p:nvPr>
            <p:ph type="body" sz="half" idx="1"/>
          </p:nvPr>
        </p:nvSpPr>
        <p:spPr>
          <a:xfrm>
            <a:off x="685800" y="1319213"/>
            <a:ext cx="3810000" cy="461168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48200" y="1319213"/>
            <a:ext cx="3810000" cy="222885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648200" y="3700463"/>
            <a:ext cx="3810000" cy="223043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10"/>
          </p:nvPr>
        </p:nvSpPr>
        <p:spPr/>
        <p:txBody>
          <a:body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1"/>
          </p:nvPr>
        </p:nvSpPr>
        <p:spPr/>
        <p:txBody>
          <a:bodyPr/>
          <a:lstStyle/>
          <a:p>
            <a:pPr marL="0" marR="0" lvl="0" indent="0" algn="r" defTabSz="914400" rtl="0" eaLnBrk="1" fontAlgn="base" latinLnBrk="0" hangingPunct="1">
              <a:lnSpc>
                <a:spcPct val="100000"/>
              </a:lnSpc>
              <a:spcBef>
                <a:spcPct val="50000"/>
              </a:spcBef>
              <a:spcAft>
                <a:spcPct val="0"/>
              </a:spcAft>
              <a:buClrTx/>
              <a:buSzTx/>
              <a:buFontTx/>
              <a:buNone/>
              <a:defRPr/>
            </a:pPr>
            <a:fld id="{91F8882B-1F6C-4657-A247-2AAB5CEA3B07}" type="slidenum">
              <a:rPr kumimoji="1" lang="zh-CN" altLang="en-US"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1" lang="en-US" altLang="zh-CN"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1263650" y="404813"/>
            <a:ext cx="7772400" cy="720725"/>
          </a:xfrm>
        </p:spPr>
        <p:txBody>
          <a:bodyPr/>
          <a:lstStyle/>
          <a:p>
            <a:r>
              <a:rPr lang="zh-CN" altLang="en-US"/>
              <a:t>单击此处编辑母版标题样式</a:t>
            </a:r>
          </a:p>
        </p:txBody>
      </p:sp>
      <p:sp>
        <p:nvSpPr>
          <p:cNvPr id="3" name="内容占位符 2"/>
          <p:cNvSpPr>
            <a:spLocks noGrp="1"/>
          </p:cNvSpPr>
          <p:nvPr>
            <p:ph sz="quarter" idx="1"/>
          </p:nvPr>
        </p:nvSpPr>
        <p:spPr>
          <a:xfrm>
            <a:off x="685800" y="1319213"/>
            <a:ext cx="3810000" cy="222885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48200" y="1319213"/>
            <a:ext cx="3810000" cy="222885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685800" y="3700463"/>
            <a:ext cx="3810000" cy="223043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内容占位符 5"/>
          <p:cNvSpPr>
            <a:spLocks noGrp="1"/>
          </p:cNvSpPr>
          <p:nvPr>
            <p:ph sz="quarter" idx="4"/>
          </p:nvPr>
        </p:nvSpPr>
        <p:spPr>
          <a:xfrm>
            <a:off x="4648200" y="3700463"/>
            <a:ext cx="3810000" cy="223043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页脚占位符 6"/>
          <p:cNvSpPr>
            <a:spLocks noGrp="1"/>
          </p:cNvSpPr>
          <p:nvPr>
            <p:ph type="ftr" sz="quarter" idx="10"/>
          </p:nvPr>
        </p:nvSpPr>
        <p:spPr/>
        <p:txBody>
          <a:body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灯片编号占位符 7"/>
          <p:cNvSpPr>
            <a:spLocks noGrp="1"/>
          </p:cNvSpPr>
          <p:nvPr>
            <p:ph type="sldNum" sz="quarter" idx="11"/>
          </p:nvPr>
        </p:nvSpPr>
        <p:spPr/>
        <p:txBody>
          <a:bodyPr/>
          <a:lstStyle/>
          <a:p>
            <a:pPr marL="0" marR="0" lvl="0" indent="0" algn="r" defTabSz="914400" rtl="0" eaLnBrk="1" fontAlgn="base" latinLnBrk="0" hangingPunct="1">
              <a:lnSpc>
                <a:spcPct val="100000"/>
              </a:lnSpc>
              <a:spcBef>
                <a:spcPct val="50000"/>
              </a:spcBef>
              <a:spcAft>
                <a:spcPct val="0"/>
              </a:spcAft>
              <a:buClrTx/>
              <a:buSzTx/>
              <a:buFontTx/>
              <a:buNone/>
              <a:defRPr/>
            </a:pPr>
            <a:fld id="{91F8882B-1F6C-4657-A247-2AAB5CEA3B07}" type="slidenum">
              <a:rPr kumimoji="1" lang="zh-CN" altLang="en-US"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1" lang="en-US" altLang="zh-CN"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页脚占位符 3"/>
          <p:cNvSpPr>
            <a:spLocks noGrp="1"/>
          </p:cNvSpPr>
          <p:nvPr>
            <p:ph type="ftr" sz="quarter" idx="10"/>
          </p:nvPr>
        </p:nvSpPr>
        <p:spPr/>
        <p:txBody>
          <a:body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marL="0" marR="0" lvl="0" indent="0" algn="r" defTabSz="914400" rtl="0" eaLnBrk="1" fontAlgn="base" latinLnBrk="0" hangingPunct="1">
              <a:lnSpc>
                <a:spcPct val="100000"/>
              </a:lnSpc>
              <a:spcBef>
                <a:spcPct val="50000"/>
              </a:spcBef>
              <a:spcAft>
                <a:spcPct val="0"/>
              </a:spcAft>
              <a:buClrTx/>
              <a:buSzTx/>
              <a:buFontTx/>
              <a:buNone/>
              <a:defRPr/>
            </a:pPr>
            <a:fld id="{91F8882B-1F6C-4657-A247-2AAB5CEA3B07}" type="slidenum">
              <a:rPr kumimoji="1" lang="zh-CN" altLang="en-US"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1" lang="en-US" altLang="zh-CN"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页脚占位符 3"/>
          <p:cNvSpPr>
            <a:spLocks noGrp="1"/>
          </p:cNvSpPr>
          <p:nvPr>
            <p:ph type="ftr" sz="quarter" idx="10"/>
          </p:nvPr>
        </p:nvSpPr>
        <p:spPr/>
        <p:txBody>
          <a:body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marL="0" marR="0" lvl="0" indent="0" algn="r" defTabSz="914400" rtl="0" eaLnBrk="1" fontAlgn="base" latinLnBrk="0" hangingPunct="1">
              <a:lnSpc>
                <a:spcPct val="100000"/>
              </a:lnSpc>
              <a:spcBef>
                <a:spcPct val="50000"/>
              </a:spcBef>
              <a:spcAft>
                <a:spcPct val="0"/>
              </a:spcAft>
              <a:buClrTx/>
              <a:buSzTx/>
              <a:buFontTx/>
              <a:buNone/>
              <a:defRPr/>
            </a:pPr>
            <a:fld id="{91F8882B-1F6C-4657-A247-2AAB5CEA3B07}" type="slidenum">
              <a:rPr kumimoji="1" lang="zh-CN" altLang="en-US"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1" lang="en-US" altLang="zh-CN"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页脚占位符 3"/>
          <p:cNvSpPr>
            <a:spLocks noGrp="1"/>
          </p:cNvSpPr>
          <p:nvPr>
            <p:ph type="ftr" sz="quarter" idx="10"/>
          </p:nvPr>
        </p:nvSpPr>
        <p:spPr/>
        <p:txBody>
          <a:body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marL="0" marR="0" lvl="0" indent="0" algn="r" defTabSz="914400" rtl="0" eaLnBrk="1" fontAlgn="base" latinLnBrk="0" hangingPunct="1">
              <a:lnSpc>
                <a:spcPct val="100000"/>
              </a:lnSpc>
              <a:spcBef>
                <a:spcPct val="50000"/>
              </a:spcBef>
              <a:spcAft>
                <a:spcPct val="0"/>
              </a:spcAft>
              <a:buClrTx/>
              <a:buSzTx/>
              <a:buFontTx/>
              <a:buNone/>
              <a:defRPr/>
            </a:pPr>
            <a:fld id="{91F8882B-1F6C-4657-A247-2AAB5CEA3B07}" type="slidenum">
              <a:rPr kumimoji="1" lang="zh-CN" altLang="en-US"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1" lang="en-US" altLang="zh-CN"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85800" y="1319213"/>
            <a:ext cx="3810000" cy="46116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319213"/>
            <a:ext cx="3810000" cy="46116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页脚占位符 4"/>
          <p:cNvSpPr>
            <a:spLocks noGrp="1"/>
          </p:cNvSpPr>
          <p:nvPr>
            <p:ph type="ftr" sz="quarter" idx="10"/>
          </p:nvPr>
        </p:nvSpPr>
        <p:spPr/>
        <p:txBody>
          <a:body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1"/>
          </p:nvPr>
        </p:nvSpPr>
        <p:spPr/>
        <p:txBody>
          <a:bodyPr/>
          <a:lstStyle/>
          <a:p>
            <a:pPr marL="0" marR="0" lvl="0" indent="0" algn="r" defTabSz="914400" rtl="0" eaLnBrk="1" fontAlgn="base" latinLnBrk="0" hangingPunct="1">
              <a:lnSpc>
                <a:spcPct val="100000"/>
              </a:lnSpc>
              <a:spcBef>
                <a:spcPct val="50000"/>
              </a:spcBef>
              <a:spcAft>
                <a:spcPct val="0"/>
              </a:spcAft>
              <a:buClrTx/>
              <a:buSzTx/>
              <a:buFontTx/>
              <a:buNone/>
              <a:defRPr/>
            </a:pPr>
            <a:fld id="{91F8882B-1F6C-4657-A247-2AAB5CEA3B07}" type="slidenum">
              <a:rPr kumimoji="1" lang="zh-CN" altLang="en-US"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1" lang="en-US" altLang="zh-CN"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页脚占位符 6"/>
          <p:cNvSpPr>
            <a:spLocks noGrp="1"/>
          </p:cNvSpPr>
          <p:nvPr>
            <p:ph type="ftr" sz="quarter" idx="10"/>
          </p:nvPr>
        </p:nvSpPr>
        <p:spPr/>
        <p:txBody>
          <a:body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灯片编号占位符 7"/>
          <p:cNvSpPr>
            <a:spLocks noGrp="1"/>
          </p:cNvSpPr>
          <p:nvPr>
            <p:ph type="sldNum" sz="quarter" idx="11"/>
          </p:nvPr>
        </p:nvSpPr>
        <p:spPr/>
        <p:txBody>
          <a:bodyPr/>
          <a:lstStyle/>
          <a:p>
            <a:pPr marL="0" marR="0" lvl="0" indent="0" algn="r" defTabSz="914400" rtl="0" eaLnBrk="1" fontAlgn="base" latinLnBrk="0" hangingPunct="1">
              <a:lnSpc>
                <a:spcPct val="100000"/>
              </a:lnSpc>
              <a:spcBef>
                <a:spcPct val="50000"/>
              </a:spcBef>
              <a:spcAft>
                <a:spcPct val="0"/>
              </a:spcAft>
              <a:buClrTx/>
              <a:buSzTx/>
              <a:buFontTx/>
              <a:buNone/>
              <a:defRPr/>
            </a:pPr>
            <a:fld id="{91F8882B-1F6C-4657-A247-2AAB5CEA3B07}" type="slidenum">
              <a:rPr kumimoji="1" lang="zh-CN" altLang="en-US"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1" lang="en-US" altLang="zh-CN"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页脚占位符 2"/>
          <p:cNvSpPr>
            <a:spLocks noGrp="1"/>
          </p:cNvSpPr>
          <p:nvPr>
            <p:ph type="ftr" sz="quarter" idx="10"/>
          </p:nvPr>
        </p:nvSpPr>
        <p:spPr/>
        <p:txBody>
          <a:body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灯片编号占位符 3"/>
          <p:cNvSpPr>
            <a:spLocks noGrp="1"/>
          </p:cNvSpPr>
          <p:nvPr>
            <p:ph type="sldNum" sz="quarter" idx="11"/>
          </p:nvPr>
        </p:nvSpPr>
        <p:spPr/>
        <p:txBody>
          <a:bodyPr/>
          <a:lstStyle/>
          <a:p>
            <a:pPr marL="0" marR="0" lvl="0" indent="0" algn="r" defTabSz="914400" rtl="0" eaLnBrk="1" fontAlgn="base" latinLnBrk="0" hangingPunct="1">
              <a:lnSpc>
                <a:spcPct val="100000"/>
              </a:lnSpc>
              <a:spcBef>
                <a:spcPct val="50000"/>
              </a:spcBef>
              <a:spcAft>
                <a:spcPct val="0"/>
              </a:spcAft>
              <a:buClrTx/>
              <a:buSzTx/>
              <a:buFontTx/>
              <a:buNone/>
              <a:defRPr/>
            </a:pPr>
            <a:fld id="{91F8882B-1F6C-4657-A247-2AAB5CEA3B07}" type="slidenum">
              <a:rPr kumimoji="1" lang="zh-CN" altLang="en-US"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1" lang="en-US" altLang="zh-CN"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 name="灯片编号占位符 2"/>
          <p:cNvSpPr>
            <a:spLocks noGrp="1"/>
          </p:cNvSpPr>
          <p:nvPr>
            <p:ph type="sldNum" sz="quarter" idx="11"/>
          </p:nvPr>
        </p:nvSpPr>
        <p:spPr/>
        <p:txBody>
          <a:bodyPr/>
          <a:lstStyle/>
          <a:p>
            <a:pPr marL="0" marR="0" lvl="0" indent="0" algn="r" defTabSz="914400" rtl="0" eaLnBrk="1" fontAlgn="base" latinLnBrk="0" hangingPunct="1">
              <a:lnSpc>
                <a:spcPct val="100000"/>
              </a:lnSpc>
              <a:spcBef>
                <a:spcPct val="50000"/>
              </a:spcBef>
              <a:spcAft>
                <a:spcPct val="0"/>
              </a:spcAft>
              <a:buClrTx/>
              <a:buSzTx/>
              <a:buFontTx/>
              <a:buNone/>
              <a:defRPr/>
            </a:pPr>
            <a:fld id="{91F8882B-1F6C-4657-A247-2AAB5CEA3B07}" type="slidenum">
              <a:rPr kumimoji="1" lang="zh-CN" altLang="en-US"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1" lang="en-US" altLang="zh-CN"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页脚占位符 4"/>
          <p:cNvSpPr>
            <a:spLocks noGrp="1"/>
          </p:cNvSpPr>
          <p:nvPr>
            <p:ph type="ftr" sz="quarter" idx="10"/>
          </p:nvPr>
        </p:nvSpPr>
        <p:spPr/>
        <p:txBody>
          <a:body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1"/>
          </p:nvPr>
        </p:nvSpPr>
        <p:spPr/>
        <p:txBody>
          <a:bodyPr/>
          <a:lstStyle/>
          <a:p>
            <a:pPr marL="0" marR="0" lvl="0" indent="0" algn="r" defTabSz="914400" rtl="0" eaLnBrk="1" fontAlgn="base" latinLnBrk="0" hangingPunct="1">
              <a:lnSpc>
                <a:spcPct val="100000"/>
              </a:lnSpc>
              <a:spcBef>
                <a:spcPct val="50000"/>
              </a:spcBef>
              <a:spcAft>
                <a:spcPct val="0"/>
              </a:spcAft>
              <a:buClrTx/>
              <a:buSzTx/>
              <a:buFontTx/>
              <a:buNone/>
              <a:defRPr/>
            </a:pPr>
            <a:fld id="{91F8882B-1F6C-4657-A247-2AAB5CEA3B07}" type="slidenum">
              <a:rPr kumimoji="1" lang="zh-CN" altLang="en-US"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1" lang="en-US" altLang="zh-CN"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1"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页脚占位符 4"/>
          <p:cNvSpPr>
            <a:spLocks noGrp="1"/>
          </p:cNvSpPr>
          <p:nvPr>
            <p:ph type="ftr" sz="quarter" idx="10"/>
          </p:nvPr>
        </p:nvSpPr>
        <p:spPr/>
        <p:txBody>
          <a:body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1"/>
          </p:nvPr>
        </p:nvSpPr>
        <p:spPr/>
        <p:txBody>
          <a:bodyPr/>
          <a:lstStyle/>
          <a:p>
            <a:pPr marL="0" marR="0" lvl="0" indent="0" algn="r" defTabSz="914400" rtl="0" eaLnBrk="1" fontAlgn="base" latinLnBrk="0" hangingPunct="1">
              <a:lnSpc>
                <a:spcPct val="100000"/>
              </a:lnSpc>
              <a:spcBef>
                <a:spcPct val="50000"/>
              </a:spcBef>
              <a:spcAft>
                <a:spcPct val="0"/>
              </a:spcAft>
              <a:buClrTx/>
              <a:buSzTx/>
              <a:buFontTx/>
              <a:buNone/>
              <a:defRPr/>
            </a:pPr>
            <a:fld id="{91F8882B-1F6C-4657-A247-2AAB5CEA3B07}" type="slidenum">
              <a:rPr kumimoji="1" lang="zh-CN" altLang="en-US"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1" lang="en-US" altLang="zh-CN"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页脚占位符 3"/>
          <p:cNvSpPr>
            <a:spLocks noGrp="1"/>
          </p:cNvSpPr>
          <p:nvPr>
            <p:ph type="ftr" sz="quarter" idx="10"/>
          </p:nvPr>
        </p:nvSpPr>
        <p:spPr/>
        <p:txBody>
          <a:body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marL="0" marR="0" lvl="0" indent="0" algn="r" defTabSz="914400" rtl="0" eaLnBrk="1" fontAlgn="base" latinLnBrk="0" hangingPunct="1">
              <a:lnSpc>
                <a:spcPct val="100000"/>
              </a:lnSpc>
              <a:spcBef>
                <a:spcPct val="50000"/>
              </a:spcBef>
              <a:spcAft>
                <a:spcPct val="0"/>
              </a:spcAft>
              <a:buClrTx/>
              <a:buSzTx/>
              <a:buFontTx/>
              <a:buNone/>
              <a:defRPr/>
            </a:pPr>
            <a:fld id="{91F8882B-1F6C-4657-A247-2AAB5CEA3B07}" type="slidenum">
              <a:rPr kumimoji="1" lang="zh-CN" altLang="en-US"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1" lang="en-US" altLang="zh-CN"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948488" y="404813"/>
            <a:ext cx="2087562" cy="5526087"/>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85800" y="404813"/>
            <a:ext cx="6110288" cy="5526087"/>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页脚占位符 3"/>
          <p:cNvSpPr>
            <a:spLocks noGrp="1"/>
          </p:cNvSpPr>
          <p:nvPr>
            <p:ph type="ftr" sz="quarter" idx="10"/>
          </p:nvPr>
        </p:nvSpPr>
        <p:spPr/>
        <p:txBody>
          <a:body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marL="0" marR="0" lvl="0" indent="0" algn="r" defTabSz="914400" rtl="0" eaLnBrk="1" fontAlgn="base" latinLnBrk="0" hangingPunct="1">
              <a:lnSpc>
                <a:spcPct val="100000"/>
              </a:lnSpc>
              <a:spcBef>
                <a:spcPct val="50000"/>
              </a:spcBef>
              <a:spcAft>
                <a:spcPct val="0"/>
              </a:spcAft>
              <a:buClrTx/>
              <a:buSzTx/>
              <a:buFontTx/>
              <a:buNone/>
              <a:defRPr/>
            </a:pPr>
            <a:fld id="{91F8882B-1F6C-4657-A247-2AAB5CEA3B07}" type="slidenum">
              <a:rPr kumimoji="1" lang="zh-CN" altLang="en-US"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1" lang="en-US" altLang="zh-CN"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85800" y="404813"/>
            <a:ext cx="8350250" cy="552608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页脚占位符 2"/>
          <p:cNvSpPr>
            <a:spLocks noGrp="1"/>
          </p:cNvSpPr>
          <p:nvPr>
            <p:ph type="ftr" sz="quarter" idx="10"/>
          </p:nvPr>
        </p:nvSpPr>
        <p:spPr/>
        <p:txBody>
          <a:body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灯片编号占位符 3"/>
          <p:cNvSpPr>
            <a:spLocks noGrp="1"/>
          </p:cNvSpPr>
          <p:nvPr>
            <p:ph type="sldNum" sz="quarter" idx="11"/>
          </p:nvPr>
        </p:nvSpPr>
        <p:spPr/>
        <p:txBody>
          <a:bodyPr/>
          <a:lstStyle/>
          <a:p>
            <a:pPr marL="0" marR="0" lvl="0" indent="0" algn="r" defTabSz="914400" rtl="0" eaLnBrk="1" fontAlgn="base" latinLnBrk="0" hangingPunct="1">
              <a:lnSpc>
                <a:spcPct val="100000"/>
              </a:lnSpc>
              <a:spcBef>
                <a:spcPct val="50000"/>
              </a:spcBef>
              <a:spcAft>
                <a:spcPct val="0"/>
              </a:spcAft>
              <a:buClrTx/>
              <a:buSzTx/>
              <a:buFontTx/>
              <a:buNone/>
              <a:defRPr/>
            </a:pPr>
            <a:fld id="{91F8882B-1F6C-4657-A247-2AAB5CEA3B07}" type="slidenum">
              <a:rPr kumimoji="1" lang="zh-CN" altLang="en-US"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1" lang="en-US" altLang="zh-CN"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263650" y="404813"/>
            <a:ext cx="7772400" cy="720725"/>
          </a:xfrm>
        </p:spPr>
        <p:txBody>
          <a:bodyPr/>
          <a:lstStyle/>
          <a:p>
            <a:r>
              <a:rPr lang="zh-CN" altLang="en-US"/>
              <a:t>单击此处编辑母版标题样式</a:t>
            </a:r>
          </a:p>
        </p:txBody>
      </p:sp>
      <p:sp>
        <p:nvSpPr>
          <p:cNvPr id="3" name="文本占位符 2"/>
          <p:cNvSpPr>
            <a:spLocks noGrp="1"/>
          </p:cNvSpPr>
          <p:nvPr>
            <p:ph type="body" sz="half" idx="1"/>
          </p:nvPr>
        </p:nvSpPr>
        <p:spPr>
          <a:xfrm>
            <a:off x="685800" y="1319213"/>
            <a:ext cx="3810000" cy="461168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319213"/>
            <a:ext cx="3810000" cy="461168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页脚占位符 4"/>
          <p:cNvSpPr>
            <a:spLocks noGrp="1"/>
          </p:cNvSpPr>
          <p:nvPr>
            <p:ph type="ftr" sz="quarter" idx="10"/>
          </p:nvPr>
        </p:nvSpPr>
        <p:spPr/>
        <p:txBody>
          <a:body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1"/>
          </p:nvPr>
        </p:nvSpPr>
        <p:spPr/>
        <p:txBody>
          <a:bodyPr/>
          <a:lstStyle/>
          <a:p>
            <a:pPr marL="0" marR="0" lvl="0" indent="0" algn="r" defTabSz="914400" rtl="0" eaLnBrk="1" fontAlgn="base" latinLnBrk="0" hangingPunct="1">
              <a:lnSpc>
                <a:spcPct val="100000"/>
              </a:lnSpc>
              <a:spcBef>
                <a:spcPct val="50000"/>
              </a:spcBef>
              <a:spcAft>
                <a:spcPct val="0"/>
              </a:spcAft>
              <a:buClrTx/>
              <a:buSzTx/>
              <a:buFontTx/>
              <a:buNone/>
              <a:defRPr/>
            </a:pPr>
            <a:fld id="{91F8882B-1F6C-4657-A247-2AAB5CEA3B07}" type="slidenum">
              <a:rPr kumimoji="1" lang="zh-CN" altLang="en-US"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1" lang="en-US" altLang="zh-CN"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1263650" y="404813"/>
            <a:ext cx="7772400" cy="720725"/>
          </a:xfrm>
        </p:spPr>
        <p:txBody>
          <a:bodyPr/>
          <a:lstStyle/>
          <a:p>
            <a:r>
              <a:rPr lang="zh-CN" altLang="en-US"/>
              <a:t>单击此处编辑母版标题样式</a:t>
            </a:r>
          </a:p>
        </p:txBody>
      </p:sp>
      <p:sp>
        <p:nvSpPr>
          <p:cNvPr id="3" name="内容占位符 2"/>
          <p:cNvSpPr>
            <a:spLocks noGrp="1"/>
          </p:cNvSpPr>
          <p:nvPr>
            <p:ph sz="half" idx="1"/>
          </p:nvPr>
        </p:nvSpPr>
        <p:spPr>
          <a:xfrm>
            <a:off x="685800" y="1319213"/>
            <a:ext cx="3810000" cy="461168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48200" y="1319213"/>
            <a:ext cx="3810000" cy="222885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648200" y="3700463"/>
            <a:ext cx="3810000" cy="223043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10"/>
          </p:nvPr>
        </p:nvSpPr>
        <p:spPr/>
        <p:txBody>
          <a:body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1"/>
          </p:nvPr>
        </p:nvSpPr>
        <p:spPr/>
        <p:txBody>
          <a:bodyPr/>
          <a:lstStyle/>
          <a:p>
            <a:pPr marL="0" marR="0" lvl="0" indent="0" algn="r" defTabSz="914400" rtl="0" eaLnBrk="1" fontAlgn="base" latinLnBrk="0" hangingPunct="1">
              <a:lnSpc>
                <a:spcPct val="100000"/>
              </a:lnSpc>
              <a:spcBef>
                <a:spcPct val="50000"/>
              </a:spcBef>
              <a:spcAft>
                <a:spcPct val="0"/>
              </a:spcAft>
              <a:buClrTx/>
              <a:buSzTx/>
              <a:buFontTx/>
              <a:buNone/>
              <a:defRPr/>
            </a:pPr>
            <a:fld id="{91F8882B-1F6C-4657-A247-2AAB5CEA3B07}" type="slidenum">
              <a:rPr kumimoji="1" lang="zh-CN" altLang="en-US"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1" lang="en-US" altLang="zh-CN"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1263650" y="404813"/>
            <a:ext cx="7772400" cy="720725"/>
          </a:xfrm>
        </p:spPr>
        <p:txBody>
          <a:bodyPr/>
          <a:lstStyle/>
          <a:p>
            <a:r>
              <a:rPr lang="zh-CN" altLang="en-US"/>
              <a:t>单击此处编辑母版标题样式</a:t>
            </a:r>
          </a:p>
        </p:txBody>
      </p:sp>
      <p:sp>
        <p:nvSpPr>
          <p:cNvPr id="3" name="文本占位符 2"/>
          <p:cNvSpPr>
            <a:spLocks noGrp="1"/>
          </p:cNvSpPr>
          <p:nvPr>
            <p:ph type="body" sz="half" idx="1"/>
          </p:nvPr>
        </p:nvSpPr>
        <p:spPr>
          <a:xfrm>
            <a:off x="685800" y="1319213"/>
            <a:ext cx="3810000" cy="461168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48200" y="1319213"/>
            <a:ext cx="3810000" cy="222885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648200" y="3700463"/>
            <a:ext cx="3810000" cy="223043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10"/>
          </p:nvPr>
        </p:nvSpPr>
        <p:spPr/>
        <p:txBody>
          <a:body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1"/>
          </p:nvPr>
        </p:nvSpPr>
        <p:spPr/>
        <p:txBody>
          <a:bodyPr/>
          <a:lstStyle/>
          <a:p>
            <a:pPr marL="0" marR="0" lvl="0" indent="0" algn="r" defTabSz="914400" rtl="0" eaLnBrk="1" fontAlgn="base" latinLnBrk="0" hangingPunct="1">
              <a:lnSpc>
                <a:spcPct val="100000"/>
              </a:lnSpc>
              <a:spcBef>
                <a:spcPct val="50000"/>
              </a:spcBef>
              <a:spcAft>
                <a:spcPct val="0"/>
              </a:spcAft>
              <a:buClrTx/>
              <a:buSzTx/>
              <a:buFontTx/>
              <a:buNone/>
              <a:defRPr/>
            </a:pPr>
            <a:fld id="{91F8882B-1F6C-4657-A247-2AAB5CEA3B07}" type="slidenum">
              <a:rPr kumimoji="1" lang="zh-CN" altLang="en-US"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1" lang="en-US" altLang="zh-CN"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1263650" y="404813"/>
            <a:ext cx="7772400" cy="720725"/>
          </a:xfrm>
        </p:spPr>
        <p:txBody>
          <a:bodyPr/>
          <a:lstStyle/>
          <a:p>
            <a:r>
              <a:rPr lang="zh-CN" altLang="en-US"/>
              <a:t>单击此处编辑母版标题样式</a:t>
            </a:r>
          </a:p>
        </p:txBody>
      </p:sp>
      <p:sp>
        <p:nvSpPr>
          <p:cNvPr id="3" name="内容占位符 2"/>
          <p:cNvSpPr>
            <a:spLocks noGrp="1"/>
          </p:cNvSpPr>
          <p:nvPr>
            <p:ph sz="quarter" idx="1"/>
          </p:nvPr>
        </p:nvSpPr>
        <p:spPr>
          <a:xfrm>
            <a:off x="685800" y="1319213"/>
            <a:ext cx="3810000" cy="222885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48200" y="1319213"/>
            <a:ext cx="3810000" cy="222885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685800" y="3700463"/>
            <a:ext cx="3810000" cy="223043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内容占位符 5"/>
          <p:cNvSpPr>
            <a:spLocks noGrp="1"/>
          </p:cNvSpPr>
          <p:nvPr>
            <p:ph sz="quarter" idx="4"/>
          </p:nvPr>
        </p:nvSpPr>
        <p:spPr>
          <a:xfrm>
            <a:off x="4648200" y="3700463"/>
            <a:ext cx="3810000" cy="223043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页脚占位符 6"/>
          <p:cNvSpPr>
            <a:spLocks noGrp="1"/>
          </p:cNvSpPr>
          <p:nvPr>
            <p:ph type="ftr" sz="quarter" idx="10"/>
          </p:nvPr>
        </p:nvSpPr>
        <p:spPr/>
        <p:txBody>
          <a:body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灯片编号占位符 7"/>
          <p:cNvSpPr>
            <a:spLocks noGrp="1"/>
          </p:cNvSpPr>
          <p:nvPr>
            <p:ph type="sldNum" sz="quarter" idx="11"/>
          </p:nvPr>
        </p:nvSpPr>
        <p:spPr/>
        <p:txBody>
          <a:bodyPr/>
          <a:lstStyle/>
          <a:p>
            <a:pPr marL="0" marR="0" lvl="0" indent="0" algn="r" defTabSz="914400" rtl="0" eaLnBrk="1" fontAlgn="base" latinLnBrk="0" hangingPunct="1">
              <a:lnSpc>
                <a:spcPct val="100000"/>
              </a:lnSpc>
              <a:spcBef>
                <a:spcPct val="50000"/>
              </a:spcBef>
              <a:spcAft>
                <a:spcPct val="0"/>
              </a:spcAft>
              <a:buClrTx/>
              <a:buSzTx/>
              <a:buFontTx/>
              <a:buNone/>
              <a:defRPr/>
            </a:pPr>
            <a:fld id="{91F8882B-1F6C-4657-A247-2AAB5CEA3B07}" type="slidenum">
              <a:rPr kumimoji="1" lang="zh-CN" altLang="en-US"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1" lang="en-US" altLang="zh-CN"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pPr fontAlgn="base"/>
            <a:r>
              <a:rPr lang="zh-CN" altLang="en-US" strike="noStrike" noProof="1"/>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pPr fontAlgn="base"/>
            <a:r>
              <a:rPr lang="zh-CN" altLang="en-US" strike="noStrike" noProof="1"/>
              <a:t>单击此处编辑母版副标题样式</a:t>
            </a:r>
          </a:p>
        </p:txBody>
      </p:sp>
      <p:sp>
        <p:nvSpPr>
          <p:cNvPr id="4" name="页脚占位符 3"/>
          <p:cNvSpPr>
            <a:spLocks noGrp="1"/>
          </p:cNvSpPr>
          <p:nvPr>
            <p:ph type="ftr" sz="quarter" idx="10"/>
          </p:nvPr>
        </p:nvSpPr>
        <p:spPr/>
        <p:txBody>
          <a:bodyPr/>
          <a:lstStyle/>
          <a:p>
            <a:pPr marL="0" marR="0" lvl="0" indent="0" algn="ctr" defTabSz="914400" rtl="0" eaLnBrk="1" fontAlgn="base" latinLnBrk="0" hangingPunct="1">
              <a:spcBef>
                <a:spcPct val="5000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lvl="0" algn="r" eaLnBrk="1" fontAlgn="base" hangingPunct="1">
              <a:spcBef>
                <a:spcPct val="50000"/>
              </a:spcBef>
            </a:pPr>
            <a:fld id="{9A0DB2DC-4C9A-4742-B13C-FB6460FD3503}" type="slidenum">
              <a:rPr lang="zh-CN" altLang="en-US" sz="1400" b="1" strike="noStrike" noProof="1" dirty="0">
                <a:latin typeface="Times New Roman" panose="02020603050405020304" pitchFamily="18" charset="0"/>
                <a:ea typeface="宋体" panose="02010600030101010101" pitchFamily="2" charset="-122"/>
                <a:cs typeface="+mn-ea"/>
              </a:rPr>
              <a:t>‹#›</a:t>
            </a:fld>
            <a:endParaRPr lang="en-US" altLang="zh-CN" sz="1400" b="1" strike="noStrike" noProof="1"/>
          </a:p>
        </p:txBody>
      </p:sp>
    </p:spTree>
    <p:extLst>
      <p:ext uri="{BB962C8B-B14F-4D97-AF65-F5344CB8AC3E}">
        <p14:creationId xmlns:p14="http://schemas.microsoft.com/office/powerpoint/2010/main" val="4010098317"/>
      </p:ext>
    </p:extLst>
  </p:cSld>
  <p:clrMapOvr>
    <a:masterClrMapping/>
  </p:clrMapOv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页脚占位符 3"/>
          <p:cNvSpPr>
            <a:spLocks noGrp="1"/>
          </p:cNvSpPr>
          <p:nvPr>
            <p:ph type="ftr" sz="quarter" idx="10"/>
          </p:nvPr>
        </p:nvSpPr>
        <p:spPr/>
        <p:txBody>
          <a:bodyPr/>
          <a:lstStyle/>
          <a:p>
            <a:pPr marL="0" marR="0" lvl="0" indent="0" algn="ctr" defTabSz="914400" rtl="0" eaLnBrk="1" fontAlgn="base" latinLnBrk="0" hangingPunct="1">
              <a:spcBef>
                <a:spcPct val="5000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lvl="0" algn="r" eaLnBrk="1" fontAlgn="base" hangingPunct="1">
              <a:spcBef>
                <a:spcPct val="50000"/>
              </a:spcBef>
            </a:pPr>
            <a:fld id="{9A0DB2DC-4C9A-4742-B13C-FB6460FD3503}" type="slidenum">
              <a:rPr lang="zh-CN" altLang="en-US" sz="1400" b="1" strike="noStrike" noProof="1" dirty="0">
                <a:latin typeface="Times New Roman" panose="02020603050405020304" pitchFamily="18" charset="0"/>
                <a:ea typeface="宋体" panose="02010600030101010101" pitchFamily="2" charset="-122"/>
                <a:cs typeface="+mn-ea"/>
              </a:rPr>
              <a:t>‹#›</a:t>
            </a:fld>
            <a:endParaRPr lang="en-US" altLang="zh-CN" sz="1400" b="1" strike="noStrike" noProof="1"/>
          </a:p>
        </p:txBody>
      </p:sp>
    </p:spTree>
    <p:extLst>
      <p:ext uri="{BB962C8B-B14F-4D97-AF65-F5344CB8AC3E}">
        <p14:creationId xmlns:p14="http://schemas.microsoft.com/office/powerpoint/2010/main" val="358998455"/>
      </p:ext>
    </p:extLst>
  </p:cSld>
  <p:clrMapOvr>
    <a:masterClrMapping/>
  </p:clrMapOv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p>
        </p:txBody>
      </p:sp>
      <p:sp>
        <p:nvSpPr>
          <p:cNvPr id="4" name="页脚占位符 3"/>
          <p:cNvSpPr>
            <a:spLocks noGrp="1"/>
          </p:cNvSpPr>
          <p:nvPr>
            <p:ph type="ftr" sz="quarter" idx="10"/>
          </p:nvPr>
        </p:nvSpPr>
        <p:spPr/>
        <p:txBody>
          <a:bodyPr/>
          <a:lstStyle/>
          <a:p>
            <a:pPr marL="0" marR="0" lvl="0" indent="0" algn="ctr" defTabSz="914400" rtl="0" eaLnBrk="1" fontAlgn="base" latinLnBrk="0" hangingPunct="1">
              <a:spcBef>
                <a:spcPct val="5000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lvl="0" algn="r" eaLnBrk="1" fontAlgn="base" hangingPunct="1">
              <a:spcBef>
                <a:spcPct val="50000"/>
              </a:spcBef>
            </a:pPr>
            <a:fld id="{9A0DB2DC-4C9A-4742-B13C-FB6460FD3503}" type="slidenum">
              <a:rPr lang="zh-CN" altLang="en-US" sz="1400" b="1" strike="noStrike" noProof="1" dirty="0">
                <a:latin typeface="Times New Roman" panose="02020603050405020304" pitchFamily="18" charset="0"/>
                <a:ea typeface="宋体" panose="02010600030101010101" pitchFamily="2" charset="-122"/>
                <a:cs typeface="+mn-ea"/>
              </a:rPr>
              <a:t>‹#›</a:t>
            </a:fld>
            <a:endParaRPr lang="en-US" altLang="zh-CN" sz="1400" b="1" strike="noStrike" noProof="1"/>
          </a:p>
        </p:txBody>
      </p:sp>
    </p:spTree>
    <p:extLst>
      <p:ext uri="{BB962C8B-B14F-4D97-AF65-F5344CB8AC3E}">
        <p14:creationId xmlns:p14="http://schemas.microsoft.com/office/powerpoint/2010/main" val="3755891973"/>
      </p:ext>
    </p:extLst>
  </p:cSld>
  <p:clrMapOvr>
    <a:masterClrMapping/>
  </p:clrMapOvr>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685800" y="1319213"/>
            <a:ext cx="3810000" cy="46116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48200" y="1319213"/>
            <a:ext cx="3810000" cy="46116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页脚占位符 4"/>
          <p:cNvSpPr>
            <a:spLocks noGrp="1"/>
          </p:cNvSpPr>
          <p:nvPr>
            <p:ph type="ftr" sz="quarter" idx="10"/>
          </p:nvPr>
        </p:nvSpPr>
        <p:spPr/>
        <p:txBody>
          <a:bodyPr/>
          <a:lstStyle/>
          <a:p>
            <a:pPr marL="0" marR="0" lvl="0" indent="0" algn="ctr" defTabSz="914400" rtl="0" eaLnBrk="1" fontAlgn="base" latinLnBrk="0" hangingPunct="1">
              <a:spcBef>
                <a:spcPct val="5000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1"/>
          </p:nvPr>
        </p:nvSpPr>
        <p:spPr/>
        <p:txBody>
          <a:bodyPr/>
          <a:lstStyle/>
          <a:p>
            <a:pPr lvl="0" algn="r" eaLnBrk="1" fontAlgn="base" hangingPunct="1">
              <a:spcBef>
                <a:spcPct val="50000"/>
              </a:spcBef>
            </a:pPr>
            <a:fld id="{9A0DB2DC-4C9A-4742-B13C-FB6460FD3503}" type="slidenum">
              <a:rPr lang="zh-CN" altLang="en-US" sz="1400" b="1" strike="noStrike" noProof="1" dirty="0">
                <a:latin typeface="Times New Roman" panose="02020603050405020304" pitchFamily="18" charset="0"/>
                <a:ea typeface="宋体" panose="02010600030101010101" pitchFamily="2" charset="-122"/>
                <a:cs typeface="+mn-ea"/>
              </a:rPr>
              <a:t>‹#›</a:t>
            </a:fld>
            <a:endParaRPr lang="en-US" altLang="zh-CN" sz="1400" b="1" strike="noStrike" noProof="1"/>
          </a:p>
        </p:txBody>
      </p:sp>
    </p:spTree>
    <p:extLst>
      <p:ext uri="{BB962C8B-B14F-4D97-AF65-F5344CB8AC3E}">
        <p14:creationId xmlns:p14="http://schemas.microsoft.com/office/powerpoint/2010/main" val="1959924285"/>
      </p:ext>
    </p:extLst>
  </p:cSld>
  <p:clrMapOvr>
    <a:masterClrMapping/>
  </p:clrMapOv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7" name="页脚占位符 6"/>
          <p:cNvSpPr>
            <a:spLocks noGrp="1"/>
          </p:cNvSpPr>
          <p:nvPr>
            <p:ph type="ftr" sz="quarter" idx="10"/>
          </p:nvPr>
        </p:nvSpPr>
        <p:spPr/>
        <p:txBody>
          <a:bodyPr/>
          <a:lstStyle/>
          <a:p>
            <a:pPr marL="0" marR="0" lvl="0" indent="0" algn="ctr" defTabSz="914400" rtl="0" eaLnBrk="1" fontAlgn="base" latinLnBrk="0" hangingPunct="1">
              <a:spcBef>
                <a:spcPct val="5000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灯片编号占位符 7"/>
          <p:cNvSpPr>
            <a:spLocks noGrp="1"/>
          </p:cNvSpPr>
          <p:nvPr>
            <p:ph type="sldNum" sz="quarter" idx="11"/>
          </p:nvPr>
        </p:nvSpPr>
        <p:spPr/>
        <p:txBody>
          <a:bodyPr/>
          <a:lstStyle/>
          <a:p>
            <a:pPr lvl="0" algn="r" eaLnBrk="1" fontAlgn="base" hangingPunct="1">
              <a:spcBef>
                <a:spcPct val="50000"/>
              </a:spcBef>
            </a:pPr>
            <a:fld id="{9A0DB2DC-4C9A-4742-B13C-FB6460FD3503}" type="slidenum">
              <a:rPr lang="zh-CN" altLang="en-US" sz="1400" b="1" strike="noStrike" noProof="1" dirty="0">
                <a:latin typeface="Times New Roman" panose="02020603050405020304" pitchFamily="18" charset="0"/>
                <a:ea typeface="宋体" panose="02010600030101010101" pitchFamily="2" charset="-122"/>
                <a:cs typeface="+mn-ea"/>
              </a:rPr>
              <a:t>‹#›</a:t>
            </a:fld>
            <a:endParaRPr lang="en-US" altLang="zh-CN" sz="1400" b="1" strike="noStrike" noProof="1"/>
          </a:p>
        </p:txBody>
      </p:sp>
    </p:spTree>
    <p:extLst>
      <p:ext uri="{BB962C8B-B14F-4D97-AF65-F5344CB8AC3E}">
        <p14:creationId xmlns:p14="http://schemas.microsoft.com/office/powerpoint/2010/main" val="1575259262"/>
      </p:ext>
    </p:extLst>
  </p:cSld>
  <p:clrMapOvr>
    <a:masterClrMapping/>
  </p:clrMapOvr>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页脚占位符 2"/>
          <p:cNvSpPr>
            <a:spLocks noGrp="1"/>
          </p:cNvSpPr>
          <p:nvPr>
            <p:ph type="ftr" sz="quarter" idx="10"/>
          </p:nvPr>
        </p:nvSpPr>
        <p:spPr/>
        <p:txBody>
          <a:bodyPr/>
          <a:lstStyle/>
          <a:p>
            <a:pPr marL="0" marR="0" lvl="0" indent="0" algn="ctr" defTabSz="914400" rtl="0" eaLnBrk="1" fontAlgn="base" latinLnBrk="0" hangingPunct="1">
              <a:spcBef>
                <a:spcPct val="5000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灯片编号占位符 3"/>
          <p:cNvSpPr>
            <a:spLocks noGrp="1"/>
          </p:cNvSpPr>
          <p:nvPr>
            <p:ph type="sldNum" sz="quarter" idx="11"/>
          </p:nvPr>
        </p:nvSpPr>
        <p:spPr/>
        <p:txBody>
          <a:bodyPr/>
          <a:lstStyle/>
          <a:p>
            <a:pPr lvl="0" algn="r" eaLnBrk="1" fontAlgn="base" hangingPunct="1">
              <a:spcBef>
                <a:spcPct val="50000"/>
              </a:spcBef>
            </a:pPr>
            <a:fld id="{9A0DB2DC-4C9A-4742-B13C-FB6460FD3503}" type="slidenum">
              <a:rPr lang="zh-CN" altLang="en-US" sz="1400" b="1" strike="noStrike" noProof="1" dirty="0">
                <a:latin typeface="Times New Roman" panose="02020603050405020304" pitchFamily="18" charset="0"/>
                <a:ea typeface="宋体" panose="02010600030101010101" pitchFamily="2" charset="-122"/>
                <a:cs typeface="+mn-ea"/>
              </a:rPr>
              <a:t>‹#›</a:t>
            </a:fld>
            <a:endParaRPr lang="en-US" altLang="zh-CN" sz="1400" b="1" strike="noStrike" noProof="1"/>
          </a:p>
        </p:txBody>
      </p:sp>
    </p:spTree>
    <p:extLst>
      <p:ext uri="{BB962C8B-B14F-4D97-AF65-F5344CB8AC3E}">
        <p14:creationId xmlns:p14="http://schemas.microsoft.com/office/powerpoint/2010/main" val="799765209"/>
      </p:ext>
    </p:extLst>
  </p:cSld>
  <p:clrMapOvr>
    <a:masterClrMapping/>
  </p:clrMapOvr>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marL="0" marR="0" lvl="0" indent="0" algn="ctr" defTabSz="914400" rtl="0" eaLnBrk="1" fontAlgn="base" latinLnBrk="0" hangingPunct="1">
              <a:spcBef>
                <a:spcPct val="5000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 name="灯片编号占位符 2"/>
          <p:cNvSpPr>
            <a:spLocks noGrp="1"/>
          </p:cNvSpPr>
          <p:nvPr>
            <p:ph type="sldNum" sz="quarter" idx="11"/>
          </p:nvPr>
        </p:nvSpPr>
        <p:spPr/>
        <p:txBody>
          <a:bodyPr/>
          <a:lstStyle/>
          <a:p>
            <a:pPr lvl="0" algn="r" eaLnBrk="1" fontAlgn="base" hangingPunct="1">
              <a:spcBef>
                <a:spcPct val="50000"/>
              </a:spcBef>
            </a:pPr>
            <a:fld id="{9A0DB2DC-4C9A-4742-B13C-FB6460FD3503}" type="slidenum">
              <a:rPr lang="zh-CN" altLang="en-US" sz="1400" b="1" strike="noStrike" noProof="1" dirty="0">
                <a:latin typeface="Times New Roman" panose="02020603050405020304" pitchFamily="18" charset="0"/>
                <a:ea typeface="宋体" panose="02010600030101010101" pitchFamily="2" charset="-122"/>
                <a:cs typeface="+mn-ea"/>
              </a:rPr>
              <a:t>‹#›</a:t>
            </a:fld>
            <a:endParaRPr lang="en-US" altLang="zh-CN" sz="1400" b="1" strike="noStrike" noProof="1"/>
          </a:p>
        </p:txBody>
      </p:sp>
    </p:spTree>
    <p:extLst>
      <p:ext uri="{BB962C8B-B14F-4D97-AF65-F5344CB8AC3E}">
        <p14:creationId xmlns:p14="http://schemas.microsoft.com/office/powerpoint/2010/main" val="947531619"/>
      </p:ext>
    </p:extLst>
  </p:cSld>
  <p:clrMapOvr>
    <a:masterClrMapping/>
  </p:clrMapOvr>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5" name="页脚占位符 4"/>
          <p:cNvSpPr>
            <a:spLocks noGrp="1"/>
          </p:cNvSpPr>
          <p:nvPr>
            <p:ph type="ftr" sz="quarter" idx="10"/>
          </p:nvPr>
        </p:nvSpPr>
        <p:spPr/>
        <p:txBody>
          <a:bodyPr/>
          <a:lstStyle/>
          <a:p>
            <a:pPr marL="0" marR="0" lvl="0" indent="0" algn="ctr" defTabSz="914400" rtl="0" eaLnBrk="1" fontAlgn="base" latinLnBrk="0" hangingPunct="1">
              <a:spcBef>
                <a:spcPct val="5000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1"/>
          </p:nvPr>
        </p:nvSpPr>
        <p:spPr/>
        <p:txBody>
          <a:bodyPr/>
          <a:lstStyle/>
          <a:p>
            <a:pPr lvl="0" algn="r" eaLnBrk="1" fontAlgn="base" hangingPunct="1">
              <a:spcBef>
                <a:spcPct val="50000"/>
              </a:spcBef>
            </a:pPr>
            <a:fld id="{9A0DB2DC-4C9A-4742-B13C-FB6460FD3503}" type="slidenum">
              <a:rPr lang="zh-CN" altLang="en-US" sz="1400" b="1" strike="noStrike" noProof="1" dirty="0">
                <a:latin typeface="Times New Roman" panose="02020603050405020304" pitchFamily="18" charset="0"/>
                <a:ea typeface="宋体" panose="02010600030101010101" pitchFamily="2" charset="-122"/>
                <a:cs typeface="+mn-ea"/>
              </a:rPr>
              <a:t>‹#›</a:t>
            </a:fld>
            <a:endParaRPr lang="en-US" altLang="zh-CN" sz="1400" b="1" strike="noStrike" noProof="1"/>
          </a:p>
        </p:txBody>
      </p:sp>
    </p:spTree>
    <p:extLst>
      <p:ext uri="{BB962C8B-B14F-4D97-AF65-F5344CB8AC3E}">
        <p14:creationId xmlns:p14="http://schemas.microsoft.com/office/powerpoint/2010/main" val="1807356446"/>
      </p:ext>
    </p:extLst>
  </p:cSld>
  <p:clrMapOvr>
    <a:masterClrMapping/>
  </p:clrMapOvr>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spcBef>
                <a:spcPct val="20000"/>
              </a:spcBef>
              <a:spcAft>
                <a:spcPct val="0"/>
              </a:spcAft>
              <a:buClrTx/>
              <a:buSzTx/>
              <a:buFontTx/>
              <a:buNone/>
              <a:defRPr/>
            </a:pPr>
            <a:endParaRPr kumimoji="1"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5" name="页脚占位符 4"/>
          <p:cNvSpPr>
            <a:spLocks noGrp="1"/>
          </p:cNvSpPr>
          <p:nvPr>
            <p:ph type="ftr" sz="quarter" idx="10"/>
          </p:nvPr>
        </p:nvSpPr>
        <p:spPr/>
        <p:txBody>
          <a:bodyPr/>
          <a:lstStyle/>
          <a:p>
            <a:pPr marL="0" marR="0" lvl="0" indent="0" algn="ctr" defTabSz="914400" rtl="0" eaLnBrk="1" fontAlgn="base" latinLnBrk="0" hangingPunct="1">
              <a:spcBef>
                <a:spcPct val="5000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1"/>
          </p:nvPr>
        </p:nvSpPr>
        <p:spPr/>
        <p:txBody>
          <a:bodyPr/>
          <a:lstStyle/>
          <a:p>
            <a:pPr lvl="0" algn="r" eaLnBrk="1" fontAlgn="base" hangingPunct="1">
              <a:spcBef>
                <a:spcPct val="50000"/>
              </a:spcBef>
            </a:pPr>
            <a:fld id="{9A0DB2DC-4C9A-4742-B13C-FB6460FD3503}" type="slidenum">
              <a:rPr lang="zh-CN" altLang="en-US" sz="1400" b="1" strike="noStrike" noProof="1" dirty="0">
                <a:latin typeface="Times New Roman" panose="02020603050405020304" pitchFamily="18" charset="0"/>
                <a:ea typeface="宋体" panose="02010600030101010101" pitchFamily="2" charset="-122"/>
                <a:cs typeface="+mn-ea"/>
              </a:rPr>
              <a:t>‹#›</a:t>
            </a:fld>
            <a:endParaRPr lang="en-US" altLang="zh-CN" sz="1400" b="1" strike="noStrike" noProof="1"/>
          </a:p>
        </p:txBody>
      </p:sp>
    </p:spTree>
    <p:extLst>
      <p:ext uri="{BB962C8B-B14F-4D97-AF65-F5344CB8AC3E}">
        <p14:creationId xmlns:p14="http://schemas.microsoft.com/office/powerpoint/2010/main" val="1115771173"/>
      </p:ext>
    </p:extLst>
  </p:cSld>
  <p:clrMapOvr>
    <a:masterClrMapping/>
  </p:clrMapOvr>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页脚占位符 3"/>
          <p:cNvSpPr>
            <a:spLocks noGrp="1"/>
          </p:cNvSpPr>
          <p:nvPr>
            <p:ph type="ftr" sz="quarter" idx="10"/>
          </p:nvPr>
        </p:nvSpPr>
        <p:spPr/>
        <p:txBody>
          <a:bodyPr/>
          <a:lstStyle/>
          <a:p>
            <a:pPr marL="0" marR="0" lvl="0" indent="0" algn="ctr" defTabSz="914400" rtl="0" eaLnBrk="1" fontAlgn="base" latinLnBrk="0" hangingPunct="1">
              <a:spcBef>
                <a:spcPct val="5000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lvl="0" algn="r" eaLnBrk="1" fontAlgn="base" hangingPunct="1">
              <a:spcBef>
                <a:spcPct val="50000"/>
              </a:spcBef>
            </a:pPr>
            <a:fld id="{9A0DB2DC-4C9A-4742-B13C-FB6460FD3503}" type="slidenum">
              <a:rPr lang="zh-CN" altLang="en-US" sz="1400" b="1" strike="noStrike" noProof="1" dirty="0">
                <a:latin typeface="Times New Roman" panose="02020603050405020304" pitchFamily="18" charset="0"/>
                <a:ea typeface="宋体" panose="02010600030101010101" pitchFamily="2" charset="-122"/>
                <a:cs typeface="+mn-ea"/>
              </a:rPr>
              <a:t>‹#›</a:t>
            </a:fld>
            <a:endParaRPr lang="en-US" altLang="zh-CN" sz="1400" b="1" strike="noStrike" noProof="1"/>
          </a:p>
        </p:txBody>
      </p:sp>
    </p:spTree>
    <p:extLst>
      <p:ext uri="{BB962C8B-B14F-4D97-AF65-F5344CB8AC3E}">
        <p14:creationId xmlns:p14="http://schemas.microsoft.com/office/powerpoint/2010/main" val="3346556271"/>
      </p:ext>
    </p:extLst>
  </p:cSld>
  <p:clrMapOvr>
    <a:masterClrMapping/>
  </p:clrMapOvr>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948488" y="404813"/>
            <a:ext cx="2087562" cy="5526087"/>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685800" y="404813"/>
            <a:ext cx="6110288" cy="5526087"/>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页脚占位符 3"/>
          <p:cNvSpPr>
            <a:spLocks noGrp="1"/>
          </p:cNvSpPr>
          <p:nvPr>
            <p:ph type="ftr" sz="quarter" idx="10"/>
          </p:nvPr>
        </p:nvSpPr>
        <p:spPr/>
        <p:txBody>
          <a:bodyPr/>
          <a:lstStyle/>
          <a:p>
            <a:pPr marL="0" marR="0" lvl="0" indent="0" algn="ctr" defTabSz="914400" rtl="0" eaLnBrk="1" fontAlgn="base" latinLnBrk="0" hangingPunct="1">
              <a:spcBef>
                <a:spcPct val="5000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lvl="0" algn="r" eaLnBrk="1" fontAlgn="base" hangingPunct="1">
              <a:spcBef>
                <a:spcPct val="50000"/>
              </a:spcBef>
            </a:pPr>
            <a:fld id="{9A0DB2DC-4C9A-4742-B13C-FB6460FD3503}" type="slidenum">
              <a:rPr lang="zh-CN" altLang="en-US" sz="1400" b="1" strike="noStrike" noProof="1" dirty="0">
                <a:latin typeface="Times New Roman" panose="02020603050405020304" pitchFamily="18" charset="0"/>
                <a:ea typeface="宋体" panose="02010600030101010101" pitchFamily="2" charset="-122"/>
                <a:cs typeface="+mn-ea"/>
              </a:rPr>
              <a:t>‹#›</a:t>
            </a:fld>
            <a:endParaRPr lang="en-US" altLang="zh-CN" sz="1400" b="1" strike="noStrike" noProof="1"/>
          </a:p>
        </p:txBody>
      </p:sp>
    </p:spTree>
    <p:extLst>
      <p:ext uri="{BB962C8B-B14F-4D97-AF65-F5344CB8AC3E}">
        <p14:creationId xmlns:p14="http://schemas.microsoft.com/office/powerpoint/2010/main" val="774005639"/>
      </p:ext>
    </p:extLst>
  </p:cSld>
  <p:clrMapOvr>
    <a:masterClrMapping/>
  </p:clrMapOvr>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85800" y="404813"/>
            <a:ext cx="8350250" cy="5526087"/>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3" name="页脚占位符 2"/>
          <p:cNvSpPr>
            <a:spLocks noGrp="1"/>
          </p:cNvSpPr>
          <p:nvPr>
            <p:ph type="ftr" sz="quarter" idx="10"/>
          </p:nvPr>
        </p:nvSpPr>
        <p:spPr/>
        <p:txBody>
          <a:bodyPr/>
          <a:lstStyle/>
          <a:p>
            <a:pPr marL="0" marR="0" lvl="0" indent="0" algn="ctr" defTabSz="914400" rtl="0" eaLnBrk="1" fontAlgn="base" latinLnBrk="0" hangingPunct="1">
              <a:spcBef>
                <a:spcPct val="5000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灯片编号占位符 3"/>
          <p:cNvSpPr>
            <a:spLocks noGrp="1"/>
          </p:cNvSpPr>
          <p:nvPr>
            <p:ph type="sldNum" sz="quarter" idx="11"/>
          </p:nvPr>
        </p:nvSpPr>
        <p:spPr/>
        <p:txBody>
          <a:bodyPr/>
          <a:lstStyle/>
          <a:p>
            <a:pPr lvl="0" algn="r" eaLnBrk="1" fontAlgn="base" hangingPunct="1">
              <a:spcBef>
                <a:spcPct val="50000"/>
              </a:spcBef>
            </a:pPr>
            <a:fld id="{9A0DB2DC-4C9A-4742-B13C-FB6460FD3503}" type="slidenum">
              <a:rPr lang="zh-CN" altLang="en-US" sz="1400" b="1" strike="noStrike" noProof="1" dirty="0">
                <a:latin typeface="Times New Roman" panose="02020603050405020304" pitchFamily="18" charset="0"/>
                <a:ea typeface="宋体" panose="02010600030101010101" pitchFamily="2" charset="-122"/>
                <a:cs typeface="+mn-ea"/>
              </a:rPr>
              <a:t>‹#›</a:t>
            </a:fld>
            <a:endParaRPr lang="en-US" altLang="zh-CN" sz="1400" b="1" strike="noStrike" noProof="1"/>
          </a:p>
        </p:txBody>
      </p:sp>
    </p:spTree>
    <p:extLst>
      <p:ext uri="{BB962C8B-B14F-4D97-AF65-F5344CB8AC3E}">
        <p14:creationId xmlns:p14="http://schemas.microsoft.com/office/powerpoint/2010/main" val="389509630"/>
      </p:ext>
    </p:extLst>
  </p:cSld>
  <p:clrMapOvr>
    <a:masterClrMapping/>
  </p:clrMapOvr>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263650" y="404813"/>
            <a:ext cx="7772400" cy="720725"/>
          </a:xfrm>
        </p:spPr>
        <p:txBody>
          <a:bodyPr/>
          <a:lstStyle/>
          <a:p>
            <a:pPr fontAlgn="base"/>
            <a:r>
              <a:rPr lang="zh-CN" altLang="en-US" strike="noStrike" noProof="1"/>
              <a:t>单击此处编辑母版标题样式</a:t>
            </a:r>
          </a:p>
        </p:txBody>
      </p:sp>
      <p:sp>
        <p:nvSpPr>
          <p:cNvPr id="3" name="文本占位符 2"/>
          <p:cNvSpPr>
            <a:spLocks noGrp="1"/>
          </p:cNvSpPr>
          <p:nvPr>
            <p:ph type="body" sz="half" idx="1"/>
          </p:nvPr>
        </p:nvSpPr>
        <p:spPr>
          <a:xfrm>
            <a:off x="685800" y="1319213"/>
            <a:ext cx="3810000" cy="4611687"/>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48200" y="1319213"/>
            <a:ext cx="3810000" cy="4611687"/>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页脚占位符 4"/>
          <p:cNvSpPr>
            <a:spLocks noGrp="1"/>
          </p:cNvSpPr>
          <p:nvPr>
            <p:ph type="ftr" sz="quarter" idx="10"/>
          </p:nvPr>
        </p:nvSpPr>
        <p:spPr/>
        <p:txBody>
          <a:bodyPr/>
          <a:lstStyle/>
          <a:p>
            <a:pPr marL="0" marR="0" lvl="0" indent="0" algn="ctr" defTabSz="914400" rtl="0" eaLnBrk="1" fontAlgn="base" latinLnBrk="0" hangingPunct="1">
              <a:spcBef>
                <a:spcPct val="5000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1"/>
          </p:nvPr>
        </p:nvSpPr>
        <p:spPr/>
        <p:txBody>
          <a:bodyPr/>
          <a:lstStyle/>
          <a:p>
            <a:pPr lvl="0" algn="r" eaLnBrk="1" fontAlgn="base" hangingPunct="1">
              <a:spcBef>
                <a:spcPct val="50000"/>
              </a:spcBef>
            </a:pPr>
            <a:fld id="{9A0DB2DC-4C9A-4742-B13C-FB6460FD3503}" type="slidenum">
              <a:rPr lang="zh-CN" altLang="en-US" sz="1400" b="1" strike="noStrike" noProof="1" dirty="0">
                <a:latin typeface="Times New Roman" panose="02020603050405020304" pitchFamily="18" charset="0"/>
                <a:ea typeface="宋体" panose="02010600030101010101" pitchFamily="2" charset="-122"/>
                <a:cs typeface="+mn-ea"/>
              </a:rPr>
              <a:t>‹#›</a:t>
            </a:fld>
            <a:endParaRPr lang="en-US" altLang="zh-CN" sz="1400" b="1" strike="noStrike" noProof="1"/>
          </a:p>
        </p:txBody>
      </p:sp>
    </p:spTree>
    <p:extLst>
      <p:ext uri="{BB962C8B-B14F-4D97-AF65-F5344CB8AC3E}">
        <p14:creationId xmlns:p14="http://schemas.microsoft.com/office/powerpoint/2010/main" val="1243232296"/>
      </p:ext>
    </p:extLst>
  </p:cSld>
  <p:clrMapOvr>
    <a:masterClrMapping/>
  </p:clrMapOvr>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1263650" y="404813"/>
            <a:ext cx="7772400" cy="720725"/>
          </a:xfrm>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685800" y="1319213"/>
            <a:ext cx="3810000" cy="4611687"/>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quarter" idx="2"/>
          </p:nvPr>
        </p:nvSpPr>
        <p:spPr>
          <a:xfrm>
            <a:off x="4648200" y="1319213"/>
            <a:ext cx="3810000" cy="222885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内容占位符 4"/>
          <p:cNvSpPr>
            <a:spLocks noGrp="1"/>
          </p:cNvSpPr>
          <p:nvPr>
            <p:ph sz="quarter" idx="3"/>
          </p:nvPr>
        </p:nvSpPr>
        <p:spPr>
          <a:xfrm>
            <a:off x="4648200" y="3700463"/>
            <a:ext cx="3810000" cy="2230437"/>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6" name="页脚占位符 5"/>
          <p:cNvSpPr>
            <a:spLocks noGrp="1"/>
          </p:cNvSpPr>
          <p:nvPr>
            <p:ph type="ftr" sz="quarter" idx="10"/>
          </p:nvPr>
        </p:nvSpPr>
        <p:spPr/>
        <p:txBody>
          <a:bodyPr/>
          <a:lstStyle/>
          <a:p>
            <a:pPr marL="0" marR="0" lvl="0" indent="0" algn="ctr" defTabSz="914400" rtl="0" eaLnBrk="1" fontAlgn="base" latinLnBrk="0" hangingPunct="1">
              <a:spcBef>
                <a:spcPct val="5000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1"/>
          </p:nvPr>
        </p:nvSpPr>
        <p:spPr/>
        <p:txBody>
          <a:bodyPr/>
          <a:lstStyle/>
          <a:p>
            <a:pPr lvl="0" algn="r" eaLnBrk="1" fontAlgn="base" hangingPunct="1">
              <a:spcBef>
                <a:spcPct val="50000"/>
              </a:spcBef>
            </a:pPr>
            <a:fld id="{9A0DB2DC-4C9A-4742-B13C-FB6460FD3503}" type="slidenum">
              <a:rPr lang="zh-CN" altLang="en-US" sz="1400" b="1" strike="noStrike" noProof="1" dirty="0">
                <a:latin typeface="Times New Roman" panose="02020603050405020304" pitchFamily="18" charset="0"/>
                <a:ea typeface="宋体" panose="02010600030101010101" pitchFamily="2" charset="-122"/>
                <a:cs typeface="+mn-ea"/>
              </a:rPr>
              <a:t>‹#›</a:t>
            </a:fld>
            <a:endParaRPr lang="en-US" altLang="zh-CN" sz="1400" b="1" strike="noStrike" noProof="1"/>
          </a:p>
        </p:txBody>
      </p:sp>
    </p:spTree>
    <p:extLst>
      <p:ext uri="{BB962C8B-B14F-4D97-AF65-F5344CB8AC3E}">
        <p14:creationId xmlns:p14="http://schemas.microsoft.com/office/powerpoint/2010/main" val="3054459403"/>
      </p:ext>
    </p:extLst>
  </p:cSld>
  <p:clrMapOvr>
    <a:masterClrMapping/>
  </p:clrMapOvr>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1263650" y="404813"/>
            <a:ext cx="7772400" cy="720725"/>
          </a:xfrm>
        </p:spPr>
        <p:txBody>
          <a:bodyPr/>
          <a:lstStyle/>
          <a:p>
            <a:pPr fontAlgn="base"/>
            <a:r>
              <a:rPr lang="zh-CN" altLang="en-US" strike="noStrike" noProof="1"/>
              <a:t>单击此处编辑母版标题样式</a:t>
            </a:r>
          </a:p>
        </p:txBody>
      </p:sp>
      <p:sp>
        <p:nvSpPr>
          <p:cNvPr id="3" name="内容占位符 2"/>
          <p:cNvSpPr>
            <a:spLocks noGrp="1"/>
          </p:cNvSpPr>
          <p:nvPr>
            <p:ph sz="quarter" idx="1"/>
          </p:nvPr>
        </p:nvSpPr>
        <p:spPr>
          <a:xfrm>
            <a:off x="685800" y="1319213"/>
            <a:ext cx="3810000" cy="222885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quarter" idx="2"/>
          </p:nvPr>
        </p:nvSpPr>
        <p:spPr>
          <a:xfrm>
            <a:off x="4648200" y="1319213"/>
            <a:ext cx="3810000" cy="222885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内容占位符 4"/>
          <p:cNvSpPr>
            <a:spLocks noGrp="1"/>
          </p:cNvSpPr>
          <p:nvPr>
            <p:ph sz="quarter" idx="3"/>
          </p:nvPr>
        </p:nvSpPr>
        <p:spPr>
          <a:xfrm>
            <a:off x="685800" y="3700463"/>
            <a:ext cx="3810000" cy="2230437"/>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6" name="内容占位符 5"/>
          <p:cNvSpPr>
            <a:spLocks noGrp="1"/>
          </p:cNvSpPr>
          <p:nvPr>
            <p:ph sz="quarter" idx="4"/>
          </p:nvPr>
        </p:nvSpPr>
        <p:spPr>
          <a:xfrm>
            <a:off x="4648200" y="3700463"/>
            <a:ext cx="3810000" cy="2230437"/>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7" name="页脚占位符 6"/>
          <p:cNvSpPr>
            <a:spLocks noGrp="1"/>
          </p:cNvSpPr>
          <p:nvPr>
            <p:ph type="ftr" sz="quarter" idx="10"/>
          </p:nvPr>
        </p:nvSpPr>
        <p:spPr/>
        <p:txBody>
          <a:bodyPr/>
          <a:lstStyle/>
          <a:p>
            <a:pPr marL="0" marR="0" lvl="0" indent="0" algn="ctr" defTabSz="914400" rtl="0" eaLnBrk="1" fontAlgn="base" latinLnBrk="0" hangingPunct="1">
              <a:spcBef>
                <a:spcPct val="5000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灯片编号占位符 7"/>
          <p:cNvSpPr>
            <a:spLocks noGrp="1"/>
          </p:cNvSpPr>
          <p:nvPr>
            <p:ph type="sldNum" sz="quarter" idx="11"/>
          </p:nvPr>
        </p:nvSpPr>
        <p:spPr/>
        <p:txBody>
          <a:bodyPr/>
          <a:lstStyle/>
          <a:p>
            <a:pPr lvl="0" algn="r" eaLnBrk="1" fontAlgn="base" hangingPunct="1">
              <a:spcBef>
                <a:spcPct val="50000"/>
              </a:spcBef>
            </a:pPr>
            <a:fld id="{9A0DB2DC-4C9A-4742-B13C-FB6460FD3503}" type="slidenum">
              <a:rPr lang="zh-CN" altLang="en-US" sz="1400" b="1" strike="noStrike" noProof="1" dirty="0">
                <a:latin typeface="Times New Roman" panose="02020603050405020304" pitchFamily="18" charset="0"/>
                <a:ea typeface="宋体" panose="02010600030101010101" pitchFamily="2" charset="-122"/>
                <a:cs typeface="+mn-ea"/>
              </a:rPr>
              <a:t>‹#›</a:t>
            </a:fld>
            <a:endParaRPr lang="en-US" altLang="zh-CN" sz="1400" b="1" strike="noStrike" noProof="1"/>
          </a:p>
        </p:txBody>
      </p:sp>
    </p:spTree>
    <p:extLst>
      <p:ext uri="{BB962C8B-B14F-4D97-AF65-F5344CB8AC3E}">
        <p14:creationId xmlns:p14="http://schemas.microsoft.com/office/powerpoint/2010/main" val="2410684035"/>
      </p:ext>
    </p:extLst>
  </p:cSld>
  <p:clrMapOvr>
    <a:masterClrMapping/>
  </p:clrMapOvr>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1263650" y="404813"/>
            <a:ext cx="7772400" cy="720725"/>
          </a:xfrm>
        </p:spPr>
        <p:txBody>
          <a:bodyPr/>
          <a:lstStyle/>
          <a:p>
            <a:pPr fontAlgn="base"/>
            <a:r>
              <a:rPr lang="zh-CN" altLang="en-US" strike="noStrike" noProof="1"/>
              <a:t>单击此处编辑母版标题样式</a:t>
            </a:r>
          </a:p>
        </p:txBody>
      </p:sp>
      <p:sp>
        <p:nvSpPr>
          <p:cNvPr id="3" name="文本占位符 2"/>
          <p:cNvSpPr>
            <a:spLocks noGrp="1"/>
          </p:cNvSpPr>
          <p:nvPr>
            <p:ph type="body" sz="half" idx="1"/>
          </p:nvPr>
        </p:nvSpPr>
        <p:spPr>
          <a:xfrm>
            <a:off x="685800" y="1319213"/>
            <a:ext cx="3810000" cy="4611687"/>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quarter" idx="2"/>
          </p:nvPr>
        </p:nvSpPr>
        <p:spPr>
          <a:xfrm>
            <a:off x="4648200" y="1319213"/>
            <a:ext cx="3810000" cy="222885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内容占位符 4"/>
          <p:cNvSpPr>
            <a:spLocks noGrp="1"/>
          </p:cNvSpPr>
          <p:nvPr>
            <p:ph sz="quarter" idx="3"/>
          </p:nvPr>
        </p:nvSpPr>
        <p:spPr>
          <a:xfrm>
            <a:off x="4648200" y="3700463"/>
            <a:ext cx="3810000" cy="2230437"/>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6" name="页脚占位符 5"/>
          <p:cNvSpPr>
            <a:spLocks noGrp="1"/>
          </p:cNvSpPr>
          <p:nvPr>
            <p:ph type="ftr" sz="quarter" idx="10"/>
          </p:nvPr>
        </p:nvSpPr>
        <p:spPr/>
        <p:txBody>
          <a:bodyPr/>
          <a:lstStyle/>
          <a:p>
            <a:pPr marL="0" marR="0" lvl="0" indent="0" algn="ctr" defTabSz="914400" rtl="0" eaLnBrk="1" fontAlgn="base" latinLnBrk="0" hangingPunct="1">
              <a:spcBef>
                <a:spcPct val="5000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1"/>
          </p:nvPr>
        </p:nvSpPr>
        <p:spPr/>
        <p:txBody>
          <a:bodyPr/>
          <a:lstStyle/>
          <a:p>
            <a:pPr lvl="0" algn="r" eaLnBrk="1" fontAlgn="base" hangingPunct="1">
              <a:spcBef>
                <a:spcPct val="50000"/>
              </a:spcBef>
            </a:pPr>
            <a:fld id="{9A0DB2DC-4C9A-4742-B13C-FB6460FD3503}" type="slidenum">
              <a:rPr lang="zh-CN" altLang="en-US" sz="1400" b="1" strike="noStrike" noProof="1" dirty="0">
                <a:latin typeface="Times New Roman" panose="02020603050405020304" pitchFamily="18" charset="0"/>
                <a:ea typeface="宋体" panose="02010600030101010101" pitchFamily="2" charset="-122"/>
                <a:cs typeface="+mn-ea"/>
              </a:rPr>
              <a:t>‹#›</a:t>
            </a:fld>
            <a:endParaRPr lang="en-US" altLang="zh-CN" sz="1400" b="1" strike="noStrike" noProof="1"/>
          </a:p>
        </p:txBody>
      </p:sp>
    </p:spTree>
    <p:extLst>
      <p:ext uri="{BB962C8B-B14F-4D97-AF65-F5344CB8AC3E}">
        <p14:creationId xmlns:p14="http://schemas.microsoft.com/office/powerpoint/2010/main" val="2085176348"/>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slideLayout" Target="../slideLayouts/slideLayout29.xml"/><Relationship Id="rId18" Type="http://schemas.openxmlformats.org/officeDocument/2006/relationships/image" Target="../media/image1.png"/><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slideLayout" Target="../slideLayouts/slideLayout28.xml"/><Relationship Id="rId17" Type="http://schemas.openxmlformats.org/officeDocument/2006/relationships/theme" Target="../theme/theme2.xml"/><Relationship Id="rId2" Type="http://schemas.openxmlformats.org/officeDocument/2006/relationships/slideLayout" Target="../slideLayouts/slideLayout18.xml"/><Relationship Id="rId16" Type="http://schemas.openxmlformats.org/officeDocument/2006/relationships/slideLayout" Target="../slideLayouts/slideLayout32.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5" Type="http://schemas.openxmlformats.org/officeDocument/2006/relationships/slideLayout" Target="../slideLayouts/slideLayout3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slideLayout" Target="../slideLayouts/slideLayout3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0.xml"/><Relationship Id="rId13" Type="http://schemas.openxmlformats.org/officeDocument/2006/relationships/slideLayout" Target="../slideLayouts/slideLayout45.xml"/><Relationship Id="rId18" Type="http://schemas.openxmlformats.org/officeDocument/2006/relationships/image" Target="../media/image1.png"/><Relationship Id="rId3" Type="http://schemas.openxmlformats.org/officeDocument/2006/relationships/slideLayout" Target="../slideLayouts/slideLayout35.xml"/><Relationship Id="rId7" Type="http://schemas.openxmlformats.org/officeDocument/2006/relationships/slideLayout" Target="../slideLayouts/slideLayout39.xml"/><Relationship Id="rId12" Type="http://schemas.openxmlformats.org/officeDocument/2006/relationships/slideLayout" Target="../slideLayouts/slideLayout44.xml"/><Relationship Id="rId17" Type="http://schemas.openxmlformats.org/officeDocument/2006/relationships/theme" Target="../theme/theme3.xml"/><Relationship Id="rId2" Type="http://schemas.openxmlformats.org/officeDocument/2006/relationships/slideLayout" Target="../slideLayouts/slideLayout34.xml"/><Relationship Id="rId16" Type="http://schemas.openxmlformats.org/officeDocument/2006/relationships/slideLayout" Target="../slideLayouts/slideLayout48.xml"/><Relationship Id="rId1" Type="http://schemas.openxmlformats.org/officeDocument/2006/relationships/slideLayout" Target="../slideLayouts/slideLayout33.xml"/><Relationship Id="rId6" Type="http://schemas.openxmlformats.org/officeDocument/2006/relationships/slideLayout" Target="../slideLayouts/slideLayout38.xml"/><Relationship Id="rId11" Type="http://schemas.openxmlformats.org/officeDocument/2006/relationships/slideLayout" Target="../slideLayouts/slideLayout43.xml"/><Relationship Id="rId5" Type="http://schemas.openxmlformats.org/officeDocument/2006/relationships/slideLayout" Target="../slideLayouts/slideLayout37.xml"/><Relationship Id="rId15" Type="http://schemas.openxmlformats.org/officeDocument/2006/relationships/slideLayout" Target="../slideLayouts/slideLayout47.xml"/><Relationship Id="rId10" Type="http://schemas.openxmlformats.org/officeDocument/2006/relationships/slideLayout" Target="../slideLayouts/slideLayout42.xml"/><Relationship Id="rId4" Type="http://schemas.openxmlformats.org/officeDocument/2006/relationships/slideLayout" Target="../slideLayouts/slideLayout36.xml"/><Relationship Id="rId9" Type="http://schemas.openxmlformats.org/officeDocument/2006/relationships/slideLayout" Target="../slideLayouts/slideLayout41.xml"/><Relationship Id="rId14" Type="http://schemas.openxmlformats.org/officeDocument/2006/relationships/slideLayout" Target="../slideLayouts/slideLayout4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p:cNvSpPr>
          <p:nvPr>
            <p:ph type="title"/>
          </p:nvPr>
        </p:nvSpPr>
        <p:spPr>
          <a:xfrm>
            <a:off x="1263650" y="404813"/>
            <a:ext cx="7772400" cy="720725"/>
          </a:xfrm>
          <a:prstGeom prst="rect">
            <a:avLst/>
          </a:prstGeom>
          <a:noFill/>
          <a:ln w="9525">
            <a:noFill/>
          </a:ln>
        </p:spPr>
        <p:txBody>
          <a:bodyPr anchor="ctr"/>
          <a:lstStyle/>
          <a:p>
            <a:pPr lvl="0"/>
            <a:r>
              <a:rPr lang="zh-CN" altLang="zh-CN" dirty="0"/>
              <a:t>单击以编辑</a:t>
            </a:r>
            <a:r>
              <a:rPr lang="zh-CN" altLang="en-US" dirty="0"/>
              <a:t>母版标题样式</a:t>
            </a:r>
          </a:p>
        </p:txBody>
      </p:sp>
      <p:sp>
        <p:nvSpPr>
          <p:cNvPr id="1027" name="Rectangle 3"/>
          <p:cNvSpPr>
            <a:spLocks noGrp="1"/>
          </p:cNvSpPr>
          <p:nvPr>
            <p:ph type="body" idx="1"/>
          </p:nvPr>
        </p:nvSpPr>
        <p:spPr>
          <a:xfrm>
            <a:off x="685800" y="1319213"/>
            <a:ext cx="7772400" cy="4611687"/>
          </a:xfrm>
          <a:prstGeom prst="rect">
            <a:avLst/>
          </a:prstGeom>
          <a:noFill/>
          <a:ln w="9525">
            <a:noFill/>
          </a:ln>
        </p:spPr>
        <p:txBody>
          <a:bodyPr/>
          <a:lstStyle/>
          <a:p>
            <a:pPr lvl="0"/>
            <a:r>
              <a:rPr lang="zh-CN" altLang="en-US" dirty="0"/>
              <a:t>单击以编辑母版文本样式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89445" name="Rectangle 5"/>
          <p:cNvSpPr>
            <a:spLocks noGrp="1" noChangeArrowheads="1"/>
          </p:cNvSpPr>
          <p:nvPr>
            <p:ph type="ftr" sz="quarter" idx="3"/>
          </p:nvPr>
        </p:nvSpPr>
        <p:spPr bwMode="auto">
          <a:xfrm>
            <a:off x="3124200" y="6083300"/>
            <a:ext cx="2895600" cy="457200"/>
          </a:xfrm>
          <a:prstGeom prst="rect">
            <a:avLst/>
          </a:prstGeom>
          <a:noFill/>
          <a:ln w="9525">
            <a:noFill/>
            <a:miter lim="800000"/>
          </a:ln>
        </p:spPr>
        <p:txBody>
          <a:bodyPr vert="horz" wrap="square" lIns="91440" tIns="45720" rIns="91440" bIns="45720" numCol="1" anchor="t" anchorCtr="0" compatLnSpc="1"/>
          <a:lstStyle>
            <a:lvl1pPr algn="ctr" eaLnBrk="1" hangingPunct="1">
              <a:lnSpc>
                <a:spcPct val="100000"/>
              </a:lnSpc>
              <a:spcBef>
                <a:spcPct val="50000"/>
              </a:spcBef>
              <a:defRPr sz="1400" b="0"/>
            </a:lvl1p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89446" name="Rectangle 6"/>
          <p:cNvSpPr>
            <a:spLocks noGrp="1" noChangeArrowheads="1"/>
          </p:cNvSpPr>
          <p:nvPr>
            <p:ph type="sldNum" sz="quarter" idx="4"/>
          </p:nvPr>
        </p:nvSpPr>
        <p:spPr bwMode="auto">
          <a:xfrm>
            <a:off x="6934200" y="6324600"/>
            <a:ext cx="1905000" cy="457200"/>
          </a:xfrm>
          <a:prstGeom prst="rect">
            <a:avLst/>
          </a:prstGeom>
          <a:noFill/>
          <a:ln w="9525">
            <a:noFill/>
            <a:miter lim="800000"/>
          </a:ln>
        </p:spPr>
        <p:txBody>
          <a:bodyPr vert="horz" wrap="square" lIns="91440" tIns="45720" rIns="91440" bIns="45720" numCol="1" anchor="t" anchorCtr="0" compatLnSpc="1"/>
          <a:lstStyle>
            <a:lvl1pPr algn="r" eaLnBrk="1" hangingPunct="1">
              <a:spcBef>
                <a:spcPct val="50000"/>
              </a:spcBef>
              <a:defRPr sz="1400"/>
            </a:lvl1pPr>
          </a:lstStyle>
          <a:p>
            <a:pPr marL="0" marR="0" lvl="0" indent="0" algn="r" defTabSz="914400" rtl="0" eaLnBrk="1" fontAlgn="base" latinLnBrk="0" hangingPunct="1">
              <a:lnSpc>
                <a:spcPct val="100000"/>
              </a:lnSpc>
              <a:spcBef>
                <a:spcPct val="50000"/>
              </a:spcBef>
              <a:spcAft>
                <a:spcPct val="0"/>
              </a:spcAft>
              <a:buClrTx/>
              <a:buSzTx/>
              <a:buFontTx/>
              <a:buNone/>
              <a:defRPr/>
            </a:pPr>
            <a:fld id="{91F8882B-1F6C-4657-A247-2AAB5CEA3B07}" type="slidenum">
              <a:rPr kumimoji="1" lang="zh-CN" altLang="en-US"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1" lang="en-US" altLang="zh-CN"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nvGrpSpPr>
          <p:cNvPr id="1030" name="Group 7"/>
          <p:cNvGrpSpPr/>
          <p:nvPr/>
        </p:nvGrpSpPr>
        <p:grpSpPr>
          <a:xfrm>
            <a:off x="0" y="6553200"/>
            <a:ext cx="9144000" cy="301625"/>
            <a:chOff x="0" y="4032"/>
            <a:chExt cx="5760" cy="288"/>
          </a:xfrm>
        </p:grpSpPr>
        <p:sp>
          <p:nvSpPr>
            <p:cNvPr id="1034" name="Rectangle 8"/>
            <p:cNvSpPr>
              <a:spLocks noChangeArrowheads="1"/>
            </p:cNvSpPr>
            <p:nvPr/>
          </p:nvSpPr>
          <p:spPr bwMode="auto">
            <a:xfrm>
              <a:off x="0" y="4032"/>
              <a:ext cx="5760" cy="288"/>
            </a:xfrm>
            <a:prstGeom prst="rect">
              <a:avLst/>
            </a:prstGeom>
            <a:solidFill>
              <a:srgbClr val="33CCCC"/>
            </a:solidFill>
            <a:ln w="9525">
              <a:solidFill>
                <a:srgbClr val="33CCCC"/>
              </a:solidFill>
              <a:miter lim="800000"/>
            </a:ln>
          </p:spPr>
          <p:txBody>
            <a:bodyPr/>
            <a:lstStyle>
              <a:lvl1pPr eaLnBrk="0" hangingPunct="0">
                <a:defRPr kumimoji="1" sz="22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2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2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2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lnSpc>
                  <a:spcPct val="90000"/>
                </a:lnSpc>
                <a:spcBef>
                  <a:spcPct val="20000"/>
                </a:spcBef>
                <a:spcAft>
                  <a:spcPct val="0"/>
                </a:spcAft>
                <a:defRPr kumimoji="1"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lnSpc>
                  <a:spcPct val="90000"/>
                </a:lnSpc>
                <a:spcBef>
                  <a:spcPct val="20000"/>
                </a:spcBef>
                <a:spcAft>
                  <a:spcPct val="0"/>
                </a:spcAft>
                <a:defRPr kumimoji="1"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lnSpc>
                  <a:spcPct val="90000"/>
                </a:lnSpc>
                <a:spcBef>
                  <a:spcPct val="20000"/>
                </a:spcBef>
                <a:spcAft>
                  <a:spcPct val="0"/>
                </a:spcAft>
                <a:defRPr kumimoji="1"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lnSpc>
                  <a:spcPct val="90000"/>
                </a:lnSpc>
                <a:spcBef>
                  <a:spcPct val="20000"/>
                </a:spcBef>
                <a:spcAft>
                  <a:spcPct val="0"/>
                </a:spcAft>
                <a:defRPr kumimoji="1" sz="2200" b="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                  </a:t>
              </a:r>
            </a:p>
          </p:txBody>
        </p:sp>
        <p:sp>
          <p:nvSpPr>
            <p:cNvPr id="1035" name="Line 9"/>
            <p:cNvSpPr/>
            <p:nvPr/>
          </p:nvSpPr>
          <p:spPr>
            <a:xfrm>
              <a:off x="4464" y="4032"/>
              <a:ext cx="288" cy="288"/>
            </a:xfrm>
            <a:prstGeom prst="line">
              <a:avLst/>
            </a:prstGeom>
            <a:ln w="57150" cap="flat" cmpd="sng">
              <a:solidFill>
                <a:srgbClr val="FFFFFF"/>
              </a:solidFill>
              <a:prstDash val="solid"/>
              <a:headEnd type="none" w="med" len="med"/>
              <a:tailEnd type="none" w="med" len="med"/>
            </a:ln>
          </p:spPr>
        </p:sp>
        <p:sp>
          <p:nvSpPr>
            <p:cNvPr id="1036" name="Line 10"/>
            <p:cNvSpPr/>
            <p:nvPr/>
          </p:nvSpPr>
          <p:spPr>
            <a:xfrm>
              <a:off x="4176" y="4032"/>
              <a:ext cx="336" cy="288"/>
            </a:xfrm>
            <a:prstGeom prst="line">
              <a:avLst/>
            </a:prstGeom>
            <a:ln w="57150" cap="flat" cmpd="sng">
              <a:solidFill>
                <a:srgbClr val="FFFFFF"/>
              </a:solidFill>
              <a:prstDash val="solid"/>
              <a:headEnd type="none" w="med" len="med"/>
              <a:tailEnd type="none" w="med" len="med"/>
            </a:ln>
          </p:spPr>
        </p:sp>
        <p:sp>
          <p:nvSpPr>
            <p:cNvPr id="1037" name="Line 11"/>
            <p:cNvSpPr/>
            <p:nvPr/>
          </p:nvSpPr>
          <p:spPr>
            <a:xfrm>
              <a:off x="4704" y="4032"/>
              <a:ext cx="336" cy="288"/>
            </a:xfrm>
            <a:prstGeom prst="line">
              <a:avLst/>
            </a:prstGeom>
            <a:ln w="57150" cap="flat" cmpd="sng">
              <a:solidFill>
                <a:srgbClr val="FFFFFF"/>
              </a:solidFill>
              <a:prstDash val="solid"/>
              <a:headEnd type="none" w="med" len="med"/>
              <a:tailEnd type="none" w="med" len="med"/>
            </a:ln>
          </p:spPr>
        </p:sp>
        <p:sp>
          <p:nvSpPr>
            <p:cNvPr id="1038" name="Line 12"/>
            <p:cNvSpPr/>
            <p:nvPr/>
          </p:nvSpPr>
          <p:spPr>
            <a:xfrm>
              <a:off x="5376" y="4032"/>
              <a:ext cx="384" cy="288"/>
            </a:xfrm>
            <a:prstGeom prst="line">
              <a:avLst/>
            </a:prstGeom>
            <a:ln w="57150" cap="flat" cmpd="sng">
              <a:solidFill>
                <a:srgbClr val="FFFFFF"/>
              </a:solidFill>
              <a:prstDash val="solid"/>
              <a:headEnd type="none" w="med" len="med"/>
              <a:tailEnd type="none" w="med" len="med"/>
            </a:ln>
          </p:spPr>
        </p:sp>
        <p:sp>
          <p:nvSpPr>
            <p:cNvPr id="1039" name="Line 13"/>
            <p:cNvSpPr/>
            <p:nvPr/>
          </p:nvSpPr>
          <p:spPr>
            <a:xfrm>
              <a:off x="5184" y="4032"/>
              <a:ext cx="384" cy="288"/>
            </a:xfrm>
            <a:prstGeom prst="line">
              <a:avLst/>
            </a:prstGeom>
            <a:ln w="57150" cap="flat" cmpd="sng">
              <a:solidFill>
                <a:srgbClr val="FFFFFF"/>
              </a:solidFill>
              <a:prstDash val="solid"/>
              <a:headEnd type="none" w="med" len="med"/>
              <a:tailEnd type="none" w="med" len="med"/>
            </a:ln>
          </p:spPr>
        </p:sp>
        <p:sp>
          <p:nvSpPr>
            <p:cNvPr id="1040" name="Line 14"/>
            <p:cNvSpPr/>
            <p:nvPr/>
          </p:nvSpPr>
          <p:spPr>
            <a:xfrm>
              <a:off x="5568" y="4032"/>
              <a:ext cx="192" cy="144"/>
            </a:xfrm>
            <a:prstGeom prst="line">
              <a:avLst/>
            </a:prstGeom>
            <a:ln w="57150" cap="flat" cmpd="sng">
              <a:solidFill>
                <a:srgbClr val="FFFFFF"/>
              </a:solidFill>
              <a:prstDash val="solid"/>
              <a:headEnd type="none" w="med" len="med"/>
              <a:tailEnd type="none" w="med" len="med"/>
            </a:ln>
          </p:spPr>
        </p:sp>
        <p:sp>
          <p:nvSpPr>
            <p:cNvPr id="1041" name="Line 15"/>
            <p:cNvSpPr/>
            <p:nvPr/>
          </p:nvSpPr>
          <p:spPr>
            <a:xfrm>
              <a:off x="4992" y="4032"/>
              <a:ext cx="336" cy="288"/>
            </a:xfrm>
            <a:prstGeom prst="line">
              <a:avLst/>
            </a:prstGeom>
            <a:ln w="57150" cap="flat" cmpd="sng">
              <a:solidFill>
                <a:srgbClr val="FFFFFF"/>
              </a:solidFill>
              <a:prstDash val="solid"/>
              <a:headEnd type="none" w="med" len="med"/>
              <a:tailEnd type="none" w="med" len="med"/>
            </a:ln>
          </p:spPr>
        </p:sp>
      </p:grpSp>
      <p:sp>
        <p:nvSpPr>
          <p:cNvPr id="1031" name="Line 16"/>
          <p:cNvSpPr/>
          <p:nvPr/>
        </p:nvSpPr>
        <p:spPr>
          <a:xfrm>
            <a:off x="468313" y="1176338"/>
            <a:ext cx="8458200" cy="0"/>
          </a:xfrm>
          <a:prstGeom prst="line">
            <a:avLst/>
          </a:prstGeom>
          <a:ln w="57150" cap="flat" cmpd="sng">
            <a:solidFill>
              <a:srgbClr val="33CCCC"/>
            </a:solidFill>
            <a:prstDash val="solid"/>
            <a:headEnd type="none" w="med" len="med"/>
            <a:tailEnd type="none" w="med" len="med"/>
          </a:ln>
        </p:spPr>
      </p:sp>
      <p:sp>
        <p:nvSpPr>
          <p:cNvPr id="1032" name="Text Box 17"/>
          <p:cNvSpPr txBox="1">
            <a:spLocks noChangeArrowheads="1"/>
          </p:cNvSpPr>
          <p:nvPr/>
        </p:nvSpPr>
        <p:spPr bwMode="auto">
          <a:xfrm>
            <a:off x="457200" y="2514600"/>
            <a:ext cx="8305800" cy="3506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2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2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2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lnSpc>
                <a:spcPct val="90000"/>
              </a:lnSpc>
              <a:spcBef>
                <a:spcPct val="20000"/>
              </a:spcBef>
              <a:spcAft>
                <a:spcPct val="0"/>
              </a:spcAft>
              <a:defRPr kumimoji="1"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lnSpc>
                <a:spcPct val="90000"/>
              </a:lnSpc>
              <a:spcBef>
                <a:spcPct val="20000"/>
              </a:spcBef>
              <a:spcAft>
                <a:spcPct val="0"/>
              </a:spcAft>
              <a:defRPr kumimoji="1"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lnSpc>
                <a:spcPct val="90000"/>
              </a:lnSpc>
              <a:spcBef>
                <a:spcPct val="20000"/>
              </a:spcBef>
              <a:spcAft>
                <a:spcPct val="0"/>
              </a:spcAft>
              <a:defRPr kumimoji="1"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lnSpc>
                <a:spcPct val="90000"/>
              </a:lnSpc>
              <a:spcBef>
                <a:spcPct val="20000"/>
              </a:spcBef>
              <a:spcAft>
                <a:spcPct val="0"/>
              </a:spcAft>
              <a:defRPr kumimoji="1" sz="2200" b="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32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32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32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32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32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pic>
        <p:nvPicPr>
          <p:cNvPr id="1033" name="Picture 18" descr="bupt"/>
          <p:cNvPicPr>
            <a:picLocks noChangeAspect="1"/>
          </p:cNvPicPr>
          <p:nvPr/>
        </p:nvPicPr>
        <p:blipFill>
          <a:blip r:embed="rId18"/>
          <a:stretch>
            <a:fillRect/>
          </a:stretch>
        </p:blipFill>
        <p:spPr>
          <a:xfrm>
            <a:off x="211138" y="228600"/>
            <a:ext cx="1970087" cy="661988"/>
          </a:xfrm>
          <a:prstGeom prst="rect">
            <a:avLst/>
          </a:prstGeom>
          <a:solidFill>
            <a:srgbClr val="438ACB"/>
          </a:solidFill>
          <a:ln w="9525">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ransition/>
  <p:hf sldNum="0" hdr="0" ftr="0" dt="0"/>
  <p:txStyles>
    <p:titleStyle>
      <a:lvl1pPr algn="r" rtl="0" eaLnBrk="0" fontAlgn="base" hangingPunct="0">
        <a:spcBef>
          <a:spcPct val="0"/>
        </a:spcBef>
        <a:spcAft>
          <a:spcPct val="0"/>
        </a:spcAft>
        <a:defRPr kumimoji="1" sz="3200">
          <a:solidFill>
            <a:srgbClr val="FF3300"/>
          </a:solidFill>
          <a:latin typeface="+mj-lt"/>
          <a:ea typeface="+mj-ea"/>
          <a:cs typeface="+mj-cs"/>
        </a:defRPr>
      </a:lvl1pPr>
      <a:lvl2pPr algn="r" rtl="0" eaLnBrk="0" fontAlgn="base" hangingPunct="0">
        <a:spcBef>
          <a:spcPct val="0"/>
        </a:spcBef>
        <a:spcAft>
          <a:spcPct val="0"/>
        </a:spcAft>
        <a:defRPr kumimoji="1" sz="3200">
          <a:solidFill>
            <a:srgbClr val="FF3300"/>
          </a:solidFill>
          <a:latin typeface="Times New Roman" panose="02020603050405020304" pitchFamily="18" charset="0"/>
          <a:ea typeface="宋体" panose="02010600030101010101" pitchFamily="2" charset="-122"/>
        </a:defRPr>
      </a:lvl2pPr>
      <a:lvl3pPr algn="r" rtl="0" eaLnBrk="0" fontAlgn="base" hangingPunct="0">
        <a:spcBef>
          <a:spcPct val="0"/>
        </a:spcBef>
        <a:spcAft>
          <a:spcPct val="0"/>
        </a:spcAft>
        <a:defRPr kumimoji="1" sz="3200">
          <a:solidFill>
            <a:srgbClr val="FF3300"/>
          </a:solidFill>
          <a:latin typeface="Times New Roman" panose="02020603050405020304" pitchFamily="18" charset="0"/>
          <a:ea typeface="宋体" panose="02010600030101010101" pitchFamily="2" charset="-122"/>
        </a:defRPr>
      </a:lvl3pPr>
      <a:lvl4pPr algn="r" rtl="0" eaLnBrk="0" fontAlgn="base" hangingPunct="0">
        <a:spcBef>
          <a:spcPct val="0"/>
        </a:spcBef>
        <a:spcAft>
          <a:spcPct val="0"/>
        </a:spcAft>
        <a:defRPr kumimoji="1" sz="3200">
          <a:solidFill>
            <a:srgbClr val="FF3300"/>
          </a:solidFill>
          <a:latin typeface="Times New Roman" panose="02020603050405020304" pitchFamily="18" charset="0"/>
          <a:ea typeface="宋体" panose="02010600030101010101" pitchFamily="2" charset="-122"/>
        </a:defRPr>
      </a:lvl4pPr>
      <a:lvl5pPr algn="r" rtl="0" eaLnBrk="0" fontAlgn="base" hangingPunct="0">
        <a:spcBef>
          <a:spcPct val="0"/>
        </a:spcBef>
        <a:spcAft>
          <a:spcPct val="0"/>
        </a:spcAft>
        <a:defRPr kumimoji="1" sz="3200">
          <a:solidFill>
            <a:srgbClr val="FF3300"/>
          </a:solidFill>
          <a:latin typeface="Times New Roman" panose="02020603050405020304" pitchFamily="18" charset="0"/>
          <a:ea typeface="宋体" panose="02010600030101010101" pitchFamily="2" charset="-122"/>
        </a:defRPr>
      </a:lvl5pPr>
      <a:lvl6pPr marL="457200" algn="r" rtl="0" fontAlgn="base">
        <a:spcBef>
          <a:spcPct val="0"/>
        </a:spcBef>
        <a:spcAft>
          <a:spcPct val="0"/>
        </a:spcAft>
        <a:defRPr kumimoji="1" sz="3200">
          <a:solidFill>
            <a:srgbClr val="FF3300"/>
          </a:solidFill>
          <a:latin typeface="Times New Roman" panose="02020603050405020304" pitchFamily="18" charset="0"/>
          <a:ea typeface="宋体" panose="02010600030101010101" pitchFamily="2" charset="-122"/>
        </a:defRPr>
      </a:lvl6pPr>
      <a:lvl7pPr marL="914400" algn="r" rtl="0" fontAlgn="base">
        <a:spcBef>
          <a:spcPct val="0"/>
        </a:spcBef>
        <a:spcAft>
          <a:spcPct val="0"/>
        </a:spcAft>
        <a:defRPr kumimoji="1" sz="3200">
          <a:solidFill>
            <a:srgbClr val="FF3300"/>
          </a:solidFill>
          <a:latin typeface="Times New Roman" panose="02020603050405020304" pitchFamily="18" charset="0"/>
          <a:ea typeface="宋体" panose="02010600030101010101" pitchFamily="2" charset="-122"/>
        </a:defRPr>
      </a:lvl7pPr>
      <a:lvl8pPr marL="1371600" algn="r" rtl="0" fontAlgn="base">
        <a:spcBef>
          <a:spcPct val="0"/>
        </a:spcBef>
        <a:spcAft>
          <a:spcPct val="0"/>
        </a:spcAft>
        <a:defRPr kumimoji="1" sz="3200">
          <a:solidFill>
            <a:srgbClr val="FF3300"/>
          </a:solidFill>
          <a:latin typeface="Times New Roman" panose="02020603050405020304" pitchFamily="18" charset="0"/>
          <a:ea typeface="宋体" panose="02010600030101010101" pitchFamily="2" charset="-122"/>
        </a:defRPr>
      </a:lvl8pPr>
      <a:lvl9pPr marL="1828800" algn="r" rtl="0" fontAlgn="base">
        <a:spcBef>
          <a:spcPct val="0"/>
        </a:spcBef>
        <a:spcAft>
          <a:spcPct val="0"/>
        </a:spcAft>
        <a:defRPr kumimoji="1" sz="3200">
          <a:solidFill>
            <a:srgbClr val="FF3300"/>
          </a:solidFill>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kumimoji="1"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vl6pPr marL="2514600" indent="-228600" algn="l" rtl="0" fontAlgn="base">
        <a:spcBef>
          <a:spcPct val="20000"/>
        </a:spcBef>
        <a:spcAft>
          <a:spcPct val="0"/>
        </a:spcAft>
        <a:buChar char="»"/>
        <a:defRPr kumimoji="1" sz="2800">
          <a:solidFill>
            <a:schemeClr val="tx1"/>
          </a:solidFill>
          <a:latin typeface="+mn-lt"/>
          <a:ea typeface="+mn-ea"/>
        </a:defRPr>
      </a:lvl6pPr>
      <a:lvl7pPr marL="2971800" indent="-228600" algn="l" rtl="0" fontAlgn="base">
        <a:spcBef>
          <a:spcPct val="20000"/>
        </a:spcBef>
        <a:spcAft>
          <a:spcPct val="0"/>
        </a:spcAft>
        <a:buChar char="»"/>
        <a:defRPr kumimoji="1" sz="2800">
          <a:solidFill>
            <a:schemeClr val="tx1"/>
          </a:solidFill>
          <a:latin typeface="+mn-lt"/>
          <a:ea typeface="+mn-ea"/>
        </a:defRPr>
      </a:lvl7pPr>
      <a:lvl8pPr marL="3429000" indent="-228600" algn="l" rtl="0" fontAlgn="base">
        <a:spcBef>
          <a:spcPct val="20000"/>
        </a:spcBef>
        <a:spcAft>
          <a:spcPct val="0"/>
        </a:spcAft>
        <a:buChar char="»"/>
        <a:defRPr kumimoji="1" sz="2800">
          <a:solidFill>
            <a:schemeClr val="tx1"/>
          </a:solidFill>
          <a:latin typeface="+mn-lt"/>
          <a:ea typeface="+mn-ea"/>
        </a:defRPr>
      </a:lvl8pPr>
      <a:lvl9pPr marL="3886200" indent="-228600" algn="l" rtl="0" fontAlgn="base">
        <a:spcBef>
          <a:spcPct val="20000"/>
        </a:spcBef>
        <a:spcAft>
          <a:spcPct val="0"/>
        </a:spcAft>
        <a:buChar char="»"/>
        <a:defRPr kumimoji="1" sz="28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p:cNvSpPr>
          <p:nvPr>
            <p:ph type="title"/>
          </p:nvPr>
        </p:nvSpPr>
        <p:spPr>
          <a:xfrm>
            <a:off x="1263650" y="404813"/>
            <a:ext cx="7772400" cy="720725"/>
          </a:xfrm>
          <a:prstGeom prst="rect">
            <a:avLst/>
          </a:prstGeom>
          <a:noFill/>
          <a:ln w="9525">
            <a:noFill/>
          </a:ln>
        </p:spPr>
        <p:txBody>
          <a:bodyPr anchor="ctr"/>
          <a:lstStyle/>
          <a:p>
            <a:pPr lvl="0"/>
            <a:r>
              <a:rPr lang="zh-CN" altLang="zh-CN" dirty="0"/>
              <a:t>单击以编辑</a:t>
            </a:r>
            <a:r>
              <a:rPr lang="zh-CN" altLang="en-US" dirty="0"/>
              <a:t>母版标题样式</a:t>
            </a:r>
          </a:p>
        </p:txBody>
      </p:sp>
      <p:sp>
        <p:nvSpPr>
          <p:cNvPr id="1027" name="Rectangle 3"/>
          <p:cNvSpPr>
            <a:spLocks noGrp="1"/>
          </p:cNvSpPr>
          <p:nvPr>
            <p:ph type="body" idx="1"/>
          </p:nvPr>
        </p:nvSpPr>
        <p:spPr>
          <a:xfrm>
            <a:off x="685800" y="1319213"/>
            <a:ext cx="7772400" cy="4611687"/>
          </a:xfrm>
          <a:prstGeom prst="rect">
            <a:avLst/>
          </a:prstGeom>
          <a:noFill/>
          <a:ln w="9525">
            <a:noFill/>
          </a:ln>
        </p:spPr>
        <p:txBody>
          <a:bodyPr/>
          <a:lstStyle/>
          <a:p>
            <a:pPr lvl="0"/>
            <a:r>
              <a:rPr lang="zh-CN" altLang="en-US" dirty="0"/>
              <a:t>单击以编辑母版文本样式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89445" name="Rectangle 5"/>
          <p:cNvSpPr>
            <a:spLocks noGrp="1" noChangeArrowheads="1"/>
          </p:cNvSpPr>
          <p:nvPr>
            <p:ph type="ftr" sz="quarter" idx="3"/>
          </p:nvPr>
        </p:nvSpPr>
        <p:spPr bwMode="auto">
          <a:xfrm>
            <a:off x="3124200" y="6083300"/>
            <a:ext cx="2895600" cy="457200"/>
          </a:xfrm>
          <a:prstGeom prst="rect">
            <a:avLst/>
          </a:prstGeom>
          <a:noFill/>
          <a:ln w="9525">
            <a:noFill/>
            <a:miter lim="800000"/>
          </a:ln>
        </p:spPr>
        <p:txBody>
          <a:bodyPr vert="horz" wrap="square" lIns="91440" tIns="45720" rIns="91440" bIns="45720" numCol="1" anchor="t" anchorCtr="0" compatLnSpc="1"/>
          <a:lstStyle>
            <a:lvl1pPr algn="ctr" eaLnBrk="1" hangingPunct="1">
              <a:lnSpc>
                <a:spcPct val="100000"/>
              </a:lnSpc>
              <a:spcBef>
                <a:spcPct val="50000"/>
              </a:spcBef>
              <a:defRPr sz="1400" b="0"/>
            </a:lvl1p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89446" name="Rectangle 6"/>
          <p:cNvSpPr>
            <a:spLocks noGrp="1" noChangeArrowheads="1"/>
          </p:cNvSpPr>
          <p:nvPr>
            <p:ph type="sldNum" sz="quarter" idx="4"/>
          </p:nvPr>
        </p:nvSpPr>
        <p:spPr bwMode="auto">
          <a:xfrm>
            <a:off x="6934200" y="6324600"/>
            <a:ext cx="1905000" cy="457200"/>
          </a:xfrm>
          <a:prstGeom prst="rect">
            <a:avLst/>
          </a:prstGeom>
          <a:noFill/>
          <a:ln w="9525">
            <a:noFill/>
            <a:miter lim="800000"/>
          </a:ln>
        </p:spPr>
        <p:txBody>
          <a:bodyPr vert="horz" wrap="square" lIns="91440" tIns="45720" rIns="91440" bIns="45720" numCol="1" anchor="t" anchorCtr="0" compatLnSpc="1"/>
          <a:lstStyle>
            <a:lvl1pPr algn="r" eaLnBrk="1" hangingPunct="1">
              <a:spcBef>
                <a:spcPct val="50000"/>
              </a:spcBef>
              <a:defRPr sz="1400"/>
            </a:lvl1pPr>
          </a:lstStyle>
          <a:p>
            <a:pPr marL="0" marR="0" lvl="0" indent="0" algn="r" defTabSz="914400" rtl="0" eaLnBrk="1" fontAlgn="base" latinLnBrk="0" hangingPunct="1">
              <a:lnSpc>
                <a:spcPct val="100000"/>
              </a:lnSpc>
              <a:spcBef>
                <a:spcPct val="50000"/>
              </a:spcBef>
              <a:spcAft>
                <a:spcPct val="0"/>
              </a:spcAft>
              <a:buClrTx/>
              <a:buSzTx/>
              <a:buFontTx/>
              <a:buNone/>
              <a:defRPr/>
            </a:pPr>
            <a:fld id="{91F8882B-1F6C-4657-A247-2AAB5CEA3B07}" type="slidenum">
              <a:rPr kumimoji="1" lang="zh-CN" altLang="en-US"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1" lang="en-US" altLang="zh-CN"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nvGrpSpPr>
          <p:cNvPr id="1030" name="Group 7"/>
          <p:cNvGrpSpPr/>
          <p:nvPr/>
        </p:nvGrpSpPr>
        <p:grpSpPr>
          <a:xfrm>
            <a:off x="0" y="6553200"/>
            <a:ext cx="9144000" cy="301625"/>
            <a:chOff x="0" y="4032"/>
            <a:chExt cx="5760" cy="288"/>
          </a:xfrm>
        </p:grpSpPr>
        <p:sp>
          <p:nvSpPr>
            <p:cNvPr id="1034" name="Rectangle 8"/>
            <p:cNvSpPr>
              <a:spLocks noChangeArrowheads="1"/>
            </p:cNvSpPr>
            <p:nvPr/>
          </p:nvSpPr>
          <p:spPr bwMode="auto">
            <a:xfrm>
              <a:off x="0" y="4032"/>
              <a:ext cx="5760" cy="288"/>
            </a:xfrm>
            <a:prstGeom prst="rect">
              <a:avLst/>
            </a:prstGeom>
            <a:solidFill>
              <a:srgbClr val="33CCCC"/>
            </a:solidFill>
            <a:ln w="9525">
              <a:solidFill>
                <a:srgbClr val="33CCCC"/>
              </a:solidFill>
              <a:miter lim="800000"/>
            </a:ln>
          </p:spPr>
          <p:txBody>
            <a:bodyPr/>
            <a:lstStyle>
              <a:lvl1pPr eaLnBrk="0" hangingPunct="0">
                <a:defRPr kumimoji="1" sz="22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2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2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2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lnSpc>
                  <a:spcPct val="90000"/>
                </a:lnSpc>
                <a:spcBef>
                  <a:spcPct val="20000"/>
                </a:spcBef>
                <a:spcAft>
                  <a:spcPct val="0"/>
                </a:spcAft>
                <a:defRPr kumimoji="1"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lnSpc>
                  <a:spcPct val="90000"/>
                </a:lnSpc>
                <a:spcBef>
                  <a:spcPct val="20000"/>
                </a:spcBef>
                <a:spcAft>
                  <a:spcPct val="0"/>
                </a:spcAft>
                <a:defRPr kumimoji="1"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lnSpc>
                  <a:spcPct val="90000"/>
                </a:lnSpc>
                <a:spcBef>
                  <a:spcPct val="20000"/>
                </a:spcBef>
                <a:spcAft>
                  <a:spcPct val="0"/>
                </a:spcAft>
                <a:defRPr kumimoji="1"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lnSpc>
                  <a:spcPct val="90000"/>
                </a:lnSpc>
                <a:spcBef>
                  <a:spcPct val="20000"/>
                </a:spcBef>
                <a:spcAft>
                  <a:spcPct val="0"/>
                </a:spcAft>
                <a:defRPr kumimoji="1" sz="2200" b="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                  </a:t>
              </a:r>
            </a:p>
          </p:txBody>
        </p:sp>
        <p:sp>
          <p:nvSpPr>
            <p:cNvPr id="1035" name="Line 9"/>
            <p:cNvSpPr/>
            <p:nvPr/>
          </p:nvSpPr>
          <p:spPr>
            <a:xfrm>
              <a:off x="4464" y="4032"/>
              <a:ext cx="288" cy="288"/>
            </a:xfrm>
            <a:prstGeom prst="line">
              <a:avLst/>
            </a:prstGeom>
            <a:ln w="57150" cap="flat" cmpd="sng">
              <a:solidFill>
                <a:srgbClr val="FFFFFF"/>
              </a:solidFill>
              <a:prstDash val="solid"/>
              <a:headEnd type="none" w="med" len="med"/>
              <a:tailEnd type="none" w="med" len="med"/>
            </a:ln>
          </p:spPr>
        </p:sp>
        <p:sp>
          <p:nvSpPr>
            <p:cNvPr id="1036" name="Line 10"/>
            <p:cNvSpPr/>
            <p:nvPr/>
          </p:nvSpPr>
          <p:spPr>
            <a:xfrm>
              <a:off x="4176" y="4032"/>
              <a:ext cx="336" cy="288"/>
            </a:xfrm>
            <a:prstGeom prst="line">
              <a:avLst/>
            </a:prstGeom>
            <a:ln w="57150" cap="flat" cmpd="sng">
              <a:solidFill>
                <a:srgbClr val="FFFFFF"/>
              </a:solidFill>
              <a:prstDash val="solid"/>
              <a:headEnd type="none" w="med" len="med"/>
              <a:tailEnd type="none" w="med" len="med"/>
            </a:ln>
          </p:spPr>
        </p:sp>
        <p:sp>
          <p:nvSpPr>
            <p:cNvPr id="1037" name="Line 11"/>
            <p:cNvSpPr/>
            <p:nvPr/>
          </p:nvSpPr>
          <p:spPr>
            <a:xfrm>
              <a:off x="4704" y="4032"/>
              <a:ext cx="336" cy="288"/>
            </a:xfrm>
            <a:prstGeom prst="line">
              <a:avLst/>
            </a:prstGeom>
            <a:ln w="57150" cap="flat" cmpd="sng">
              <a:solidFill>
                <a:srgbClr val="FFFFFF"/>
              </a:solidFill>
              <a:prstDash val="solid"/>
              <a:headEnd type="none" w="med" len="med"/>
              <a:tailEnd type="none" w="med" len="med"/>
            </a:ln>
          </p:spPr>
        </p:sp>
        <p:sp>
          <p:nvSpPr>
            <p:cNvPr id="1038" name="Line 12"/>
            <p:cNvSpPr/>
            <p:nvPr/>
          </p:nvSpPr>
          <p:spPr>
            <a:xfrm>
              <a:off x="5376" y="4032"/>
              <a:ext cx="384" cy="288"/>
            </a:xfrm>
            <a:prstGeom prst="line">
              <a:avLst/>
            </a:prstGeom>
            <a:ln w="57150" cap="flat" cmpd="sng">
              <a:solidFill>
                <a:srgbClr val="FFFFFF"/>
              </a:solidFill>
              <a:prstDash val="solid"/>
              <a:headEnd type="none" w="med" len="med"/>
              <a:tailEnd type="none" w="med" len="med"/>
            </a:ln>
          </p:spPr>
        </p:sp>
        <p:sp>
          <p:nvSpPr>
            <p:cNvPr id="1039" name="Line 13"/>
            <p:cNvSpPr/>
            <p:nvPr/>
          </p:nvSpPr>
          <p:spPr>
            <a:xfrm>
              <a:off x="5184" y="4032"/>
              <a:ext cx="384" cy="288"/>
            </a:xfrm>
            <a:prstGeom prst="line">
              <a:avLst/>
            </a:prstGeom>
            <a:ln w="57150" cap="flat" cmpd="sng">
              <a:solidFill>
                <a:srgbClr val="FFFFFF"/>
              </a:solidFill>
              <a:prstDash val="solid"/>
              <a:headEnd type="none" w="med" len="med"/>
              <a:tailEnd type="none" w="med" len="med"/>
            </a:ln>
          </p:spPr>
        </p:sp>
        <p:sp>
          <p:nvSpPr>
            <p:cNvPr id="1040" name="Line 14"/>
            <p:cNvSpPr/>
            <p:nvPr/>
          </p:nvSpPr>
          <p:spPr>
            <a:xfrm>
              <a:off x="5568" y="4032"/>
              <a:ext cx="192" cy="144"/>
            </a:xfrm>
            <a:prstGeom prst="line">
              <a:avLst/>
            </a:prstGeom>
            <a:ln w="57150" cap="flat" cmpd="sng">
              <a:solidFill>
                <a:srgbClr val="FFFFFF"/>
              </a:solidFill>
              <a:prstDash val="solid"/>
              <a:headEnd type="none" w="med" len="med"/>
              <a:tailEnd type="none" w="med" len="med"/>
            </a:ln>
          </p:spPr>
        </p:sp>
        <p:sp>
          <p:nvSpPr>
            <p:cNvPr id="1041" name="Line 15"/>
            <p:cNvSpPr/>
            <p:nvPr/>
          </p:nvSpPr>
          <p:spPr>
            <a:xfrm>
              <a:off x="4992" y="4032"/>
              <a:ext cx="336" cy="288"/>
            </a:xfrm>
            <a:prstGeom prst="line">
              <a:avLst/>
            </a:prstGeom>
            <a:ln w="57150" cap="flat" cmpd="sng">
              <a:solidFill>
                <a:srgbClr val="FFFFFF"/>
              </a:solidFill>
              <a:prstDash val="solid"/>
              <a:headEnd type="none" w="med" len="med"/>
              <a:tailEnd type="none" w="med" len="med"/>
            </a:ln>
          </p:spPr>
        </p:sp>
      </p:grpSp>
      <p:sp>
        <p:nvSpPr>
          <p:cNvPr id="1031" name="Line 16"/>
          <p:cNvSpPr/>
          <p:nvPr/>
        </p:nvSpPr>
        <p:spPr>
          <a:xfrm>
            <a:off x="468313" y="1176338"/>
            <a:ext cx="8458200" cy="0"/>
          </a:xfrm>
          <a:prstGeom prst="line">
            <a:avLst/>
          </a:prstGeom>
          <a:ln w="57150" cap="flat" cmpd="sng">
            <a:solidFill>
              <a:srgbClr val="33CCCC"/>
            </a:solidFill>
            <a:prstDash val="solid"/>
            <a:headEnd type="none" w="med" len="med"/>
            <a:tailEnd type="none" w="med" len="med"/>
          </a:ln>
        </p:spPr>
      </p:sp>
      <p:sp>
        <p:nvSpPr>
          <p:cNvPr id="1032" name="Text Box 17"/>
          <p:cNvSpPr txBox="1">
            <a:spLocks noChangeArrowheads="1"/>
          </p:cNvSpPr>
          <p:nvPr/>
        </p:nvSpPr>
        <p:spPr bwMode="auto">
          <a:xfrm>
            <a:off x="457200" y="2514600"/>
            <a:ext cx="8305800" cy="3506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2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2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2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lnSpc>
                <a:spcPct val="90000"/>
              </a:lnSpc>
              <a:spcBef>
                <a:spcPct val="20000"/>
              </a:spcBef>
              <a:spcAft>
                <a:spcPct val="0"/>
              </a:spcAft>
              <a:defRPr kumimoji="1"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lnSpc>
                <a:spcPct val="90000"/>
              </a:lnSpc>
              <a:spcBef>
                <a:spcPct val="20000"/>
              </a:spcBef>
              <a:spcAft>
                <a:spcPct val="0"/>
              </a:spcAft>
              <a:defRPr kumimoji="1"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lnSpc>
                <a:spcPct val="90000"/>
              </a:lnSpc>
              <a:spcBef>
                <a:spcPct val="20000"/>
              </a:spcBef>
              <a:spcAft>
                <a:spcPct val="0"/>
              </a:spcAft>
              <a:defRPr kumimoji="1"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lnSpc>
                <a:spcPct val="90000"/>
              </a:lnSpc>
              <a:spcBef>
                <a:spcPct val="20000"/>
              </a:spcBef>
              <a:spcAft>
                <a:spcPct val="0"/>
              </a:spcAft>
              <a:defRPr kumimoji="1" sz="2200" b="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32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32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32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32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32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pic>
        <p:nvPicPr>
          <p:cNvPr id="1033" name="Picture 18" descr="bupt"/>
          <p:cNvPicPr>
            <a:picLocks noChangeAspect="1"/>
          </p:cNvPicPr>
          <p:nvPr/>
        </p:nvPicPr>
        <p:blipFill>
          <a:blip r:embed="rId18"/>
          <a:stretch>
            <a:fillRect/>
          </a:stretch>
        </p:blipFill>
        <p:spPr>
          <a:xfrm>
            <a:off x="211138" y="228600"/>
            <a:ext cx="1970087" cy="661988"/>
          </a:xfrm>
          <a:prstGeom prst="rect">
            <a:avLst/>
          </a:prstGeom>
          <a:solidFill>
            <a:srgbClr val="438ACB"/>
          </a:solidFill>
          <a:ln w="9525">
            <a:noFill/>
          </a:ln>
        </p:spPr>
      </p:pic>
    </p:spTree>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 id="2147483677" r:id="rId12"/>
    <p:sldLayoutId id="2147483678" r:id="rId13"/>
    <p:sldLayoutId id="2147483679" r:id="rId14"/>
    <p:sldLayoutId id="2147483680" r:id="rId15"/>
    <p:sldLayoutId id="2147483681" r:id="rId16"/>
  </p:sldLayoutIdLst>
  <p:transition/>
  <p:hf sldNum="0" hdr="0" ftr="0" dt="0"/>
  <p:txStyles>
    <p:titleStyle>
      <a:lvl1pPr algn="r" rtl="0" eaLnBrk="0" fontAlgn="base" hangingPunct="0">
        <a:spcBef>
          <a:spcPct val="0"/>
        </a:spcBef>
        <a:spcAft>
          <a:spcPct val="0"/>
        </a:spcAft>
        <a:defRPr kumimoji="1" sz="3200">
          <a:solidFill>
            <a:srgbClr val="FF3300"/>
          </a:solidFill>
          <a:latin typeface="+mj-lt"/>
          <a:ea typeface="+mj-ea"/>
          <a:cs typeface="+mj-cs"/>
        </a:defRPr>
      </a:lvl1pPr>
      <a:lvl2pPr algn="r" rtl="0" eaLnBrk="0" fontAlgn="base" hangingPunct="0">
        <a:spcBef>
          <a:spcPct val="0"/>
        </a:spcBef>
        <a:spcAft>
          <a:spcPct val="0"/>
        </a:spcAft>
        <a:defRPr kumimoji="1" sz="3200">
          <a:solidFill>
            <a:srgbClr val="FF3300"/>
          </a:solidFill>
          <a:latin typeface="Times New Roman" panose="02020603050405020304" pitchFamily="18" charset="0"/>
          <a:ea typeface="宋体" panose="02010600030101010101" pitchFamily="2" charset="-122"/>
        </a:defRPr>
      </a:lvl2pPr>
      <a:lvl3pPr algn="r" rtl="0" eaLnBrk="0" fontAlgn="base" hangingPunct="0">
        <a:spcBef>
          <a:spcPct val="0"/>
        </a:spcBef>
        <a:spcAft>
          <a:spcPct val="0"/>
        </a:spcAft>
        <a:defRPr kumimoji="1" sz="3200">
          <a:solidFill>
            <a:srgbClr val="FF3300"/>
          </a:solidFill>
          <a:latin typeface="Times New Roman" panose="02020603050405020304" pitchFamily="18" charset="0"/>
          <a:ea typeface="宋体" panose="02010600030101010101" pitchFamily="2" charset="-122"/>
        </a:defRPr>
      </a:lvl3pPr>
      <a:lvl4pPr algn="r" rtl="0" eaLnBrk="0" fontAlgn="base" hangingPunct="0">
        <a:spcBef>
          <a:spcPct val="0"/>
        </a:spcBef>
        <a:spcAft>
          <a:spcPct val="0"/>
        </a:spcAft>
        <a:defRPr kumimoji="1" sz="3200">
          <a:solidFill>
            <a:srgbClr val="FF3300"/>
          </a:solidFill>
          <a:latin typeface="Times New Roman" panose="02020603050405020304" pitchFamily="18" charset="0"/>
          <a:ea typeface="宋体" panose="02010600030101010101" pitchFamily="2" charset="-122"/>
        </a:defRPr>
      </a:lvl4pPr>
      <a:lvl5pPr algn="r" rtl="0" eaLnBrk="0" fontAlgn="base" hangingPunct="0">
        <a:spcBef>
          <a:spcPct val="0"/>
        </a:spcBef>
        <a:spcAft>
          <a:spcPct val="0"/>
        </a:spcAft>
        <a:defRPr kumimoji="1" sz="3200">
          <a:solidFill>
            <a:srgbClr val="FF3300"/>
          </a:solidFill>
          <a:latin typeface="Times New Roman" panose="02020603050405020304" pitchFamily="18" charset="0"/>
          <a:ea typeface="宋体" panose="02010600030101010101" pitchFamily="2" charset="-122"/>
        </a:defRPr>
      </a:lvl5pPr>
      <a:lvl6pPr marL="457200" algn="r" rtl="0" fontAlgn="base">
        <a:spcBef>
          <a:spcPct val="0"/>
        </a:spcBef>
        <a:spcAft>
          <a:spcPct val="0"/>
        </a:spcAft>
        <a:defRPr kumimoji="1" sz="3200">
          <a:solidFill>
            <a:srgbClr val="FF3300"/>
          </a:solidFill>
          <a:latin typeface="Times New Roman" panose="02020603050405020304" pitchFamily="18" charset="0"/>
          <a:ea typeface="宋体" panose="02010600030101010101" pitchFamily="2" charset="-122"/>
        </a:defRPr>
      </a:lvl6pPr>
      <a:lvl7pPr marL="914400" algn="r" rtl="0" fontAlgn="base">
        <a:spcBef>
          <a:spcPct val="0"/>
        </a:spcBef>
        <a:spcAft>
          <a:spcPct val="0"/>
        </a:spcAft>
        <a:defRPr kumimoji="1" sz="3200">
          <a:solidFill>
            <a:srgbClr val="FF3300"/>
          </a:solidFill>
          <a:latin typeface="Times New Roman" panose="02020603050405020304" pitchFamily="18" charset="0"/>
          <a:ea typeface="宋体" panose="02010600030101010101" pitchFamily="2" charset="-122"/>
        </a:defRPr>
      </a:lvl7pPr>
      <a:lvl8pPr marL="1371600" algn="r" rtl="0" fontAlgn="base">
        <a:spcBef>
          <a:spcPct val="0"/>
        </a:spcBef>
        <a:spcAft>
          <a:spcPct val="0"/>
        </a:spcAft>
        <a:defRPr kumimoji="1" sz="3200">
          <a:solidFill>
            <a:srgbClr val="FF3300"/>
          </a:solidFill>
          <a:latin typeface="Times New Roman" panose="02020603050405020304" pitchFamily="18" charset="0"/>
          <a:ea typeface="宋体" panose="02010600030101010101" pitchFamily="2" charset="-122"/>
        </a:defRPr>
      </a:lvl8pPr>
      <a:lvl9pPr marL="1828800" algn="r" rtl="0" fontAlgn="base">
        <a:spcBef>
          <a:spcPct val="0"/>
        </a:spcBef>
        <a:spcAft>
          <a:spcPct val="0"/>
        </a:spcAft>
        <a:defRPr kumimoji="1" sz="3200">
          <a:solidFill>
            <a:srgbClr val="FF3300"/>
          </a:solidFill>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kumimoji="1"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vl6pPr marL="2514600" indent="-228600" algn="l" rtl="0" fontAlgn="base">
        <a:spcBef>
          <a:spcPct val="20000"/>
        </a:spcBef>
        <a:spcAft>
          <a:spcPct val="0"/>
        </a:spcAft>
        <a:buChar char="»"/>
        <a:defRPr kumimoji="1" sz="2800">
          <a:solidFill>
            <a:schemeClr val="tx1"/>
          </a:solidFill>
          <a:latin typeface="+mn-lt"/>
          <a:ea typeface="+mn-ea"/>
        </a:defRPr>
      </a:lvl6pPr>
      <a:lvl7pPr marL="2971800" indent="-228600" algn="l" rtl="0" fontAlgn="base">
        <a:spcBef>
          <a:spcPct val="20000"/>
        </a:spcBef>
        <a:spcAft>
          <a:spcPct val="0"/>
        </a:spcAft>
        <a:buChar char="»"/>
        <a:defRPr kumimoji="1" sz="2800">
          <a:solidFill>
            <a:schemeClr val="tx1"/>
          </a:solidFill>
          <a:latin typeface="+mn-lt"/>
          <a:ea typeface="+mn-ea"/>
        </a:defRPr>
      </a:lvl7pPr>
      <a:lvl8pPr marL="3429000" indent="-228600" algn="l" rtl="0" fontAlgn="base">
        <a:spcBef>
          <a:spcPct val="20000"/>
        </a:spcBef>
        <a:spcAft>
          <a:spcPct val="0"/>
        </a:spcAft>
        <a:buChar char="»"/>
        <a:defRPr kumimoji="1" sz="2800">
          <a:solidFill>
            <a:schemeClr val="tx1"/>
          </a:solidFill>
          <a:latin typeface="+mn-lt"/>
          <a:ea typeface="+mn-ea"/>
        </a:defRPr>
      </a:lvl8pPr>
      <a:lvl9pPr marL="3886200" indent="-228600" algn="l" rtl="0" fontAlgn="base">
        <a:spcBef>
          <a:spcPct val="20000"/>
        </a:spcBef>
        <a:spcAft>
          <a:spcPct val="0"/>
        </a:spcAft>
        <a:buChar char="»"/>
        <a:defRPr kumimoji="1" sz="28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p:cNvSpPr>
          <p:nvPr>
            <p:ph type="title"/>
          </p:nvPr>
        </p:nvSpPr>
        <p:spPr>
          <a:xfrm>
            <a:off x="1263650" y="404813"/>
            <a:ext cx="7772400" cy="720725"/>
          </a:xfrm>
          <a:prstGeom prst="rect">
            <a:avLst/>
          </a:prstGeom>
          <a:noFill/>
          <a:ln w="9525">
            <a:noFill/>
          </a:ln>
        </p:spPr>
        <p:txBody>
          <a:bodyPr anchor="ctr"/>
          <a:lstStyle/>
          <a:p>
            <a:pPr lvl="0"/>
            <a:r>
              <a:rPr lang="zh-CN" altLang="zh-CN" dirty="0"/>
              <a:t>单击以编辑</a:t>
            </a:r>
            <a:r>
              <a:rPr lang="zh-CN" altLang="en-US" dirty="0"/>
              <a:t>母版标题样式</a:t>
            </a:r>
          </a:p>
        </p:txBody>
      </p:sp>
      <p:sp>
        <p:nvSpPr>
          <p:cNvPr id="1027" name="Rectangle 3"/>
          <p:cNvSpPr>
            <a:spLocks noGrp="1"/>
          </p:cNvSpPr>
          <p:nvPr>
            <p:ph type="body"/>
          </p:nvPr>
        </p:nvSpPr>
        <p:spPr>
          <a:xfrm>
            <a:off x="685800" y="1319213"/>
            <a:ext cx="7772400" cy="4611687"/>
          </a:xfrm>
          <a:prstGeom prst="rect">
            <a:avLst/>
          </a:prstGeom>
          <a:noFill/>
          <a:ln w="9525">
            <a:noFill/>
          </a:ln>
        </p:spPr>
        <p:txBody>
          <a:bodyPr anchor="t"/>
          <a:lstStyle/>
          <a:p>
            <a:pPr lvl="0" indent="-342900"/>
            <a:r>
              <a:rPr lang="zh-CN" altLang="en-US" dirty="0"/>
              <a:t>单击以编辑母版文本样式</a:t>
            </a:r>
          </a:p>
          <a:p>
            <a:pPr lvl="1" indent="-285750"/>
            <a:r>
              <a:rPr lang="zh-CN" altLang="en-US" dirty="0"/>
              <a:t>第二级</a:t>
            </a:r>
          </a:p>
          <a:p>
            <a:pPr lvl="2" indent="-228600"/>
            <a:r>
              <a:rPr lang="zh-CN" altLang="en-US" dirty="0"/>
              <a:t>第三级</a:t>
            </a:r>
          </a:p>
          <a:p>
            <a:pPr lvl="3" indent="-228600"/>
            <a:r>
              <a:rPr lang="zh-CN" altLang="en-US" dirty="0"/>
              <a:t>第四级</a:t>
            </a:r>
          </a:p>
          <a:p>
            <a:pPr lvl="4" indent="-228600"/>
            <a:r>
              <a:rPr lang="zh-CN" altLang="en-US" dirty="0"/>
              <a:t>第五级</a:t>
            </a:r>
          </a:p>
        </p:txBody>
      </p:sp>
      <p:sp>
        <p:nvSpPr>
          <p:cNvPr id="257029" name="Rectangle 5"/>
          <p:cNvSpPr>
            <a:spLocks noGrp="1" noChangeArrowheads="1"/>
          </p:cNvSpPr>
          <p:nvPr>
            <p:ph type="ftr" sz="quarter" idx="3"/>
          </p:nvPr>
        </p:nvSpPr>
        <p:spPr bwMode="auto">
          <a:xfrm>
            <a:off x="3124200" y="6083300"/>
            <a:ext cx="2895600" cy="457200"/>
          </a:xfrm>
          <a:prstGeom prst="rect">
            <a:avLst/>
          </a:prstGeom>
          <a:noFill/>
          <a:ln w="9525">
            <a:noFill/>
            <a:miter lim="800000"/>
          </a:ln>
        </p:spPr>
        <p:txBody>
          <a:bodyPr vert="horz" wrap="square" lIns="91440" tIns="45720" rIns="91440" bIns="45720" numCol="1" anchor="t" anchorCtr="0" compatLnSpc="1"/>
          <a:lstStyle>
            <a:lvl1pPr algn="ctr" eaLnBrk="1" hangingPunct="1">
              <a:spcBef>
                <a:spcPct val="50000"/>
              </a:spcBef>
              <a:buFontTx/>
              <a:buNone/>
              <a:defRPr sz="1400"/>
            </a:lvl1pPr>
          </a:lstStyle>
          <a:p>
            <a:pPr marL="0" marR="0" lvl="0" indent="0" algn="ctr" defTabSz="914400" rtl="0" eaLnBrk="1" fontAlgn="base" latinLnBrk="0" hangingPunct="1">
              <a:spcBef>
                <a:spcPct val="5000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57030" name="Rectangle 6"/>
          <p:cNvSpPr>
            <a:spLocks noGrp="1" noChangeArrowheads="1"/>
          </p:cNvSpPr>
          <p:nvPr>
            <p:ph type="sldNum" sz="quarter" idx="4"/>
          </p:nvPr>
        </p:nvSpPr>
        <p:spPr bwMode="auto">
          <a:xfrm>
            <a:off x="6934200" y="6324600"/>
            <a:ext cx="1905000" cy="457200"/>
          </a:xfrm>
          <a:prstGeom prst="rect">
            <a:avLst/>
          </a:prstGeom>
          <a:noFill/>
          <a:ln w="9525">
            <a:noFill/>
            <a:miter lim="800000"/>
          </a:ln>
        </p:spPr>
        <p:txBody>
          <a:bodyPr vert="horz" wrap="square" lIns="91440" tIns="45720" rIns="91440" bIns="45720" numCol="1" anchor="t" anchorCtr="0" compatLnSpc="1"/>
          <a:lstStyle/>
          <a:p>
            <a:pPr lvl="0" algn="r" eaLnBrk="1" fontAlgn="base" hangingPunct="1">
              <a:spcBef>
                <a:spcPct val="50000"/>
              </a:spcBef>
            </a:pPr>
            <a:fld id="{9A0DB2DC-4C9A-4742-B13C-FB6460FD3503}" type="slidenum">
              <a:rPr lang="zh-CN" altLang="en-US" sz="1400" b="1" strike="noStrike" noProof="1" dirty="0">
                <a:latin typeface="Times New Roman" panose="02020603050405020304" pitchFamily="18" charset="0"/>
                <a:ea typeface="宋体" panose="02010600030101010101" pitchFamily="2" charset="-122"/>
                <a:cs typeface="+mn-ea"/>
              </a:rPr>
              <a:t>‹#›</a:t>
            </a:fld>
            <a:endParaRPr lang="en-US" altLang="zh-CN" sz="1400" b="1" strike="noStrike" noProof="1"/>
          </a:p>
        </p:txBody>
      </p:sp>
      <p:grpSp>
        <p:nvGrpSpPr>
          <p:cNvPr id="1030" name="Group 7"/>
          <p:cNvGrpSpPr/>
          <p:nvPr/>
        </p:nvGrpSpPr>
        <p:grpSpPr>
          <a:xfrm>
            <a:off x="0" y="6553200"/>
            <a:ext cx="9144000" cy="301625"/>
            <a:chOff x="0" y="4032"/>
            <a:chExt cx="5760" cy="288"/>
          </a:xfrm>
        </p:grpSpPr>
        <p:sp>
          <p:nvSpPr>
            <p:cNvPr id="1034" name="Rectangle 8"/>
            <p:cNvSpPr>
              <a:spLocks noChangeArrowheads="1"/>
            </p:cNvSpPr>
            <p:nvPr/>
          </p:nvSpPr>
          <p:spPr bwMode="auto">
            <a:xfrm>
              <a:off x="0" y="4032"/>
              <a:ext cx="5760" cy="288"/>
            </a:xfrm>
            <a:prstGeom prst="rect">
              <a:avLst/>
            </a:prstGeom>
            <a:solidFill>
              <a:srgbClr val="33CCCC"/>
            </a:solidFill>
            <a:ln w="9525">
              <a:solidFill>
                <a:srgbClr val="33CCCC"/>
              </a:solidFill>
              <a:miter lim="800000"/>
            </a:ln>
          </p:spPr>
          <p:txBody>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spcBef>
                  <a:spcPct val="0"/>
                </a:spcBef>
                <a:spcAft>
                  <a:spcPct val="0"/>
                </a:spcAft>
                <a:buClrTx/>
                <a:buSzTx/>
                <a:buFontTx/>
                <a:buNone/>
                <a:defRPr/>
              </a:pPr>
              <a:r>
                <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                  </a:t>
              </a:r>
            </a:p>
          </p:txBody>
        </p:sp>
        <p:sp>
          <p:nvSpPr>
            <p:cNvPr id="1032" name="Line 9"/>
            <p:cNvSpPr/>
            <p:nvPr/>
          </p:nvSpPr>
          <p:spPr>
            <a:xfrm>
              <a:off x="4464" y="4032"/>
              <a:ext cx="288" cy="288"/>
            </a:xfrm>
            <a:prstGeom prst="line">
              <a:avLst/>
            </a:prstGeom>
            <a:ln w="57150" cap="flat" cmpd="sng">
              <a:solidFill>
                <a:srgbClr val="FFFFFF"/>
              </a:solidFill>
              <a:prstDash val="solid"/>
              <a:round/>
              <a:headEnd type="none" w="med" len="med"/>
              <a:tailEnd type="none" w="med" len="med"/>
            </a:ln>
          </p:spPr>
          <p:txBody>
            <a:bodyPr anchor="t"/>
            <a:lstStyle/>
            <a:p>
              <a:pPr lvl="0" indent="0" eaLnBrk="0" hangingPunct="0"/>
              <a:endParaRPr lang="zh-CN" altLang="en-US">
                <a:latin typeface="Times New Roman" panose="02020603050405020304" pitchFamily="18" charset="0"/>
              </a:endParaRPr>
            </a:p>
          </p:txBody>
        </p:sp>
        <p:sp>
          <p:nvSpPr>
            <p:cNvPr id="1033" name="Line 10"/>
            <p:cNvSpPr/>
            <p:nvPr/>
          </p:nvSpPr>
          <p:spPr>
            <a:xfrm>
              <a:off x="4176" y="4032"/>
              <a:ext cx="336" cy="288"/>
            </a:xfrm>
            <a:prstGeom prst="line">
              <a:avLst/>
            </a:prstGeom>
            <a:ln w="57150" cap="flat" cmpd="sng">
              <a:solidFill>
                <a:srgbClr val="FFFFFF"/>
              </a:solidFill>
              <a:prstDash val="solid"/>
              <a:round/>
              <a:headEnd type="none" w="med" len="med"/>
              <a:tailEnd type="none" w="med" len="med"/>
            </a:ln>
          </p:spPr>
          <p:txBody>
            <a:bodyPr anchor="t"/>
            <a:lstStyle/>
            <a:p>
              <a:pPr lvl="0" indent="0" eaLnBrk="0" hangingPunct="0"/>
              <a:endParaRPr lang="zh-CN" altLang="en-US">
                <a:latin typeface="Times New Roman" panose="02020603050405020304" pitchFamily="18" charset="0"/>
              </a:endParaRPr>
            </a:p>
          </p:txBody>
        </p:sp>
        <p:sp>
          <p:nvSpPr>
            <p:cNvPr id="2" name="Line 11"/>
            <p:cNvSpPr/>
            <p:nvPr/>
          </p:nvSpPr>
          <p:spPr>
            <a:xfrm>
              <a:off x="4704" y="4032"/>
              <a:ext cx="336" cy="288"/>
            </a:xfrm>
            <a:prstGeom prst="line">
              <a:avLst/>
            </a:prstGeom>
            <a:ln w="57150" cap="flat" cmpd="sng">
              <a:solidFill>
                <a:srgbClr val="FFFFFF"/>
              </a:solidFill>
              <a:prstDash val="solid"/>
              <a:round/>
              <a:headEnd type="none" w="med" len="med"/>
              <a:tailEnd type="none" w="med" len="med"/>
            </a:ln>
          </p:spPr>
          <p:txBody>
            <a:bodyPr anchor="t"/>
            <a:lstStyle/>
            <a:p>
              <a:pPr lvl="0" indent="0" eaLnBrk="0" hangingPunct="0"/>
              <a:endParaRPr lang="zh-CN" altLang="en-US">
                <a:latin typeface="Times New Roman" panose="02020603050405020304" pitchFamily="18" charset="0"/>
              </a:endParaRPr>
            </a:p>
          </p:txBody>
        </p:sp>
        <p:sp>
          <p:nvSpPr>
            <p:cNvPr id="1035" name="Line 12"/>
            <p:cNvSpPr/>
            <p:nvPr/>
          </p:nvSpPr>
          <p:spPr>
            <a:xfrm>
              <a:off x="5376" y="4032"/>
              <a:ext cx="384" cy="288"/>
            </a:xfrm>
            <a:prstGeom prst="line">
              <a:avLst/>
            </a:prstGeom>
            <a:ln w="57150" cap="flat" cmpd="sng">
              <a:solidFill>
                <a:srgbClr val="FFFFFF"/>
              </a:solidFill>
              <a:prstDash val="solid"/>
              <a:round/>
              <a:headEnd type="none" w="med" len="med"/>
              <a:tailEnd type="none" w="med" len="med"/>
            </a:ln>
          </p:spPr>
          <p:txBody>
            <a:bodyPr anchor="t"/>
            <a:lstStyle/>
            <a:p>
              <a:pPr lvl="0" indent="0" eaLnBrk="0" hangingPunct="0"/>
              <a:endParaRPr lang="zh-CN" altLang="en-US">
                <a:latin typeface="Times New Roman" panose="02020603050405020304" pitchFamily="18" charset="0"/>
              </a:endParaRPr>
            </a:p>
          </p:txBody>
        </p:sp>
        <p:sp>
          <p:nvSpPr>
            <p:cNvPr id="1036" name="Line 13"/>
            <p:cNvSpPr/>
            <p:nvPr/>
          </p:nvSpPr>
          <p:spPr>
            <a:xfrm>
              <a:off x="5184" y="4032"/>
              <a:ext cx="384" cy="288"/>
            </a:xfrm>
            <a:prstGeom prst="line">
              <a:avLst/>
            </a:prstGeom>
            <a:ln w="57150" cap="flat" cmpd="sng">
              <a:solidFill>
                <a:srgbClr val="FFFFFF"/>
              </a:solidFill>
              <a:prstDash val="solid"/>
              <a:round/>
              <a:headEnd type="none" w="med" len="med"/>
              <a:tailEnd type="none" w="med" len="med"/>
            </a:ln>
          </p:spPr>
          <p:txBody>
            <a:bodyPr anchor="t"/>
            <a:lstStyle/>
            <a:p>
              <a:pPr lvl="0" indent="0" eaLnBrk="0" hangingPunct="0"/>
              <a:endParaRPr lang="zh-CN" altLang="en-US">
                <a:latin typeface="Times New Roman" panose="02020603050405020304" pitchFamily="18" charset="0"/>
              </a:endParaRPr>
            </a:p>
          </p:txBody>
        </p:sp>
        <p:sp>
          <p:nvSpPr>
            <p:cNvPr id="1037" name="Line 14"/>
            <p:cNvSpPr/>
            <p:nvPr/>
          </p:nvSpPr>
          <p:spPr>
            <a:xfrm>
              <a:off x="5568" y="4032"/>
              <a:ext cx="192" cy="144"/>
            </a:xfrm>
            <a:prstGeom prst="line">
              <a:avLst/>
            </a:prstGeom>
            <a:ln w="57150" cap="flat" cmpd="sng">
              <a:solidFill>
                <a:srgbClr val="FFFFFF"/>
              </a:solidFill>
              <a:prstDash val="solid"/>
              <a:round/>
              <a:headEnd type="none" w="med" len="med"/>
              <a:tailEnd type="none" w="med" len="med"/>
            </a:ln>
          </p:spPr>
          <p:txBody>
            <a:bodyPr anchor="t"/>
            <a:lstStyle/>
            <a:p>
              <a:pPr lvl="0" indent="0" eaLnBrk="0" hangingPunct="0"/>
              <a:endParaRPr lang="zh-CN" altLang="en-US">
                <a:latin typeface="Times New Roman" panose="02020603050405020304" pitchFamily="18" charset="0"/>
              </a:endParaRPr>
            </a:p>
          </p:txBody>
        </p:sp>
        <p:sp>
          <p:nvSpPr>
            <p:cNvPr id="1038" name="Line 15"/>
            <p:cNvSpPr/>
            <p:nvPr/>
          </p:nvSpPr>
          <p:spPr>
            <a:xfrm>
              <a:off x="4992" y="4032"/>
              <a:ext cx="336" cy="288"/>
            </a:xfrm>
            <a:prstGeom prst="line">
              <a:avLst/>
            </a:prstGeom>
            <a:ln w="57150" cap="flat" cmpd="sng">
              <a:solidFill>
                <a:srgbClr val="FFFFFF"/>
              </a:solidFill>
              <a:prstDash val="solid"/>
              <a:round/>
              <a:headEnd type="none" w="med" len="med"/>
              <a:tailEnd type="none" w="med" len="med"/>
            </a:ln>
          </p:spPr>
          <p:txBody>
            <a:bodyPr anchor="t"/>
            <a:lstStyle/>
            <a:p>
              <a:pPr lvl="0" indent="0" eaLnBrk="0" hangingPunct="0"/>
              <a:endParaRPr lang="zh-CN" altLang="en-US">
                <a:latin typeface="Times New Roman" panose="02020603050405020304" pitchFamily="18" charset="0"/>
              </a:endParaRPr>
            </a:p>
          </p:txBody>
        </p:sp>
      </p:grpSp>
      <p:sp>
        <p:nvSpPr>
          <p:cNvPr id="1039" name="Line 16"/>
          <p:cNvSpPr/>
          <p:nvPr/>
        </p:nvSpPr>
        <p:spPr>
          <a:xfrm>
            <a:off x="468313" y="1176338"/>
            <a:ext cx="8458200" cy="0"/>
          </a:xfrm>
          <a:prstGeom prst="line">
            <a:avLst/>
          </a:prstGeom>
          <a:ln w="57150" cap="flat" cmpd="sng">
            <a:solidFill>
              <a:srgbClr val="33CCCC"/>
            </a:solidFill>
            <a:prstDash val="solid"/>
            <a:round/>
            <a:headEnd type="none" w="med" len="med"/>
            <a:tailEnd type="none" w="med" len="med"/>
          </a:ln>
        </p:spPr>
        <p:txBody>
          <a:bodyPr anchor="t"/>
          <a:lstStyle/>
          <a:p>
            <a:pPr lvl="0" indent="0" eaLnBrk="0" hangingPunct="0"/>
            <a:endParaRPr lang="zh-CN" altLang="en-US">
              <a:latin typeface="Times New Roman" panose="02020603050405020304" pitchFamily="18" charset="0"/>
            </a:endParaRPr>
          </a:p>
        </p:txBody>
      </p:sp>
      <p:sp>
        <p:nvSpPr>
          <p:cNvPr id="3" name="Text Box 17"/>
          <p:cNvSpPr txBox="1">
            <a:spLocks noChangeArrowheads="1"/>
          </p:cNvSpPr>
          <p:nvPr/>
        </p:nvSpPr>
        <p:spPr bwMode="auto">
          <a:xfrm>
            <a:off x="457200" y="2514600"/>
            <a:ext cx="8305800" cy="3506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spcBef>
                <a:spcPct val="50000"/>
              </a:spcBef>
              <a:spcAft>
                <a:spcPct val="0"/>
              </a:spcAft>
              <a:buClrTx/>
              <a:buSzTx/>
              <a:buFontTx/>
              <a:buNone/>
              <a:defRPr/>
            </a:pPr>
            <a:endParaRPr kumimoji="1" lang="zh-CN" altLang="en-US" sz="32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spcBef>
                <a:spcPct val="50000"/>
              </a:spcBef>
              <a:spcAft>
                <a:spcPct val="0"/>
              </a:spcAft>
              <a:buClrTx/>
              <a:buSzTx/>
              <a:buFontTx/>
              <a:buNone/>
              <a:defRPr/>
            </a:pPr>
            <a:endParaRPr kumimoji="1" lang="zh-CN" altLang="en-US" sz="32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spcBef>
                <a:spcPct val="50000"/>
              </a:spcBef>
              <a:spcAft>
                <a:spcPct val="0"/>
              </a:spcAft>
              <a:buClrTx/>
              <a:buSzTx/>
              <a:buFontTx/>
              <a:buNone/>
              <a:defRPr/>
            </a:pPr>
            <a:endParaRPr kumimoji="1" lang="zh-CN" altLang="en-US" sz="32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spcBef>
                <a:spcPct val="50000"/>
              </a:spcBef>
              <a:spcAft>
                <a:spcPct val="0"/>
              </a:spcAft>
              <a:buClrTx/>
              <a:buSzTx/>
              <a:buFontTx/>
              <a:buNone/>
              <a:defRPr/>
            </a:pPr>
            <a:endParaRPr kumimoji="1" lang="zh-CN" altLang="en-US" sz="32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spcBef>
                <a:spcPct val="50000"/>
              </a:spcBef>
              <a:spcAft>
                <a:spcPct val="0"/>
              </a:spcAft>
              <a:buClrTx/>
              <a:buSzTx/>
              <a:buFontTx/>
              <a:buNone/>
              <a:defRPr/>
            </a:pPr>
            <a:endParaRPr kumimoji="1" lang="zh-CN" altLang="en-US" sz="32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pic>
        <p:nvPicPr>
          <p:cNvPr id="1041" name="Picture 18" descr="bupt"/>
          <p:cNvPicPr>
            <a:picLocks noChangeAspect="1"/>
          </p:cNvPicPr>
          <p:nvPr/>
        </p:nvPicPr>
        <p:blipFill>
          <a:blip r:embed="rId18"/>
          <a:stretch>
            <a:fillRect/>
          </a:stretch>
        </p:blipFill>
        <p:spPr>
          <a:xfrm>
            <a:off x="211138" y="228600"/>
            <a:ext cx="1970087" cy="661988"/>
          </a:xfrm>
          <a:prstGeom prst="rect">
            <a:avLst/>
          </a:prstGeom>
          <a:solidFill>
            <a:srgbClr val="438ACB"/>
          </a:solidFill>
          <a:ln w="9525">
            <a:noFill/>
          </a:ln>
        </p:spPr>
      </p:pic>
    </p:spTree>
    <p:extLst>
      <p:ext uri="{BB962C8B-B14F-4D97-AF65-F5344CB8AC3E}">
        <p14:creationId xmlns:p14="http://schemas.microsoft.com/office/powerpoint/2010/main" val="187896034"/>
      </p:ext>
    </p:extLst>
  </p:cSld>
  <p:clrMap bg1="lt1" tx1="dk1" bg2="lt2" tx2="dk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 id="2147483687" r:id="rId5"/>
    <p:sldLayoutId id="2147483688" r:id="rId6"/>
    <p:sldLayoutId id="2147483689" r:id="rId7"/>
    <p:sldLayoutId id="2147483690" r:id="rId8"/>
    <p:sldLayoutId id="2147483691" r:id="rId9"/>
    <p:sldLayoutId id="2147483692" r:id="rId10"/>
    <p:sldLayoutId id="2147483693" r:id="rId11"/>
    <p:sldLayoutId id="2147483694" r:id="rId12"/>
    <p:sldLayoutId id="2147483695" r:id="rId13"/>
    <p:sldLayoutId id="2147483696" r:id="rId14"/>
    <p:sldLayoutId id="2147483697" r:id="rId15"/>
    <p:sldLayoutId id="2147483698" r:id="rId16"/>
  </p:sldLayoutIdLst>
  <p:transition/>
  <p:hf sldNum="0" hdr="0" ftr="0" dt="0"/>
  <p:txStyles>
    <p:titleStyle>
      <a:lvl1pPr algn="r" rtl="0" eaLnBrk="0" fontAlgn="base" hangingPunct="0">
        <a:spcBef>
          <a:spcPct val="0"/>
        </a:spcBef>
        <a:spcAft>
          <a:spcPct val="0"/>
        </a:spcAft>
        <a:defRPr kumimoji="1" sz="3200">
          <a:solidFill>
            <a:srgbClr val="FF3300"/>
          </a:solidFill>
          <a:latin typeface="+mj-lt"/>
          <a:ea typeface="+mj-ea"/>
          <a:cs typeface="+mj-cs"/>
        </a:defRPr>
      </a:lvl1pPr>
      <a:lvl2pPr algn="r" rtl="0" eaLnBrk="0" fontAlgn="base" hangingPunct="0">
        <a:spcBef>
          <a:spcPct val="0"/>
        </a:spcBef>
        <a:spcAft>
          <a:spcPct val="0"/>
        </a:spcAft>
        <a:defRPr kumimoji="1" sz="3200">
          <a:solidFill>
            <a:srgbClr val="FF3300"/>
          </a:solidFill>
          <a:latin typeface="Times New Roman" panose="02020603050405020304" pitchFamily="18" charset="0"/>
          <a:ea typeface="宋体" panose="02010600030101010101" pitchFamily="2" charset="-122"/>
        </a:defRPr>
      </a:lvl2pPr>
      <a:lvl3pPr algn="r" rtl="0" eaLnBrk="0" fontAlgn="base" hangingPunct="0">
        <a:spcBef>
          <a:spcPct val="0"/>
        </a:spcBef>
        <a:spcAft>
          <a:spcPct val="0"/>
        </a:spcAft>
        <a:defRPr kumimoji="1" sz="3200">
          <a:solidFill>
            <a:srgbClr val="FF3300"/>
          </a:solidFill>
          <a:latin typeface="Times New Roman" panose="02020603050405020304" pitchFamily="18" charset="0"/>
          <a:ea typeface="宋体" panose="02010600030101010101" pitchFamily="2" charset="-122"/>
        </a:defRPr>
      </a:lvl3pPr>
      <a:lvl4pPr algn="r" rtl="0" eaLnBrk="0" fontAlgn="base" hangingPunct="0">
        <a:spcBef>
          <a:spcPct val="0"/>
        </a:spcBef>
        <a:spcAft>
          <a:spcPct val="0"/>
        </a:spcAft>
        <a:defRPr kumimoji="1" sz="3200">
          <a:solidFill>
            <a:srgbClr val="FF3300"/>
          </a:solidFill>
          <a:latin typeface="Times New Roman" panose="02020603050405020304" pitchFamily="18" charset="0"/>
          <a:ea typeface="宋体" panose="02010600030101010101" pitchFamily="2" charset="-122"/>
        </a:defRPr>
      </a:lvl4pPr>
      <a:lvl5pPr algn="r" rtl="0" eaLnBrk="0" fontAlgn="base" hangingPunct="0">
        <a:spcBef>
          <a:spcPct val="0"/>
        </a:spcBef>
        <a:spcAft>
          <a:spcPct val="0"/>
        </a:spcAft>
        <a:defRPr kumimoji="1" sz="3200">
          <a:solidFill>
            <a:srgbClr val="FF3300"/>
          </a:solidFill>
          <a:latin typeface="Times New Roman" panose="02020603050405020304" pitchFamily="18" charset="0"/>
          <a:ea typeface="宋体" panose="02010600030101010101" pitchFamily="2" charset="-122"/>
        </a:defRPr>
      </a:lvl5pPr>
      <a:lvl6pPr marL="457200" algn="r" rtl="0" fontAlgn="base">
        <a:spcBef>
          <a:spcPct val="0"/>
        </a:spcBef>
        <a:spcAft>
          <a:spcPct val="0"/>
        </a:spcAft>
        <a:defRPr kumimoji="1" sz="3200">
          <a:solidFill>
            <a:srgbClr val="FF3300"/>
          </a:solidFill>
          <a:latin typeface="Times New Roman" panose="02020603050405020304" pitchFamily="18" charset="0"/>
          <a:ea typeface="宋体" panose="02010600030101010101" pitchFamily="2" charset="-122"/>
        </a:defRPr>
      </a:lvl6pPr>
      <a:lvl7pPr marL="914400" algn="r" rtl="0" fontAlgn="base">
        <a:spcBef>
          <a:spcPct val="0"/>
        </a:spcBef>
        <a:spcAft>
          <a:spcPct val="0"/>
        </a:spcAft>
        <a:defRPr kumimoji="1" sz="3200">
          <a:solidFill>
            <a:srgbClr val="FF3300"/>
          </a:solidFill>
          <a:latin typeface="Times New Roman" panose="02020603050405020304" pitchFamily="18" charset="0"/>
          <a:ea typeface="宋体" panose="02010600030101010101" pitchFamily="2" charset="-122"/>
        </a:defRPr>
      </a:lvl7pPr>
      <a:lvl8pPr marL="1371600" algn="r" rtl="0" fontAlgn="base">
        <a:spcBef>
          <a:spcPct val="0"/>
        </a:spcBef>
        <a:spcAft>
          <a:spcPct val="0"/>
        </a:spcAft>
        <a:defRPr kumimoji="1" sz="3200">
          <a:solidFill>
            <a:srgbClr val="FF3300"/>
          </a:solidFill>
          <a:latin typeface="Times New Roman" panose="02020603050405020304" pitchFamily="18" charset="0"/>
          <a:ea typeface="宋体" panose="02010600030101010101" pitchFamily="2" charset="-122"/>
        </a:defRPr>
      </a:lvl8pPr>
      <a:lvl9pPr marL="1828800" algn="r" rtl="0" fontAlgn="base">
        <a:spcBef>
          <a:spcPct val="0"/>
        </a:spcBef>
        <a:spcAft>
          <a:spcPct val="0"/>
        </a:spcAft>
        <a:defRPr kumimoji="1" sz="3200">
          <a:solidFill>
            <a:srgbClr val="FF3300"/>
          </a:solidFill>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kumimoji="1"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vl6pPr marL="2514600" indent="-228600" algn="l" rtl="0" fontAlgn="base">
        <a:spcBef>
          <a:spcPct val="20000"/>
        </a:spcBef>
        <a:spcAft>
          <a:spcPct val="0"/>
        </a:spcAft>
        <a:buChar char="»"/>
        <a:defRPr kumimoji="1" sz="2800">
          <a:solidFill>
            <a:schemeClr val="tx1"/>
          </a:solidFill>
          <a:latin typeface="+mn-lt"/>
          <a:ea typeface="+mn-ea"/>
        </a:defRPr>
      </a:lvl6pPr>
      <a:lvl7pPr marL="2971800" indent="-228600" algn="l" rtl="0" fontAlgn="base">
        <a:spcBef>
          <a:spcPct val="20000"/>
        </a:spcBef>
        <a:spcAft>
          <a:spcPct val="0"/>
        </a:spcAft>
        <a:buChar char="»"/>
        <a:defRPr kumimoji="1" sz="2800">
          <a:solidFill>
            <a:schemeClr val="tx1"/>
          </a:solidFill>
          <a:latin typeface="+mn-lt"/>
          <a:ea typeface="+mn-ea"/>
        </a:defRPr>
      </a:lvl7pPr>
      <a:lvl8pPr marL="3429000" indent="-228600" algn="l" rtl="0" fontAlgn="base">
        <a:spcBef>
          <a:spcPct val="20000"/>
        </a:spcBef>
        <a:spcAft>
          <a:spcPct val="0"/>
        </a:spcAft>
        <a:buChar char="»"/>
        <a:defRPr kumimoji="1" sz="2800">
          <a:solidFill>
            <a:schemeClr val="tx1"/>
          </a:solidFill>
          <a:latin typeface="+mn-lt"/>
          <a:ea typeface="+mn-ea"/>
        </a:defRPr>
      </a:lvl8pPr>
      <a:lvl9pPr marL="3886200" indent="-228600" algn="l" rtl="0" fontAlgn="base">
        <a:spcBef>
          <a:spcPct val="20000"/>
        </a:spcBef>
        <a:spcAft>
          <a:spcPct val="0"/>
        </a:spcAft>
        <a:buChar char="»"/>
        <a:defRPr kumimoji="1" sz="28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oleObject" Target="../embeddings/oleObject1.bin"/><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oleObject" Target="../embeddings/oleObject3.bin"/><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oleObject" Target="../embeddings/oleObject4.bin"/><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2.xml"/><Relationship Id="rId1" Type="http://schemas.openxmlformats.org/officeDocument/2006/relationships/slideLayout" Target="../slideLayouts/slideLayout13.xml"/><Relationship Id="rId6" Type="http://schemas.openxmlformats.org/officeDocument/2006/relationships/image" Target="../media/image8.emf"/><Relationship Id="rId5" Type="http://schemas.openxmlformats.org/officeDocument/2006/relationships/oleObject" Target="../embeddings/oleObject6.bin"/><Relationship Id="rId4" Type="http://schemas.openxmlformats.org/officeDocument/2006/relationships/image" Target="../media/image7.emf"/></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oleObject" Target="../embeddings/oleObject7.bin"/><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8.emf"/></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oleObject" Target="../embeddings/oleObject9.bin"/><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oleObject" Target="../embeddings/oleObject10.bin"/><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oleObject" Target="../embeddings/oleObject11.bin"/><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oleObject" Target="../embeddings/oleObject12.bin"/><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oleObject" Target="../embeddings/oleObject13.bin"/><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oleObject" Target="../embeddings/oleObject14.bin"/><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oleObject" Target="../embeddings/oleObject15.bin"/><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oleObject" Target="../embeddings/oleObject16.bin"/><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8" Type="http://schemas.openxmlformats.org/officeDocument/2006/relationships/oleObject" Target="../embeddings/oleObject20.bin"/><Relationship Id="rId13" Type="http://schemas.openxmlformats.org/officeDocument/2006/relationships/image" Target="../media/image15.emf"/><Relationship Id="rId3" Type="http://schemas.openxmlformats.org/officeDocument/2006/relationships/image" Target="../media/image18.emf"/><Relationship Id="rId7" Type="http://schemas.openxmlformats.org/officeDocument/2006/relationships/image" Target="../media/image20.emf"/><Relationship Id="rId12" Type="http://schemas.openxmlformats.org/officeDocument/2006/relationships/oleObject" Target="../embeddings/oleObject22.bin"/><Relationship Id="rId2" Type="http://schemas.openxmlformats.org/officeDocument/2006/relationships/oleObject" Target="../embeddings/oleObject17.bin"/><Relationship Id="rId1" Type="http://schemas.openxmlformats.org/officeDocument/2006/relationships/slideLayout" Target="../slideLayouts/slideLayout15.xml"/><Relationship Id="rId6" Type="http://schemas.openxmlformats.org/officeDocument/2006/relationships/oleObject" Target="../embeddings/oleObject19.bin"/><Relationship Id="rId11" Type="http://schemas.openxmlformats.org/officeDocument/2006/relationships/image" Target="../media/image22.emf"/><Relationship Id="rId5" Type="http://schemas.openxmlformats.org/officeDocument/2006/relationships/image" Target="../media/image19.emf"/><Relationship Id="rId10" Type="http://schemas.openxmlformats.org/officeDocument/2006/relationships/oleObject" Target="../embeddings/oleObject21.bin"/><Relationship Id="rId4" Type="http://schemas.openxmlformats.org/officeDocument/2006/relationships/oleObject" Target="../embeddings/oleObject18.bin"/><Relationship Id="rId9" Type="http://schemas.openxmlformats.org/officeDocument/2006/relationships/image" Target="../media/image21.emf"/></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hyperlink" Target="file:///C:\Dev-Cpp\include\stdio.h" TargetMode="Externa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68.x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oleObject" Target="../embeddings/oleObject23.bin"/><Relationship Id="rId1" Type="http://schemas.openxmlformats.org/officeDocument/2006/relationships/slideLayout" Target="../slideLayouts/slideLayout34.xml"/></Relationships>
</file>

<file path=ppt/slides/_rels/slide6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oleObject" Target="../embeddings/oleObject24.bin"/><Relationship Id="rId1" Type="http://schemas.openxmlformats.org/officeDocument/2006/relationships/slideLayout" Target="../slideLayouts/slideLayout34.xml"/></Relationships>
</file>

<file path=ppt/slides/_rels/slide70.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oleObject" Target="../embeddings/oleObject25.bin"/><Relationship Id="rId1" Type="http://schemas.openxmlformats.org/officeDocument/2006/relationships/slideLayout" Target="../slideLayouts/slideLayout34.xml"/><Relationship Id="rId4" Type="http://schemas.openxmlformats.org/officeDocument/2006/relationships/image" Target="../media/image26.png"/></Relationships>
</file>

<file path=ppt/slides/_rels/slide71.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image" Target="../media/image27.png"/><Relationship Id="rId1" Type="http://schemas.openxmlformats.org/officeDocument/2006/relationships/slideLayout" Target="../slideLayouts/slideLayout14.xml"/><Relationship Id="rId6" Type="http://schemas.openxmlformats.org/officeDocument/2006/relationships/image" Target="../media/image29.emf"/><Relationship Id="rId5" Type="http://schemas.openxmlformats.org/officeDocument/2006/relationships/oleObject" Target="../embeddings/oleObject27.bin"/><Relationship Id="rId4" Type="http://schemas.openxmlformats.org/officeDocument/2006/relationships/image" Target="../media/image28.emf"/></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7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oleObject" Target="../embeddings/oleObject28.bin"/><Relationship Id="rId1" Type="http://schemas.openxmlformats.org/officeDocument/2006/relationships/slideLayout" Target="../slideLayouts/slideLayout1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38.wmf"/><Relationship Id="rId2" Type="http://schemas.openxmlformats.org/officeDocument/2006/relationships/oleObject" Target="../embeddings/oleObject29.bin"/><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1</a:t>
            </a:fld>
            <a:endParaRPr lang="zh-CN" altLang="en-US" sz="1400" b="1" dirty="0"/>
          </a:p>
        </p:txBody>
      </p:sp>
      <p:grpSp>
        <p:nvGrpSpPr>
          <p:cNvPr id="4099" name="Group 4"/>
          <p:cNvGrpSpPr/>
          <p:nvPr/>
        </p:nvGrpSpPr>
        <p:grpSpPr>
          <a:xfrm>
            <a:off x="755650" y="1700808"/>
            <a:ext cx="7632700" cy="2197100"/>
            <a:chOff x="1488" y="1152"/>
            <a:chExt cx="2736" cy="642"/>
          </a:xfrm>
        </p:grpSpPr>
        <p:sp>
          <p:nvSpPr>
            <p:cNvPr id="4101" name="Rectangle 5"/>
            <p:cNvSpPr/>
            <p:nvPr/>
          </p:nvSpPr>
          <p:spPr>
            <a:xfrm>
              <a:off x="1488" y="1152"/>
              <a:ext cx="2736" cy="624"/>
            </a:xfrm>
            <a:prstGeom prst="rect">
              <a:avLst/>
            </a:prstGeom>
            <a:gradFill rotWithShape="0">
              <a:gsLst>
                <a:gs pos="0">
                  <a:srgbClr val="3E040E"/>
                </a:gs>
                <a:gs pos="50000">
                  <a:srgbClr val="CF0E30"/>
                </a:gs>
                <a:gs pos="100000">
                  <a:srgbClr val="3E040E"/>
                </a:gs>
              </a:gsLst>
              <a:lin ang="2700000" scaled="1"/>
              <a:tileRect/>
            </a:gradFill>
            <a:ln w="28575" cap="flat" cmpd="sng">
              <a:solidFill>
                <a:srgbClr val="F68295"/>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lnSpc>
                  <a:spcPct val="90000"/>
                </a:lnSpc>
                <a:buNone/>
              </a:pPr>
              <a:endParaRPr lang="zh-CN" altLang="en-US" sz="2200" b="1" dirty="0"/>
            </a:p>
          </p:txBody>
        </p:sp>
        <p:sp>
          <p:nvSpPr>
            <p:cNvPr id="4102" name="Text Box 6"/>
            <p:cNvSpPr txBox="1"/>
            <p:nvPr/>
          </p:nvSpPr>
          <p:spPr>
            <a:xfrm>
              <a:off x="1536" y="1200"/>
              <a:ext cx="2612" cy="594"/>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algn="ctr">
                <a:spcBef>
                  <a:spcPct val="50000"/>
                </a:spcBef>
                <a:buNone/>
              </a:pPr>
              <a:r>
                <a:rPr lang="zh-CN" altLang="en-US" sz="3600" b="1" dirty="0">
                  <a:solidFill>
                    <a:schemeClr val="bg1"/>
                  </a:solidFill>
                  <a:latin typeface="微软雅黑" panose="020B0503020204020204" pitchFamily="34" charset="-122"/>
                  <a:ea typeface="微软雅黑" panose="020B0503020204020204" pitchFamily="34" charset="-122"/>
                </a:rPr>
                <a:t>单元二：算法与算法方法</a:t>
              </a:r>
              <a:endParaRPr lang="en-US" altLang="zh-CN" sz="3600" b="1" dirty="0">
                <a:solidFill>
                  <a:schemeClr val="bg1"/>
                </a:solidFill>
                <a:latin typeface="微软雅黑" panose="020B0503020204020204" pitchFamily="34" charset="-122"/>
                <a:ea typeface="微软雅黑" panose="020B0503020204020204" pitchFamily="34" charset="-122"/>
              </a:endParaRPr>
            </a:p>
            <a:p>
              <a:pPr marL="0" lvl="0" indent="0" algn="ctr">
                <a:spcBef>
                  <a:spcPct val="50000"/>
                </a:spcBef>
                <a:buNone/>
              </a:pPr>
              <a:r>
                <a:rPr lang="zh-CN" altLang="en-US" sz="3600" b="1" dirty="0">
                  <a:solidFill>
                    <a:schemeClr val="bg1"/>
                  </a:solidFill>
                </a:rPr>
                <a:t>第五章  算法设计方法（子程序）</a:t>
              </a:r>
            </a:p>
          </p:txBody>
        </p:sp>
      </p:grpSp>
      <p:pic>
        <p:nvPicPr>
          <p:cNvPr id="4100" name="Picture 7" descr="地球"/>
          <p:cNvPicPr>
            <a:picLocks noChangeAspect="1"/>
          </p:cNvPicPr>
          <p:nvPr/>
        </p:nvPicPr>
        <p:blipFill>
          <a:blip r:embed="rId3"/>
          <a:stretch>
            <a:fillRect/>
          </a:stretch>
        </p:blipFill>
        <p:spPr>
          <a:xfrm>
            <a:off x="6875463" y="4724400"/>
            <a:ext cx="1584325" cy="1514475"/>
          </a:xfrm>
          <a:prstGeom prst="rect">
            <a:avLst/>
          </a:prstGeom>
          <a:noFill/>
          <a:ln w="9525">
            <a:noFill/>
          </a:ln>
        </p:spPr>
      </p:pic>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63650" y="405130"/>
            <a:ext cx="7295515" cy="720725"/>
          </a:xfrm>
        </p:spPr>
        <p:txBody>
          <a:bodyPr/>
          <a:lstStyle/>
          <a:p>
            <a:r>
              <a:rPr lang="zh-CN" altLang="en-US" b="1" dirty="0"/>
              <a:t>引言</a:t>
            </a:r>
          </a:p>
        </p:txBody>
      </p:sp>
      <p:sp>
        <p:nvSpPr>
          <p:cNvPr id="3" name="内容占位符 2"/>
          <p:cNvSpPr>
            <a:spLocks noGrp="1"/>
          </p:cNvSpPr>
          <p:nvPr>
            <p:ph idx="1"/>
          </p:nvPr>
        </p:nvSpPr>
        <p:spPr/>
        <p:txBody>
          <a:bodyPr/>
          <a:lstStyle/>
          <a:p>
            <a:r>
              <a:rPr lang="zh-CN" altLang="en-US" dirty="0"/>
              <a:t>我们已经或多或少地使用了别人的子程序</a:t>
            </a:r>
            <a:r>
              <a:rPr lang="en-US" altLang="zh-CN" dirty="0"/>
              <a:t>.</a:t>
            </a:r>
            <a:endParaRPr lang="zh-CN" altLang="en-US" dirty="0"/>
          </a:p>
          <a:p>
            <a:pPr lvl="0"/>
            <a:r>
              <a:rPr lang="zh-CN" altLang="en-US" dirty="0"/>
              <a:t>比如：</a:t>
            </a:r>
            <a:r>
              <a:rPr lang="en-US" altLang="zh-CN" dirty="0"/>
              <a:t>#include&lt;</a:t>
            </a:r>
            <a:r>
              <a:rPr lang="en-US" altLang="zh-CN" dirty="0" err="1"/>
              <a:t>stdio.h</a:t>
            </a:r>
            <a:r>
              <a:rPr lang="en-US" altLang="zh-CN" dirty="0"/>
              <a:t>&gt;  </a:t>
            </a:r>
          </a:p>
          <a:p>
            <a:pPr marL="1371600" lvl="3" indent="0">
              <a:buNone/>
            </a:pPr>
            <a:r>
              <a:rPr lang="en-US" altLang="zh-CN" dirty="0"/>
              <a:t>#include&lt;</a:t>
            </a:r>
            <a:r>
              <a:rPr lang="en-US" altLang="zh-CN" dirty="0" err="1"/>
              <a:t>math.h</a:t>
            </a:r>
            <a:r>
              <a:rPr lang="en-US" altLang="zh-CN" dirty="0"/>
              <a:t>&gt;</a:t>
            </a:r>
          </a:p>
          <a:p>
            <a:pPr marL="457200" lvl="1" indent="0">
              <a:buNone/>
            </a:pPr>
            <a:r>
              <a:rPr lang="en-US" altLang="zh-CN" dirty="0" err="1">
                <a:latin typeface="Consolas" panose="020B0609020204030204" pitchFamily="49" charset="0"/>
              </a:rPr>
              <a:t>scanf</a:t>
            </a:r>
            <a:r>
              <a:rPr lang="en-US" altLang="zh-CN" dirty="0">
                <a:latin typeface="Consolas" panose="020B0609020204030204" pitchFamily="49" charset="0"/>
              </a:rPr>
              <a:t>(“%</a:t>
            </a:r>
            <a:r>
              <a:rPr lang="en-US" altLang="zh-CN" dirty="0" err="1">
                <a:latin typeface="Consolas" panose="020B0609020204030204" pitchFamily="49" charset="0"/>
              </a:rPr>
              <a:t>d”,&amp;xx</a:t>
            </a:r>
            <a:r>
              <a:rPr lang="en-US" altLang="zh-CN" dirty="0">
                <a:latin typeface="Consolas" panose="020B0609020204030204" pitchFamily="49" charset="0"/>
              </a:rPr>
              <a:t>);</a:t>
            </a:r>
          </a:p>
          <a:p>
            <a:pPr marL="457200" lvl="1" indent="0">
              <a:buNone/>
            </a:pPr>
            <a:r>
              <a:rPr lang="en-US" altLang="zh-CN" dirty="0" err="1">
                <a:latin typeface="Consolas" panose="020B0609020204030204" pitchFamily="49" charset="0"/>
              </a:rPr>
              <a:t>printf</a:t>
            </a:r>
            <a:r>
              <a:rPr lang="en-US" altLang="zh-CN" dirty="0">
                <a:latin typeface="Consolas" panose="020B0609020204030204" pitchFamily="49" charset="0"/>
              </a:rPr>
              <a:t>(“%</a:t>
            </a:r>
            <a:r>
              <a:rPr lang="en-US" altLang="zh-CN" dirty="0" err="1">
                <a:latin typeface="Consolas" panose="020B0609020204030204" pitchFamily="49" charset="0"/>
              </a:rPr>
              <a:t>d”,xx</a:t>
            </a:r>
            <a:r>
              <a:rPr lang="en-US" altLang="zh-CN" dirty="0">
                <a:latin typeface="Consolas" panose="020B0609020204030204" pitchFamily="49" charset="0"/>
              </a:rPr>
              <a:t>)  </a:t>
            </a:r>
          </a:p>
          <a:p>
            <a:pPr marL="457200" lvl="1" indent="0">
              <a:buNone/>
            </a:pPr>
            <a:r>
              <a:rPr lang="en-US" altLang="zh-CN" dirty="0">
                <a:latin typeface="Consolas" panose="020B0609020204030204" pitchFamily="49" charset="0"/>
              </a:rPr>
              <a:t>while( fabs(x) ) .....</a:t>
            </a:r>
          </a:p>
          <a:p>
            <a:pPr marL="457200" lvl="1" indent="0">
              <a:buNone/>
            </a:pPr>
            <a:r>
              <a:rPr lang="en-US" altLang="zh-CN" dirty="0">
                <a:latin typeface="Consolas" panose="020B0609020204030204" pitchFamily="49" charset="0"/>
              </a:rPr>
              <a:t>x=sqrt(n)....</a:t>
            </a:r>
          </a:p>
          <a:p>
            <a:pPr marL="457200" lvl="1" indent="0">
              <a:buNone/>
            </a:pPr>
            <a:endParaRPr lang="en-US" altLang="zh-CN" dirty="0"/>
          </a:p>
          <a:p>
            <a:pPr lvl="0"/>
            <a:r>
              <a:rPr lang="zh-CN" altLang="en-US" dirty="0"/>
              <a:t>上述都使用了</a:t>
            </a:r>
            <a:r>
              <a:rPr lang="en-US" altLang="zh-CN" dirty="0"/>
              <a:t>C</a:t>
            </a:r>
            <a:r>
              <a:rPr lang="zh-CN" altLang="en-US" dirty="0"/>
              <a:t>函数库中已定义的子程序</a:t>
            </a:r>
            <a:r>
              <a:rPr lang="en-US" altLang="zh-CN" dirty="0"/>
              <a:t>.</a:t>
            </a:r>
            <a:endParaRPr lang="zh-CN" altLang="en-US" dirty="0"/>
          </a:p>
          <a:p>
            <a:pPr lvl="1"/>
            <a:r>
              <a:rPr lang="zh-CN" altLang="en-US" dirty="0"/>
              <a:t>表达式语句、表达式中可以</a:t>
            </a:r>
            <a:r>
              <a:rPr lang="en-US" altLang="zh-CN" dirty="0"/>
              <a:t>“</a:t>
            </a:r>
            <a:r>
              <a:rPr lang="zh-CN" altLang="en-US" dirty="0"/>
              <a:t>调用</a:t>
            </a:r>
            <a:r>
              <a:rPr lang="en-US" altLang="zh-CN" dirty="0"/>
              <a:t>”</a:t>
            </a:r>
            <a:r>
              <a:rPr lang="zh-CN" altLang="en-US" dirty="0"/>
              <a:t>函数</a:t>
            </a:r>
          </a:p>
          <a:p>
            <a:pPr lvl="1"/>
            <a:endParaRPr lang="zh-CN" altLang="en-US" dirty="0"/>
          </a:p>
        </p:txBody>
      </p:sp>
      <p:sp>
        <p:nvSpPr>
          <p:cNvPr id="4" name="文本框 3"/>
          <p:cNvSpPr txBox="1"/>
          <p:nvPr/>
        </p:nvSpPr>
        <p:spPr>
          <a:xfrm>
            <a:off x="949960" y="5930900"/>
            <a:ext cx="6934408" cy="430887"/>
          </a:xfrm>
          <a:prstGeom prst="rect">
            <a:avLst/>
          </a:prstGeom>
          <a:solidFill>
            <a:schemeClr val="accent2">
              <a:lumMod val="20000"/>
              <a:lumOff val="80000"/>
            </a:schemeClr>
          </a:solidFill>
        </p:spPr>
        <p:txBody>
          <a:bodyPr wrap="square" rtlCol="0">
            <a:spAutoFit/>
          </a:bodyPr>
          <a:lstStyle/>
          <a:p>
            <a:r>
              <a:rPr lang="zh-CN" altLang="en-US" dirty="0">
                <a:latin typeface="微软雅黑" panose="020B0503020204020204" pitchFamily="34" charset="-122"/>
                <a:ea typeface="微软雅黑" panose="020B0503020204020204" pitchFamily="34" charset="-122"/>
              </a:rPr>
              <a:t>我们自己是否可以</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定义</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子程序，并</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调用</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呢？</a:t>
            </a: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3</a:t>
            </a:fld>
            <a:endParaRPr lang="zh-CN" altLang="en-US" sz="1400" b="1" dirty="0"/>
          </a:p>
        </p:txBody>
      </p:sp>
      <p:sp>
        <p:nvSpPr>
          <p:cNvPr id="6147" name="Rectangle 5"/>
          <p:cNvSpPr>
            <a:spLocks noGrp="1"/>
          </p:cNvSpPr>
          <p:nvPr>
            <p:ph idx="1"/>
          </p:nvPr>
        </p:nvSpPr>
        <p:spPr>
          <a:xfrm>
            <a:off x="1116013" y="2133600"/>
            <a:ext cx="7342187" cy="3797300"/>
          </a:xfrm>
        </p:spPr>
        <p:txBody>
          <a:bodyPr vert="horz" wrap="square" lIns="92075" tIns="46038" rIns="92075" bIns="46038" anchor="t"/>
          <a:lstStyle/>
          <a:p>
            <a:pPr eaLnBrk="1" hangingPunct="1">
              <a:buNone/>
            </a:pPr>
            <a:r>
              <a:rPr lang="zh-CN" altLang="en-US" b="1" dirty="0">
                <a:solidFill>
                  <a:srgbClr val="FF0000"/>
                </a:solidFill>
                <a:latin typeface="微软雅黑" panose="020B0503020204020204" pitchFamily="34" charset="-122"/>
                <a:ea typeface="微软雅黑" panose="020B0503020204020204" pitchFamily="34" charset="-122"/>
              </a:rPr>
              <a:t>5.</a:t>
            </a:r>
            <a:r>
              <a:rPr lang="en-US" altLang="zh-CN" b="1" dirty="0">
                <a:solidFill>
                  <a:srgbClr val="FF0000"/>
                </a:solidFill>
                <a:latin typeface="微软雅黑" panose="020B0503020204020204" pitchFamily="34" charset="-122"/>
                <a:ea typeface="微软雅黑" panose="020B0503020204020204" pitchFamily="34" charset="-122"/>
              </a:rPr>
              <a:t>3</a:t>
            </a:r>
            <a:r>
              <a:rPr lang="zh-CN" altLang="en-US" b="1" dirty="0">
                <a:solidFill>
                  <a:srgbClr val="FF0000"/>
                </a:solidFill>
                <a:latin typeface="微软雅黑" panose="020B0503020204020204" pitchFamily="34" charset="-122"/>
                <a:ea typeface="微软雅黑" panose="020B0503020204020204" pitchFamily="34" charset="-122"/>
              </a:rPr>
              <a:t>  子程序概念及设计</a:t>
            </a:r>
          </a:p>
          <a:p>
            <a:pPr eaLnBrk="1" hangingPunct="1">
              <a:buNone/>
            </a:pPr>
            <a:r>
              <a:rPr lang="zh-CN" altLang="en-US" b="1" dirty="0"/>
              <a:t>5.</a:t>
            </a:r>
            <a:r>
              <a:rPr lang="en-US" altLang="zh-CN" b="1" dirty="0"/>
              <a:t>4</a:t>
            </a:r>
            <a:r>
              <a:rPr lang="zh-CN" altLang="en-US" b="1" dirty="0"/>
              <a:t>  </a:t>
            </a:r>
            <a:r>
              <a:rPr lang="en-US" altLang="zh-CN" b="1" dirty="0"/>
              <a:t>C</a:t>
            </a:r>
            <a:r>
              <a:rPr lang="zh-CN" altLang="en-US" b="1" dirty="0"/>
              <a:t>语言的函数</a:t>
            </a:r>
            <a:endParaRPr lang="en-US" altLang="zh-CN" b="1" dirty="0"/>
          </a:p>
          <a:p>
            <a:pPr eaLnBrk="1" hangingPunct="1">
              <a:buNone/>
            </a:pPr>
            <a:r>
              <a:rPr lang="zh-CN" altLang="en-US" b="1" dirty="0"/>
              <a:t>5.</a:t>
            </a:r>
            <a:r>
              <a:rPr lang="en-US" altLang="zh-CN" b="1" dirty="0"/>
              <a:t>5</a:t>
            </a:r>
            <a:r>
              <a:rPr lang="zh-CN" altLang="en-US" b="1" dirty="0"/>
              <a:t>  头文件</a:t>
            </a:r>
          </a:p>
          <a:p>
            <a:pPr eaLnBrk="1" hangingPunct="1">
              <a:buNone/>
            </a:pPr>
            <a:r>
              <a:rPr lang="zh-CN" altLang="en-US" b="1" dirty="0"/>
              <a:t>5.</a:t>
            </a:r>
            <a:r>
              <a:rPr lang="en-US" altLang="zh-CN" b="1" dirty="0"/>
              <a:t>6</a:t>
            </a:r>
            <a:r>
              <a:rPr lang="zh-CN" altLang="en-US" b="1" dirty="0"/>
              <a:t>  函数应用举例</a:t>
            </a:r>
          </a:p>
        </p:txBody>
      </p:sp>
      <p:sp>
        <p:nvSpPr>
          <p:cNvPr id="6148" name="Rectangle 7"/>
          <p:cNvSpPr>
            <a:spLocks noGrp="1"/>
          </p:cNvSpPr>
          <p:nvPr>
            <p:ph type="title"/>
          </p:nvPr>
        </p:nvSpPr>
        <p:spPr/>
        <p:txBody>
          <a:bodyPr vert="horz" wrap="square" lIns="91440" tIns="45720" rIns="91440" bIns="45720" anchor="ctr"/>
          <a:lstStyle/>
          <a:p>
            <a:pPr eaLnBrk="1" hangingPunct="1"/>
            <a:r>
              <a:rPr lang="zh-CN" altLang="en-US" b="1" dirty="0"/>
              <a:t>提纲</a:t>
            </a:r>
          </a:p>
        </p:txBody>
      </p:sp>
      <p:pic>
        <p:nvPicPr>
          <p:cNvPr id="6149" name="Picture 2053" descr="页面"/>
          <p:cNvPicPr>
            <a:picLocks noChangeAspect="1"/>
          </p:cNvPicPr>
          <p:nvPr/>
        </p:nvPicPr>
        <p:blipFill>
          <a:blip r:embed="rId2"/>
          <a:stretch>
            <a:fillRect/>
          </a:stretch>
        </p:blipFill>
        <p:spPr>
          <a:xfrm>
            <a:off x="6659563" y="5157788"/>
            <a:ext cx="1676400" cy="573087"/>
          </a:xfrm>
          <a:prstGeom prst="rect">
            <a:avLst/>
          </a:prstGeom>
          <a:noFill/>
          <a:ln w="9525">
            <a:noFill/>
          </a:ln>
        </p:spPr>
      </p:pic>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4</a:t>
            </a:fld>
            <a:endParaRPr lang="zh-CN" altLang="en-US" sz="1400" b="1" dirty="0"/>
          </a:p>
        </p:txBody>
      </p:sp>
      <p:sp>
        <p:nvSpPr>
          <p:cNvPr id="7171" name="Rectangle 3"/>
          <p:cNvSpPr>
            <a:spLocks noGrp="1"/>
          </p:cNvSpPr>
          <p:nvPr>
            <p:ph idx="1"/>
          </p:nvPr>
        </p:nvSpPr>
        <p:spPr>
          <a:xfrm>
            <a:off x="685800" y="1319213"/>
            <a:ext cx="7772400" cy="4989512"/>
          </a:xfrm>
        </p:spPr>
        <p:txBody>
          <a:bodyPr vert="horz" wrap="square" lIns="91440" tIns="45720" rIns="91440" bIns="45720" anchor="t"/>
          <a:lstStyle/>
          <a:p>
            <a:pPr eaLnBrk="1" hangingPunct="1">
              <a:lnSpc>
                <a:spcPct val="150000"/>
              </a:lnSpc>
            </a:pPr>
            <a:r>
              <a:rPr lang="zh-CN" altLang="en-US" b="1" dirty="0"/>
              <a:t>编写程序，求所有四位可逆素数 </a:t>
            </a:r>
            <a:r>
              <a:rPr lang="en-US" altLang="zh-CN" b="1" dirty="0"/>
              <a:t>,</a:t>
            </a:r>
            <a:r>
              <a:rPr lang="zh-CN" altLang="en-US" b="1" dirty="0"/>
              <a:t>所谓可逆素数是这么一种素数，它的逆数也是素数。</a:t>
            </a:r>
          </a:p>
          <a:p>
            <a:pPr eaLnBrk="1" hangingPunct="1">
              <a:lnSpc>
                <a:spcPct val="150000"/>
              </a:lnSpc>
              <a:buNone/>
            </a:pPr>
            <a:r>
              <a:rPr lang="zh-CN" altLang="en-US" b="1" dirty="0"/>
              <a:t>    包含的主要功能：</a:t>
            </a:r>
          </a:p>
          <a:p>
            <a:pPr lvl="1" eaLnBrk="1" hangingPunct="1">
              <a:lnSpc>
                <a:spcPct val="150000"/>
              </a:lnSpc>
            </a:pPr>
            <a:r>
              <a:rPr lang="zh-CN" altLang="en-US" b="1" dirty="0"/>
              <a:t>判断一个数是否素数。</a:t>
            </a:r>
          </a:p>
          <a:p>
            <a:pPr lvl="1" eaLnBrk="1" hangingPunct="1">
              <a:lnSpc>
                <a:spcPct val="150000"/>
              </a:lnSpc>
            </a:pPr>
            <a:r>
              <a:rPr lang="zh-CN" altLang="en-US" b="1" dirty="0"/>
              <a:t>求一个整数的逆数。如</a:t>
            </a:r>
            <a:r>
              <a:rPr lang="en-US" altLang="zh-CN" b="1" dirty="0"/>
              <a:t>1234</a:t>
            </a:r>
            <a:r>
              <a:rPr lang="zh-CN" altLang="en-US" b="1" dirty="0"/>
              <a:t>的逆数是</a:t>
            </a:r>
            <a:r>
              <a:rPr lang="en-US" altLang="zh-CN" b="1" dirty="0"/>
              <a:t>4321</a:t>
            </a:r>
            <a:r>
              <a:rPr lang="zh-CN" altLang="en-US" b="1" dirty="0"/>
              <a:t>。</a:t>
            </a:r>
          </a:p>
          <a:p>
            <a:pPr lvl="1" eaLnBrk="1" hangingPunct="1">
              <a:lnSpc>
                <a:spcPct val="150000"/>
              </a:lnSpc>
            </a:pPr>
            <a:endParaRPr lang="zh-CN" altLang="en-US" b="1" dirty="0"/>
          </a:p>
          <a:p>
            <a:pPr eaLnBrk="1" hangingPunct="1">
              <a:lnSpc>
                <a:spcPct val="150000"/>
              </a:lnSpc>
              <a:buNone/>
            </a:pPr>
            <a:r>
              <a:rPr lang="zh-CN" altLang="en-US" b="1" dirty="0"/>
              <a:t>    </a:t>
            </a:r>
          </a:p>
        </p:txBody>
      </p:sp>
      <p:sp>
        <p:nvSpPr>
          <p:cNvPr id="7172" name="Rectangle 4"/>
          <p:cNvSpPr>
            <a:spLocks noGrp="1"/>
          </p:cNvSpPr>
          <p:nvPr>
            <p:ph type="title"/>
          </p:nvPr>
        </p:nvSpPr>
        <p:spPr>
          <a:xfrm>
            <a:off x="1263650" y="404813"/>
            <a:ext cx="7575550" cy="720725"/>
          </a:xfrm>
        </p:spPr>
        <p:txBody>
          <a:bodyPr vert="horz" wrap="square" lIns="91440" tIns="45720" rIns="91440" bIns="45720" anchor="ctr"/>
          <a:lstStyle/>
          <a:p>
            <a:pPr eaLnBrk="1" hangingPunct="1"/>
            <a:r>
              <a:rPr lang="en-US" altLang="zh-CN" b="1" dirty="0"/>
              <a:t>5.3    </a:t>
            </a:r>
            <a:r>
              <a:rPr lang="zh-CN" altLang="en-US" b="1" dirty="0"/>
              <a:t>子程序概念</a:t>
            </a: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灯片编号占位符 3"/>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5</a:t>
            </a:fld>
            <a:endParaRPr lang="zh-CN" altLang="en-US" sz="1400" b="1" dirty="0"/>
          </a:p>
        </p:txBody>
      </p:sp>
      <p:graphicFrame>
        <p:nvGraphicFramePr>
          <p:cNvPr id="335876" name="Object 4"/>
          <p:cNvGraphicFramePr>
            <a:graphicFrameLocks noGrp="1" noChangeAspect="1"/>
          </p:cNvGraphicFramePr>
          <p:nvPr>
            <p:ph/>
          </p:nvPr>
        </p:nvGraphicFramePr>
        <p:xfrm>
          <a:off x="107950" y="1268413"/>
          <a:ext cx="5119688" cy="4624387"/>
        </p:xfrm>
        <a:graphic>
          <a:graphicData uri="http://schemas.openxmlformats.org/presentationml/2006/ole">
            <mc:AlternateContent xmlns:mc="http://schemas.openxmlformats.org/markup-compatibility/2006">
              <mc:Choice xmlns:v="urn:schemas-microsoft-com:vml" Requires="v">
                <p:oleObj r:id="rId2" imgW="4290060" imgH="3883660" progId="Visio.Drawing.11">
                  <p:embed/>
                </p:oleObj>
              </mc:Choice>
              <mc:Fallback>
                <p:oleObj r:id="rId2" imgW="4290060" imgH="3883660" progId="Visio.Drawing.11">
                  <p:embed/>
                  <p:pic>
                    <p:nvPicPr>
                      <p:cNvPr id="0" name="图片 3075"/>
                      <p:cNvPicPr/>
                      <p:nvPr/>
                    </p:nvPicPr>
                    <p:blipFill>
                      <a:blip r:embed="rId3"/>
                      <a:srcRect/>
                      <a:stretch>
                        <a:fillRect/>
                      </a:stretch>
                    </p:blipFill>
                    <p:spPr>
                      <a:xfrm>
                        <a:off x="107950" y="1268413"/>
                        <a:ext cx="5119688" cy="4624387"/>
                      </a:xfrm>
                      <a:prstGeom prst="rect">
                        <a:avLst/>
                      </a:prstGeom>
                      <a:noFill/>
                      <a:ln w="38100">
                        <a:miter/>
                      </a:ln>
                    </p:spPr>
                  </p:pic>
                </p:oleObj>
              </mc:Fallback>
            </mc:AlternateContent>
          </a:graphicData>
        </a:graphic>
      </p:graphicFrame>
      <p:sp>
        <p:nvSpPr>
          <p:cNvPr id="8196" name="Rectangle 8"/>
          <p:cNvSpPr/>
          <p:nvPr/>
        </p:nvSpPr>
        <p:spPr>
          <a:xfrm>
            <a:off x="1263650" y="404813"/>
            <a:ext cx="7575550" cy="720725"/>
          </a:xfrm>
          <a:prstGeom prst="rect">
            <a:avLst/>
          </a:prstGeom>
          <a:noFill/>
          <a:ln w="9525">
            <a:noFill/>
          </a:ln>
        </p:spPr>
        <p:txBody>
          <a:bodyPr anchor="ct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algn="r" eaLnBrk="1" hangingPunct="1">
              <a:spcBef>
                <a:spcPct val="0"/>
              </a:spcBef>
              <a:buNone/>
            </a:pPr>
            <a:r>
              <a:rPr lang="en-US" altLang="zh-CN" sz="3200" b="1" dirty="0">
                <a:solidFill>
                  <a:srgbClr val="FF3300"/>
                </a:solidFill>
              </a:rPr>
              <a:t>5.3    </a:t>
            </a:r>
            <a:r>
              <a:rPr lang="zh-CN" altLang="en-US" sz="3200" b="1" dirty="0">
                <a:solidFill>
                  <a:srgbClr val="FF3300"/>
                </a:solidFill>
              </a:rPr>
              <a:t>子程序概念与设计</a:t>
            </a:r>
          </a:p>
        </p:txBody>
      </p:sp>
      <p:sp>
        <p:nvSpPr>
          <p:cNvPr id="8197" name="Text Box 9"/>
          <p:cNvSpPr txBox="1"/>
          <p:nvPr/>
        </p:nvSpPr>
        <p:spPr>
          <a:xfrm>
            <a:off x="1908175" y="5949950"/>
            <a:ext cx="1943100" cy="4206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spcBef>
                <a:spcPct val="50000"/>
              </a:spcBef>
              <a:buNone/>
            </a:pPr>
            <a:r>
              <a:rPr lang="zh-CN" altLang="en-US" sz="2400" b="1" dirty="0"/>
              <a:t>求可逆素数</a:t>
            </a:r>
          </a:p>
        </p:txBody>
      </p:sp>
      <p:sp>
        <p:nvSpPr>
          <p:cNvPr id="335882" name="Rectangle 10"/>
          <p:cNvSpPr/>
          <p:nvPr/>
        </p:nvSpPr>
        <p:spPr>
          <a:xfrm>
            <a:off x="5076825" y="1268413"/>
            <a:ext cx="4103688" cy="4611687"/>
          </a:xfrm>
          <a:prstGeom prst="rect">
            <a:avLst/>
          </a:prstGeom>
          <a:noFill/>
          <a:ln w="9525">
            <a:noFill/>
          </a:ln>
        </p:spPr>
        <p:txBody>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r>
              <a:rPr lang="zh-CN" altLang="en-US" sz="2400" b="1" dirty="0"/>
              <a:t>本程序中判断素数的代码会出现两次；</a:t>
            </a:r>
          </a:p>
          <a:p>
            <a:pPr marL="342900" lvl="0" indent="-342900" eaLnBrk="1" hangingPunct="1"/>
            <a:r>
              <a:rPr lang="zh-CN" altLang="en-US" sz="2400" b="1" dirty="0"/>
              <a:t>判断素数、求整数逆数这两个功能是独立的功能，且在多个程序中都有可能用到：</a:t>
            </a:r>
          </a:p>
          <a:p>
            <a:pPr marL="742950" lvl="1" indent="-285750" eaLnBrk="1" hangingPunct="1"/>
            <a:r>
              <a:rPr lang="zh-CN" altLang="en-US" sz="2400" b="1" dirty="0"/>
              <a:t>求一个整数的逆数：该功能在判断一个整数是否回文数中也被用到；</a:t>
            </a:r>
          </a:p>
          <a:p>
            <a:pPr marL="742950" lvl="1" indent="-285750" eaLnBrk="1" hangingPunct="1"/>
            <a:r>
              <a:rPr lang="zh-CN" altLang="en-US" sz="2400" b="1" dirty="0"/>
              <a:t>判断一个数是否素数：该功能在对整数进行素数分解中用到。</a:t>
            </a:r>
          </a:p>
          <a:p>
            <a:pPr marL="342900" lvl="0" indent="-342900" eaLnBrk="1" hangingPunct="1"/>
            <a:endParaRPr lang="zh-CN" altLang="en-US" sz="2400" dirty="0"/>
          </a:p>
        </p:txBody>
      </p:sp>
      <p:sp>
        <p:nvSpPr>
          <p:cNvPr id="335884" name="Line 12"/>
          <p:cNvSpPr/>
          <p:nvPr/>
        </p:nvSpPr>
        <p:spPr>
          <a:xfrm>
            <a:off x="1187450" y="4076700"/>
            <a:ext cx="2376488" cy="0"/>
          </a:xfrm>
          <a:prstGeom prst="line">
            <a:avLst/>
          </a:prstGeom>
          <a:ln w="28575" cap="flat" cmpd="sng">
            <a:solidFill>
              <a:srgbClr val="FF3300"/>
            </a:solidFill>
            <a:prstDash val="solid"/>
            <a:headEnd type="none" w="med" len="med"/>
            <a:tailEnd type="none" w="med" len="med"/>
          </a:ln>
        </p:spPr>
      </p:sp>
      <p:sp>
        <p:nvSpPr>
          <p:cNvPr id="335885" name="Line 13"/>
          <p:cNvSpPr/>
          <p:nvPr/>
        </p:nvSpPr>
        <p:spPr>
          <a:xfrm>
            <a:off x="1763713" y="2565400"/>
            <a:ext cx="2376487" cy="0"/>
          </a:xfrm>
          <a:prstGeom prst="line">
            <a:avLst/>
          </a:prstGeom>
          <a:ln w="28575" cap="flat" cmpd="sng">
            <a:solidFill>
              <a:srgbClr val="FF3300"/>
            </a:solidFill>
            <a:prstDash val="solid"/>
            <a:headEnd type="none" w="med" len="med"/>
            <a:tailEnd type="none" w="med" len="med"/>
          </a:ln>
        </p:spPr>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335876"/>
                                        </p:tgtEl>
                                        <p:attrNameLst>
                                          <p:attrName>style.visibility</p:attrName>
                                        </p:attrNameLst>
                                      </p:cBhvr>
                                      <p:to>
                                        <p:strVal val="visible"/>
                                      </p:to>
                                    </p:set>
                                    <p:animEffect transition="in" filter="diamond(in)">
                                      <p:cBhvr>
                                        <p:cTn id="7" dur="1000"/>
                                        <p:tgtEl>
                                          <p:spTgt spid="33587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35882">
                                            <p:txEl>
                                              <p:pRg st="0" end="0"/>
                                            </p:txEl>
                                          </p:spTgt>
                                        </p:tgtEl>
                                        <p:attrNameLst>
                                          <p:attrName>style.visibility</p:attrName>
                                        </p:attrNameLst>
                                      </p:cBhvr>
                                      <p:to>
                                        <p:strVal val="visible"/>
                                      </p:to>
                                    </p:set>
                                    <p:animEffect transition="in" filter="dissolve">
                                      <p:cBhvr>
                                        <p:cTn id="12" dur="500"/>
                                        <p:tgtEl>
                                          <p:spTgt spid="33588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35885"/>
                                        </p:tgtEl>
                                        <p:attrNameLst>
                                          <p:attrName>style.visibility</p:attrName>
                                        </p:attrNameLst>
                                      </p:cBhvr>
                                      <p:to>
                                        <p:strVal val="visible"/>
                                      </p:to>
                                    </p:set>
                                    <p:animEffect transition="in" filter="dissolve">
                                      <p:cBhvr>
                                        <p:cTn id="17" dur="500"/>
                                        <p:tgtEl>
                                          <p:spTgt spid="335885"/>
                                        </p:tgtEl>
                                      </p:cBhvr>
                                    </p:animEffect>
                                  </p:childTnLst>
                                </p:cTn>
                              </p:par>
                              <p:par>
                                <p:cTn id="18" presetID="9" presetClass="entr" presetSubtype="0" fill="hold" nodeType="withEffect">
                                  <p:stCondLst>
                                    <p:cond delay="0"/>
                                  </p:stCondLst>
                                  <p:childTnLst>
                                    <p:set>
                                      <p:cBhvr>
                                        <p:cTn id="19" dur="1" fill="hold">
                                          <p:stCondLst>
                                            <p:cond delay="0"/>
                                          </p:stCondLst>
                                        </p:cTn>
                                        <p:tgtEl>
                                          <p:spTgt spid="335884"/>
                                        </p:tgtEl>
                                        <p:attrNameLst>
                                          <p:attrName>style.visibility</p:attrName>
                                        </p:attrNameLst>
                                      </p:cBhvr>
                                      <p:to>
                                        <p:strVal val="visible"/>
                                      </p:to>
                                    </p:set>
                                    <p:animEffect transition="in" filter="dissolve">
                                      <p:cBhvr>
                                        <p:cTn id="20" dur="500"/>
                                        <p:tgtEl>
                                          <p:spTgt spid="335884"/>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nodeType="clickEffect">
                                  <p:stCondLst>
                                    <p:cond delay="0"/>
                                  </p:stCondLst>
                                  <p:childTnLst>
                                    <p:set>
                                      <p:cBhvr>
                                        <p:cTn id="24" dur="1" fill="hold">
                                          <p:stCondLst>
                                            <p:cond delay="0"/>
                                          </p:stCondLst>
                                        </p:cTn>
                                        <p:tgtEl>
                                          <p:spTgt spid="335882">
                                            <p:txEl>
                                              <p:pRg st="1" end="1"/>
                                            </p:txEl>
                                          </p:spTgt>
                                        </p:tgtEl>
                                        <p:attrNameLst>
                                          <p:attrName>style.visibility</p:attrName>
                                        </p:attrNameLst>
                                      </p:cBhvr>
                                      <p:to>
                                        <p:strVal val="visible"/>
                                      </p:to>
                                    </p:set>
                                    <p:animEffect transition="in" filter="dissolve">
                                      <p:cBhvr>
                                        <p:cTn id="25" dur="500"/>
                                        <p:tgtEl>
                                          <p:spTgt spid="335882">
                                            <p:txEl>
                                              <p:pRg st="1" end="1"/>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nodeType="clickEffect">
                                  <p:stCondLst>
                                    <p:cond delay="0"/>
                                  </p:stCondLst>
                                  <p:childTnLst>
                                    <p:set>
                                      <p:cBhvr>
                                        <p:cTn id="29" dur="1" fill="hold">
                                          <p:stCondLst>
                                            <p:cond delay="0"/>
                                          </p:stCondLst>
                                        </p:cTn>
                                        <p:tgtEl>
                                          <p:spTgt spid="335882">
                                            <p:txEl>
                                              <p:pRg st="2" end="2"/>
                                            </p:txEl>
                                          </p:spTgt>
                                        </p:tgtEl>
                                        <p:attrNameLst>
                                          <p:attrName>style.visibility</p:attrName>
                                        </p:attrNameLst>
                                      </p:cBhvr>
                                      <p:to>
                                        <p:strVal val="visible"/>
                                      </p:to>
                                    </p:set>
                                    <p:animEffect transition="in" filter="dissolve">
                                      <p:cBhvr>
                                        <p:cTn id="30" dur="500"/>
                                        <p:tgtEl>
                                          <p:spTgt spid="335882">
                                            <p:txEl>
                                              <p:pRg st="2" end="2"/>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nodeType="clickEffect">
                                  <p:stCondLst>
                                    <p:cond delay="0"/>
                                  </p:stCondLst>
                                  <p:childTnLst>
                                    <p:set>
                                      <p:cBhvr>
                                        <p:cTn id="34" dur="1" fill="hold">
                                          <p:stCondLst>
                                            <p:cond delay="0"/>
                                          </p:stCondLst>
                                        </p:cTn>
                                        <p:tgtEl>
                                          <p:spTgt spid="335882">
                                            <p:txEl>
                                              <p:pRg st="3" end="3"/>
                                            </p:txEl>
                                          </p:spTgt>
                                        </p:tgtEl>
                                        <p:attrNameLst>
                                          <p:attrName>style.visibility</p:attrName>
                                        </p:attrNameLst>
                                      </p:cBhvr>
                                      <p:to>
                                        <p:strVal val="visible"/>
                                      </p:to>
                                    </p:set>
                                    <p:animEffect transition="in" filter="dissolve">
                                      <p:cBhvr>
                                        <p:cTn id="35" dur="500"/>
                                        <p:tgtEl>
                                          <p:spTgt spid="33588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6</a:t>
            </a:fld>
            <a:endParaRPr lang="zh-CN" altLang="en-US" sz="1400" b="1" dirty="0"/>
          </a:p>
        </p:txBody>
      </p:sp>
      <p:sp>
        <p:nvSpPr>
          <p:cNvPr id="9219" name="Rectangle 2"/>
          <p:cNvSpPr>
            <a:spLocks noGrp="1"/>
          </p:cNvSpPr>
          <p:nvPr>
            <p:ph type="title"/>
          </p:nvPr>
        </p:nvSpPr>
        <p:spPr>
          <a:xfrm>
            <a:off x="1263650" y="404813"/>
            <a:ext cx="7575550" cy="720725"/>
          </a:xfrm>
        </p:spPr>
        <p:txBody>
          <a:bodyPr vert="horz" wrap="square" lIns="91440" tIns="45720" rIns="91440" bIns="45720" anchor="ctr"/>
          <a:lstStyle/>
          <a:p>
            <a:pPr eaLnBrk="1" hangingPunct="1"/>
            <a:r>
              <a:rPr lang="en-US" altLang="zh-CN" b="1" dirty="0"/>
              <a:t>5.3    </a:t>
            </a:r>
            <a:r>
              <a:rPr lang="zh-CN" altLang="en-US" b="1" dirty="0"/>
              <a:t>子程序概念与设计</a:t>
            </a:r>
          </a:p>
        </p:txBody>
      </p:sp>
      <p:sp>
        <p:nvSpPr>
          <p:cNvPr id="9220" name="Rectangle 3"/>
          <p:cNvSpPr>
            <a:spLocks noGrp="1"/>
          </p:cNvSpPr>
          <p:nvPr>
            <p:ph idx="1"/>
          </p:nvPr>
        </p:nvSpPr>
        <p:spPr>
          <a:xfrm>
            <a:off x="685800" y="1319213"/>
            <a:ext cx="7772400" cy="5062537"/>
          </a:xfrm>
        </p:spPr>
        <p:txBody>
          <a:bodyPr vert="horz" wrap="square" lIns="91440" tIns="45720" rIns="91440" bIns="45720" anchor="t"/>
          <a:lstStyle/>
          <a:p>
            <a:pPr eaLnBrk="1" hangingPunct="1"/>
            <a:r>
              <a:rPr lang="zh-CN" altLang="en-US" b="1" dirty="0"/>
              <a:t>能否将完成上述独立功能的代码包装成一个单元，并且可以供其他代码来调用？</a:t>
            </a:r>
            <a:r>
              <a:rPr lang="en-US" altLang="zh-CN" b="1" dirty="0"/>
              <a:t>--</a:t>
            </a:r>
            <a:r>
              <a:rPr lang="zh-CN" altLang="en-US" b="1" dirty="0"/>
              <a:t>答案是可以使用</a:t>
            </a:r>
            <a:r>
              <a:rPr lang="zh-CN" altLang="en-US" b="1" dirty="0">
                <a:solidFill>
                  <a:srgbClr val="FF3300"/>
                </a:solidFill>
              </a:rPr>
              <a:t>子程序</a:t>
            </a:r>
          </a:p>
          <a:p>
            <a:pPr eaLnBrk="1" hangingPunct="1"/>
            <a:endParaRPr lang="zh-CN" altLang="en-US" sz="900" b="1" dirty="0">
              <a:solidFill>
                <a:srgbClr val="FF3300"/>
              </a:solidFill>
            </a:endParaRPr>
          </a:p>
          <a:p>
            <a:pPr eaLnBrk="1" hangingPunct="1">
              <a:buNone/>
            </a:pPr>
            <a:r>
              <a:rPr lang="zh-CN" altLang="en-US" b="1" dirty="0"/>
              <a:t>一</a:t>
            </a:r>
            <a:r>
              <a:rPr lang="en-US" altLang="zh-CN" b="1" dirty="0"/>
              <a:t>. </a:t>
            </a:r>
            <a:r>
              <a:rPr lang="zh-CN" altLang="en-US" b="1" dirty="0"/>
              <a:t>子程序的定义</a:t>
            </a:r>
          </a:p>
          <a:p>
            <a:pPr eaLnBrk="1" hangingPunct="1">
              <a:buNone/>
            </a:pPr>
            <a:r>
              <a:rPr lang="zh-CN" altLang="en-US" b="1" dirty="0"/>
              <a:t>    </a:t>
            </a:r>
            <a:r>
              <a:rPr lang="zh-CN" altLang="en-US" b="1" u="sng" dirty="0"/>
              <a:t>子程序是</a:t>
            </a:r>
            <a:r>
              <a:rPr lang="zh-CN" altLang="en-US" b="1" u="sng" dirty="0">
                <a:solidFill>
                  <a:schemeClr val="accent2"/>
                </a:solidFill>
              </a:rPr>
              <a:t>封装</a:t>
            </a:r>
            <a:r>
              <a:rPr lang="zh-CN" altLang="en-US" b="1" u="sng" dirty="0"/>
              <a:t>并给以</a:t>
            </a:r>
            <a:r>
              <a:rPr lang="zh-CN" altLang="en-US" b="1" u="sng" dirty="0">
                <a:solidFill>
                  <a:schemeClr val="accent2"/>
                </a:solidFill>
              </a:rPr>
              <a:t>命名</a:t>
            </a:r>
            <a:r>
              <a:rPr lang="zh-CN" altLang="en-US" b="1" u="sng" dirty="0"/>
              <a:t>的一段程序代码</a:t>
            </a:r>
            <a:r>
              <a:rPr lang="zh-CN" altLang="en-US" b="1" dirty="0"/>
              <a:t>，这段程序代码完成子程序所定义的功能，可供调用。</a:t>
            </a:r>
          </a:p>
          <a:p>
            <a:pPr eaLnBrk="1" hangingPunct="1">
              <a:buNone/>
            </a:pPr>
            <a:r>
              <a:rPr lang="zh-CN" altLang="en-US" b="1" dirty="0"/>
              <a:t>    </a:t>
            </a:r>
            <a:r>
              <a:rPr lang="zh-CN" altLang="en-US" b="1" dirty="0">
                <a:solidFill>
                  <a:schemeClr val="accent2"/>
                </a:solidFill>
              </a:rPr>
              <a:t>封装</a:t>
            </a:r>
            <a:r>
              <a:rPr lang="zh-CN" altLang="en-US" b="1" dirty="0"/>
              <a:t>：子程序可以独立完成功能，调用者只需知道如何调用子程序（即子程序接口）。 </a:t>
            </a:r>
          </a:p>
          <a:p>
            <a:pPr eaLnBrk="1" hangingPunct="1">
              <a:buNone/>
            </a:pPr>
            <a:endParaRPr lang="zh-CN" altLang="en-US" b="1" dirty="0"/>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7</a:t>
            </a:fld>
            <a:endParaRPr lang="zh-CN" altLang="en-US" sz="1400" b="1" dirty="0"/>
          </a:p>
        </p:txBody>
      </p:sp>
      <p:graphicFrame>
        <p:nvGraphicFramePr>
          <p:cNvPr id="10243" name="Object 4"/>
          <p:cNvGraphicFramePr>
            <a:graphicFrameLocks noGrp="1" noChangeAspect="1"/>
          </p:cNvGraphicFramePr>
          <p:nvPr>
            <p:ph idx="1"/>
          </p:nvPr>
        </p:nvGraphicFramePr>
        <p:xfrm>
          <a:off x="825500" y="1268413"/>
          <a:ext cx="4679950" cy="4227512"/>
        </p:xfrm>
        <a:graphic>
          <a:graphicData uri="http://schemas.openxmlformats.org/presentationml/2006/ole">
            <mc:AlternateContent xmlns:mc="http://schemas.openxmlformats.org/markup-compatibility/2006">
              <mc:Choice xmlns:v="urn:schemas-microsoft-com:vml" Requires="v">
                <p:oleObj r:id="rId2" imgW="4290060" imgH="3883660" progId="Visio.Drawing.11">
                  <p:embed/>
                </p:oleObj>
              </mc:Choice>
              <mc:Fallback>
                <p:oleObj r:id="rId2" imgW="4290060" imgH="3883660" progId="Visio.Drawing.11">
                  <p:embed/>
                  <p:pic>
                    <p:nvPicPr>
                      <p:cNvPr id="0" name="图片 3076"/>
                      <p:cNvPicPr/>
                      <p:nvPr/>
                    </p:nvPicPr>
                    <p:blipFill>
                      <a:blip r:embed="rId3"/>
                      <a:srcRect/>
                      <a:stretch>
                        <a:fillRect/>
                      </a:stretch>
                    </p:blipFill>
                    <p:spPr>
                      <a:xfrm>
                        <a:off x="825500" y="1268413"/>
                        <a:ext cx="4679950" cy="4227512"/>
                      </a:xfrm>
                      <a:prstGeom prst="rect">
                        <a:avLst/>
                      </a:prstGeom>
                      <a:noFill/>
                      <a:ln w="38100">
                        <a:miter/>
                      </a:ln>
                    </p:spPr>
                  </p:pic>
                </p:oleObj>
              </mc:Fallback>
            </mc:AlternateContent>
          </a:graphicData>
        </a:graphic>
      </p:graphicFrame>
      <p:sp>
        <p:nvSpPr>
          <p:cNvPr id="10244" name="Rectangle 14"/>
          <p:cNvSpPr/>
          <p:nvPr/>
        </p:nvSpPr>
        <p:spPr>
          <a:xfrm>
            <a:off x="6297613" y="2060575"/>
            <a:ext cx="1393825" cy="596900"/>
          </a:xfrm>
          <a:prstGeom prst="rect">
            <a:avLst/>
          </a:prstGeom>
          <a:solidFill>
            <a:srgbClr val="E8EEF7"/>
          </a:solidFill>
          <a:ln w="9525">
            <a:noFill/>
          </a:ln>
        </p:spPr>
        <p:txBody>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lnSpc>
                <a:spcPct val="90000"/>
              </a:lnSpc>
              <a:buNone/>
            </a:pPr>
            <a:endParaRPr lang="zh-CN" altLang="en-US" sz="2200" b="1" dirty="0"/>
          </a:p>
        </p:txBody>
      </p:sp>
      <p:sp>
        <p:nvSpPr>
          <p:cNvPr id="10245" name="Rectangle 15"/>
          <p:cNvSpPr/>
          <p:nvPr/>
        </p:nvSpPr>
        <p:spPr>
          <a:xfrm>
            <a:off x="6297613" y="2060575"/>
            <a:ext cx="1393825" cy="596900"/>
          </a:xfrm>
          <a:prstGeom prst="rect">
            <a:avLst/>
          </a:prstGeom>
          <a:noFill/>
          <a:ln w="317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lnSpc>
                <a:spcPct val="90000"/>
              </a:lnSpc>
              <a:buNone/>
            </a:pPr>
            <a:endParaRPr lang="zh-CN" altLang="en-US" sz="2200" b="1" dirty="0"/>
          </a:p>
        </p:txBody>
      </p:sp>
      <p:sp>
        <p:nvSpPr>
          <p:cNvPr id="10246" name="Line 16"/>
          <p:cNvSpPr/>
          <p:nvPr/>
        </p:nvSpPr>
        <p:spPr>
          <a:xfrm flipV="1">
            <a:off x="6418263" y="2060575"/>
            <a:ext cx="1587" cy="596900"/>
          </a:xfrm>
          <a:prstGeom prst="line">
            <a:avLst/>
          </a:prstGeom>
          <a:ln w="3175" cap="flat" cmpd="sng">
            <a:solidFill>
              <a:srgbClr val="000000"/>
            </a:solidFill>
            <a:prstDash val="solid"/>
            <a:headEnd type="none" w="med" len="med"/>
            <a:tailEnd type="none" w="med" len="med"/>
          </a:ln>
        </p:spPr>
      </p:sp>
      <p:sp>
        <p:nvSpPr>
          <p:cNvPr id="10247" name="Line 17"/>
          <p:cNvSpPr/>
          <p:nvPr/>
        </p:nvSpPr>
        <p:spPr>
          <a:xfrm flipV="1">
            <a:off x="7572375" y="2060575"/>
            <a:ext cx="1588" cy="596900"/>
          </a:xfrm>
          <a:prstGeom prst="line">
            <a:avLst/>
          </a:prstGeom>
          <a:ln w="3175" cap="flat" cmpd="sng">
            <a:solidFill>
              <a:srgbClr val="000000"/>
            </a:solidFill>
            <a:prstDash val="solid"/>
            <a:headEnd type="none" w="med" len="med"/>
            <a:tailEnd type="none" w="med" len="med"/>
          </a:ln>
        </p:spPr>
      </p:sp>
      <p:sp>
        <p:nvSpPr>
          <p:cNvPr id="10248" name="Rectangle 18"/>
          <p:cNvSpPr/>
          <p:nvPr/>
        </p:nvSpPr>
        <p:spPr>
          <a:xfrm>
            <a:off x="6503988" y="2119313"/>
            <a:ext cx="1023937" cy="22066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buNone/>
            </a:pPr>
            <a:r>
              <a:rPr lang="zh-CN" altLang="en-US" sz="1600" b="1" dirty="0">
                <a:solidFill>
                  <a:srgbClr val="000000"/>
                </a:solidFill>
                <a:latin typeface="宋体" panose="02010600030101010101" pitchFamily="2" charset="-122"/>
              </a:rPr>
              <a:t>判断素数的</a:t>
            </a:r>
            <a:endParaRPr lang="zh-CN" altLang="en-US" sz="2200" b="1" dirty="0"/>
          </a:p>
        </p:txBody>
      </p:sp>
      <p:sp>
        <p:nvSpPr>
          <p:cNvPr id="10249" name="Rectangle 19"/>
          <p:cNvSpPr/>
          <p:nvPr/>
        </p:nvSpPr>
        <p:spPr>
          <a:xfrm>
            <a:off x="6700838" y="2371725"/>
            <a:ext cx="614362" cy="220663"/>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buNone/>
            </a:pPr>
            <a:r>
              <a:rPr lang="zh-CN" altLang="en-US" sz="1600" b="1" dirty="0">
                <a:solidFill>
                  <a:srgbClr val="000000"/>
                </a:solidFill>
                <a:latin typeface="宋体" panose="02010600030101010101" pitchFamily="2" charset="-122"/>
              </a:rPr>
              <a:t>子程序</a:t>
            </a:r>
            <a:endParaRPr lang="zh-CN" altLang="en-US" sz="2200" b="1" dirty="0"/>
          </a:p>
        </p:txBody>
      </p:sp>
      <p:sp>
        <p:nvSpPr>
          <p:cNvPr id="10250" name="Freeform 27"/>
          <p:cNvSpPr/>
          <p:nvPr/>
        </p:nvSpPr>
        <p:spPr>
          <a:xfrm>
            <a:off x="5722938" y="2308225"/>
            <a:ext cx="77787" cy="103188"/>
          </a:xfrm>
          <a:custGeom>
            <a:avLst/>
            <a:gdLst>
              <a:gd name="txL" fmla="*/ 0 w 98"/>
              <a:gd name="txT" fmla="*/ 0 h 130"/>
              <a:gd name="txR" fmla="*/ 98 w 98"/>
              <a:gd name="txB" fmla="*/ 130 h 130"/>
            </a:gdLst>
            <a:ahLst/>
            <a:cxnLst>
              <a:cxn ang="0">
                <a:pos x="0" y="0"/>
              </a:cxn>
              <a:cxn ang="0">
                <a:pos x="0" y="2147483646"/>
              </a:cxn>
              <a:cxn ang="0">
                <a:pos x="2147483646" y="2147483646"/>
              </a:cxn>
              <a:cxn ang="0">
                <a:pos x="0" y="0"/>
              </a:cxn>
            </a:cxnLst>
            <a:rect l="txL" t="txT" r="txR" b="txB"/>
            <a:pathLst>
              <a:path w="98" h="130">
                <a:moveTo>
                  <a:pt x="0" y="0"/>
                </a:moveTo>
                <a:lnTo>
                  <a:pt x="0" y="130"/>
                </a:lnTo>
                <a:lnTo>
                  <a:pt x="98" y="65"/>
                </a:lnTo>
                <a:lnTo>
                  <a:pt x="0" y="0"/>
                </a:lnTo>
                <a:close/>
              </a:path>
            </a:pathLst>
          </a:custGeom>
          <a:solidFill>
            <a:srgbClr val="E8EEF7">
              <a:alpha val="100000"/>
            </a:srgbClr>
          </a:solidFill>
          <a:ln w="9525">
            <a:noFill/>
          </a:ln>
        </p:spPr>
        <p:txBody>
          <a:bodyPr/>
          <a:lstStyle/>
          <a:p>
            <a:endParaRPr lang="zh-CN" altLang="en-US"/>
          </a:p>
        </p:txBody>
      </p:sp>
      <p:sp>
        <p:nvSpPr>
          <p:cNvPr id="10251" name="Freeform 28"/>
          <p:cNvSpPr/>
          <p:nvPr/>
        </p:nvSpPr>
        <p:spPr>
          <a:xfrm>
            <a:off x="5722938" y="2308225"/>
            <a:ext cx="77787" cy="103188"/>
          </a:xfrm>
          <a:custGeom>
            <a:avLst/>
            <a:gdLst>
              <a:gd name="txL" fmla="*/ 0 w 98"/>
              <a:gd name="txT" fmla="*/ 0 h 130"/>
              <a:gd name="txR" fmla="*/ 98 w 98"/>
              <a:gd name="txB" fmla="*/ 130 h 130"/>
            </a:gdLst>
            <a:ahLst/>
            <a:cxnLst>
              <a:cxn ang="0">
                <a:pos x="0" y="0"/>
              </a:cxn>
              <a:cxn ang="0">
                <a:pos x="0" y="2147483646"/>
              </a:cxn>
              <a:cxn ang="0">
                <a:pos x="2147483646" y="2147483646"/>
              </a:cxn>
              <a:cxn ang="0">
                <a:pos x="0" y="0"/>
              </a:cxn>
            </a:cxnLst>
            <a:rect l="txL" t="txT" r="txR" b="txB"/>
            <a:pathLst>
              <a:path w="98" h="130">
                <a:moveTo>
                  <a:pt x="0" y="0"/>
                </a:moveTo>
                <a:lnTo>
                  <a:pt x="0" y="130"/>
                </a:lnTo>
                <a:lnTo>
                  <a:pt x="98" y="65"/>
                </a:lnTo>
                <a:lnTo>
                  <a:pt x="0" y="0"/>
                </a:lnTo>
                <a:close/>
              </a:path>
            </a:pathLst>
          </a:custGeom>
          <a:noFill/>
          <a:ln w="3175" cap="flat" cmpd="sng">
            <a:solidFill>
              <a:srgbClr val="000000">
                <a:alpha val="100000"/>
              </a:srgbClr>
            </a:solidFill>
            <a:prstDash val="solid"/>
            <a:round/>
            <a:headEnd type="none" w="med" len="med"/>
            <a:tailEnd type="none" w="med" len="med"/>
          </a:ln>
        </p:spPr>
        <p:txBody>
          <a:bodyPr/>
          <a:lstStyle/>
          <a:p>
            <a:endParaRPr lang="zh-CN" altLang="en-US"/>
          </a:p>
        </p:txBody>
      </p:sp>
      <p:sp>
        <p:nvSpPr>
          <p:cNvPr id="10252" name="Line 29"/>
          <p:cNvSpPr/>
          <p:nvPr/>
        </p:nvSpPr>
        <p:spPr>
          <a:xfrm>
            <a:off x="5800725" y="2359025"/>
            <a:ext cx="457200" cy="1588"/>
          </a:xfrm>
          <a:prstGeom prst="line">
            <a:avLst/>
          </a:prstGeom>
          <a:ln w="3175" cap="flat" cmpd="sng">
            <a:solidFill>
              <a:srgbClr val="000000"/>
            </a:solidFill>
            <a:prstDash val="solid"/>
            <a:headEnd type="none" w="med" len="med"/>
            <a:tailEnd type="none" w="med" len="med"/>
          </a:ln>
        </p:spPr>
      </p:sp>
      <p:sp>
        <p:nvSpPr>
          <p:cNvPr id="10253" name="Rectangle 30"/>
          <p:cNvSpPr/>
          <p:nvPr/>
        </p:nvSpPr>
        <p:spPr>
          <a:xfrm>
            <a:off x="5578475" y="2060575"/>
            <a:ext cx="863600" cy="247650"/>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buNone/>
            </a:pPr>
            <a:r>
              <a:rPr lang="zh-CN" altLang="en-US" sz="1800" b="1" dirty="0">
                <a:solidFill>
                  <a:srgbClr val="000000"/>
                </a:solidFill>
                <a:latin typeface="宋体" panose="02010600030101010101" pitchFamily="2" charset="-122"/>
              </a:rPr>
              <a:t>调用</a:t>
            </a:r>
            <a:endParaRPr lang="zh-CN" altLang="en-US" sz="1800" b="1" dirty="0"/>
          </a:p>
        </p:txBody>
      </p:sp>
      <p:sp>
        <p:nvSpPr>
          <p:cNvPr id="10254" name="Line 31"/>
          <p:cNvSpPr/>
          <p:nvPr/>
        </p:nvSpPr>
        <p:spPr>
          <a:xfrm>
            <a:off x="5434013" y="2347913"/>
            <a:ext cx="288925" cy="0"/>
          </a:xfrm>
          <a:prstGeom prst="line">
            <a:avLst/>
          </a:prstGeom>
          <a:ln w="3175" cap="flat" cmpd="sng">
            <a:solidFill>
              <a:srgbClr val="000000"/>
            </a:solidFill>
            <a:prstDash val="solid"/>
            <a:headEnd type="none" w="med" len="med"/>
            <a:tailEnd type="none" w="med" len="med"/>
          </a:ln>
        </p:spPr>
      </p:sp>
      <p:sp>
        <p:nvSpPr>
          <p:cNvPr id="10255" name="Rectangle 32"/>
          <p:cNvSpPr/>
          <p:nvPr/>
        </p:nvSpPr>
        <p:spPr>
          <a:xfrm>
            <a:off x="6297613" y="3551238"/>
            <a:ext cx="1393825" cy="596900"/>
          </a:xfrm>
          <a:prstGeom prst="rect">
            <a:avLst/>
          </a:prstGeom>
          <a:solidFill>
            <a:srgbClr val="E8EEF7"/>
          </a:solidFill>
          <a:ln w="9525">
            <a:noFill/>
          </a:ln>
        </p:spPr>
        <p:txBody>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lnSpc>
                <a:spcPct val="90000"/>
              </a:lnSpc>
              <a:buNone/>
            </a:pPr>
            <a:endParaRPr lang="zh-CN" altLang="en-US" sz="2200" b="1" dirty="0"/>
          </a:p>
        </p:txBody>
      </p:sp>
      <p:sp>
        <p:nvSpPr>
          <p:cNvPr id="10256" name="Rectangle 33"/>
          <p:cNvSpPr/>
          <p:nvPr/>
        </p:nvSpPr>
        <p:spPr>
          <a:xfrm>
            <a:off x="6297613" y="3551238"/>
            <a:ext cx="1393825" cy="596900"/>
          </a:xfrm>
          <a:prstGeom prst="rect">
            <a:avLst/>
          </a:prstGeom>
          <a:noFill/>
          <a:ln w="317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lnSpc>
                <a:spcPct val="90000"/>
              </a:lnSpc>
              <a:buNone/>
            </a:pPr>
            <a:endParaRPr lang="zh-CN" altLang="en-US" sz="2200" b="1" dirty="0"/>
          </a:p>
        </p:txBody>
      </p:sp>
      <p:sp>
        <p:nvSpPr>
          <p:cNvPr id="10257" name="Line 34"/>
          <p:cNvSpPr/>
          <p:nvPr/>
        </p:nvSpPr>
        <p:spPr>
          <a:xfrm flipV="1">
            <a:off x="6418263" y="3551238"/>
            <a:ext cx="1587" cy="596900"/>
          </a:xfrm>
          <a:prstGeom prst="line">
            <a:avLst/>
          </a:prstGeom>
          <a:ln w="3175" cap="flat" cmpd="sng">
            <a:solidFill>
              <a:srgbClr val="000000"/>
            </a:solidFill>
            <a:prstDash val="solid"/>
            <a:headEnd type="none" w="med" len="med"/>
            <a:tailEnd type="none" w="med" len="med"/>
          </a:ln>
        </p:spPr>
      </p:sp>
      <p:sp>
        <p:nvSpPr>
          <p:cNvPr id="10258" name="Line 35"/>
          <p:cNvSpPr/>
          <p:nvPr/>
        </p:nvSpPr>
        <p:spPr>
          <a:xfrm flipV="1">
            <a:off x="7572375" y="3551238"/>
            <a:ext cx="1588" cy="596900"/>
          </a:xfrm>
          <a:prstGeom prst="line">
            <a:avLst/>
          </a:prstGeom>
          <a:ln w="3175" cap="flat" cmpd="sng">
            <a:solidFill>
              <a:srgbClr val="000000"/>
            </a:solidFill>
            <a:prstDash val="solid"/>
            <a:headEnd type="none" w="med" len="med"/>
            <a:tailEnd type="none" w="med" len="med"/>
          </a:ln>
        </p:spPr>
      </p:sp>
      <p:sp>
        <p:nvSpPr>
          <p:cNvPr id="10259" name="Rectangle 36"/>
          <p:cNvSpPr/>
          <p:nvPr/>
        </p:nvSpPr>
        <p:spPr>
          <a:xfrm>
            <a:off x="6503988" y="3609975"/>
            <a:ext cx="1023937" cy="220663"/>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buNone/>
            </a:pPr>
            <a:r>
              <a:rPr lang="zh-CN" altLang="en-US" sz="1600" b="1" dirty="0">
                <a:solidFill>
                  <a:srgbClr val="000000"/>
                </a:solidFill>
                <a:latin typeface="宋体" panose="02010600030101010101" pitchFamily="2" charset="-122"/>
              </a:rPr>
              <a:t>判断素数的</a:t>
            </a:r>
            <a:endParaRPr lang="zh-CN" altLang="en-US" sz="2200" b="1" dirty="0"/>
          </a:p>
        </p:txBody>
      </p:sp>
      <p:sp>
        <p:nvSpPr>
          <p:cNvPr id="10260" name="Rectangle 37"/>
          <p:cNvSpPr/>
          <p:nvPr/>
        </p:nvSpPr>
        <p:spPr>
          <a:xfrm>
            <a:off x="6700838" y="3862388"/>
            <a:ext cx="614362" cy="22066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buNone/>
            </a:pPr>
            <a:r>
              <a:rPr lang="zh-CN" altLang="en-US" sz="1600" b="1" dirty="0">
                <a:solidFill>
                  <a:srgbClr val="000000"/>
                </a:solidFill>
                <a:latin typeface="宋体" panose="02010600030101010101" pitchFamily="2" charset="-122"/>
              </a:rPr>
              <a:t>子程序</a:t>
            </a:r>
            <a:endParaRPr lang="zh-CN" altLang="en-US" sz="2200" b="1" dirty="0"/>
          </a:p>
        </p:txBody>
      </p:sp>
      <p:sp>
        <p:nvSpPr>
          <p:cNvPr id="10261" name="Freeform 38"/>
          <p:cNvSpPr/>
          <p:nvPr/>
        </p:nvSpPr>
        <p:spPr>
          <a:xfrm>
            <a:off x="5722938" y="3798888"/>
            <a:ext cx="77787" cy="103187"/>
          </a:xfrm>
          <a:custGeom>
            <a:avLst/>
            <a:gdLst>
              <a:gd name="txL" fmla="*/ 0 w 98"/>
              <a:gd name="txT" fmla="*/ 0 h 130"/>
              <a:gd name="txR" fmla="*/ 98 w 98"/>
              <a:gd name="txB" fmla="*/ 130 h 130"/>
            </a:gdLst>
            <a:ahLst/>
            <a:cxnLst>
              <a:cxn ang="0">
                <a:pos x="0" y="0"/>
              </a:cxn>
              <a:cxn ang="0">
                <a:pos x="0" y="2147483646"/>
              </a:cxn>
              <a:cxn ang="0">
                <a:pos x="2147483646" y="2147483646"/>
              </a:cxn>
              <a:cxn ang="0">
                <a:pos x="0" y="0"/>
              </a:cxn>
            </a:cxnLst>
            <a:rect l="txL" t="txT" r="txR" b="txB"/>
            <a:pathLst>
              <a:path w="98" h="130">
                <a:moveTo>
                  <a:pt x="0" y="0"/>
                </a:moveTo>
                <a:lnTo>
                  <a:pt x="0" y="130"/>
                </a:lnTo>
                <a:lnTo>
                  <a:pt x="98" y="65"/>
                </a:lnTo>
                <a:lnTo>
                  <a:pt x="0" y="0"/>
                </a:lnTo>
                <a:close/>
              </a:path>
            </a:pathLst>
          </a:custGeom>
          <a:solidFill>
            <a:srgbClr val="E8EEF7">
              <a:alpha val="100000"/>
            </a:srgbClr>
          </a:solidFill>
          <a:ln w="9525">
            <a:noFill/>
          </a:ln>
        </p:spPr>
        <p:txBody>
          <a:bodyPr/>
          <a:lstStyle/>
          <a:p>
            <a:endParaRPr lang="zh-CN" altLang="en-US"/>
          </a:p>
        </p:txBody>
      </p:sp>
      <p:sp>
        <p:nvSpPr>
          <p:cNvPr id="10262" name="Freeform 39"/>
          <p:cNvSpPr/>
          <p:nvPr/>
        </p:nvSpPr>
        <p:spPr>
          <a:xfrm>
            <a:off x="5722938" y="3798888"/>
            <a:ext cx="77787" cy="103187"/>
          </a:xfrm>
          <a:custGeom>
            <a:avLst/>
            <a:gdLst>
              <a:gd name="txL" fmla="*/ 0 w 98"/>
              <a:gd name="txT" fmla="*/ 0 h 130"/>
              <a:gd name="txR" fmla="*/ 98 w 98"/>
              <a:gd name="txB" fmla="*/ 130 h 130"/>
            </a:gdLst>
            <a:ahLst/>
            <a:cxnLst>
              <a:cxn ang="0">
                <a:pos x="0" y="0"/>
              </a:cxn>
              <a:cxn ang="0">
                <a:pos x="0" y="2147483646"/>
              </a:cxn>
              <a:cxn ang="0">
                <a:pos x="2147483646" y="2147483646"/>
              </a:cxn>
              <a:cxn ang="0">
                <a:pos x="0" y="0"/>
              </a:cxn>
            </a:cxnLst>
            <a:rect l="txL" t="txT" r="txR" b="txB"/>
            <a:pathLst>
              <a:path w="98" h="130">
                <a:moveTo>
                  <a:pt x="0" y="0"/>
                </a:moveTo>
                <a:lnTo>
                  <a:pt x="0" y="130"/>
                </a:lnTo>
                <a:lnTo>
                  <a:pt x="98" y="65"/>
                </a:lnTo>
                <a:lnTo>
                  <a:pt x="0" y="0"/>
                </a:lnTo>
                <a:close/>
              </a:path>
            </a:pathLst>
          </a:custGeom>
          <a:noFill/>
          <a:ln w="3175" cap="flat" cmpd="sng">
            <a:solidFill>
              <a:srgbClr val="000000">
                <a:alpha val="100000"/>
              </a:srgbClr>
            </a:solidFill>
            <a:prstDash val="solid"/>
            <a:round/>
            <a:headEnd type="none" w="med" len="med"/>
            <a:tailEnd type="none" w="med" len="med"/>
          </a:ln>
        </p:spPr>
        <p:txBody>
          <a:bodyPr/>
          <a:lstStyle/>
          <a:p>
            <a:endParaRPr lang="zh-CN" altLang="en-US"/>
          </a:p>
        </p:txBody>
      </p:sp>
      <p:sp>
        <p:nvSpPr>
          <p:cNvPr id="10263" name="Line 40"/>
          <p:cNvSpPr/>
          <p:nvPr/>
        </p:nvSpPr>
        <p:spPr>
          <a:xfrm>
            <a:off x="5800725" y="3849688"/>
            <a:ext cx="457200" cy="1587"/>
          </a:xfrm>
          <a:prstGeom prst="line">
            <a:avLst/>
          </a:prstGeom>
          <a:ln w="3175" cap="flat" cmpd="sng">
            <a:solidFill>
              <a:srgbClr val="000000"/>
            </a:solidFill>
            <a:prstDash val="solid"/>
            <a:headEnd type="none" w="med" len="med"/>
            <a:tailEnd type="none" w="med" len="med"/>
          </a:ln>
        </p:spPr>
      </p:sp>
      <p:sp>
        <p:nvSpPr>
          <p:cNvPr id="10264" name="Rectangle 41"/>
          <p:cNvSpPr/>
          <p:nvPr/>
        </p:nvSpPr>
        <p:spPr>
          <a:xfrm>
            <a:off x="5578475" y="3551238"/>
            <a:ext cx="863600" cy="247650"/>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buNone/>
            </a:pPr>
            <a:r>
              <a:rPr lang="zh-CN" altLang="en-US" sz="1800" b="1" dirty="0">
                <a:solidFill>
                  <a:srgbClr val="000000"/>
                </a:solidFill>
                <a:latin typeface="宋体" panose="02010600030101010101" pitchFamily="2" charset="-122"/>
              </a:rPr>
              <a:t>调用</a:t>
            </a:r>
            <a:endParaRPr lang="zh-CN" altLang="en-US" sz="1800" b="1" dirty="0"/>
          </a:p>
        </p:txBody>
      </p:sp>
      <p:sp>
        <p:nvSpPr>
          <p:cNvPr id="10265" name="Line 42"/>
          <p:cNvSpPr/>
          <p:nvPr/>
        </p:nvSpPr>
        <p:spPr>
          <a:xfrm>
            <a:off x="4210050" y="3838575"/>
            <a:ext cx="1512888" cy="0"/>
          </a:xfrm>
          <a:prstGeom prst="line">
            <a:avLst/>
          </a:prstGeom>
          <a:ln w="3175" cap="flat" cmpd="sng">
            <a:solidFill>
              <a:srgbClr val="000000"/>
            </a:solidFill>
            <a:prstDash val="solid"/>
            <a:headEnd type="none" w="med" len="med"/>
            <a:tailEnd type="none" w="med" len="med"/>
          </a:ln>
        </p:spPr>
      </p:sp>
      <p:sp>
        <p:nvSpPr>
          <p:cNvPr id="10266" name="Rectangle 43"/>
          <p:cNvSpPr/>
          <p:nvPr/>
        </p:nvSpPr>
        <p:spPr>
          <a:xfrm>
            <a:off x="6297613" y="2852738"/>
            <a:ext cx="1393825" cy="596900"/>
          </a:xfrm>
          <a:prstGeom prst="rect">
            <a:avLst/>
          </a:prstGeom>
          <a:solidFill>
            <a:srgbClr val="E8EEF7"/>
          </a:solidFill>
          <a:ln w="9525">
            <a:noFill/>
          </a:ln>
        </p:spPr>
        <p:txBody>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lnSpc>
                <a:spcPct val="90000"/>
              </a:lnSpc>
              <a:buNone/>
            </a:pPr>
            <a:endParaRPr lang="zh-CN" altLang="en-US" sz="2200" b="1" dirty="0"/>
          </a:p>
        </p:txBody>
      </p:sp>
      <p:sp>
        <p:nvSpPr>
          <p:cNvPr id="10267" name="Rectangle 44"/>
          <p:cNvSpPr/>
          <p:nvPr/>
        </p:nvSpPr>
        <p:spPr>
          <a:xfrm>
            <a:off x="6297613" y="2852738"/>
            <a:ext cx="1393825" cy="596900"/>
          </a:xfrm>
          <a:prstGeom prst="rect">
            <a:avLst/>
          </a:prstGeom>
          <a:noFill/>
          <a:ln w="317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lnSpc>
                <a:spcPct val="90000"/>
              </a:lnSpc>
              <a:buNone/>
            </a:pPr>
            <a:endParaRPr lang="zh-CN" altLang="en-US" sz="2200" b="1" dirty="0"/>
          </a:p>
        </p:txBody>
      </p:sp>
      <p:sp>
        <p:nvSpPr>
          <p:cNvPr id="10268" name="Line 45"/>
          <p:cNvSpPr/>
          <p:nvPr/>
        </p:nvSpPr>
        <p:spPr>
          <a:xfrm flipV="1">
            <a:off x="6418263" y="2852738"/>
            <a:ext cx="1587" cy="596900"/>
          </a:xfrm>
          <a:prstGeom prst="line">
            <a:avLst/>
          </a:prstGeom>
          <a:ln w="3175" cap="flat" cmpd="sng">
            <a:solidFill>
              <a:srgbClr val="000000"/>
            </a:solidFill>
            <a:prstDash val="solid"/>
            <a:headEnd type="none" w="med" len="med"/>
            <a:tailEnd type="none" w="med" len="med"/>
          </a:ln>
        </p:spPr>
      </p:sp>
      <p:sp>
        <p:nvSpPr>
          <p:cNvPr id="10269" name="Line 46"/>
          <p:cNvSpPr/>
          <p:nvPr/>
        </p:nvSpPr>
        <p:spPr>
          <a:xfrm flipV="1">
            <a:off x="7572375" y="2852738"/>
            <a:ext cx="1588" cy="596900"/>
          </a:xfrm>
          <a:prstGeom prst="line">
            <a:avLst/>
          </a:prstGeom>
          <a:ln w="3175" cap="flat" cmpd="sng">
            <a:solidFill>
              <a:srgbClr val="000000"/>
            </a:solidFill>
            <a:prstDash val="solid"/>
            <a:headEnd type="none" w="med" len="med"/>
            <a:tailEnd type="none" w="med" len="med"/>
          </a:ln>
        </p:spPr>
      </p:sp>
      <p:sp>
        <p:nvSpPr>
          <p:cNvPr id="10270" name="Rectangle 47"/>
          <p:cNvSpPr/>
          <p:nvPr/>
        </p:nvSpPr>
        <p:spPr>
          <a:xfrm>
            <a:off x="6503988" y="2911475"/>
            <a:ext cx="1023937" cy="220663"/>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buNone/>
            </a:pPr>
            <a:r>
              <a:rPr lang="zh-CN" altLang="en-US" sz="1600" b="1" dirty="0">
                <a:solidFill>
                  <a:srgbClr val="000000"/>
                </a:solidFill>
                <a:latin typeface="宋体" panose="02010600030101010101" pitchFamily="2" charset="-122"/>
              </a:rPr>
              <a:t>计算逆数的</a:t>
            </a:r>
            <a:endParaRPr lang="zh-CN" altLang="en-US" sz="2200" b="1" dirty="0"/>
          </a:p>
        </p:txBody>
      </p:sp>
      <p:sp>
        <p:nvSpPr>
          <p:cNvPr id="10271" name="Rectangle 48"/>
          <p:cNvSpPr/>
          <p:nvPr/>
        </p:nvSpPr>
        <p:spPr>
          <a:xfrm>
            <a:off x="6700838" y="3163888"/>
            <a:ext cx="614362" cy="22066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buNone/>
            </a:pPr>
            <a:r>
              <a:rPr lang="zh-CN" altLang="en-US" sz="1600" b="1" dirty="0">
                <a:solidFill>
                  <a:srgbClr val="000000"/>
                </a:solidFill>
                <a:latin typeface="宋体" panose="02010600030101010101" pitchFamily="2" charset="-122"/>
              </a:rPr>
              <a:t>子程序</a:t>
            </a:r>
            <a:endParaRPr lang="zh-CN" altLang="en-US" sz="2200" b="1" dirty="0"/>
          </a:p>
        </p:txBody>
      </p:sp>
      <p:sp>
        <p:nvSpPr>
          <p:cNvPr id="10272" name="Freeform 49"/>
          <p:cNvSpPr/>
          <p:nvPr/>
        </p:nvSpPr>
        <p:spPr>
          <a:xfrm>
            <a:off x="5722938" y="3100388"/>
            <a:ext cx="77787" cy="103187"/>
          </a:xfrm>
          <a:custGeom>
            <a:avLst/>
            <a:gdLst>
              <a:gd name="txL" fmla="*/ 0 w 98"/>
              <a:gd name="txT" fmla="*/ 0 h 130"/>
              <a:gd name="txR" fmla="*/ 98 w 98"/>
              <a:gd name="txB" fmla="*/ 130 h 130"/>
            </a:gdLst>
            <a:ahLst/>
            <a:cxnLst>
              <a:cxn ang="0">
                <a:pos x="0" y="0"/>
              </a:cxn>
              <a:cxn ang="0">
                <a:pos x="0" y="2147483646"/>
              </a:cxn>
              <a:cxn ang="0">
                <a:pos x="2147483646" y="2147483646"/>
              </a:cxn>
              <a:cxn ang="0">
                <a:pos x="0" y="0"/>
              </a:cxn>
            </a:cxnLst>
            <a:rect l="txL" t="txT" r="txR" b="txB"/>
            <a:pathLst>
              <a:path w="98" h="130">
                <a:moveTo>
                  <a:pt x="0" y="0"/>
                </a:moveTo>
                <a:lnTo>
                  <a:pt x="0" y="130"/>
                </a:lnTo>
                <a:lnTo>
                  <a:pt x="98" y="65"/>
                </a:lnTo>
                <a:lnTo>
                  <a:pt x="0" y="0"/>
                </a:lnTo>
                <a:close/>
              </a:path>
            </a:pathLst>
          </a:custGeom>
          <a:solidFill>
            <a:srgbClr val="E8EEF7">
              <a:alpha val="100000"/>
            </a:srgbClr>
          </a:solidFill>
          <a:ln w="9525">
            <a:noFill/>
          </a:ln>
        </p:spPr>
        <p:txBody>
          <a:bodyPr/>
          <a:lstStyle/>
          <a:p>
            <a:endParaRPr lang="zh-CN" altLang="en-US"/>
          </a:p>
        </p:txBody>
      </p:sp>
      <p:sp>
        <p:nvSpPr>
          <p:cNvPr id="10273" name="Freeform 50"/>
          <p:cNvSpPr/>
          <p:nvPr/>
        </p:nvSpPr>
        <p:spPr>
          <a:xfrm>
            <a:off x="5722938" y="3100388"/>
            <a:ext cx="77787" cy="103187"/>
          </a:xfrm>
          <a:custGeom>
            <a:avLst/>
            <a:gdLst>
              <a:gd name="txL" fmla="*/ 0 w 98"/>
              <a:gd name="txT" fmla="*/ 0 h 130"/>
              <a:gd name="txR" fmla="*/ 98 w 98"/>
              <a:gd name="txB" fmla="*/ 130 h 130"/>
            </a:gdLst>
            <a:ahLst/>
            <a:cxnLst>
              <a:cxn ang="0">
                <a:pos x="0" y="0"/>
              </a:cxn>
              <a:cxn ang="0">
                <a:pos x="0" y="2147483646"/>
              </a:cxn>
              <a:cxn ang="0">
                <a:pos x="2147483646" y="2147483646"/>
              </a:cxn>
              <a:cxn ang="0">
                <a:pos x="0" y="0"/>
              </a:cxn>
            </a:cxnLst>
            <a:rect l="txL" t="txT" r="txR" b="txB"/>
            <a:pathLst>
              <a:path w="98" h="130">
                <a:moveTo>
                  <a:pt x="0" y="0"/>
                </a:moveTo>
                <a:lnTo>
                  <a:pt x="0" y="130"/>
                </a:lnTo>
                <a:lnTo>
                  <a:pt x="98" y="65"/>
                </a:lnTo>
                <a:lnTo>
                  <a:pt x="0" y="0"/>
                </a:lnTo>
                <a:close/>
              </a:path>
            </a:pathLst>
          </a:custGeom>
          <a:noFill/>
          <a:ln w="3175" cap="flat" cmpd="sng">
            <a:solidFill>
              <a:srgbClr val="000000">
                <a:alpha val="100000"/>
              </a:srgbClr>
            </a:solidFill>
            <a:prstDash val="solid"/>
            <a:round/>
            <a:headEnd type="none" w="med" len="med"/>
            <a:tailEnd type="none" w="med" len="med"/>
          </a:ln>
        </p:spPr>
        <p:txBody>
          <a:bodyPr/>
          <a:lstStyle/>
          <a:p>
            <a:endParaRPr lang="zh-CN" altLang="en-US"/>
          </a:p>
        </p:txBody>
      </p:sp>
      <p:sp>
        <p:nvSpPr>
          <p:cNvPr id="10274" name="Line 51"/>
          <p:cNvSpPr/>
          <p:nvPr/>
        </p:nvSpPr>
        <p:spPr>
          <a:xfrm>
            <a:off x="5800725" y="3151188"/>
            <a:ext cx="457200" cy="1587"/>
          </a:xfrm>
          <a:prstGeom prst="line">
            <a:avLst/>
          </a:prstGeom>
          <a:ln w="3175" cap="flat" cmpd="sng">
            <a:solidFill>
              <a:srgbClr val="000000"/>
            </a:solidFill>
            <a:prstDash val="solid"/>
            <a:headEnd type="none" w="med" len="med"/>
            <a:tailEnd type="none" w="med" len="med"/>
          </a:ln>
        </p:spPr>
      </p:sp>
      <p:sp>
        <p:nvSpPr>
          <p:cNvPr id="10275" name="Rectangle 52"/>
          <p:cNvSpPr/>
          <p:nvPr/>
        </p:nvSpPr>
        <p:spPr>
          <a:xfrm>
            <a:off x="5578475" y="2852738"/>
            <a:ext cx="863600" cy="247650"/>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buNone/>
            </a:pPr>
            <a:r>
              <a:rPr lang="zh-CN" altLang="en-US" sz="1800" b="1" dirty="0">
                <a:solidFill>
                  <a:srgbClr val="000000"/>
                </a:solidFill>
                <a:latin typeface="宋体" panose="02010600030101010101" pitchFamily="2" charset="-122"/>
              </a:rPr>
              <a:t>调用</a:t>
            </a:r>
            <a:endParaRPr lang="zh-CN" altLang="en-US" sz="1800" b="1" dirty="0"/>
          </a:p>
        </p:txBody>
      </p:sp>
      <p:sp>
        <p:nvSpPr>
          <p:cNvPr id="10276" name="Line 53"/>
          <p:cNvSpPr/>
          <p:nvPr/>
        </p:nvSpPr>
        <p:spPr>
          <a:xfrm>
            <a:off x="4210050" y="3140075"/>
            <a:ext cx="1512888" cy="0"/>
          </a:xfrm>
          <a:prstGeom prst="line">
            <a:avLst/>
          </a:prstGeom>
          <a:ln w="3175" cap="flat" cmpd="sng">
            <a:solidFill>
              <a:srgbClr val="000000"/>
            </a:solidFill>
            <a:prstDash val="solid"/>
            <a:headEnd type="none" w="med" len="med"/>
            <a:tailEnd type="none" w="med" len="med"/>
          </a:ln>
        </p:spPr>
      </p:sp>
      <p:sp>
        <p:nvSpPr>
          <p:cNvPr id="10277" name="Rectangle 54"/>
          <p:cNvSpPr>
            <a:spLocks noGrp="1"/>
          </p:cNvSpPr>
          <p:nvPr>
            <p:ph type="title"/>
          </p:nvPr>
        </p:nvSpPr>
        <p:spPr>
          <a:xfrm>
            <a:off x="1135063" y="431800"/>
            <a:ext cx="7772400" cy="720725"/>
          </a:xfrm>
        </p:spPr>
        <p:txBody>
          <a:bodyPr vert="horz" wrap="square" lIns="91440" tIns="45720" rIns="91440" bIns="45720" anchor="ctr"/>
          <a:lstStyle/>
          <a:p>
            <a:pPr eaLnBrk="1" hangingPunct="1"/>
            <a:r>
              <a:rPr lang="en-US" altLang="zh-CN" b="1" dirty="0"/>
              <a:t>5.3    </a:t>
            </a:r>
            <a:r>
              <a:rPr lang="zh-CN" altLang="en-US" b="1" dirty="0"/>
              <a:t>子程序概念与设计</a:t>
            </a:r>
          </a:p>
        </p:txBody>
      </p:sp>
      <p:sp>
        <p:nvSpPr>
          <p:cNvPr id="10278" name="Text Box 55"/>
          <p:cNvSpPr txBox="1"/>
          <p:nvPr/>
        </p:nvSpPr>
        <p:spPr>
          <a:xfrm>
            <a:off x="5722938" y="4292600"/>
            <a:ext cx="3313112" cy="1606594"/>
          </a:xfrm>
          <a:prstGeom prst="rect">
            <a:avLst/>
          </a:prstGeom>
          <a:solidFill>
            <a:srgbClr val="CCFFFF"/>
          </a:solidFill>
          <a:ln w="9525" cap="flat" cmpd="sng">
            <a:solidFill>
              <a:schemeClr val="accent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spcBef>
                <a:spcPct val="50000"/>
              </a:spcBef>
              <a:buNone/>
            </a:pPr>
            <a:r>
              <a:rPr lang="zh-CN" altLang="en-US" sz="2400" b="1" dirty="0"/>
              <a:t>子程序接口：传入待判断的整数，返回真假结果。</a:t>
            </a:r>
            <a:endParaRPr lang="en-US" altLang="zh-CN" sz="2400" b="1" dirty="0"/>
          </a:p>
          <a:p>
            <a:pPr marL="342900" lvl="0" indent="-342900" eaLnBrk="1" hangingPunct="1">
              <a:lnSpc>
                <a:spcPct val="90000"/>
              </a:lnSpc>
              <a:spcBef>
                <a:spcPct val="50000"/>
              </a:spcBef>
              <a:buNone/>
            </a:pPr>
            <a:r>
              <a:rPr lang="en-US" altLang="zh-CN" sz="2400" b="1" dirty="0" err="1"/>
              <a:t>int</a:t>
            </a:r>
            <a:r>
              <a:rPr lang="en-US" altLang="zh-CN" sz="2400" b="1" dirty="0"/>
              <a:t> </a:t>
            </a:r>
            <a:r>
              <a:rPr lang="en-US" altLang="zh-CN" sz="2400" b="1" dirty="0" err="1"/>
              <a:t>isPrim</a:t>
            </a:r>
            <a:r>
              <a:rPr lang="en-US" altLang="zh-CN" sz="2400" b="1" dirty="0"/>
              <a:t>(</a:t>
            </a:r>
            <a:r>
              <a:rPr lang="en-US" altLang="zh-CN" sz="2400" b="1" dirty="0" err="1"/>
              <a:t>int</a:t>
            </a:r>
            <a:r>
              <a:rPr lang="en-US" altLang="zh-CN" sz="2400" b="1" dirty="0"/>
              <a:t> </a:t>
            </a:r>
            <a:r>
              <a:rPr lang="en-US" altLang="zh-CN" sz="2400" b="1" dirty="0" err="1"/>
              <a:t>num</a:t>
            </a:r>
            <a:r>
              <a:rPr lang="en-US" altLang="zh-CN" sz="2400" b="1" dirty="0"/>
              <a:t>);</a:t>
            </a:r>
            <a:endParaRPr lang="zh-CN" altLang="en-US" sz="2400" b="1" dirty="0"/>
          </a:p>
        </p:txBody>
      </p:sp>
      <p:sp>
        <p:nvSpPr>
          <p:cNvPr id="10279" name="Line 60"/>
          <p:cNvSpPr/>
          <p:nvPr/>
        </p:nvSpPr>
        <p:spPr>
          <a:xfrm>
            <a:off x="1690688" y="3860800"/>
            <a:ext cx="2376487" cy="0"/>
          </a:xfrm>
          <a:prstGeom prst="line">
            <a:avLst/>
          </a:prstGeom>
          <a:ln w="28575" cap="flat" cmpd="sng">
            <a:solidFill>
              <a:srgbClr val="FF3300"/>
            </a:solidFill>
            <a:prstDash val="solid"/>
            <a:headEnd type="none" w="med" len="med"/>
            <a:tailEnd type="none" w="med" len="med"/>
          </a:ln>
        </p:spPr>
      </p:sp>
      <p:sp>
        <p:nvSpPr>
          <p:cNvPr id="10280" name="Line 61"/>
          <p:cNvSpPr/>
          <p:nvPr/>
        </p:nvSpPr>
        <p:spPr>
          <a:xfrm flipV="1">
            <a:off x="2613025" y="2462213"/>
            <a:ext cx="1800225" cy="1587"/>
          </a:xfrm>
          <a:prstGeom prst="line">
            <a:avLst/>
          </a:prstGeom>
          <a:ln w="28575" cap="flat" cmpd="sng">
            <a:solidFill>
              <a:srgbClr val="FF3300"/>
            </a:solidFill>
            <a:prstDash val="solid"/>
            <a:headEnd type="none" w="med" len="med"/>
            <a:tailEnd type="none" w="med" len="med"/>
          </a:ln>
        </p:spPr>
      </p:sp>
      <p:sp>
        <p:nvSpPr>
          <p:cNvPr id="10281" name="Line 62"/>
          <p:cNvSpPr/>
          <p:nvPr/>
        </p:nvSpPr>
        <p:spPr>
          <a:xfrm>
            <a:off x="1704975" y="3400425"/>
            <a:ext cx="2376488" cy="0"/>
          </a:xfrm>
          <a:prstGeom prst="line">
            <a:avLst/>
          </a:prstGeom>
          <a:ln w="28575" cap="flat" cmpd="sng">
            <a:solidFill>
              <a:srgbClr val="FF3300"/>
            </a:solidFill>
            <a:prstDash val="solid"/>
            <a:headEnd type="none" w="med" len="med"/>
            <a:tailEnd type="none" w="med" len="med"/>
          </a:ln>
        </p:spPr>
      </p:sp>
      <p:sp>
        <p:nvSpPr>
          <p:cNvPr id="10282" name="Text Box 63"/>
          <p:cNvSpPr txBox="1"/>
          <p:nvPr/>
        </p:nvSpPr>
        <p:spPr>
          <a:xfrm>
            <a:off x="7740650" y="2205038"/>
            <a:ext cx="1152525" cy="3937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spcBef>
                <a:spcPct val="50000"/>
              </a:spcBef>
              <a:buNone/>
            </a:pPr>
            <a:r>
              <a:rPr lang="en-US" altLang="zh-CN" sz="2200" b="1" dirty="0"/>
              <a:t>isPrim</a:t>
            </a:r>
          </a:p>
        </p:txBody>
      </p:sp>
      <p:sp>
        <p:nvSpPr>
          <p:cNvPr id="10283" name="Text Box 64"/>
          <p:cNvSpPr txBox="1"/>
          <p:nvPr/>
        </p:nvSpPr>
        <p:spPr>
          <a:xfrm>
            <a:off x="7740650" y="2924175"/>
            <a:ext cx="1152525" cy="3937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spcBef>
                <a:spcPct val="50000"/>
              </a:spcBef>
              <a:buNone/>
            </a:pPr>
            <a:r>
              <a:rPr lang="en-US" altLang="zh-CN" sz="2200" b="1" dirty="0"/>
              <a:t>reverse</a:t>
            </a:r>
          </a:p>
        </p:txBody>
      </p:sp>
      <p:sp>
        <p:nvSpPr>
          <p:cNvPr id="10285" name="Text Box 66"/>
          <p:cNvSpPr txBox="1"/>
          <p:nvPr/>
        </p:nvSpPr>
        <p:spPr>
          <a:xfrm>
            <a:off x="7740650" y="3644900"/>
            <a:ext cx="1152525" cy="3937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spcBef>
                <a:spcPct val="50000"/>
              </a:spcBef>
              <a:buNone/>
            </a:pPr>
            <a:r>
              <a:rPr lang="en-US" altLang="zh-CN" sz="2200" b="1" dirty="0"/>
              <a:t>isPrim</a:t>
            </a:r>
          </a:p>
        </p:txBody>
      </p:sp>
      <p:sp>
        <p:nvSpPr>
          <p:cNvPr id="10286" name="Line 67"/>
          <p:cNvSpPr/>
          <p:nvPr/>
        </p:nvSpPr>
        <p:spPr>
          <a:xfrm>
            <a:off x="3995738" y="3860800"/>
            <a:ext cx="2305050" cy="0"/>
          </a:xfrm>
          <a:prstGeom prst="line">
            <a:avLst/>
          </a:prstGeom>
          <a:ln w="28575" cap="flat" cmpd="sng">
            <a:solidFill>
              <a:srgbClr val="FF3300"/>
            </a:solidFill>
            <a:prstDash val="solid"/>
            <a:headEnd type="none" w="med" len="med"/>
            <a:tailEnd type="none" w="med" len="med"/>
          </a:ln>
        </p:spPr>
      </p:sp>
      <p:sp>
        <p:nvSpPr>
          <p:cNvPr id="10287" name="Line 68"/>
          <p:cNvSpPr/>
          <p:nvPr/>
        </p:nvSpPr>
        <p:spPr>
          <a:xfrm>
            <a:off x="4067175" y="3141663"/>
            <a:ext cx="2233613" cy="0"/>
          </a:xfrm>
          <a:prstGeom prst="line">
            <a:avLst/>
          </a:prstGeom>
          <a:ln w="28575" cap="flat" cmpd="sng">
            <a:solidFill>
              <a:srgbClr val="FF3300"/>
            </a:solidFill>
            <a:prstDash val="solid"/>
            <a:headEnd type="none" w="med" len="med"/>
            <a:tailEnd type="none" w="med" len="med"/>
          </a:ln>
        </p:spPr>
      </p:sp>
      <p:sp>
        <p:nvSpPr>
          <p:cNvPr id="10288" name="Line 69"/>
          <p:cNvSpPr/>
          <p:nvPr/>
        </p:nvSpPr>
        <p:spPr>
          <a:xfrm>
            <a:off x="5148263" y="2349500"/>
            <a:ext cx="1223962" cy="0"/>
          </a:xfrm>
          <a:prstGeom prst="line">
            <a:avLst/>
          </a:prstGeom>
          <a:ln w="28575" cap="flat" cmpd="sng">
            <a:solidFill>
              <a:srgbClr val="FF3300"/>
            </a:solidFill>
            <a:prstDash val="solid"/>
            <a:headEnd type="none" w="med" len="med"/>
            <a:tailEnd type="none" w="med" len="med"/>
          </a:ln>
        </p:spPr>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8</a:t>
            </a:fld>
            <a:endParaRPr lang="zh-CN" altLang="en-US" sz="1400" b="1" dirty="0"/>
          </a:p>
        </p:txBody>
      </p:sp>
      <p:graphicFrame>
        <p:nvGraphicFramePr>
          <p:cNvPr id="13315" name="Object 4"/>
          <p:cNvGraphicFramePr>
            <a:graphicFrameLocks noChangeAspect="1"/>
          </p:cNvGraphicFramePr>
          <p:nvPr/>
        </p:nvGraphicFramePr>
        <p:xfrm>
          <a:off x="395288" y="1484313"/>
          <a:ext cx="4679950" cy="4227512"/>
        </p:xfrm>
        <a:graphic>
          <a:graphicData uri="http://schemas.openxmlformats.org/presentationml/2006/ole">
            <mc:AlternateContent xmlns:mc="http://schemas.openxmlformats.org/markup-compatibility/2006">
              <mc:Choice xmlns:v="urn:schemas-microsoft-com:vml" Requires="v">
                <p:oleObj r:id="rId2" imgW="4290060" imgH="3883660" progId="Visio.Drawing.11">
                  <p:embed/>
                </p:oleObj>
              </mc:Choice>
              <mc:Fallback>
                <p:oleObj r:id="rId2" imgW="4290060" imgH="3883660" progId="Visio.Drawing.11">
                  <p:embed/>
                  <p:pic>
                    <p:nvPicPr>
                      <p:cNvPr id="0" name="图片 3079"/>
                      <p:cNvPicPr/>
                      <p:nvPr/>
                    </p:nvPicPr>
                    <p:blipFill>
                      <a:blip r:embed="rId3"/>
                      <a:stretch>
                        <a:fillRect/>
                      </a:stretch>
                    </p:blipFill>
                    <p:spPr>
                      <a:xfrm>
                        <a:off x="395288" y="1484313"/>
                        <a:ext cx="4679950" cy="4227512"/>
                      </a:xfrm>
                      <a:prstGeom prst="rect">
                        <a:avLst/>
                      </a:prstGeom>
                      <a:noFill/>
                      <a:ln w="38100">
                        <a:noFill/>
                        <a:miter/>
                      </a:ln>
                    </p:spPr>
                  </p:pic>
                </p:oleObj>
              </mc:Fallback>
            </mc:AlternateContent>
          </a:graphicData>
        </a:graphic>
      </p:graphicFrame>
      <p:sp>
        <p:nvSpPr>
          <p:cNvPr id="13316" name="Rectangle 5"/>
          <p:cNvSpPr/>
          <p:nvPr/>
        </p:nvSpPr>
        <p:spPr>
          <a:xfrm>
            <a:off x="7318375" y="2217738"/>
            <a:ext cx="1393825" cy="596900"/>
          </a:xfrm>
          <a:prstGeom prst="rect">
            <a:avLst/>
          </a:prstGeom>
          <a:solidFill>
            <a:srgbClr val="E8EEF7"/>
          </a:solidFill>
          <a:ln w="9525">
            <a:noFill/>
          </a:ln>
        </p:spPr>
        <p:txBody>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lnSpc>
                <a:spcPct val="90000"/>
              </a:lnSpc>
              <a:buNone/>
            </a:pPr>
            <a:endParaRPr lang="zh-CN" altLang="en-US" sz="2200" b="1" dirty="0"/>
          </a:p>
        </p:txBody>
      </p:sp>
      <p:sp>
        <p:nvSpPr>
          <p:cNvPr id="13317" name="Rectangle 6"/>
          <p:cNvSpPr/>
          <p:nvPr/>
        </p:nvSpPr>
        <p:spPr>
          <a:xfrm>
            <a:off x="7318375" y="2217738"/>
            <a:ext cx="1393825" cy="596900"/>
          </a:xfrm>
          <a:prstGeom prst="rect">
            <a:avLst/>
          </a:prstGeom>
          <a:noFill/>
          <a:ln w="317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lnSpc>
                <a:spcPct val="90000"/>
              </a:lnSpc>
              <a:buNone/>
            </a:pPr>
            <a:endParaRPr lang="zh-CN" altLang="en-US" sz="2200" b="1" dirty="0"/>
          </a:p>
        </p:txBody>
      </p:sp>
      <p:sp>
        <p:nvSpPr>
          <p:cNvPr id="13318" name="Line 7"/>
          <p:cNvSpPr/>
          <p:nvPr/>
        </p:nvSpPr>
        <p:spPr>
          <a:xfrm flipV="1">
            <a:off x="7439025" y="2217738"/>
            <a:ext cx="1588" cy="596900"/>
          </a:xfrm>
          <a:prstGeom prst="line">
            <a:avLst/>
          </a:prstGeom>
          <a:ln w="3175" cap="flat" cmpd="sng">
            <a:solidFill>
              <a:srgbClr val="000000"/>
            </a:solidFill>
            <a:prstDash val="solid"/>
            <a:headEnd type="none" w="med" len="med"/>
            <a:tailEnd type="none" w="med" len="med"/>
          </a:ln>
        </p:spPr>
      </p:sp>
      <p:sp>
        <p:nvSpPr>
          <p:cNvPr id="13319" name="Line 8"/>
          <p:cNvSpPr/>
          <p:nvPr/>
        </p:nvSpPr>
        <p:spPr>
          <a:xfrm flipV="1">
            <a:off x="8593138" y="2217738"/>
            <a:ext cx="1587" cy="596900"/>
          </a:xfrm>
          <a:prstGeom prst="line">
            <a:avLst/>
          </a:prstGeom>
          <a:ln w="3175" cap="flat" cmpd="sng">
            <a:solidFill>
              <a:srgbClr val="000000"/>
            </a:solidFill>
            <a:prstDash val="solid"/>
            <a:headEnd type="none" w="med" len="med"/>
            <a:tailEnd type="none" w="med" len="med"/>
          </a:ln>
        </p:spPr>
      </p:sp>
      <p:sp>
        <p:nvSpPr>
          <p:cNvPr id="13320" name="Rectangle 9"/>
          <p:cNvSpPr/>
          <p:nvPr/>
        </p:nvSpPr>
        <p:spPr>
          <a:xfrm>
            <a:off x="7524750" y="2276475"/>
            <a:ext cx="1023938" cy="220663"/>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buNone/>
            </a:pPr>
            <a:r>
              <a:rPr lang="zh-CN" altLang="en-US" sz="1600" b="1" dirty="0">
                <a:solidFill>
                  <a:srgbClr val="000000"/>
                </a:solidFill>
                <a:latin typeface="宋体" panose="02010600030101010101" pitchFamily="2" charset="-122"/>
              </a:rPr>
              <a:t>判断素数的</a:t>
            </a:r>
            <a:endParaRPr lang="zh-CN" altLang="en-US" sz="2200" b="1" dirty="0"/>
          </a:p>
        </p:txBody>
      </p:sp>
      <p:sp>
        <p:nvSpPr>
          <p:cNvPr id="13321" name="Rectangle 10"/>
          <p:cNvSpPr/>
          <p:nvPr/>
        </p:nvSpPr>
        <p:spPr>
          <a:xfrm>
            <a:off x="7721600" y="2528888"/>
            <a:ext cx="614363" cy="22066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buNone/>
            </a:pPr>
            <a:r>
              <a:rPr lang="zh-CN" altLang="en-US" sz="1600" b="1" dirty="0">
                <a:solidFill>
                  <a:srgbClr val="000000"/>
                </a:solidFill>
                <a:latin typeface="宋体" panose="02010600030101010101" pitchFamily="2" charset="-122"/>
              </a:rPr>
              <a:t>子程序</a:t>
            </a:r>
            <a:endParaRPr lang="zh-CN" altLang="en-US" sz="2200" b="1" dirty="0"/>
          </a:p>
        </p:txBody>
      </p:sp>
      <p:sp>
        <p:nvSpPr>
          <p:cNvPr id="13322" name="Freeform 11"/>
          <p:cNvSpPr/>
          <p:nvPr/>
        </p:nvSpPr>
        <p:spPr>
          <a:xfrm>
            <a:off x="6011863" y="2524125"/>
            <a:ext cx="77787" cy="103188"/>
          </a:xfrm>
          <a:custGeom>
            <a:avLst/>
            <a:gdLst>
              <a:gd name="txL" fmla="*/ 0 w 98"/>
              <a:gd name="txT" fmla="*/ 0 h 130"/>
              <a:gd name="txR" fmla="*/ 98 w 98"/>
              <a:gd name="txB" fmla="*/ 130 h 130"/>
            </a:gdLst>
            <a:ahLst/>
            <a:cxnLst>
              <a:cxn ang="0">
                <a:pos x="0" y="0"/>
              </a:cxn>
              <a:cxn ang="0">
                <a:pos x="0" y="2147483646"/>
              </a:cxn>
              <a:cxn ang="0">
                <a:pos x="2147483646" y="2147483646"/>
              </a:cxn>
              <a:cxn ang="0">
                <a:pos x="0" y="0"/>
              </a:cxn>
            </a:cxnLst>
            <a:rect l="txL" t="txT" r="txR" b="txB"/>
            <a:pathLst>
              <a:path w="98" h="130">
                <a:moveTo>
                  <a:pt x="0" y="0"/>
                </a:moveTo>
                <a:lnTo>
                  <a:pt x="0" y="130"/>
                </a:lnTo>
                <a:lnTo>
                  <a:pt x="98" y="65"/>
                </a:lnTo>
                <a:lnTo>
                  <a:pt x="0" y="0"/>
                </a:lnTo>
                <a:close/>
              </a:path>
            </a:pathLst>
          </a:custGeom>
          <a:solidFill>
            <a:srgbClr val="E8EEF7">
              <a:alpha val="100000"/>
            </a:srgbClr>
          </a:solidFill>
          <a:ln w="9525">
            <a:noFill/>
          </a:ln>
        </p:spPr>
        <p:txBody>
          <a:bodyPr/>
          <a:lstStyle/>
          <a:p>
            <a:endParaRPr lang="zh-CN" altLang="en-US"/>
          </a:p>
        </p:txBody>
      </p:sp>
      <p:sp>
        <p:nvSpPr>
          <p:cNvPr id="13323" name="Freeform 12"/>
          <p:cNvSpPr/>
          <p:nvPr/>
        </p:nvSpPr>
        <p:spPr>
          <a:xfrm>
            <a:off x="6011863" y="2524125"/>
            <a:ext cx="77787" cy="103188"/>
          </a:xfrm>
          <a:custGeom>
            <a:avLst/>
            <a:gdLst>
              <a:gd name="txL" fmla="*/ 0 w 98"/>
              <a:gd name="txT" fmla="*/ 0 h 130"/>
              <a:gd name="txR" fmla="*/ 98 w 98"/>
              <a:gd name="txB" fmla="*/ 130 h 130"/>
            </a:gdLst>
            <a:ahLst/>
            <a:cxnLst>
              <a:cxn ang="0">
                <a:pos x="0" y="0"/>
              </a:cxn>
              <a:cxn ang="0">
                <a:pos x="0" y="2147483646"/>
              </a:cxn>
              <a:cxn ang="0">
                <a:pos x="2147483646" y="2147483646"/>
              </a:cxn>
              <a:cxn ang="0">
                <a:pos x="0" y="0"/>
              </a:cxn>
            </a:cxnLst>
            <a:rect l="txL" t="txT" r="txR" b="txB"/>
            <a:pathLst>
              <a:path w="98" h="130">
                <a:moveTo>
                  <a:pt x="0" y="0"/>
                </a:moveTo>
                <a:lnTo>
                  <a:pt x="0" y="130"/>
                </a:lnTo>
                <a:lnTo>
                  <a:pt x="98" y="65"/>
                </a:lnTo>
                <a:lnTo>
                  <a:pt x="0" y="0"/>
                </a:lnTo>
                <a:close/>
              </a:path>
            </a:pathLst>
          </a:custGeom>
          <a:noFill/>
          <a:ln w="3175" cap="flat" cmpd="sng">
            <a:solidFill>
              <a:srgbClr val="000000">
                <a:alpha val="100000"/>
              </a:srgbClr>
            </a:solidFill>
            <a:prstDash val="solid"/>
            <a:round/>
            <a:headEnd type="none" w="med" len="med"/>
            <a:tailEnd type="none" w="med" len="med"/>
          </a:ln>
        </p:spPr>
        <p:txBody>
          <a:bodyPr/>
          <a:lstStyle/>
          <a:p>
            <a:endParaRPr lang="zh-CN" altLang="en-US"/>
          </a:p>
        </p:txBody>
      </p:sp>
      <p:sp>
        <p:nvSpPr>
          <p:cNvPr id="13324" name="Line 13"/>
          <p:cNvSpPr/>
          <p:nvPr/>
        </p:nvSpPr>
        <p:spPr>
          <a:xfrm flipV="1">
            <a:off x="6089650" y="2565400"/>
            <a:ext cx="1146175" cy="9525"/>
          </a:xfrm>
          <a:prstGeom prst="line">
            <a:avLst/>
          </a:prstGeom>
          <a:ln w="3175" cap="flat" cmpd="sng">
            <a:solidFill>
              <a:srgbClr val="000000"/>
            </a:solidFill>
            <a:prstDash val="solid"/>
            <a:headEnd type="none" w="med" len="med"/>
            <a:tailEnd type="none" w="med" len="med"/>
          </a:ln>
        </p:spPr>
      </p:sp>
      <p:sp>
        <p:nvSpPr>
          <p:cNvPr id="13325" name="Rectangle 14"/>
          <p:cNvSpPr/>
          <p:nvPr/>
        </p:nvSpPr>
        <p:spPr>
          <a:xfrm>
            <a:off x="5867400" y="2276475"/>
            <a:ext cx="863600" cy="247650"/>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buNone/>
            </a:pPr>
            <a:r>
              <a:rPr lang="zh-CN" altLang="en-US" sz="1800" b="1" dirty="0">
                <a:solidFill>
                  <a:srgbClr val="000000"/>
                </a:solidFill>
                <a:latin typeface="宋体" panose="02010600030101010101" pitchFamily="2" charset="-122"/>
              </a:rPr>
              <a:t>调用</a:t>
            </a:r>
            <a:endParaRPr lang="zh-CN" altLang="en-US" sz="1800" b="1" dirty="0"/>
          </a:p>
        </p:txBody>
      </p:sp>
      <p:sp>
        <p:nvSpPr>
          <p:cNvPr id="13326" name="Line 15"/>
          <p:cNvSpPr/>
          <p:nvPr/>
        </p:nvSpPr>
        <p:spPr>
          <a:xfrm flipV="1">
            <a:off x="5003800" y="2563813"/>
            <a:ext cx="1008063" cy="1587"/>
          </a:xfrm>
          <a:prstGeom prst="line">
            <a:avLst/>
          </a:prstGeom>
          <a:ln w="3175" cap="flat" cmpd="sng">
            <a:solidFill>
              <a:srgbClr val="000000"/>
            </a:solidFill>
            <a:prstDash val="solid"/>
            <a:headEnd type="none" w="med" len="med"/>
            <a:tailEnd type="none" w="med" len="med"/>
          </a:ln>
        </p:spPr>
      </p:sp>
      <p:sp>
        <p:nvSpPr>
          <p:cNvPr id="13327" name="Line 26"/>
          <p:cNvSpPr/>
          <p:nvPr/>
        </p:nvSpPr>
        <p:spPr>
          <a:xfrm>
            <a:off x="3779838" y="4054475"/>
            <a:ext cx="2447925" cy="22225"/>
          </a:xfrm>
          <a:prstGeom prst="line">
            <a:avLst/>
          </a:prstGeom>
          <a:ln w="3175" cap="flat" cmpd="sng">
            <a:solidFill>
              <a:srgbClr val="000000"/>
            </a:solidFill>
            <a:prstDash val="solid"/>
            <a:headEnd type="none" w="med" len="med"/>
            <a:tailEnd type="none" w="med" len="med"/>
          </a:ln>
        </p:spPr>
      </p:sp>
      <p:sp>
        <p:nvSpPr>
          <p:cNvPr id="13328" name="Rectangle 38"/>
          <p:cNvSpPr>
            <a:spLocks noGrp="1"/>
          </p:cNvSpPr>
          <p:nvPr>
            <p:ph type="title"/>
          </p:nvPr>
        </p:nvSpPr>
        <p:spPr/>
        <p:txBody>
          <a:bodyPr vert="horz" wrap="square" lIns="91440" tIns="45720" rIns="91440" bIns="45720" anchor="ctr"/>
          <a:lstStyle/>
          <a:p>
            <a:pPr eaLnBrk="1" hangingPunct="1"/>
            <a:r>
              <a:rPr lang="en-US" altLang="zh-CN" b="1" dirty="0"/>
              <a:t>5.3    </a:t>
            </a:r>
            <a:r>
              <a:rPr lang="zh-CN" altLang="en-US" b="1" dirty="0"/>
              <a:t>子程序概念与设计</a:t>
            </a:r>
          </a:p>
        </p:txBody>
      </p:sp>
      <p:sp>
        <p:nvSpPr>
          <p:cNvPr id="13329" name="Text Box 40"/>
          <p:cNvSpPr txBox="1"/>
          <p:nvPr/>
        </p:nvSpPr>
        <p:spPr>
          <a:xfrm>
            <a:off x="5003800" y="1916113"/>
            <a:ext cx="2952750" cy="3937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spcBef>
                <a:spcPct val="50000"/>
              </a:spcBef>
              <a:buNone/>
            </a:pPr>
            <a:r>
              <a:rPr lang="en-US" altLang="zh-CN" sz="2200" b="1" dirty="0"/>
              <a:t>flag=isPrim(num)</a:t>
            </a:r>
          </a:p>
        </p:txBody>
      </p:sp>
      <p:sp>
        <p:nvSpPr>
          <p:cNvPr id="13330" name="Rectangle 41"/>
          <p:cNvSpPr/>
          <p:nvPr/>
        </p:nvSpPr>
        <p:spPr>
          <a:xfrm>
            <a:off x="7534275" y="3716338"/>
            <a:ext cx="1393825" cy="596900"/>
          </a:xfrm>
          <a:prstGeom prst="rect">
            <a:avLst/>
          </a:prstGeom>
          <a:solidFill>
            <a:srgbClr val="E8EEF7"/>
          </a:solidFill>
          <a:ln w="9525">
            <a:noFill/>
          </a:ln>
        </p:spPr>
        <p:txBody>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lnSpc>
                <a:spcPct val="90000"/>
              </a:lnSpc>
              <a:buNone/>
            </a:pPr>
            <a:endParaRPr lang="zh-CN" altLang="en-US" sz="2200" b="1" dirty="0"/>
          </a:p>
        </p:txBody>
      </p:sp>
      <p:sp>
        <p:nvSpPr>
          <p:cNvPr id="13331" name="Rectangle 42"/>
          <p:cNvSpPr/>
          <p:nvPr/>
        </p:nvSpPr>
        <p:spPr>
          <a:xfrm>
            <a:off x="7534275" y="3716338"/>
            <a:ext cx="1393825" cy="596900"/>
          </a:xfrm>
          <a:prstGeom prst="rect">
            <a:avLst/>
          </a:prstGeom>
          <a:noFill/>
          <a:ln w="317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lnSpc>
                <a:spcPct val="90000"/>
              </a:lnSpc>
              <a:buNone/>
            </a:pPr>
            <a:endParaRPr lang="zh-CN" altLang="en-US" sz="2200" b="1" dirty="0"/>
          </a:p>
        </p:txBody>
      </p:sp>
      <p:sp>
        <p:nvSpPr>
          <p:cNvPr id="13332" name="Line 43"/>
          <p:cNvSpPr/>
          <p:nvPr/>
        </p:nvSpPr>
        <p:spPr>
          <a:xfrm flipV="1">
            <a:off x="7654925" y="3716338"/>
            <a:ext cx="1588" cy="596900"/>
          </a:xfrm>
          <a:prstGeom prst="line">
            <a:avLst/>
          </a:prstGeom>
          <a:ln w="3175" cap="flat" cmpd="sng">
            <a:solidFill>
              <a:srgbClr val="000000"/>
            </a:solidFill>
            <a:prstDash val="solid"/>
            <a:headEnd type="none" w="med" len="med"/>
            <a:tailEnd type="none" w="med" len="med"/>
          </a:ln>
        </p:spPr>
      </p:sp>
      <p:sp>
        <p:nvSpPr>
          <p:cNvPr id="13333" name="Line 44"/>
          <p:cNvSpPr/>
          <p:nvPr/>
        </p:nvSpPr>
        <p:spPr>
          <a:xfrm flipV="1">
            <a:off x="8809038" y="3716338"/>
            <a:ext cx="1587" cy="596900"/>
          </a:xfrm>
          <a:prstGeom prst="line">
            <a:avLst/>
          </a:prstGeom>
          <a:ln w="3175" cap="flat" cmpd="sng">
            <a:solidFill>
              <a:srgbClr val="000000"/>
            </a:solidFill>
            <a:prstDash val="solid"/>
            <a:headEnd type="none" w="med" len="med"/>
            <a:tailEnd type="none" w="med" len="med"/>
          </a:ln>
        </p:spPr>
      </p:sp>
      <p:sp>
        <p:nvSpPr>
          <p:cNvPr id="13334" name="Rectangle 45"/>
          <p:cNvSpPr/>
          <p:nvPr/>
        </p:nvSpPr>
        <p:spPr>
          <a:xfrm>
            <a:off x="7740650" y="3775075"/>
            <a:ext cx="1023938" cy="220663"/>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buNone/>
            </a:pPr>
            <a:r>
              <a:rPr lang="zh-CN" altLang="en-US" sz="1600" b="1" dirty="0">
                <a:solidFill>
                  <a:srgbClr val="000000"/>
                </a:solidFill>
                <a:latin typeface="宋体" panose="02010600030101010101" pitchFamily="2" charset="-122"/>
              </a:rPr>
              <a:t>判断素数的</a:t>
            </a:r>
            <a:endParaRPr lang="zh-CN" altLang="en-US" sz="2200" b="1" dirty="0"/>
          </a:p>
        </p:txBody>
      </p:sp>
      <p:sp>
        <p:nvSpPr>
          <p:cNvPr id="13335" name="Rectangle 46"/>
          <p:cNvSpPr/>
          <p:nvPr/>
        </p:nvSpPr>
        <p:spPr>
          <a:xfrm>
            <a:off x="7937500" y="4027488"/>
            <a:ext cx="614363" cy="22066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buNone/>
            </a:pPr>
            <a:r>
              <a:rPr lang="zh-CN" altLang="en-US" sz="1600" b="1" dirty="0">
                <a:solidFill>
                  <a:srgbClr val="000000"/>
                </a:solidFill>
                <a:latin typeface="宋体" panose="02010600030101010101" pitchFamily="2" charset="-122"/>
              </a:rPr>
              <a:t>子程序</a:t>
            </a:r>
            <a:endParaRPr lang="zh-CN" altLang="en-US" sz="2200" b="1" dirty="0"/>
          </a:p>
        </p:txBody>
      </p:sp>
      <p:sp>
        <p:nvSpPr>
          <p:cNvPr id="13336" name="Freeform 47"/>
          <p:cNvSpPr/>
          <p:nvPr/>
        </p:nvSpPr>
        <p:spPr>
          <a:xfrm>
            <a:off x="6227763" y="4022725"/>
            <a:ext cx="77787" cy="103188"/>
          </a:xfrm>
          <a:custGeom>
            <a:avLst/>
            <a:gdLst>
              <a:gd name="txL" fmla="*/ 0 w 98"/>
              <a:gd name="txT" fmla="*/ 0 h 130"/>
              <a:gd name="txR" fmla="*/ 98 w 98"/>
              <a:gd name="txB" fmla="*/ 130 h 130"/>
            </a:gdLst>
            <a:ahLst/>
            <a:cxnLst>
              <a:cxn ang="0">
                <a:pos x="0" y="0"/>
              </a:cxn>
              <a:cxn ang="0">
                <a:pos x="0" y="2147483646"/>
              </a:cxn>
              <a:cxn ang="0">
                <a:pos x="2147483646" y="2147483646"/>
              </a:cxn>
              <a:cxn ang="0">
                <a:pos x="0" y="0"/>
              </a:cxn>
            </a:cxnLst>
            <a:rect l="txL" t="txT" r="txR" b="txB"/>
            <a:pathLst>
              <a:path w="98" h="130">
                <a:moveTo>
                  <a:pt x="0" y="0"/>
                </a:moveTo>
                <a:lnTo>
                  <a:pt x="0" y="130"/>
                </a:lnTo>
                <a:lnTo>
                  <a:pt x="98" y="65"/>
                </a:lnTo>
                <a:lnTo>
                  <a:pt x="0" y="0"/>
                </a:lnTo>
                <a:close/>
              </a:path>
            </a:pathLst>
          </a:custGeom>
          <a:solidFill>
            <a:srgbClr val="E8EEF7">
              <a:alpha val="100000"/>
            </a:srgbClr>
          </a:solidFill>
          <a:ln w="9525">
            <a:noFill/>
          </a:ln>
        </p:spPr>
        <p:txBody>
          <a:bodyPr/>
          <a:lstStyle/>
          <a:p>
            <a:endParaRPr lang="zh-CN" altLang="en-US"/>
          </a:p>
        </p:txBody>
      </p:sp>
      <p:sp>
        <p:nvSpPr>
          <p:cNvPr id="13337" name="Freeform 48"/>
          <p:cNvSpPr/>
          <p:nvPr/>
        </p:nvSpPr>
        <p:spPr>
          <a:xfrm>
            <a:off x="6227763" y="4022725"/>
            <a:ext cx="77787" cy="103188"/>
          </a:xfrm>
          <a:custGeom>
            <a:avLst/>
            <a:gdLst>
              <a:gd name="txL" fmla="*/ 0 w 98"/>
              <a:gd name="txT" fmla="*/ 0 h 130"/>
              <a:gd name="txR" fmla="*/ 98 w 98"/>
              <a:gd name="txB" fmla="*/ 130 h 130"/>
            </a:gdLst>
            <a:ahLst/>
            <a:cxnLst>
              <a:cxn ang="0">
                <a:pos x="0" y="0"/>
              </a:cxn>
              <a:cxn ang="0">
                <a:pos x="0" y="2147483646"/>
              </a:cxn>
              <a:cxn ang="0">
                <a:pos x="2147483646" y="2147483646"/>
              </a:cxn>
              <a:cxn ang="0">
                <a:pos x="0" y="0"/>
              </a:cxn>
            </a:cxnLst>
            <a:rect l="txL" t="txT" r="txR" b="txB"/>
            <a:pathLst>
              <a:path w="98" h="130">
                <a:moveTo>
                  <a:pt x="0" y="0"/>
                </a:moveTo>
                <a:lnTo>
                  <a:pt x="0" y="130"/>
                </a:lnTo>
                <a:lnTo>
                  <a:pt x="98" y="65"/>
                </a:lnTo>
                <a:lnTo>
                  <a:pt x="0" y="0"/>
                </a:lnTo>
                <a:close/>
              </a:path>
            </a:pathLst>
          </a:custGeom>
          <a:noFill/>
          <a:ln w="3175" cap="flat" cmpd="sng">
            <a:solidFill>
              <a:srgbClr val="000000">
                <a:alpha val="100000"/>
              </a:srgbClr>
            </a:solidFill>
            <a:prstDash val="solid"/>
            <a:round/>
            <a:headEnd type="none" w="med" len="med"/>
            <a:tailEnd type="none" w="med" len="med"/>
          </a:ln>
        </p:spPr>
        <p:txBody>
          <a:bodyPr/>
          <a:lstStyle/>
          <a:p>
            <a:endParaRPr lang="zh-CN" altLang="en-US"/>
          </a:p>
        </p:txBody>
      </p:sp>
      <p:sp>
        <p:nvSpPr>
          <p:cNvPr id="13338" name="Line 49"/>
          <p:cNvSpPr/>
          <p:nvPr/>
        </p:nvSpPr>
        <p:spPr>
          <a:xfrm flipV="1">
            <a:off x="6305550" y="4064000"/>
            <a:ext cx="1146175" cy="9525"/>
          </a:xfrm>
          <a:prstGeom prst="line">
            <a:avLst/>
          </a:prstGeom>
          <a:ln w="3175" cap="flat" cmpd="sng">
            <a:solidFill>
              <a:srgbClr val="000000"/>
            </a:solidFill>
            <a:prstDash val="solid"/>
            <a:headEnd type="none" w="med" len="med"/>
            <a:tailEnd type="none" w="med" len="med"/>
          </a:ln>
        </p:spPr>
      </p:sp>
      <p:sp>
        <p:nvSpPr>
          <p:cNvPr id="13339" name="Rectangle 50"/>
          <p:cNvSpPr/>
          <p:nvPr/>
        </p:nvSpPr>
        <p:spPr>
          <a:xfrm>
            <a:off x="6083300" y="3775075"/>
            <a:ext cx="863600" cy="247650"/>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buNone/>
            </a:pPr>
            <a:r>
              <a:rPr lang="zh-CN" altLang="en-US" sz="1800" b="1" dirty="0">
                <a:solidFill>
                  <a:srgbClr val="000000"/>
                </a:solidFill>
                <a:latin typeface="宋体" panose="02010600030101010101" pitchFamily="2" charset="-122"/>
              </a:rPr>
              <a:t>调用</a:t>
            </a:r>
            <a:endParaRPr lang="zh-CN" altLang="en-US" sz="1800" b="1" dirty="0"/>
          </a:p>
        </p:txBody>
      </p:sp>
      <p:sp>
        <p:nvSpPr>
          <p:cNvPr id="13340" name="Text Box 52"/>
          <p:cNvSpPr txBox="1"/>
          <p:nvPr/>
        </p:nvSpPr>
        <p:spPr>
          <a:xfrm>
            <a:off x="5076825" y="3357563"/>
            <a:ext cx="3384550" cy="3937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spcBef>
                <a:spcPct val="50000"/>
              </a:spcBef>
              <a:buNone/>
            </a:pPr>
            <a:r>
              <a:rPr lang="en-US" altLang="zh-CN" sz="2200" b="1" dirty="0"/>
              <a:t>flag=isPrim(reverseNum)</a:t>
            </a:r>
          </a:p>
        </p:txBody>
      </p:sp>
      <p:sp>
        <p:nvSpPr>
          <p:cNvPr id="13341" name="AutoShape 53"/>
          <p:cNvSpPr/>
          <p:nvPr/>
        </p:nvSpPr>
        <p:spPr>
          <a:xfrm>
            <a:off x="5795963" y="1268413"/>
            <a:ext cx="1296987" cy="360362"/>
          </a:xfrm>
          <a:prstGeom prst="wedgeRectCallout">
            <a:avLst>
              <a:gd name="adj1" fmla="val -26745"/>
              <a:gd name="adj2" fmla="val 157491"/>
            </a:avLst>
          </a:prstGeom>
          <a:solidFill>
            <a:srgbClr val="CCFFFF"/>
          </a:solidFill>
          <a:ln w="9525" cap="flat" cmpd="sng">
            <a:solidFill>
              <a:schemeClr val="accent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algn="ctr" eaLnBrk="1" hangingPunct="1">
              <a:lnSpc>
                <a:spcPct val="90000"/>
              </a:lnSpc>
              <a:buNone/>
            </a:pPr>
            <a:r>
              <a:rPr lang="zh-CN" altLang="en-US" sz="2000" b="1" dirty="0"/>
              <a:t>子程序名</a:t>
            </a:r>
          </a:p>
        </p:txBody>
      </p:sp>
      <p:sp>
        <p:nvSpPr>
          <p:cNvPr id="13342" name="AutoShape 54"/>
          <p:cNvSpPr/>
          <p:nvPr/>
        </p:nvSpPr>
        <p:spPr>
          <a:xfrm>
            <a:off x="7235825" y="1268413"/>
            <a:ext cx="720725" cy="360362"/>
          </a:xfrm>
          <a:prstGeom prst="wedgeRectCallout">
            <a:avLst>
              <a:gd name="adj1" fmla="val -102866"/>
              <a:gd name="adj2" fmla="val 161454"/>
            </a:avLst>
          </a:prstGeom>
          <a:solidFill>
            <a:srgbClr val="CCFFFF"/>
          </a:solidFill>
          <a:ln w="9525" cap="flat" cmpd="sng">
            <a:solidFill>
              <a:schemeClr val="accent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algn="ctr" eaLnBrk="1" hangingPunct="1">
              <a:lnSpc>
                <a:spcPct val="90000"/>
              </a:lnSpc>
              <a:buNone/>
            </a:pPr>
            <a:r>
              <a:rPr lang="zh-CN" altLang="en-US" sz="2000" b="1" dirty="0"/>
              <a:t>参数</a:t>
            </a:r>
          </a:p>
        </p:txBody>
      </p:sp>
      <p:sp>
        <p:nvSpPr>
          <p:cNvPr id="13343" name="AutoShape 55"/>
          <p:cNvSpPr/>
          <p:nvPr/>
        </p:nvSpPr>
        <p:spPr>
          <a:xfrm>
            <a:off x="4356100" y="1268413"/>
            <a:ext cx="1008063" cy="360362"/>
          </a:xfrm>
          <a:prstGeom prst="wedgeRectCallout">
            <a:avLst>
              <a:gd name="adj1" fmla="val 51889"/>
              <a:gd name="adj2" fmla="val 177755"/>
            </a:avLst>
          </a:prstGeom>
          <a:solidFill>
            <a:srgbClr val="CCFFFF"/>
          </a:solidFill>
          <a:ln w="9525" cap="flat" cmpd="sng">
            <a:solidFill>
              <a:schemeClr val="accent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algn="ctr" eaLnBrk="1" hangingPunct="1">
              <a:lnSpc>
                <a:spcPct val="90000"/>
              </a:lnSpc>
              <a:buNone/>
            </a:pPr>
            <a:r>
              <a:rPr lang="zh-CN" altLang="en-US" sz="2000" b="1" dirty="0"/>
              <a:t>返回值</a:t>
            </a: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灯片编号占位符 4">
            <a:extLst>
              <a:ext uri="{FF2B5EF4-FFF2-40B4-BE49-F238E27FC236}">
                <a16:creationId xmlns:a16="http://schemas.microsoft.com/office/drawing/2014/main" id="{E89673B9-25C2-4A19-8C9A-398B5CDB576E}"/>
              </a:ext>
            </a:extLst>
          </p:cNvPr>
          <p:cNvSpPr txBox="1">
            <a:spLocks noGrp="1" noChangeArrowheads="1"/>
          </p:cNvSpPr>
          <p:nvPr/>
        </p:nvSpPr>
        <p:spPr bwMode="auto">
          <a:xfrm>
            <a:off x="69342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buFontTx/>
              <a:buNone/>
            </a:pPr>
            <a:fld id="{D3BCA46A-53C0-490D-88CE-0F7A7EF0E301}" type="slidenum">
              <a:rPr lang="zh-CN" altLang="en-US" sz="1400" b="1"/>
              <a:pPr algn="r" eaLnBrk="1" hangingPunct="1">
                <a:spcBef>
                  <a:spcPct val="50000"/>
                </a:spcBef>
                <a:buFontTx/>
                <a:buNone/>
              </a:pPr>
              <a:t>9</a:t>
            </a:fld>
            <a:endParaRPr lang="zh-CN" altLang="en-US" sz="1400" b="1"/>
          </a:p>
        </p:txBody>
      </p:sp>
      <p:sp>
        <p:nvSpPr>
          <p:cNvPr id="54275" name="Rectangle 2">
            <a:extLst>
              <a:ext uri="{FF2B5EF4-FFF2-40B4-BE49-F238E27FC236}">
                <a16:creationId xmlns:a16="http://schemas.microsoft.com/office/drawing/2014/main" id="{FCA81BDE-B44B-493F-98AE-7C5BDE6C0D36}"/>
              </a:ext>
            </a:extLst>
          </p:cNvPr>
          <p:cNvSpPr>
            <a:spLocks noGrp="1" noChangeArrowheads="1"/>
          </p:cNvSpPr>
          <p:nvPr>
            <p:ph type="title" idx="4294967295"/>
          </p:nvPr>
        </p:nvSpPr>
        <p:spPr/>
        <p:txBody>
          <a:bodyPr/>
          <a:lstStyle/>
          <a:p>
            <a:pPr eaLnBrk="1" hangingPunct="1"/>
            <a:r>
              <a:rPr lang="zh-CN" altLang="en-US" b="1" dirty="0"/>
              <a:t>原来的代码：</a:t>
            </a:r>
            <a:r>
              <a:rPr lang="zh-CN" altLang="en-US" dirty="0"/>
              <a:t>素数判定</a:t>
            </a:r>
            <a:endParaRPr lang="en-US" altLang="zh-CN" dirty="0"/>
          </a:p>
        </p:txBody>
      </p:sp>
      <p:sp>
        <p:nvSpPr>
          <p:cNvPr id="54276" name="Rectangle 3">
            <a:extLst>
              <a:ext uri="{FF2B5EF4-FFF2-40B4-BE49-F238E27FC236}">
                <a16:creationId xmlns:a16="http://schemas.microsoft.com/office/drawing/2014/main" id="{D924F4A8-84BD-4F14-AC2E-644C18E27D9E}"/>
              </a:ext>
            </a:extLst>
          </p:cNvPr>
          <p:cNvSpPr>
            <a:spLocks noGrp="1" noChangeArrowheads="1"/>
          </p:cNvSpPr>
          <p:nvPr>
            <p:ph type="body" idx="4294967295"/>
          </p:nvPr>
        </p:nvSpPr>
        <p:spPr>
          <a:xfrm>
            <a:off x="539552" y="1237619"/>
            <a:ext cx="7847013" cy="4918075"/>
          </a:xfrm>
        </p:spPr>
        <p:txBody>
          <a:bodyPr/>
          <a:lstStyle/>
          <a:p>
            <a:pPr eaLnBrk="1" hangingPunct="1">
              <a:lnSpc>
                <a:spcPct val="80000"/>
              </a:lnSpc>
              <a:buFontTx/>
              <a:buNone/>
            </a:pPr>
            <a:r>
              <a:rPr lang="en-US" altLang="zh-CN" sz="2000" dirty="0">
                <a:latin typeface="Consolas" panose="020B0609020204030204" pitchFamily="49" charset="0"/>
              </a:rPr>
              <a:t>#include&lt;</a:t>
            </a:r>
            <a:r>
              <a:rPr lang="en-US" altLang="zh-CN" sz="2000" dirty="0" err="1">
                <a:latin typeface="Consolas" panose="020B0609020204030204" pitchFamily="49" charset="0"/>
              </a:rPr>
              <a:t>stdio.h</a:t>
            </a:r>
            <a:r>
              <a:rPr lang="en-US" altLang="zh-CN" sz="2000" dirty="0">
                <a:latin typeface="Consolas" panose="020B0609020204030204" pitchFamily="49" charset="0"/>
              </a:rPr>
              <a:t>&gt;</a:t>
            </a:r>
          </a:p>
          <a:p>
            <a:pPr eaLnBrk="1" hangingPunct="1">
              <a:lnSpc>
                <a:spcPct val="80000"/>
              </a:lnSpc>
              <a:buFontTx/>
              <a:buNone/>
            </a:pPr>
            <a:r>
              <a:rPr lang="en-US" altLang="zh-CN" sz="2000" dirty="0">
                <a:latin typeface="Consolas" panose="020B0609020204030204" pitchFamily="49" charset="0"/>
              </a:rPr>
              <a:t>int main(){</a:t>
            </a:r>
          </a:p>
          <a:p>
            <a:pPr eaLnBrk="1" hangingPunct="1">
              <a:lnSpc>
                <a:spcPct val="80000"/>
              </a:lnSpc>
              <a:buFontTx/>
              <a:buNone/>
            </a:pPr>
            <a:r>
              <a:rPr lang="en-US" altLang="zh-CN" sz="2000" dirty="0">
                <a:latin typeface="Consolas" panose="020B0609020204030204" pitchFamily="49" charset="0"/>
              </a:rPr>
              <a:t>	int </a:t>
            </a:r>
            <a:r>
              <a:rPr lang="en-US" altLang="zh-CN" sz="2000" dirty="0" err="1">
                <a:latin typeface="Consolas" panose="020B0609020204030204" pitchFamily="49" charset="0"/>
              </a:rPr>
              <a:t>n,i,isPrime</a:t>
            </a:r>
            <a:r>
              <a:rPr lang="en-US" altLang="zh-CN" sz="2000" dirty="0">
                <a:latin typeface="Consolas" panose="020B0609020204030204" pitchFamily="49" charset="0"/>
              </a:rPr>
              <a:t>;</a:t>
            </a:r>
          </a:p>
          <a:p>
            <a:pPr eaLnBrk="1" hangingPunct="1">
              <a:lnSpc>
                <a:spcPct val="80000"/>
              </a:lnSpc>
              <a:buFontTx/>
              <a:buNone/>
            </a:pPr>
            <a:r>
              <a:rPr lang="en-US" altLang="zh-CN" sz="2000" dirty="0">
                <a:latin typeface="Consolas" panose="020B0609020204030204" pitchFamily="49" charset="0"/>
              </a:rPr>
              <a:t>	</a:t>
            </a:r>
            <a:r>
              <a:rPr lang="en-US" altLang="zh-CN" sz="2000" dirty="0" err="1">
                <a:latin typeface="Consolas" panose="020B0609020204030204" pitchFamily="49" charset="0"/>
              </a:rPr>
              <a:t>scanf</a:t>
            </a:r>
            <a:r>
              <a:rPr lang="en-US" altLang="zh-CN" sz="2000" dirty="0">
                <a:latin typeface="Consolas" panose="020B0609020204030204" pitchFamily="49" charset="0"/>
              </a:rPr>
              <a:t>("%</a:t>
            </a:r>
            <a:r>
              <a:rPr lang="en-US" altLang="zh-CN" sz="2000" dirty="0" err="1">
                <a:latin typeface="Consolas" panose="020B0609020204030204" pitchFamily="49" charset="0"/>
              </a:rPr>
              <a:t>d",&amp;n</a:t>
            </a:r>
            <a:r>
              <a:rPr lang="en-US" altLang="zh-CN" sz="2000" dirty="0">
                <a:latin typeface="Consolas" panose="020B0609020204030204" pitchFamily="49" charset="0"/>
              </a:rPr>
              <a:t>);		</a:t>
            </a:r>
          </a:p>
          <a:p>
            <a:pPr eaLnBrk="1" hangingPunct="1">
              <a:lnSpc>
                <a:spcPct val="80000"/>
              </a:lnSpc>
              <a:buFontTx/>
              <a:buNone/>
            </a:pPr>
            <a:r>
              <a:rPr lang="en-US" altLang="zh-CN" sz="2000" dirty="0">
                <a:latin typeface="Consolas" panose="020B0609020204030204" pitchFamily="49" charset="0"/>
              </a:rPr>
              <a:t>	for(</a:t>
            </a:r>
            <a:r>
              <a:rPr lang="en-US" altLang="zh-CN" sz="2000" dirty="0" err="1">
                <a:latin typeface="Consolas" panose="020B0609020204030204" pitchFamily="49" charset="0"/>
              </a:rPr>
              <a:t>i</a:t>
            </a:r>
            <a:r>
              <a:rPr lang="en-US" altLang="zh-CN" sz="2000" dirty="0">
                <a:latin typeface="Consolas" panose="020B0609020204030204" pitchFamily="49" charset="0"/>
              </a:rPr>
              <a:t>=</a:t>
            </a:r>
            <a:r>
              <a:rPr lang="en-US" altLang="zh-CN" sz="2000" dirty="0" err="1">
                <a:latin typeface="Consolas" panose="020B0609020204030204" pitchFamily="49" charset="0"/>
              </a:rPr>
              <a:t>2,isPrime</a:t>
            </a:r>
            <a:r>
              <a:rPr lang="en-US" altLang="zh-CN" sz="2000" dirty="0">
                <a:latin typeface="Consolas" panose="020B0609020204030204" pitchFamily="49" charset="0"/>
              </a:rPr>
              <a:t>=</a:t>
            </a:r>
            <a:r>
              <a:rPr lang="en-US" altLang="zh-CN" sz="2000" dirty="0" err="1">
                <a:latin typeface="Consolas" panose="020B0609020204030204" pitchFamily="49" charset="0"/>
              </a:rPr>
              <a:t>1;</a:t>
            </a:r>
            <a:r>
              <a:rPr lang="en-US" altLang="zh-CN" sz="2000" dirty="0" err="1">
                <a:solidFill>
                  <a:srgbClr val="FF0000"/>
                </a:solidFill>
                <a:latin typeface="Consolas" panose="020B0609020204030204" pitchFamily="49" charset="0"/>
              </a:rPr>
              <a:t>i</a:t>
            </a:r>
            <a:r>
              <a:rPr lang="en-US" altLang="zh-CN" sz="2000" dirty="0">
                <a:solidFill>
                  <a:srgbClr val="FF0000"/>
                </a:solidFill>
                <a:latin typeface="Consolas" panose="020B0609020204030204" pitchFamily="49" charset="0"/>
              </a:rPr>
              <a:t>&lt;=sqrt(n) &amp;&amp; (</a:t>
            </a:r>
            <a:r>
              <a:rPr lang="en-US" altLang="zh-CN" sz="2000" dirty="0" err="1">
                <a:solidFill>
                  <a:srgbClr val="FF0000"/>
                </a:solidFill>
                <a:latin typeface="Consolas" panose="020B0609020204030204" pitchFamily="49" charset="0"/>
              </a:rPr>
              <a:t>isPrime</a:t>
            </a:r>
            <a:r>
              <a:rPr lang="en-US" altLang="zh-CN" sz="2000" dirty="0">
                <a:solidFill>
                  <a:srgbClr val="FF0000"/>
                </a:solidFill>
                <a:latin typeface="Consolas" panose="020B0609020204030204" pitchFamily="49" charset="0"/>
              </a:rPr>
              <a:t>==1)</a:t>
            </a:r>
            <a:r>
              <a:rPr lang="en-US" altLang="zh-CN" sz="2000" dirty="0">
                <a:latin typeface="Consolas" panose="020B0609020204030204" pitchFamily="49" charset="0"/>
              </a:rPr>
              <a:t>; </a:t>
            </a:r>
            <a:r>
              <a:rPr lang="en-US" altLang="zh-CN" sz="2000" dirty="0" err="1">
                <a:latin typeface="Consolas" panose="020B0609020204030204" pitchFamily="49" charset="0"/>
              </a:rPr>
              <a:t>i</a:t>
            </a:r>
            <a:r>
              <a:rPr lang="en-US" altLang="zh-CN" sz="2000" dirty="0">
                <a:latin typeface="Consolas" panose="020B0609020204030204" pitchFamily="49" charset="0"/>
              </a:rPr>
              <a:t>++){ </a:t>
            </a:r>
          </a:p>
          <a:p>
            <a:pPr eaLnBrk="1" hangingPunct="1">
              <a:lnSpc>
                <a:spcPct val="80000"/>
              </a:lnSpc>
              <a:buFontTx/>
              <a:buNone/>
            </a:pPr>
            <a:r>
              <a:rPr lang="en-US" altLang="zh-CN" sz="2000" dirty="0">
                <a:latin typeface="Consolas" panose="020B0609020204030204" pitchFamily="49" charset="0"/>
              </a:rPr>
              <a:t> 		if (</a:t>
            </a:r>
            <a:r>
              <a:rPr lang="en-US" altLang="zh-CN" sz="2000" dirty="0" err="1">
                <a:latin typeface="Consolas" panose="020B0609020204030204" pitchFamily="49" charset="0"/>
              </a:rPr>
              <a:t>n%i</a:t>
            </a:r>
            <a:r>
              <a:rPr lang="en-US" altLang="zh-CN" sz="2000" dirty="0">
                <a:latin typeface="Consolas" panose="020B0609020204030204" pitchFamily="49" charset="0"/>
              </a:rPr>
              <a:t>==0)</a:t>
            </a:r>
          </a:p>
          <a:p>
            <a:pPr eaLnBrk="1" hangingPunct="1">
              <a:lnSpc>
                <a:spcPct val="80000"/>
              </a:lnSpc>
              <a:buFontTx/>
              <a:buNone/>
            </a:pPr>
            <a:r>
              <a:rPr lang="en-US" altLang="zh-CN" sz="2000" dirty="0">
                <a:latin typeface="Consolas" panose="020B0609020204030204" pitchFamily="49" charset="0"/>
              </a:rPr>
              <a:t> 			</a:t>
            </a:r>
            <a:r>
              <a:rPr lang="en-US" altLang="zh-CN" sz="2000" dirty="0" err="1">
                <a:latin typeface="Consolas" panose="020B0609020204030204" pitchFamily="49" charset="0"/>
              </a:rPr>
              <a:t>isPrime</a:t>
            </a:r>
            <a:r>
              <a:rPr lang="en-US" altLang="zh-CN" sz="2000" dirty="0">
                <a:latin typeface="Consolas" panose="020B0609020204030204" pitchFamily="49" charset="0"/>
              </a:rPr>
              <a:t>=0;</a:t>
            </a:r>
          </a:p>
          <a:p>
            <a:pPr eaLnBrk="1" hangingPunct="1">
              <a:lnSpc>
                <a:spcPct val="80000"/>
              </a:lnSpc>
              <a:buFontTx/>
              <a:buNone/>
            </a:pPr>
            <a:r>
              <a:rPr lang="en-US" altLang="zh-CN" sz="2000" dirty="0">
                <a:latin typeface="Consolas" panose="020B0609020204030204" pitchFamily="49" charset="0"/>
              </a:rPr>
              <a:t>	}</a:t>
            </a:r>
          </a:p>
          <a:p>
            <a:pPr eaLnBrk="1" hangingPunct="1">
              <a:lnSpc>
                <a:spcPct val="80000"/>
              </a:lnSpc>
              <a:buFontTx/>
              <a:buNone/>
            </a:pPr>
            <a:r>
              <a:rPr lang="en-US" altLang="zh-CN" sz="2000" dirty="0">
                <a:latin typeface="Consolas" panose="020B0609020204030204" pitchFamily="49" charset="0"/>
              </a:rPr>
              <a:t>	if (</a:t>
            </a:r>
            <a:r>
              <a:rPr lang="en-US" altLang="zh-CN" sz="2000" dirty="0" err="1">
                <a:latin typeface="Consolas" panose="020B0609020204030204" pitchFamily="49" charset="0"/>
              </a:rPr>
              <a:t>isPrime</a:t>
            </a:r>
            <a:r>
              <a:rPr lang="en-US" altLang="zh-CN" sz="2000" dirty="0">
                <a:solidFill>
                  <a:srgbClr val="FF0000"/>
                </a:solidFill>
                <a:latin typeface="Consolas" panose="020B0609020204030204" pitchFamily="49" charset="0"/>
              </a:rPr>
              <a:t>==1</a:t>
            </a:r>
            <a:r>
              <a:rPr lang="en-US" altLang="zh-CN" sz="2000" dirty="0">
                <a:latin typeface="Consolas" panose="020B0609020204030204" pitchFamily="49" charset="0"/>
              </a:rPr>
              <a:t>)</a:t>
            </a:r>
          </a:p>
          <a:p>
            <a:pPr eaLnBrk="1" hangingPunct="1">
              <a:lnSpc>
                <a:spcPct val="80000"/>
              </a:lnSpc>
              <a:buFontTx/>
              <a:buNone/>
            </a:pPr>
            <a:r>
              <a:rPr lang="en-US" altLang="zh-CN" sz="2000" dirty="0">
                <a:latin typeface="Consolas" panose="020B0609020204030204" pitchFamily="49" charset="0"/>
              </a:rPr>
              <a:t>		</a:t>
            </a:r>
            <a:r>
              <a:rPr lang="en-US" altLang="zh-CN" sz="2000" dirty="0" err="1">
                <a:latin typeface="Consolas" panose="020B0609020204030204" pitchFamily="49" charset="0"/>
              </a:rPr>
              <a:t>printf</a:t>
            </a:r>
            <a:r>
              <a:rPr lang="en-US" altLang="zh-CN" sz="2000" dirty="0">
                <a:latin typeface="Consolas" panose="020B0609020204030204" pitchFamily="49" charset="0"/>
              </a:rPr>
              <a:t>("Yes\n");</a:t>
            </a:r>
          </a:p>
          <a:p>
            <a:pPr eaLnBrk="1" hangingPunct="1">
              <a:lnSpc>
                <a:spcPct val="80000"/>
              </a:lnSpc>
              <a:buFontTx/>
              <a:buNone/>
            </a:pPr>
            <a:r>
              <a:rPr lang="en-US" altLang="zh-CN" sz="2000" dirty="0">
                <a:latin typeface="Consolas" panose="020B0609020204030204" pitchFamily="49" charset="0"/>
              </a:rPr>
              <a:t>	else</a:t>
            </a:r>
          </a:p>
          <a:p>
            <a:pPr eaLnBrk="1" hangingPunct="1">
              <a:lnSpc>
                <a:spcPct val="80000"/>
              </a:lnSpc>
              <a:buFontTx/>
              <a:buNone/>
            </a:pPr>
            <a:r>
              <a:rPr lang="en-US" altLang="zh-CN" sz="2000" dirty="0">
                <a:latin typeface="Consolas" panose="020B0609020204030204" pitchFamily="49" charset="0"/>
              </a:rPr>
              <a:t>		</a:t>
            </a:r>
            <a:r>
              <a:rPr lang="en-US" altLang="zh-CN" sz="2000" dirty="0" err="1">
                <a:latin typeface="Consolas" panose="020B0609020204030204" pitchFamily="49" charset="0"/>
              </a:rPr>
              <a:t>printf</a:t>
            </a:r>
            <a:r>
              <a:rPr lang="en-US" altLang="zh-CN" sz="2000" dirty="0">
                <a:latin typeface="Consolas" panose="020B0609020204030204" pitchFamily="49" charset="0"/>
              </a:rPr>
              <a:t>("No\n");</a:t>
            </a:r>
          </a:p>
          <a:p>
            <a:pPr eaLnBrk="1" hangingPunct="1">
              <a:lnSpc>
                <a:spcPct val="80000"/>
              </a:lnSpc>
              <a:buFontTx/>
              <a:buNone/>
            </a:pPr>
            <a:r>
              <a:rPr lang="en-US" altLang="zh-CN" sz="2000" dirty="0">
                <a:latin typeface="Consolas" panose="020B0609020204030204" pitchFamily="49" charset="0"/>
              </a:rPr>
              <a:t>	return 0;</a:t>
            </a:r>
          </a:p>
          <a:p>
            <a:pPr eaLnBrk="1" hangingPunct="1">
              <a:lnSpc>
                <a:spcPct val="80000"/>
              </a:lnSpc>
              <a:buFontTx/>
              <a:buNone/>
            </a:pPr>
            <a:r>
              <a:rPr lang="en-US" altLang="zh-CN" sz="2000" dirty="0">
                <a:latin typeface="Consolas" panose="020B0609020204030204" pitchFamily="49" charset="0"/>
              </a:rPr>
              <a:t>}</a:t>
            </a:r>
          </a:p>
          <a:p>
            <a:pPr eaLnBrk="1" hangingPunct="1">
              <a:lnSpc>
                <a:spcPct val="80000"/>
              </a:lnSpc>
              <a:buFontTx/>
              <a:buNone/>
            </a:pPr>
            <a:r>
              <a:rPr lang="en-US" altLang="zh-CN" sz="2000" dirty="0">
                <a:latin typeface="Consolas" panose="020B0609020204030204" pitchFamily="49" charset="0"/>
              </a:rPr>
              <a:t>/* </a:t>
            </a:r>
            <a:r>
              <a:rPr lang="en-US" altLang="zh-CN" sz="2000" dirty="0" err="1">
                <a:latin typeface="Consolas" panose="020B0609020204030204" pitchFamily="49" charset="0"/>
              </a:rPr>
              <a:t>isPrime</a:t>
            </a:r>
            <a:r>
              <a:rPr lang="en-US" altLang="zh-CN" sz="2000" dirty="0">
                <a:latin typeface="Consolas" panose="020B0609020204030204" pitchFamily="49" charset="0"/>
              </a:rPr>
              <a:t>==1 </a:t>
            </a:r>
            <a:r>
              <a:rPr lang="zh-CN" altLang="en-US" sz="2000" dirty="0">
                <a:latin typeface="Consolas" panose="020B0609020204030204" pitchFamily="49" charset="0"/>
              </a:rPr>
              <a:t>可以简写为 </a:t>
            </a:r>
            <a:r>
              <a:rPr lang="en-US" altLang="zh-CN" sz="2000" dirty="0" err="1">
                <a:latin typeface="Consolas" panose="020B0609020204030204" pitchFamily="49" charset="0"/>
              </a:rPr>
              <a:t>isPrime</a:t>
            </a:r>
            <a:r>
              <a:rPr lang="en-US" altLang="zh-CN" sz="2000" dirty="0">
                <a:latin typeface="Consolas" panose="020B0609020204030204" pitchFamily="49" charset="0"/>
              </a:rPr>
              <a:t>*/</a:t>
            </a:r>
            <a:endParaRPr lang="zh-CN" altLang="en-US" sz="2000" dirty="0">
              <a:latin typeface="Consolas" panose="020B0609020204030204" pitchFamily="49" charset="0"/>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灯片编号占位符 4">
            <a:extLst>
              <a:ext uri="{FF2B5EF4-FFF2-40B4-BE49-F238E27FC236}">
                <a16:creationId xmlns:a16="http://schemas.microsoft.com/office/drawing/2014/main" id="{E89673B9-25C2-4A19-8C9A-398B5CDB576E}"/>
              </a:ext>
            </a:extLst>
          </p:cNvPr>
          <p:cNvSpPr txBox="1">
            <a:spLocks noGrp="1" noChangeArrowheads="1"/>
          </p:cNvSpPr>
          <p:nvPr/>
        </p:nvSpPr>
        <p:spPr bwMode="auto">
          <a:xfrm>
            <a:off x="69342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buFontTx/>
              <a:buNone/>
            </a:pPr>
            <a:fld id="{D3BCA46A-53C0-490D-88CE-0F7A7EF0E301}" type="slidenum">
              <a:rPr lang="zh-CN" altLang="en-US" sz="1400" b="1"/>
              <a:pPr algn="r" eaLnBrk="1" hangingPunct="1">
                <a:spcBef>
                  <a:spcPct val="50000"/>
                </a:spcBef>
                <a:buFontTx/>
                <a:buNone/>
              </a:pPr>
              <a:t>10</a:t>
            </a:fld>
            <a:endParaRPr lang="zh-CN" altLang="en-US" sz="1400" b="1"/>
          </a:p>
        </p:txBody>
      </p:sp>
      <p:sp>
        <p:nvSpPr>
          <p:cNvPr id="54275" name="Rectangle 2">
            <a:extLst>
              <a:ext uri="{FF2B5EF4-FFF2-40B4-BE49-F238E27FC236}">
                <a16:creationId xmlns:a16="http://schemas.microsoft.com/office/drawing/2014/main" id="{FCA81BDE-B44B-493F-98AE-7C5BDE6C0D36}"/>
              </a:ext>
            </a:extLst>
          </p:cNvPr>
          <p:cNvSpPr>
            <a:spLocks noGrp="1" noChangeArrowheads="1"/>
          </p:cNvSpPr>
          <p:nvPr>
            <p:ph type="title" idx="4294967295"/>
          </p:nvPr>
        </p:nvSpPr>
        <p:spPr/>
        <p:txBody>
          <a:bodyPr/>
          <a:lstStyle/>
          <a:p>
            <a:pPr eaLnBrk="1" hangingPunct="1"/>
            <a:r>
              <a:rPr lang="zh-CN" altLang="en-US" dirty="0"/>
              <a:t>素数判定的穷举条件检测</a:t>
            </a:r>
            <a:endParaRPr lang="en-US" altLang="zh-CN" dirty="0"/>
          </a:p>
        </p:txBody>
      </p:sp>
      <p:sp>
        <p:nvSpPr>
          <p:cNvPr id="54276" name="Rectangle 3">
            <a:extLst>
              <a:ext uri="{FF2B5EF4-FFF2-40B4-BE49-F238E27FC236}">
                <a16:creationId xmlns:a16="http://schemas.microsoft.com/office/drawing/2014/main" id="{D924F4A8-84BD-4F14-AC2E-644C18E27D9E}"/>
              </a:ext>
            </a:extLst>
          </p:cNvPr>
          <p:cNvSpPr>
            <a:spLocks noGrp="1" noChangeArrowheads="1"/>
          </p:cNvSpPr>
          <p:nvPr>
            <p:ph type="body" idx="4294967295"/>
          </p:nvPr>
        </p:nvSpPr>
        <p:spPr>
          <a:xfrm>
            <a:off x="539552" y="1237619"/>
            <a:ext cx="7847013" cy="4918075"/>
          </a:xfrm>
          <a:noFill/>
        </p:spPr>
        <p:txBody>
          <a:bodyPr/>
          <a:lstStyle/>
          <a:p>
            <a:pPr eaLnBrk="1" hangingPunct="1">
              <a:lnSpc>
                <a:spcPct val="80000"/>
              </a:lnSpc>
              <a:buFontTx/>
              <a:buNone/>
            </a:pPr>
            <a:r>
              <a:rPr lang="en-US" altLang="zh-CN" sz="2000" dirty="0">
                <a:latin typeface="Consolas" panose="020B0609020204030204" pitchFamily="49" charset="0"/>
              </a:rPr>
              <a:t>#include&lt;</a:t>
            </a:r>
            <a:r>
              <a:rPr lang="en-US" altLang="zh-CN" sz="2000" dirty="0" err="1">
                <a:latin typeface="Consolas" panose="020B0609020204030204" pitchFamily="49" charset="0"/>
              </a:rPr>
              <a:t>stdio.h</a:t>
            </a:r>
            <a:r>
              <a:rPr lang="en-US" altLang="zh-CN" sz="2000" dirty="0">
                <a:latin typeface="Consolas" panose="020B0609020204030204" pitchFamily="49" charset="0"/>
              </a:rPr>
              <a:t>&gt;</a:t>
            </a:r>
          </a:p>
          <a:p>
            <a:pPr eaLnBrk="1" hangingPunct="1">
              <a:lnSpc>
                <a:spcPct val="80000"/>
              </a:lnSpc>
              <a:buFontTx/>
              <a:buNone/>
            </a:pPr>
            <a:r>
              <a:rPr lang="en-US" altLang="zh-CN" sz="2000" dirty="0">
                <a:latin typeface="Consolas" panose="020B0609020204030204" pitchFamily="49" charset="0"/>
              </a:rPr>
              <a:t>int main(){ </a:t>
            </a:r>
            <a:r>
              <a:rPr lang="en-US" altLang="zh-CN" sz="2000" dirty="0">
                <a:solidFill>
                  <a:srgbClr val="FF0000"/>
                </a:solidFill>
                <a:latin typeface="Consolas" panose="020B0609020204030204" pitchFamily="49" charset="0"/>
              </a:rPr>
              <a:t>//detect </a:t>
            </a:r>
            <a:r>
              <a:rPr lang="en-US" altLang="zh-CN" sz="2000" dirty="0" err="1">
                <a:solidFill>
                  <a:srgbClr val="FF0000"/>
                </a:solidFill>
                <a:latin typeface="Consolas" panose="020B0609020204030204" pitchFamily="49" charset="0"/>
              </a:rPr>
              <a:t>i</a:t>
            </a:r>
            <a:r>
              <a:rPr lang="en-US" altLang="zh-CN" sz="2000" dirty="0">
                <a:solidFill>
                  <a:srgbClr val="FF0000"/>
                </a:solidFill>
                <a:latin typeface="Consolas" panose="020B0609020204030204" pitchFamily="49" charset="0"/>
              </a:rPr>
              <a:t>*</a:t>
            </a:r>
            <a:r>
              <a:rPr lang="en-US" altLang="zh-CN" sz="2000" dirty="0" err="1">
                <a:solidFill>
                  <a:srgbClr val="FF0000"/>
                </a:solidFill>
                <a:latin typeface="Consolas" panose="020B0609020204030204" pitchFamily="49" charset="0"/>
              </a:rPr>
              <a:t>i</a:t>
            </a:r>
            <a:r>
              <a:rPr lang="en-US" altLang="zh-CN" sz="2000" dirty="0">
                <a:solidFill>
                  <a:srgbClr val="FF0000"/>
                </a:solidFill>
                <a:latin typeface="Consolas" panose="020B0609020204030204" pitchFamily="49" charset="0"/>
              </a:rPr>
              <a:t>&lt;=n error</a:t>
            </a:r>
          </a:p>
          <a:p>
            <a:pPr eaLnBrk="1" hangingPunct="1">
              <a:lnSpc>
                <a:spcPct val="80000"/>
              </a:lnSpc>
              <a:buFontTx/>
              <a:buNone/>
            </a:pPr>
            <a:r>
              <a:rPr lang="en-US" altLang="zh-CN" sz="2000" dirty="0">
                <a:latin typeface="Consolas" panose="020B0609020204030204" pitchFamily="49" charset="0"/>
              </a:rPr>
              <a:t>	int </a:t>
            </a:r>
            <a:r>
              <a:rPr lang="en-US" altLang="zh-CN" sz="2000" dirty="0" err="1">
                <a:latin typeface="Consolas" panose="020B0609020204030204" pitchFamily="49" charset="0"/>
              </a:rPr>
              <a:t>n,i,isPrime</a:t>
            </a:r>
            <a:r>
              <a:rPr lang="en-US" altLang="zh-CN" sz="2000" dirty="0">
                <a:latin typeface="Consolas" panose="020B0609020204030204" pitchFamily="49" charset="0"/>
              </a:rPr>
              <a:t>;</a:t>
            </a:r>
          </a:p>
          <a:p>
            <a:pPr eaLnBrk="1" hangingPunct="1">
              <a:lnSpc>
                <a:spcPct val="80000"/>
              </a:lnSpc>
              <a:buFontTx/>
              <a:buNone/>
            </a:pPr>
            <a:r>
              <a:rPr lang="en-US" altLang="zh-CN" sz="2000" dirty="0">
                <a:latin typeface="Consolas" panose="020B0609020204030204" pitchFamily="49" charset="0"/>
              </a:rPr>
              <a:t>	</a:t>
            </a:r>
            <a:r>
              <a:rPr lang="en-US" altLang="zh-CN" sz="2000" dirty="0" err="1">
                <a:latin typeface="Consolas" panose="020B0609020204030204" pitchFamily="49" charset="0"/>
              </a:rPr>
              <a:t>scanf</a:t>
            </a:r>
            <a:r>
              <a:rPr lang="en-US" altLang="zh-CN" sz="2000" dirty="0">
                <a:latin typeface="Consolas" panose="020B0609020204030204" pitchFamily="49" charset="0"/>
              </a:rPr>
              <a:t>("%</a:t>
            </a:r>
            <a:r>
              <a:rPr lang="en-US" altLang="zh-CN" sz="2000" dirty="0" err="1">
                <a:latin typeface="Consolas" panose="020B0609020204030204" pitchFamily="49" charset="0"/>
              </a:rPr>
              <a:t>d",&amp;n</a:t>
            </a:r>
            <a:r>
              <a:rPr lang="en-US" altLang="zh-CN" sz="2000" dirty="0">
                <a:latin typeface="Consolas" panose="020B0609020204030204" pitchFamily="49" charset="0"/>
              </a:rPr>
              <a:t>);	//</a:t>
            </a:r>
            <a:r>
              <a:rPr lang="en-US" altLang="zh-CN" sz="2000" dirty="0" err="1">
                <a:latin typeface="Consolas" panose="020B0609020204030204" pitchFamily="49" charset="0"/>
              </a:rPr>
              <a:t>INT_MAX</a:t>
            </a:r>
            <a:r>
              <a:rPr lang="en-US" altLang="zh-CN" sz="2000" dirty="0">
                <a:latin typeface="Consolas" panose="020B0609020204030204" pitchFamily="49" charset="0"/>
              </a:rPr>
              <a:t> 2147483647</a:t>
            </a:r>
          </a:p>
          <a:p>
            <a:pPr eaLnBrk="1" hangingPunct="1">
              <a:lnSpc>
                <a:spcPct val="80000"/>
              </a:lnSpc>
              <a:buFontTx/>
              <a:buNone/>
            </a:pPr>
            <a:r>
              <a:rPr lang="en-US" altLang="zh-CN" sz="2000" dirty="0">
                <a:latin typeface="Consolas" panose="020B0609020204030204" pitchFamily="49" charset="0"/>
              </a:rPr>
              <a:t>	//double bound=sqrt(n);</a:t>
            </a:r>
          </a:p>
          <a:p>
            <a:pPr eaLnBrk="1" hangingPunct="1">
              <a:lnSpc>
                <a:spcPct val="80000"/>
              </a:lnSpc>
              <a:buFontTx/>
              <a:buNone/>
            </a:pPr>
            <a:r>
              <a:rPr lang="en-US" altLang="zh-CN" sz="2000" dirty="0">
                <a:latin typeface="Consolas" panose="020B0609020204030204" pitchFamily="49" charset="0"/>
              </a:rPr>
              <a:t>	//</a:t>
            </a:r>
            <a:r>
              <a:rPr lang="en-US" altLang="zh-CN" sz="2000" dirty="0" err="1">
                <a:latin typeface="Consolas" panose="020B0609020204030204" pitchFamily="49" charset="0"/>
              </a:rPr>
              <a:t>printf</a:t>
            </a:r>
            <a:r>
              <a:rPr lang="en-US" altLang="zh-CN" sz="2000" dirty="0">
                <a:latin typeface="Consolas" panose="020B0609020204030204" pitchFamily="49" charset="0"/>
              </a:rPr>
              <a:t>("sqrt=%.</a:t>
            </a:r>
            <a:r>
              <a:rPr lang="en-US" altLang="zh-CN" sz="2000" dirty="0" err="1">
                <a:latin typeface="Consolas" panose="020B0609020204030204" pitchFamily="49" charset="0"/>
              </a:rPr>
              <a:t>2f</a:t>
            </a:r>
            <a:r>
              <a:rPr lang="en-US" altLang="zh-CN" sz="2000" dirty="0">
                <a:latin typeface="Consolas" panose="020B0609020204030204" pitchFamily="49" charset="0"/>
              </a:rPr>
              <a:t>\</a:t>
            </a:r>
            <a:r>
              <a:rPr lang="en-US" altLang="zh-CN" sz="2000" dirty="0" err="1">
                <a:latin typeface="Consolas" panose="020B0609020204030204" pitchFamily="49" charset="0"/>
              </a:rPr>
              <a:t>n",bound</a:t>
            </a:r>
            <a:r>
              <a:rPr lang="en-US" altLang="zh-CN" sz="2000" dirty="0">
                <a:latin typeface="Consolas" panose="020B0609020204030204" pitchFamily="49" charset="0"/>
              </a:rPr>
              <a:t>);</a:t>
            </a:r>
          </a:p>
          <a:p>
            <a:pPr eaLnBrk="1" hangingPunct="1">
              <a:lnSpc>
                <a:spcPct val="80000"/>
              </a:lnSpc>
              <a:buFontTx/>
              <a:buNone/>
            </a:pPr>
            <a:r>
              <a:rPr lang="en-US" altLang="zh-CN" sz="2000" dirty="0">
                <a:latin typeface="Consolas" panose="020B0609020204030204" pitchFamily="49" charset="0"/>
              </a:rPr>
              <a:t>	//</a:t>
            </a:r>
            <a:r>
              <a:rPr lang="en-US" altLang="zh-CN" sz="2000" dirty="0" err="1">
                <a:latin typeface="Consolas" panose="020B0609020204030204" pitchFamily="49" charset="0"/>
              </a:rPr>
              <a:t>printf</a:t>
            </a:r>
            <a:r>
              <a:rPr lang="en-US" altLang="zh-CN" sz="2000" dirty="0">
                <a:latin typeface="Consolas" panose="020B0609020204030204" pitchFamily="49" charset="0"/>
              </a:rPr>
              <a:t>("</a:t>
            </a:r>
            <a:r>
              <a:rPr lang="en-US" altLang="zh-CN" sz="2000" dirty="0" err="1">
                <a:latin typeface="Consolas" panose="020B0609020204030204" pitchFamily="49" charset="0"/>
              </a:rPr>
              <a:t>i</a:t>
            </a:r>
            <a:r>
              <a:rPr lang="en-US" altLang="zh-CN" sz="2000" dirty="0">
                <a:latin typeface="Consolas" panose="020B0609020204030204" pitchFamily="49" charset="0"/>
              </a:rPr>
              <a:t>*</a:t>
            </a:r>
            <a:r>
              <a:rPr lang="en-US" altLang="zh-CN" sz="2000" dirty="0" err="1">
                <a:latin typeface="Consolas" panose="020B0609020204030204" pitchFamily="49" charset="0"/>
              </a:rPr>
              <a:t>i</a:t>
            </a:r>
            <a:r>
              <a:rPr lang="en-US" altLang="zh-CN" sz="2000" dirty="0">
                <a:latin typeface="Consolas" panose="020B0609020204030204" pitchFamily="49" charset="0"/>
              </a:rPr>
              <a:t>=%d\</a:t>
            </a:r>
            <a:r>
              <a:rPr lang="en-US" altLang="zh-CN" sz="2000" dirty="0" err="1">
                <a:latin typeface="Consolas" panose="020B0609020204030204" pitchFamily="49" charset="0"/>
              </a:rPr>
              <a:t>n",46341</a:t>
            </a:r>
            <a:r>
              <a:rPr lang="en-US" altLang="zh-CN" sz="2000" dirty="0">
                <a:latin typeface="Consolas" panose="020B0609020204030204" pitchFamily="49" charset="0"/>
              </a:rPr>
              <a:t>*46341);	</a:t>
            </a:r>
          </a:p>
          <a:p>
            <a:pPr eaLnBrk="1" hangingPunct="1">
              <a:lnSpc>
                <a:spcPct val="80000"/>
              </a:lnSpc>
              <a:buFontTx/>
              <a:buNone/>
            </a:pPr>
            <a:r>
              <a:rPr lang="en-US" altLang="zh-CN" sz="2000" dirty="0">
                <a:latin typeface="Consolas" panose="020B0609020204030204" pitchFamily="49" charset="0"/>
              </a:rPr>
              <a:t>	for(</a:t>
            </a:r>
            <a:r>
              <a:rPr lang="en-US" altLang="zh-CN" sz="2000" dirty="0" err="1">
                <a:latin typeface="Consolas" panose="020B0609020204030204" pitchFamily="49" charset="0"/>
              </a:rPr>
              <a:t>i</a:t>
            </a:r>
            <a:r>
              <a:rPr lang="en-US" altLang="zh-CN" sz="2000" dirty="0">
                <a:latin typeface="Consolas" panose="020B0609020204030204" pitchFamily="49" charset="0"/>
              </a:rPr>
              <a:t>=</a:t>
            </a:r>
            <a:r>
              <a:rPr lang="en-US" altLang="zh-CN" sz="2000" dirty="0" err="1">
                <a:latin typeface="Consolas" panose="020B0609020204030204" pitchFamily="49" charset="0"/>
              </a:rPr>
              <a:t>2,isPrime</a:t>
            </a:r>
            <a:r>
              <a:rPr lang="en-US" altLang="zh-CN" sz="2000" dirty="0">
                <a:latin typeface="Consolas" panose="020B0609020204030204" pitchFamily="49" charset="0"/>
              </a:rPr>
              <a:t>=</a:t>
            </a:r>
            <a:r>
              <a:rPr lang="en-US" altLang="zh-CN" sz="2000" dirty="0" err="1">
                <a:latin typeface="Consolas" panose="020B0609020204030204" pitchFamily="49" charset="0"/>
              </a:rPr>
              <a:t>1;</a:t>
            </a:r>
            <a:r>
              <a:rPr lang="en-US" altLang="zh-CN" sz="2000" b="1" dirty="0" err="1">
                <a:solidFill>
                  <a:srgbClr val="FF0000"/>
                </a:solidFill>
                <a:latin typeface="Consolas" panose="020B0609020204030204" pitchFamily="49" charset="0"/>
              </a:rPr>
              <a:t>i</a:t>
            </a:r>
            <a:r>
              <a:rPr lang="en-US" altLang="zh-CN" sz="2000" b="1" dirty="0">
                <a:solidFill>
                  <a:srgbClr val="FF0000"/>
                </a:solidFill>
                <a:latin typeface="Consolas" panose="020B0609020204030204" pitchFamily="49" charset="0"/>
              </a:rPr>
              <a:t>*</a:t>
            </a:r>
            <a:r>
              <a:rPr lang="en-US" altLang="zh-CN" sz="2000" b="1" dirty="0" err="1">
                <a:solidFill>
                  <a:srgbClr val="FF0000"/>
                </a:solidFill>
                <a:latin typeface="Consolas" panose="020B0609020204030204" pitchFamily="49" charset="0"/>
              </a:rPr>
              <a:t>i</a:t>
            </a:r>
            <a:r>
              <a:rPr lang="en-US" altLang="zh-CN" sz="2000" b="1" dirty="0">
                <a:solidFill>
                  <a:srgbClr val="FF0000"/>
                </a:solidFill>
                <a:latin typeface="Consolas" panose="020B0609020204030204" pitchFamily="49" charset="0"/>
              </a:rPr>
              <a:t>&lt;=n </a:t>
            </a:r>
            <a:r>
              <a:rPr lang="en-US" altLang="zh-CN" sz="2000" dirty="0">
                <a:latin typeface="Consolas" panose="020B0609020204030204" pitchFamily="49" charset="0"/>
              </a:rPr>
              <a:t>&amp;&amp; (</a:t>
            </a:r>
            <a:r>
              <a:rPr lang="en-US" altLang="zh-CN" sz="2000" dirty="0" err="1">
                <a:latin typeface="Consolas" panose="020B0609020204030204" pitchFamily="49" charset="0"/>
              </a:rPr>
              <a:t>isPrime</a:t>
            </a:r>
            <a:r>
              <a:rPr lang="en-US" altLang="zh-CN" sz="2000" dirty="0">
                <a:latin typeface="Consolas" panose="020B0609020204030204" pitchFamily="49" charset="0"/>
              </a:rPr>
              <a:t>==1); </a:t>
            </a:r>
            <a:r>
              <a:rPr lang="en-US" altLang="zh-CN" sz="2000" dirty="0" err="1">
                <a:latin typeface="Consolas" panose="020B0609020204030204" pitchFamily="49" charset="0"/>
              </a:rPr>
              <a:t>i</a:t>
            </a:r>
            <a:r>
              <a:rPr lang="en-US" altLang="zh-CN" sz="2000" dirty="0">
                <a:latin typeface="Consolas" panose="020B0609020204030204" pitchFamily="49" charset="0"/>
              </a:rPr>
              <a:t>++){ </a:t>
            </a:r>
          </a:p>
          <a:p>
            <a:pPr eaLnBrk="1" hangingPunct="1">
              <a:lnSpc>
                <a:spcPct val="80000"/>
              </a:lnSpc>
              <a:buFontTx/>
              <a:buNone/>
            </a:pPr>
            <a:r>
              <a:rPr lang="en-US" altLang="zh-CN" sz="2000" dirty="0">
                <a:latin typeface="Consolas" panose="020B0609020204030204" pitchFamily="49" charset="0"/>
              </a:rPr>
              <a:t>	//for(</a:t>
            </a:r>
            <a:r>
              <a:rPr lang="en-US" altLang="zh-CN" sz="2000" dirty="0" err="1">
                <a:latin typeface="Consolas" panose="020B0609020204030204" pitchFamily="49" charset="0"/>
              </a:rPr>
              <a:t>i</a:t>
            </a:r>
            <a:r>
              <a:rPr lang="en-US" altLang="zh-CN" sz="2000" dirty="0">
                <a:latin typeface="Consolas" panose="020B0609020204030204" pitchFamily="49" charset="0"/>
              </a:rPr>
              <a:t>=</a:t>
            </a:r>
            <a:r>
              <a:rPr lang="en-US" altLang="zh-CN" sz="2000" dirty="0" err="1">
                <a:latin typeface="Consolas" panose="020B0609020204030204" pitchFamily="49" charset="0"/>
              </a:rPr>
              <a:t>2,isPrime</a:t>
            </a:r>
            <a:r>
              <a:rPr lang="en-US" altLang="zh-CN" sz="2000" dirty="0">
                <a:latin typeface="Consolas" panose="020B0609020204030204" pitchFamily="49" charset="0"/>
              </a:rPr>
              <a:t>=</a:t>
            </a:r>
            <a:r>
              <a:rPr lang="en-US" altLang="zh-CN" sz="2000" dirty="0" err="1">
                <a:latin typeface="Consolas" panose="020B0609020204030204" pitchFamily="49" charset="0"/>
              </a:rPr>
              <a:t>1;i</a:t>
            </a:r>
            <a:r>
              <a:rPr lang="en-US" altLang="zh-CN" sz="2000" dirty="0">
                <a:latin typeface="Consolas" panose="020B0609020204030204" pitchFamily="49" charset="0"/>
              </a:rPr>
              <a:t>&lt;=bound &amp;&amp; (</a:t>
            </a:r>
            <a:r>
              <a:rPr lang="en-US" altLang="zh-CN" sz="2000" dirty="0" err="1">
                <a:latin typeface="Consolas" panose="020B0609020204030204" pitchFamily="49" charset="0"/>
              </a:rPr>
              <a:t>isPrime</a:t>
            </a:r>
            <a:r>
              <a:rPr lang="en-US" altLang="zh-CN" sz="2000" dirty="0">
                <a:latin typeface="Consolas" panose="020B0609020204030204" pitchFamily="49" charset="0"/>
              </a:rPr>
              <a:t>==1); </a:t>
            </a:r>
            <a:r>
              <a:rPr lang="en-US" altLang="zh-CN" sz="2000" dirty="0" err="1">
                <a:latin typeface="Consolas" panose="020B0609020204030204" pitchFamily="49" charset="0"/>
              </a:rPr>
              <a:t>i</a:t>
            </a:r>
            <a:r>
              <a:rPr lang="en-US" altLang="zh-CN" sz="2000" dirty="0">
                <a:latin typeface="Consolas" panose="020B0609020204030204" pitchFamily="49" charset="0"/>
              </a:rPr>
              <a:t>++){ </a:t>
            </a:r>
          </a:p>
          <a:p>
            <a:pPr eaLnBrk="1" hangingPunct="1">
              <a:lnSpc>
                <a:spcPct val="80000"/>
              </a:lnSpc>
              <a:buFontTx/>
              <a:buNone/>
            </a:pPr>
            <a:r>
              <a:rPr lang="en-US" altLang="zh-CN" sz="2000" dirty="0">
                <a:latin typeface="Consolas" panose="020B0609020204030204" pitchFamily="49" charset="0"/>
              </a:rPr>
              <a:t>	//for(</a:t>
            </a:r>
            <a:r>
              <a:rPr lang="en-US" altLang="zh-CN" sz="2000" dirty="0" err="1">
                <a:latin typeface="Consolas" panose="020B0609020204030204" pitchFamily="49" charset="0"/>
              </a:rPr>
              <a:t>i</a:t>
            </a:r>
            <a:r>
              <a:rPr lang="en-US" altLang="zh-CN" sz="2000" dirty="0">
                <a:latin typeface="Consolas" panose="020B0609020204030204" pitchFamily="49" charset="0"/>
              </a:rPr>
              <a:t>=</a:t>
            </a:r>
            <a:r>
              <a:rPr lang="en-US" altLang="zh-CN" sz="2000" dirty="0" err="1">
                <a:latin typeface="Consolas" panose="020B0609020204030204" pitchFamily="49" charset="0"/>
              </a:rPr>
              <a:t>2,isPrime</a:t>
            </a:r>
            <a:r>
              <a:rPr lang="en-US" altLang="zh-CN" sz="2000" dirty="0">
                <a:latin typeface="Consolas" panose="020B0609020204030204" pitchFamily="49" charset="0"/>
              </a:rPr>
              <a:t>=</a:t>
            </a:r>
            <a:r>
              <a:rPr lang="en-US" altLang="zh-CN" sz="2000" dirty="0" err="1">
                <a:latin typeface="Consolas" panose="020B0609020204030204" pitchFamily="49" charset="0"/>
              </a:rPr>
              <a:t>1;i</a:t>
            </a:r>
            <a:r>
              <a:rPr lang="en-US" altLang="zh-CN" sz="2000" dirty="0">
                <a:latin typeface="Consolas" panose="020B0609020204030204" pitchFamily="49" charset="0"/>
              </a:rPr>
              <a:t>&lt;=sqrt(n) &amp;&amp; (</a:t>
            </a:r>
            <a:r>
              <a:rPr lang="en-US" altLang="zh-CN" sz="2000" dirty="0" err="1">
                <a:latin typeface="Consolas" panose="020B0609020204030204" pitchFamily="49" charset="0"/>
              </a:rPr>
              <a:t>isPrime</a:t>
            </a:r>
            <a:r>
              <a:rPr lang="en-US" altLang="zh-CN" sz="2000" dirty="0">
                <a:latin typeface="Consolas" panose="020B0609020204030204" pitchFamily="49" charset="0"/>
              </a:rPr>
              <a:t>==1); </a:t>
            </a:r>
            <a:r>
              <a:rPr lang="en-US" altLang="zh-CN" sz="2000" dirty="0" err="1">
                <a:latin typeface="Consolas" panose="020B0609020204030204" pitchFamily="49" charset="0"/>
              </a:rPr>
              <a:t>i</a:t>
            </a:r>
            <a:r>
              <a:rPr lang="en-US" altLang="zh-CN" sz="2000" dirty="0">
                <a:latin typeface="Consolas" panose="020B0609020204030204" pitchFamily="49" charset="0"/>
              </a:rPr>
              <a:t>++){ </a:t>
            </a:r>
          </a:p>
          <a:p>
            <a:pPr eaLnBrk="1" hangingPunct="1">
              <a:lnSpc>
                <a:spcPct val="80000"/>
              </a:lnSpc>
              <a:buFontTx/>
              <a:buNone/>
            </a:pPr>
            <a:r>
              <a:rPr lang="en-US" altLang="zh-CN" sz="2000" dirty="0">
                <a:latin typeface="Consolas" panose="020B0609020204030204" pitchFamily="49" charset="0"/>
              </a:rPr>
              <a:t> 		if (</a:t>
            </a:r>
            <a:r>
              <a:rPr lang="en-US" altLang="zh-CN" sz="2000" dirty="0" err="1">
                <a:latin typeface="Consolas" panose="020B0609020204030204" pitchFamily="49" charset="0"/>
              </a:rPr>
              <a:t>n%i</a:t>
            </a:r>
            <a:r>
              <a:rPr lang="en-US" altLang="zh-CN" sz="2000" dirty="0">
                <a:latin typeface="Consolas" panose="020B0609020204030204" pitchFamily="49" charset="0"/>
              </a:rPr>
              <a:t>==0){</a:t>
            </a:r>
          </a:p>
          <a:p>
            <a:pPr eaLnBrk="1" hangingPunct="1">
              <a:lnSpc>
                <a:spcPct val="80000"/>
              </a:lnSpc>
              <a:buFontTx/>
              <a:buNone/>
            </a:pPr>
            <a:r>
              <a:rPr lang="en-US" altLang="zh-CN" sz="2000" dirty="0">
                <a:latin typeface="Consolas" panose="020B0609020204030204" pitchFamily="49" charset="0"/>
              </a:rPr>
              <a:t> 			</a:t>
            </a:r>
            <a:r>
              <a:rPr lang="en-US" altLang="zh-CN" sz="2000" dirty="0" err="1">
                <a:latin typeface="Consolas" panose="020B0609020204030204" pitchFamily="49" charset="0"/>
              </a:rPr>
              <a:t>isPrime</a:t>
            </a:r>
            <a:r>
              <a:rPr lang="en-US" altLang="zh-CN" sz="2000" dirty="0">
                <a:latin typeface="Consolas" panose="020B0609020204030204" pitchFamily="49" charset="0"/>
              </a:rPr>
              <a:t>=0;</a:t>
            </a:r>
          </a:p>
          <a:p>
            <a:pPr eaLnBrk="1" hangingPunct="1">
              <a:lnSpc>
                <a:spcPct val="80000"/>
              </a:lnSpc>
              <a:buFontTx/>
              <a:buNone/>
            </a:pPr>
            <a:r>
              <a:rPr lang="en-US" altLang="zh-CN" sz="2000" dirty="0">
                <a:latin typeface="Consolas" panose="020B0609020204030204" pitchFamily="49" charset="0"/>
              </a:rPr>
              <a:t> 			</a:t>
            </a:r>
            <a:r>
              <a:rPr lang="en-US" altLang="zh-CN" sz="2000" dirty="0" err="1">
                <a:latin typeface="Consolas" panose="020B0609020204030204" pitchFamily="49" charset="0"/>
              </a:rPr>
              <a:t>printf</a:t>
            </a:r>
            <a:r>
              <a:rPr lang="en-US" altLang="zh-CN" sz="2000" dirty="0">
                <a:latin typeface="Consolas" panose="020B0609020204030204" pitchFamily="49" charset="0"/>
              </a:rPr>
              <a:t>("</a:t>
            </a:r>
            <a:r>
              <a:rPr lang="en-US" altLang="zh-CN" sz="2000" dirty="0" err="1">
                <a:latin typeface="Consolas" panose="020B0609020204030204" pitchFamily="49" charset="0"/>
              </a:rPr>
              <a:t>i</a:t>
            </a:r>
            <a:r>
              <a:rPr lang="en-US" altLang="zh-CN" sz="2000" dirty="0">
                <a:latin typeface="Consolas" panose="020B0609020204030204" pitchFamily="49" charset="0"/>
              </a:rPr>
              <a:t>=%d\n",</a:t>
            </a:r>
            <a:r>
              <a:rPr lang="en-US" altLang="zh-CN" sz="2000" dirty="0" err="1">
                <a:latin typeface="Consolas" panose="020B0609020204030204" pitchFamily="49" charset="0"/>
              </a:rPr>
              <a:t>i</a:t>
            </a:r>
            <a:r>
              <a:rPr lang="en-US" altLang="zh-CN" sz="2000" dirty="0">
                <a:latin typeface="Consolas" panose="020B0609020204030204" pitchFamily="49" charset="0"/>
              </a:rPr>
              <a:t>);</a:t>
            </a:r>
          </a:p>
          <a:p>
            <a:pPr eaLnBrk="1" hangingPunct="1">
              <a:lnSpc>
                <a:spcPct val="80000"/>
              </a:lnSpc>
              <a:buFontTx/>
              <a:buNone/>
            </a:pPr>
            <a:r>
              <a:rPr lang="en-US" altLang="zh-CN" sz="2000" dirty="0">
                <a:latin typeface="Consolas" panose="020B0609020204030204" pitchFamily="49" charset="0"/>
              </a:rPr>
              <a:t>		 }</a:t>
            </a:r>
          </a:p>
          <a:p>
            <a:pPr eaLnBrk="1" hangingPunct="1">
              <a:lnSpc>
                <a:spcPct val="80000"/>
              </a:lnSpc>
              <a:buFontTx/>
              <a:buNone/>
            </a:pPr>
            <a:r>
              <a:rPr lang="en-US" altLang="zh-CN" sz="2000" dirty="0">
                <a:latin typeface="Consolas" panose="020B0609020204030204" pitchFamily="49" charset="0"/>
              </a:rPr>
              <a:t>	}</a:t>
            </a:r>
          </a:p>
          <a:p>
            <a:pPr eaLnBrk="1" hangingPunct="1">
              <a:lnSpc>
                <a:spcPct val="80000"/>
              </a:lnSpc>
              <a:buFontTx/>
              <a:buNone/>
            </a:pPr>
            <a:r>
              <a:rPr lang="en-US" altLang="zh-CN" sz="2000" dirty="0">
                <a:latin typeface="Consolas" panose="020B0609020204030204" pitchFamily="49" charset="0"/>
              </a:rPr>
              <a:t>	if (</a:t>
            </a:r>
            <a:r>
              <a:rPr lang="en-US" altLang="zh-CN" sz="2000" dirty="0" err="1">
                <a:latin typeface="Consolas" panose="020B0609020204030204" pitchFamily="49" charset="0"/>
              </a:rPr>
              <a:t>isPrime</a:t>
            </a:r>
            <a:r>
              <a:rPr lang="en-US" altLang="zh-CN" sz="2000" dirty="0">
                <a:latin typeface="Consolas" panose="020B0609020204030204" pitchFamily="49" charset="0"/>
              </a:rPr>
              <a:t>)	</a:t>
            </a:r>
            <a:r>
              <a:rPr lang="en-US" altLang="zh-CN" sz="2000" dirty="0" err="1">
                <a:latin typeface="Consolas" panose="020B0609020204030204" pitchFamily="49" charset="0"/>
              </a:rPr>
              <a:t>printf</a:t>
            </a:r>
            <a:r>
              <a:rPr lang="en-US" altLang="zh-CN" sz="2000" dirty="0">
                <a:latin typeface="Consolas" panose="020B0609020204030204" pitchFamily="49" charset="0"/>
              </a:rPr>
              <a:t>("Yes\n");</a:t>
            </a:r>
          </a:p>
          <a:p>
            <a:pPr eaLnBrk="1" hangingPunct="1">
              <a:lnSpc>
                <a:spcPct val="80000"/>
              </a:lnSpc>
              <a:buFontTx/>
              <a:buNone/>
            </a:pPr>
            <a:r>
              <a:rPr lang="en-US" altLang="zh-CN" sz="2000" dirty="0">
                <a:latin typeface="Consolas" panose="020B0609020204030204" pitchFamily="49" charset="0"/>
              </a:rPr>
              <a:t>	else		</a:t>
            </a:r>
            <a:r>
              <a:rPr lang="en-US" altLang="zh-CN" sz="2000" dirty="0" err="1">
                <a:latin typeface="Consolas" panose="020B0609020204030204" pitchFamily="49" charset="0"/>
              </a:rPr>
              <a:t>printf</a:t>
            </a:r>
            <a:r>
              <a:rPr lang="en-US" altLang="zh-CN" sz="2000" dirty="0">
                <a:latin typeface="Consolas" panose="020B0609020204030204" pitchFamily="49" charset="0"/>
              </a:rPr>
              <a:t>("No\n");</a:t>
            </a:r>
          </a:p>
          <a:p>
            <a:pPr eaLnBrk="1" hangingPunct="1">
              <a:lnSpc>
                <a:spcPct val="80000"/>
              </a:lnSpc>
              <a:buFontTx/>
              <a:buNone/>
            </a:pPr>
            <a:r>
              <a:rPr lang="en-US" altLang="zh-CN" sz="2000" dirty="0">
                <a:latin typeface="Consolas" panose="020B0609020204030204" pitchFamily="49" charset="0"/>
              </a:rPr>
              <a:t>	return 0;</a:t>
            </a:r>
          </a:p>
          <a:p>
            <a:pPr eaLnBrk="1" hangingPunct="1">
              <a:lnSpc>
                <a:spcPct val="80000"/>
              </a:lnSpc>
              <a:buFontTx/>
              <a:buNone/>
            </a:pPr>
            <a:r>
              <a:rPr lang="en-US" altLang="zh-CN" sz="2000" dirty="0">
                <a:latin typeface="Consolas" panose="020B0609020204030204" pitchFamily="49" charset="0"/>
              </a:rPr>
              <a:t>}</a:t>
            </a:r>
          </a:p>
        </p:txBody>
      </p:sp>
    </p:spTree>
    <p:extLst>
      <p:ext uri="{BB962C8B-B14F-4D97-AF65-F5344CB8AC3E}">
        <p14:creationId xmlns:p14="http://schemas.microsoft.com/office/powerpoint/2010/main" val="16344486"/>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11</a:t>
            </a:fld>
            <a:endParaRPr lang="zh-CN" altLang="en-US" sz="1400" b="1" dirty="0"/>
          </a:p>
        </p:txBody>
      </p:sp>
      <p:sp>
        <p:nvSpPr>
          <p:cNvPr id="48131" name="Rectangle 5"/>
          <p:cNvSpPr>
            <a:spLocks noGrp="1"/>
          </p:cNvSpPr>
          <p:nvPr>
            <p:ph type="title"/>
          </p:nvPr>
        </p:nvSpPr>
        <p:spPr/>
        <p:txBody>
          <a:bodyPr vert="horz" wrap="square" lIns="91440" tIns="45720" rIns="91440" bIns="45720" anchor="ctr"/>
          <a:lstStyle/>
          <a:p>
            <a:pPr eaLnBrk="1" hangingPunct="1"/>
            <a:r>
              <a:rPr lang="zh-CN" altLang="en-US" b="1" dirty="0"/>
              <a:t>修改原来的代码进行封装</a:t>
            </a:r>
          </a:p>
        </p:txBody>
      </p:sp>
      <p:graphicFrame>
        <p:nvGraphicFramePr>
          <p:cNvPr id="48132" name="Object 4"/>
          <p:cNvGraphicFramePr>
            <a:graphicFrameLocks noGrp="1" noChangeAspect="1"/>
          </p:cNvGraphicFramePr>
          <p:nvPr>
            <p:ph idx="1"/>
          </p:nvPr>
        </p:nvGraphicFramePr>
        <p:xfrm>
          <a:off x="2268538" y="1357313"/>
          <a:ext cx="3736975" cy="4935537"/>
        </p:xfrm>
        <a:graphic>
          <a:graphicData uri="http://schemas.openxmlformats.org/presentationml/2006/ole">
            <mc:AlternateContent xmlns:mc="http://schemas.openxmlformats.org/markup-compatibility/2006">
              <mc:Choice xmlns:v="urn:schemas-microsoft-com:vml" Requires="v">
                <p:oleObj r:id="rId2" imgW="2959100" imgH="3898900" progId="Visio.Drawing.11">
                  <p:embed/>
                </p:oleObj>
              </mc:Choice>
              <mc:Fallback>
                <p:oleObj r:id="rId2" imgW="2959100" imgH="3898900" progId="Visio.Drawing.11">
                  <p:embed/>
                  <p:pic>
                    <p:nvPicPr>
                      <p:cNvPr id="0" name="图片 3082"/>
                      <p:cNvPicPr/>
                      <p:nvPr/>
                    </p:nvPicPr>
                    <p:blipFill>
                      <a:blip r:embed="rId3"/>
                      <a:srcRect/>
                      <a:stretch>
                        <a:fillRect/>
                      </a:stretch>
                    </p:blipFill>
                    <p:spPr>
                      <a:xfrm>
                        <a:off x="2268538" y="1357313"/>
                        <a:ext cx="3736975" cy="4935537"/>
                      </a:xfrm>
                      <a:prstGeom prst="rect">
                        <a:avLst/>
                      </a:prstGeom>
                      <a:noFill/>
                      <a:ln w="38100">
                        <a:miter/>
                      </a:ln>
                    </p:spPr>
                  </p:pic>
                </p:oleObj>
              </mc:Fallback>
            </mc:AlternateContent>
          </a:graphicData>
        </a:graphic>
      </p:graphicFrame>
      <p:sp>
        <p:nvSpPr>
          <p:cNvPr id="347143" name="Oval 7"/>
          <p:cNvSpPr/>
          <p:nvPr/>
        </p:nvSpPr>
        <p:spPr>
          <a:xfrm>
            <a:off x="2916238" y="1341438"/>
            <a:ext cx="2376487" cy="647700"/>
          </a:xfrm>
          <a:prstGeom prst="ellipse">
            <a:avLst/>
          </a:prstGeom>
          <a:noFill/>
          <a:ln w="28575" cap="flat" cmpd="sng">
            <a:solidFill>
              <a:srgbClr val="FF3300"/>
            </a:solidFill>
            <a:prstDash val="dash"/>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lnSpc>
                <a:spcPct val="90000"/>
              </a:lnSpc>
              <a:buNone/>
            </a:pPr>
            <a:endParaRPr lang="zh-CN" altLang="en-US" sz="2200" b="1" dirty="0"/>
          </a:p>
        </p:txBody>
      </p:sp>
      <p:sp>
        <p:nvSpPr>
          <p:cNvPr id="347144" name="Oval 8"/>
          <p:cNvSpPr/>
          <p:nvPr/>
        </p:nvSpPr>
        <p:spPr>
          <a:xfrm>
            <a:off x="2771775" y="5013325"/>
            <a:ext cx="2663825" cy="1223963"/>
          </a:xfrm>
          <a:prstGeom prst="ellipse">
            <a:avLst/>
          </a:prstGeom>
          <a:noFill/>
          <a:ln w="28575" cap="flat" cmpd="sng">
            <a:solidFill>
              <a:srgbClr val="FF3300"/>
            </a:solidFill>
            <a:prstDash val="dash"/>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lnSpc>
                <a:spcPct val="90000"/>
              </a:lnSpc>
              <a:buNone/>
            </a:pPr>
            <a:endParaRPr lang="zh-CN" altLang="en-US" sz="2200" b="1" dirty="0"/>
          </a:p>
        </p:txBody>
      </p:sp>
      <p:sp>
        <p:nvSpPr>
          <p:cNvPr id="347145" name="Text Box 9"/>
          <p:cNvSpPr txBox="1"/>
          <p:nvPr/>
        </p:nvSpPr>
        <p:spPr>
          <a:xfrm>
            <a:off x="6516688" y="1412875"/>
            <a:ext cx="2627312" cy="107791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spcBef>
                <a:spcPct val="50000"/>
              </a:spcBef>
              <a:buNone/>
            </a:pPr>
            <a:r>
              <a:rPr lang="zh-CN" altLang="en-US" sz="2400" b="1" dirty="0"/>
              <a:t>修改：要判断的数通过参数传入</a:t>
            </a:r>
          </a:p>
        </p:txBody>
      </p:sp>
      <p:sp>
        <p:nvSpPr>
          <p:cNvPr id="347146" name="Text Box 10"/>
          <p:cNvSpPr txBox="1"/>
          <p:nvPr/>
        </p:nvSpPr>
        <p:spPr>
          <a:xfrm>
            <a:off x="6227763" y="5157788"/>
            <a:ext cx="2376487" cy="107791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spcBef>
                <a:spcPct val="50000"/>
              </a:spcBef>
              <a:buNone/>
            </a:pPr>
            <a:r>
              <a:rPr lang="zh-CN" altLang="en-US" sz="2400" b="1" dirty="0"/>
              <a:t>修改：判断结果通过</a:t>
            </a:r>
            <a:r>
              <a:rPr lang="en-US" altLang="zh-CN" sz="2400" b="1" dirty="0"/>
              <a:t>return</a:t>
            </a:r>
            <a:r>
              <a:rPr lang="zh-CN" altLang="en-US" sz="2400" b="1" dirty="0"/>
              <a:t>语句返回</a:t>
            </a:r>
          </a:p>
        </p:txBody>
      </p:sp>
      <p:sp>
        <p:nvSpPr>
          <p:cNvPr id="347147" name="AutoShape 11"/>
          <p:cNvSpPr/>
          <p:nvPr/>
        </p:nvSpPr>
        <p:spPr>
          <a:xfrm>
            <a:off x="6083300" y="1700213"/>
            <a:ext cx="360363" cy="144462"/>
          </a:xfrm>
          <a:prstGeom prst="rightArrow">
            <a:avLst>
              <a:gd name="adj1" fmla="val 50000"/>
              <a:gd name="adj2" fmla="val 62362"/>
            </a:avLst>
          </a:prstGeom>
          <a:solidFill>
            <a:srgbClr val="990099"/>
          </a:solidFill>
          <a:ln w="9525" cap="flat" cmpd="sng">
            <a:solidFill>
              <a:srgbClr val="FF3300"/>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algn="ctr" eaLnBrk="1" hangingPunct="1">
              <a:lnSpc>
                <a:spcPct val="90000"/>
              </a:lnSpc>
              <a:buNone/>
            </a:pPr>
            <a:endParaRPr lang="zh-CN" altLang="en-US" sz="2200" b="1" dirty="0">
              <a:solidFill>
                <a:schemeClr val="accent2"/>
              </a:solidFill>
            </a:endParaRPr>
          </a:p>
        </p:txBody>
      </p:sp>
      <p:sp>
        <p:nvSpPr>
          <p:cNvPr id="347148" name="AutoShape 12"/>
          <p:cNvSpPr/>
          <p:nvPr/>
        </p:nvSpPr>
        <p:spPr>
          <a:xfrm>
            <a:off x="6084888" y="5661025"/>
            <a:ext cx="360362" cy="144463"/>
          </a:xfrm>
          <a:prstGeom prst="rightArrow">
            <a:avLst>
              <a:gd name="adj1" fmla="val 50000"/>
              <a:gd name="adj2" fmla="val 62362"/>
            </a:avLst>
          </a:prstGeom>
          <a:solidFill>
            <a:srgbClr val="990099"/>
          </a:solidFill>
          <a:ln w="9525" cap="flat" cmpd="sng">
            <a:solidFill>
              <a:srgbClr val="FF3300"/>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algn="ctr" eaLnBrk="1" hangingPunct="1">
              <a:lnSpc>
                <a:spcPct val="90000"/>
              </a:lnSpc>
              <a:buNone/>
            </a:pPr>
            <a:endParaRPr lang="zh-CN" altLang="en-US" sz="2200" b="1" dirty="0">
              <a:solidFill>
                <a:schemeClr val="accent2"/>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47143"/>
                                        </p:tgtEl>
                                        <p:attrNameLst>
                                          <p:attrName>style.visibility</p:attrName>
                                        </p:attrNameLst>
                                      </p:cBhvr>
                                      <p:to>
                                        <p:strVal val="visible"/>
                                      </p:to>
                                    </p:set>
                                    <p:animEffect transition="in" filter="dissolve">
                                      <p:cBhvr>
                                        <p:cTn id="7" dur="500"/>
                                        <p:tgtEl>
                                          <p:spTgt spid="347143"/>
                                        </p:tgtEl>
                                      </p:cBhvr>
                                    </p:animEffect>
                                  </p:childTnLst>
                                </p:cTn>
                              </p:par>
                              <p:par>
                                <p:cTn id="8" presetID="9" presetClass="entr" presetSubtype="0" fill="hold" grpId="0" nodeType="withEffect">
                                  <p:stCondLst>
                                    <p:cond delay="0"/>
                                  </p:stCondLst>
                                  <p:childTnLst>
                                    <p:set>
                                      <p:cBhvr>
                                        <p:cTn id="9" dur="1" fill="hold">
                                          <p:stCondLst>
                                            <p:cond delay="0"/>
                                          </p:stCondLst>
                                        </p:cTn>
                                        <p:tgtEl>
                                          <p:spTgt spid="347144"/>
                                        </p:tgtEl>
                                        <p:attrNameLst>
                                          <p:attrName>style.visibility</p:attrName>
                                        </p:attrNameLst>
                                      </p:cBhvr>
                                      <p:to>
                                        <p:strVal val="visible"/>
                                      </p:to>
                                    </p:set>
                                    <p:animEffect transition="in" filter="dissolve">
                                      <p:cBhvr>
                                        <p:cTn id="10" dur="500"/>
                                        <p:tgtEl>
                                          <p:spTgt spid="347144"/>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347147"/>
                                        </p:tgtEl>
                                        <p:attrNameLst>
                                          <p:attrName>style.visibility</p:attrName>
                                        </p:attrNameLst>
                                      </p:cBhvr>
                                      <p:to>
                                        <p:strVal val="visible"/>
                                      </p:to>
                                    </p:set>
                                    <p:animEffect transition="in" filter="dissolve">
                                      <p:cBhvr>
                                        <p:cTn id="15" dur="500"/>
                                        <p:tgtEl>
                                          <p:spTgt spid="347147"/>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347145"/>
                                        </p:tgtEl>
                                        <p:attrNameLst>
                                          <p:attrName>style.visibility</p:attrName>
                                        </p:attrNameLst>
                                      </p:cBhvr>
                                      <p:to>
                                        <p:strVal val="visible"/>
                                      </p:to>
                                    </p:set>
                                    <p:animEffect transition="in" filter="dissolve">
                                      <p:cBhvr>
                                        <p:cTn id="18" dur="500"/>
                                        <p:tgtEl>
                                          <p:spTgt spid="347145"/>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347148"/>
                                        </p:tgtEl>
                                        <p:attrNameLst>
                                          <p:attrName>style.visibility</p:attrName>
                                        </p:attrNameLst>
                                      </p:cBhvr>
                                      <p:to>
                                        <p:strVal val="visible"/>
                                      </p:to>
                                    </p:set>
                                    <p:animEffect transition="in" filter="dissolve">
                                      <p:cBhvr>
                                        <p:cTn id="23" dur="500"/>
                                        <p:tgtEl>
                                          <p:spTgt spid="347148"/>
                                        </p:tgtEl>
                                      </p:cBhvr>
                                    </p:animEffect>
                                  </p:childTnLst>
                                </p:cTn>
                              </p:par>
                              <p:par>
                                <p:cTn id="24" presetID="9" presetClass="entr" presetSubtype="0" fill="hold" grpId="0" nodeType="withEffect">
                                  <p:stCondLst>
                                    <p:cond delay="0"/>
                                  </p:stCondLst>
                                  <p:childTnLst>
                                    <p:set>
                                      <p:cBhvr>
                                        <p:cTn id="25" dur="1" fill="hold">
                                          <p:stCondLst>
                                            <p:cond delay="0"/>
                                          </p:stCondLst>
                                        </p:cTn>
                                        <p:tgtEl>
                                          <p:spTgt spid="347146"/>
                                        </p:tgtEl>
                                        <p:attrNameLst>
                                          <p:attrName>style.visibility</p:attrName>
                                        </p:attrNameLst>
                                      </p:cBhvr>
                                      <p:to>
                                        <p:strVal val="visible"/>
                                      </p:to>
                                    </p:set>
                                    <p:animEffect transition="in" filter="dissolve">
                                      <p:cBhvr>
                                        <p:cTn id="26" dur="500"/>
                                        <p:tgtEl>
                                          <p:spTgt spid="3471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7143" grpId="0" bldLvl="0" animBg="1"/>
      <p:bldP spid="347144" grpId="0" bldLvl="0" animBg="1"/>
      <p:bldP spid="347145" grpId="0"/>
      <p:bldP spid="347146" grpId="0"/>
      <p:bldP spid="347147" grpId="0" bldLvl="0" animBg="1"/>
      <p:bldP spid="347148" grpId="0" bldLvl="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685800" y="1319213"/>
            <a:ext cx="8134672" cy="4611687"/>
          </a:xfrm>
        </p:spPr>
        <p:txBody>
          <a:bodyPr/>
          <a:lstStyle/>
          <a:p>
            <a:pPr marL="0" indent="0">
              <a:buNone/>
            </a:pPr>
            <a:r>
              <a:rPr lang="zh-CN" altLang="en-US" sz="2400" dirty="0">
                <a:latin typeface="Consolas" panose="020B0609020204030204" pitchFamily="49" charset="0"/>
              </a:rPr>
              <a:t>int </a:t>
            </a:r>
            <a:r>
              <a:rPr lang="en-US" altLang="zh-CN" sz="2400" dirty="0" err="1">
                <a:latin typeface="Consolas" panose="020B0609020204030204" pitchFamily="49" charset="0"/>
              </a:rPr>
              <a:t>isP</a:t>
            </a:r>
            <a:r>
              <a:rPr lang="zh-CN" altLang="en-US" sz="2400" dirty="0">
                <a:latin typeface="Consolas" panose="020B0609020204030204" pitchFamily="49" charset="0"/>
              </a:rPr>
              <a:t>rime(int </a:t>
            </a:r>
            <a:r>
              <a:rPr lang="en-US" altLang="zh-CN" sz="2400" dirty="0">
                <a:latin typeface="Consolas" panose="020B0609020204030204" pitchFamily="49" charset="0"/>
              </a:rPr>
              <a:t>num</a:t>
            </a:r>
            <a:r>
              <a:rPr lang="zh-CN" altLang="en-US" sz="2400" dirty="0">
                <a:latin typeface="Consolas" panose="020B0609020204030204" pitchFamily="49" charset="0"/>
              </a:rPr>
              <a:t>)</a:t>
            </a:r>
            <a:endParaRPr lang="en-US" altLang="zh-CN" sz="2400" dirty="0">
              <a:latin typeface="Consolas" panose="020B0609020204030204" pitchFamily="49" charset="0"/>
            </a:endParaRPr>
          </a:p>
          <a:p>
            <a:pPr marL="0" indent="0">
              <a:buNone/>
            </a:pPr>
            <a:r>
              <a:rPr lang="zh-CN" altLang="en-US" sz="2400" dirty="0">
                <a:solidFill>
                  <a:srgbClr val="FF0000"/>
                </a:solidFill>
                <a:latin typeface="Consolas" panose="020B0609020204030204" pitchFamily="49" charset="0"/>
              </a:rPr>
              <a:t>//s</a:t>
            </a:r>
            <a:r>
              <a:rPr lang="en-US" altLang="zh-CN" sz="2400" dirty="0" err="1">
                <a:solidFill>
                  <a:srgbClr val="FF0000"/>
                </a:solidFill>
                <a:latin typeface="Consolas" panose="020B0609020204030204" pitchFamily="49" charset="0"/>
              </a:rPr>
              <a:t>tep</a:t>
            </a:r>
            <a:r>
              <a:rPr lang="zh-CN" altLang="en-US" sz="2400" dirty="0">
                <a:solidFill>
                  <a:srgbClr val="FF0000"/>
                </a:solidFill>
                <a:latin typeface="Consolas" panose="020B0609020204030204" pitchFamily="49" charset="0"/>
              </a:rPr>
              <a:t>1</a:t>
            </a:r>
            <a:r>
              <a:rPr lang="en-US" altLang="zh-CN" sz="2400" dirty="0">
                <a:solidFill>
                  <a:srgbClr val="FF0000"/>
                </a:solidFill>
                <a:latin typeface="Consolas" panose="020B0609020204030204" pitchFamily="49" charset="0"/>
              </a:rPr>
              <a:t>:d</a:t>
            </a:r>
            <a:r>
              <a:rPr lang="zh-CN" altLang="en-US" sz="2400" dirty="0">
                <a:solidFill>
                  <a:srgbClr val="FF0000"/>
                </a:solidFill>
                <a:latin typeface="Consolas" panose="020B0609020204030204" pitchFamily="49" charset="0"/>
              </a:rPr>
              <a:t>efined,parameter,result;</a:t>
            </a:r>
          </a:p>
          <a:p>
            <a:pPr marL="0" indent="0">
              <a:buNone/>
            </a:pPr>
            <a:r>
              <a:rPr lang="zh-CN" altLang="en-US" sz="2400" dirty="0">
                <a:latin typeface="Consolas" panose="020B0609020204030204" pitchFamily="49" charset="0"/>
              </a:rPr>
              <a:t>{</a:t>
            </a:r>
            <a:endParaRPr lang="en-US" altLang="zh-CN" sz="2400" dirty="0">
              <a:latin typeface="Consolas" panose="020B0609020204030204" pitchFamily="49" charset="0"/>
            </a:endParaRPr>
          </a:p>
          <a:p>
            <a:pPr marL="0" indent="0">
              <a:buNone/>
            </a:pPr>
            <a:r>
              <a:rPr lang="en-US" altLang="zh-CN" sz="2400" dirty="0">
                <a:latin typeface="Consolas" panose="020B0609020204030204" pitchFamily="49" charset="0"/>
              </a:rPr>
              <a:t>	</a:t>
            </a:r>
            <a:r>
              <a:rPr lang="zh-CN" altLang="en-US" sz="2400" dirty="0">
                <a:latin typeface="Consolas" panose="020B0609020204030204" pitchFamily="49" charset="0"/>
              </a:rPr>
              <a:t>int </a:t>
            </a:r>
            <a:r>
              <a:rPr lang="en-US" altLang="zh-CN" sz="2400" dirty="0" err="1">
                <a:latin typeface="Consolas" panose="020B0609020204030204" pitchFamily="49" charset="0"/>
              </a:rPr>
              <a:t>i</a:t>
            </a:r>
            <a:r>
              <a:rPr lang="zh-CN" altLang="en-US" sz="2400" dirty="0">
                <a:latin typeface="Consolas" panose="020B0609020204030204" pitchFamily="49" charset="0"/>
              </a:rPr>
              <a:t>,is</a:t>
            </a:r>
            <a:r>
              <a:rPr lang="en-US" altLang="zh-CN" sz="2400" dirty="0">
                <a:latin typeface="Consolas" panose="020B0609020204030204" pitchFamily="49" charset="0"/>
              </a:rPr>
              <a:t>Flag</a:t>
            </a:r>
            <a:r>
              <a:rPr lang="zh-CN" altLang="en-US" sz="2400" dirty="0">
                <a:latin typeface="Consolas" panose="020B0609020204030204" pitchFamily="49" charset="0"/>
              </a:rPr>
              <a:t>;</a:t>
            </a:r>
            <a:r>
              <a:rPr lang="en-US" altLang="zh-CN" sz="2400" dirty="0">
                <a:latin typeface="Consolas" panose="020B0609020204030204" pitchFamily="49" charset="0"/>
              </a:rPr>
              <a:t>	</a:t>
            </a:r>
            <a:r>
              <a:rPr lang="en-US" altLang="zh-CN" sz="2400" dirty="0">
                <a:solidFill>
                  <a:srgbClr val="FF0000"/>
                </a:solidFill>
                <a:latin typeface="Consolas" panose="020B0609020204030204" pitchFamily="49" charset="0"/>
              </a:rPr>
              <a:t>//step3: variable defined</a:t>
            </a:r>
            <a:endParaRPr lang="zh-CN" altLang="en-US" sz="2400" dirty="0">
              <a:latin typeface="Consolas" panose="020B0609020204030204" pitchFamily="49" charset="0"/>
            </a:endParaRPr>
          </a:p>
          <a:p>
            <a:pPr marL="0" indent="0">
              <a:buNone/>
            </a:pPr>
            <a:r>
              <a:rPr lang="en-US" altLang="zh-CN" sz="2400" dirty="0">
                <a:latin typeface="Consolas" panose="020B0609020204030204" pitchFamily="49" charset="0"/>
              </a:rPr>
              <a:t>	for (</a:t>
            </a:r>
            <a:r>
              <a:rPr lang="en-US" altLang="zh-CN" sz="2400" dirty="0" err="1">
                <a:latin typeface="Consolas" panose="020B0609020204030204" pitchFamily="49" charset="0"/>
              </a:rPr>
              <a:t>i</a:t>
            </a:r>
            <a:r>
              <a:rPr lang="zh-CN" altLang="en-US" sz="2400" dirty="0">
                <a:latin typeface="Consolas" panose="020B0609020204030204" pitchFamily="49" charset="0"/>
              </a:rPr>
              <a:t>=2</a:t>
            </a:r>
            <a:r>
              <a:rPr lang="en-US" altLang="zh-CN" sz="2400" dirty="0">
                <a:latin typeface="Consolas" panose="020B0609020204030204" pitchFamily="49" charset="0"/>
              </a:rPr>
              <a:t>,</a:t>
            </a:r>
            <a:r>
              <a:rPr lang="zh-CN" altLang="en-US" sz="2400" dirty="0">
                <a:latin typeface="Consolas" panose="020B0609020204030204" pitchFamily="49" charset="0"/>
              </a:rPr>
              <a:t>is</a:t>
            </a:r>
            <a:r>
              <a:rPr lang="en-US" altLang="zh-CN" sz="2400" dirty="0">
                <a:latin typeface="Consolas" panose="020B0609020204030204" pitchFamily="49" charset="0"/>
              </a:rPr>
              <a:t>Flag</a:t>
            </a:r>
            <a:r>
              <a:rPr lang="zh-CN" altLang="en-US" sz="2400" dirty="0">
                <a:latin typeface="Consolas" panose="020B0609020204030204" pitchFamily="49" charset="0"/>
              </a:rPr>
              <a:t>=1;  </a:t>
            </a:r>
            <a:r>
              <a:rPr lang="en-US" altLang="zh-CN" sz="2400" dirty="0" err="1">
                <a:latin typeface="Consolas" panose="020B0609020204030204" pitchFamily="49" charset="0"/>
              </a:rPr>
              <a:t>i</a:t>
            </a:r>
            <a:r>
              <a:rPr lang="zh-CN" altLang="en-US" sz="2400" dirty="0">
                <a:latin typeface="Consolas" panose="020B0609020204030204" pitchFamily="49" charset="0"/>
              </a:rPr>
              <a:t>&lt;=</a:t>
            </a:r>
            <a:r>
              <a:rPr lang="en-US" altLang="zh-CN" sz="2400" dirty="0">
                <a:latin typeface="Consolas" panose="020B0609020204030204" pitchFamily="49" charset="0"/>
              </a:rPr>
              <a:t>sqrt(num)</a:t>
            </a:r>
            <a:r>
              <a:rPr lang="zh-CN" altLang="en-US" sz="2400" dirty="0">
                <a:latin typeface="Consolas" panose="020B0609020204030204" pitchFamily="49" charset="0"/>
              </a:rPr>
              <a:t> &amp;&amp; is</a:t>
            </a:r>
            <a:r>
              <a:rPr lang="en-US" altLang="zh-CN" sz="2400" dirty="0">
                <a:latin typeface="Consolas" panose="020B0609020204030204" pitchFamily="49" charset="0"/>
              </a:rPr>
              <a:t>Flag</a:t>
            </a:r>
            <a:r>
              <a:rPr lang="zh-CN" altLang="en-US" sz="2400" dirty="0">
                <a:latin typeface="Consolas" panose="020B0609020204030204" pitchFamily="49" charset="0"/>
              </a:rPr>
              <a:t>==1</a:t>
            </a:r>
            <a:r>
              <a:rPr lang="en-US" altLang="zh-CN" sz="2400" dirty="0">
                <a:latin typeface="Consolas" panose="020B0609020204030204" pitchFamily="49" charset="0"/>
              </a:rPr>
              <a:t>; </a:t>
            </a:r>
            <a:r>
              <a:rPr lang="en-US" altLang="zh-CN" sz="2400" dirty="0" err="1">
                <a:latin typeface="Consolas" panose="020B0609020204030204" pitchFamily="49" charset="0"/>
              </a:rPr>
              <a:t>i</a:t>
            </a:r>
            <a:r>
              <a:rPr lang="en-US" altLang="zh-CN" sz="2400" dirty="0">
                <a:latin typeface="Consolas" panose="020B0609020204030204" pitchFamily="49" charset="0"/>
              </a:rPr>
              <a:t>++</a:t>
            </a:r>
            <a:r>
              <a:rPr lang="zh-CN" altLang="en-US" sz="2400" dirty="0">
                <a:latin typeface="Consolas" panose="020B0609020204030204" pitchFamily="49" charset="0"/>
              </a:rPr>
              <a:t>)</a:t>
            </a:r>
          </a:p>
          <a:p>
            <a:pPr marL="0" indent="0">
              <a:buNone/>
            </a:pPr>
            <a:r>
              <a:rPr lang="en-US" altLang="zh-CN" sz="2400" dirty="0">
                <a:latin typeface="Consolas" panose="020B0609020204030204" pitchFamily="49" charset="0"/>
              </a:rPr>
              <a:t>	</a:t>
            </a:r>
            <a:r>
              <a:rPr lang="zh-CN" altLang="en-US" sz="2400" dirty="0">
                <a:latin typeface="Consolas" panose="020B0609020204030204" pitchFamily="49" charset="0"/>
              </a:rPr>
              <a:t>   if (</a:t>
            </a:r>
            <a:r>
              <a:rPr lang="en-US" altLang="zh-CN" sz="2400" dirty="0">
                <a:latin typeface="Consolas" panose="020B0609020204030204" pitchFamily="49" charset="0"/>
              </a:rPr>
              <a:t>num</a:t>
            </a:r>
            <a:r>
              <a:rPr lang="zh-CN" altLang="en-US" sz="2400" dirty="0">
                <a:latin typeface="Consolas" panose="020B0609020204030204" pitchFamily="49" charset="0"/>
              </a:rPr>
              <a:t>%</a:t>
            </a:r>
            <a:r>
              <a:rPr lang="en-US" altLang="zh-CN" sz="2400" dirty="0" err="1">
                <a:latin typeface="Consolas" panose="020B0609020204030204" pitchFamily="49" charset="0"/>
              </a:rPr>
              <a:t>i</a:t>
            </a:r>
            <a:r>
              <a:rPr lang="zh-CN" altLang="en-US" sz="2400" dirty="0">
                <a:latin typeface="Consolas" panose="020B0609020204030204" pitchFamily="49" charset="0"/>
              </a:rPr>
              <a:t>==0)</a:t>
            </a:r>
            <a:endParaRPr lang="en-US" altLang="zh-CN" sz="2400" dirty="0">
              <a:latin typeface="Consolas" panose="020B0609020204030204" pitchFamily="49" charset="0"/>
            </a:endParaRPr>
          </a:p>
          <a:p>
            <a:pPr marL="0" indent="0">
              <a:buNone/>
            </a:pPr>
            <a:r>
              <a:rPr lang="en-US" altLang="zh-CN" sz="2400" dirty="0">
                <a:latin typeface="Consolas" panose="020B0609020204030204" pitchFamily="49" charset="0"/>
              </a:rPr>
              <a:t>	</a:t>
            </a:r>
            <a:r>
              <a:rPr lang="zh-CN" altLang="en-US" sz="2400" dirty="0">
                <a:latin typeface="Consolas" panose="020B0609020204030204" pitchFamily="49" charset="0"/>
              </a:rPr>
              <a:t>       is</a:t>
            </a:r>
            <a:r>
              <a:rPr lang="en-US" altLang="zh-CN" sz="2400" dirty="0">
                <a:latin typeface="Consolas" panose="020B0609020204030204" pitchFamily="49" charset="0"/>
              </a:rPr>
              <a:t>Flag</a:t>
            </a:r>
            <a:r>
              <a:rPr lang="zh-CN" altLang="en-US" sz="2400" dirty="0">
                <a:latin typeface="Consolas" panose="020B0609020204030204" pitchFamily="49" charset="0"/>
              </a:rPr>
              <a:t>=0; </a:t>
            </a:r>
          </a:p>
          <a:p>
            <a:pPr marL="0" indent="0">
              <a:buNone/>
            </a:pPr>
            <a:r>
              <a:rPr lang="zh-CN" altLang="en-US" sz="2400" dirty="0">
                <a:latin typeface="Consolas" panose="020B0609020204030204" pitchFamily="49" charset="0"/>
              </a:rPr>
              <a:t>	return is</a:t>
            </a:r>
            <a:r>
              <a:rPr lang="en-US" altLang="zh-CN" sz="2400" dirty="0">
                <a:latin typeface="Consolas" panose="020B0609020204030204" pitchFamily="49" charset="0"/>
              </a:rPr>
              <a:t>Flag</a:t>
            </a:r>
            <a:r>
              <a:rPr lang="zh-CN" altLang="en-US" sz="2400" dirty="0">
                <a:latin typeface="Consolas" panose="020B0609020204030204" pitchFamily="49" charset="0"/>
              </a:rPr>
              <a:t>;	</a:t>
            </a:r>
            <a:endParaRPr lang="en-US" altLang="zh-CN" sz="2400" dirty="0">
              <a:latin typeface="Consolas" panose="020B0609020204030204" pitchFamily="49" charset="0"/>
            </a:endParaRPr>
          </a:p>
          <a:p>
            <a:pPr marL="0" indent="0">
              <a:buNone/>
            </a:pPr>
            <a:r>
              <a:rPr lang="en-US" altLang="zh-CN" sz="2400" dirty="0">
                <a:solidFill>
                  <a:srgbClr val="FF0000"/>
                </a:solidFill>
                <a:latin typeface="Consolas" panose="020B0609020204030204" pitchFamily="49" charset="0"/>
              </a:rPr>
              <a:t>	//step2: add return value;</a:t>
            </a:r>
            <a:endParaRPr lang="zh-CN" altLang="en-US" sz="2400" dirty="0">
              <a:solidFill>
                <a:srgbClr val="FF0000"/>
              </a:solidFill>
              <a:latin typeface="Consolas" panose="020B0609020204030204" pitchFamily="49" charset="0"/>
            </a:endParaRPr>
          </a:p>
          <a:p>
            <a:pPr marL="0" indent="0">
              <a:buNone/>
            </a:pPr>
            <a:r>
              <a:rPr lang="zh-CN" altLang="en-US" sz="2400" dirty="0">
                <a:latin typeface="Consolas" panose="020B0609020204030204" pitchFamily="49" charset="0"/>
              </a:rPr>
              <a:t>}</a:t>
            </a: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Text Box 3"/>
          <p:cNvSpPr txBox="1"/>
          <p:nvPr/>
        </p:nvSpPr>
        <p:spPr>
          <a:xfrm>
            <a:off x="467544" y="1340768"/>
            <a:ext cx="8474075" cy="5078313"/>
          </a:xfrm>
          <a:prstGeom prst="rect">
            <a:avLst/>
          </a:prstGeom>
          <a:noFill/>
          <a:ln w="9525">
            <a:noFill/>
          </a:ln>
        </p:spPr>
        <p:txBody>
          <a:bodyPr wrap="square" anchor="t">
            <a:spAutoFit/>
          </a:bodyPr>
          <a:lstStyle/>
          <a:p>
            <a:pPr>
              <a:lnSpc>
                <a:spcPct val="90000"/>
              </a:lnSpc>
            </a:pPr>
            <a:r>
              <a:rPr lang="en-US" altLang="zh-CN" sz="2400" b="0" dirty="0">
                <a:latin typeface="+mn-lt"/>
                <a:ea typeface="+mj-ea"/>
                <a:cs typeface="+mn-lt"/>
              </a:rPr>
              <a:t>/*</a:t>
            </a:r>
            <a:r>
              <a:rPr lang="zh-CN" altLang="en-US" sz="2400" b="0" dirty="0">
                <a:latin typeface="+mn-lt"/>
                <a:ea typeface="+mj-ea"/>
                <a:cs typeface="+mn-lt"/>
              </a:rPr>
              <a:t>整数的逆数求解*</a:t>
            </a:r>
            <a:r>
              <a:rPr lang="en-US" altLang="zh-CN" sz="2400" b="0" dirty="0">
                <a:latin typeface="+mn-lt"/>
                <a:ea typeface="+mj-ea"/>
                <a:cs typeface="+mn-lt"/>
              </a:rPr>
              <a:t>/</a:t>
            </a:r>
          </a:p>
          <a:p>
            <a:pPr>
              <a:lnSpc>
                <a:spcPct val="90000"/>
              </a:lnSpc>
            </a:pPr>
            <a:r>
              <a:rPr lang="en-US" altLang="zh-CN" sz="2400" b="0" dirty="0">
                <a:latin typeface="+mn-lt"/>
                <a:ea typeface="+mj-ea"/>
                <a:cs typeface="+mn-lt"/>
              </a:rPr>
              <a:t>#</a:t>
            </a:r>
            <a:r>
              <a:rPr lang="en-US" altLang="pt-BR" sz="2400" b="0" dirty="0">
                <a:latin typeface="+mn-lt"/>
                <a:ea typeface="+mj-ea"/>
                <a:cs typeface="+mn-lt"/>
              </a:rPr>
              <a:t>include &lt;</a:t>
            </a:r>
            <a:r>
              <a:rPr lang="en-US" altLang="pt-BR" sz="2400" b="0" dirty="0" err="1">
                <a:latin typeface="+mn-lt"/>
                <a:ea typeface="+mj-ea"/>
                <a:cs typeface="+mn-lt"/>
              </a:rPr>
              <a:t>stdio.h</a:t>
            </a:r>
            <a:r>
              <a:rPr lang="en-US" altLang="pt-BR" sz="2400" b="0" dirty="0">
                <a:latin typeface="+mn-lt"/>
                <a:ea typeface="+mj-ea"/>
                <a:cs typeface="+mn-lt"/>
              </a:rPr>
              <a:t>&gt;</a:t>
            </a:r>
          </a:p>
          <a:p>
            <a:pPr>
              <a:lnSpc>
                <a:spcPct val="90000"/>
              </a:lnSpc>
            </a:pPr>
            <a:r>
              <a:rPr lang="en-US" altLang="pt-BR" sz="2400" b="0" dirty="0">
                <a:latin typeface="+mn-lt"/>
                <a:ea typeface="+mj-ea"/>
                <a:cs typeface="+mn-lt"/>
              </a:rPr>
              <a:t>int main(){</a:t>
            </a:r>
          </a:p>
          <a:p>
            <a:pPr>
              <a:lnSpc>
                <a:spcPct val="90000"/>
              </a:lnSpc>
            </a:pPr>
            <a:r>
              <a:rPr lang="en-US" altLang="pt-BR" sz="2400" b="0" dirty="0">
                <a:latin typeface="+mn-lt"/>
                <a:ea typeface="+mj-ea"/>
                <a:cs typeface="+mn-lt"/>
              </a:rPr>
              <a:t>	int n=</a:t>
            </a:r>
            <a:r>
              <a:rPr lang="en-US" altLang="pt-BR" sz="2400" b="0" dirty="0" err="1">
                <a:latin typeface="+mn-lt"/>
                <a:ea typeface="+mj-ea"/>
                <a:cs typeface="+mn-lt"/>
              </a:rPr>
              <a:t>0,reverse</a:t>
            </a:r>
            <a:r>
              <a:rPr lang="en-US" altLang="pt-BR" sz="2400" b="0" dirty="0">
                <a:latin typeface="+mn-lt"/>
                <a:ea typeface="+mj-ea"/>
                <a:cs typeface="+mn-lt"/>
              </a:rPr>
              <a:t>=</a:t>
            </a:r>
            <a:r>
              <a:rPr lang="en-US" altLang="pt-BR" sz="2400" b="0" dirty="0" err="1">
                <a:latin typeface="+mn-lt"/>
                <a:ea typeface="+mj-ea"/>
                <a:cs typeface="+mn-lt"/>
              </a:rPr>
              <a:t>0,digit</a:t>
            </a:r>
            <a:r>
              <a:rPr lang="en-US" altLang="pt-BR" sz="2400" b="0" dirty="0">
                <a:latin typeface="+mn-lt"/>
                <a:ea typeface="+mj-ea"/>
                <a:cs typeface="+mn-lt"/>
              </a:rPr>
              <a:t>=0;</a:t>
            </a:r>
          </a:p>
          <a:p>
            <a:pPr>
              <a:lnSpc>
                <a:spcPct val="90000"/>
              </a:lnSpc>
            </a:pPr>
            <a:r>
              <a:rPr lang="en-US" altLang="pt-BR" sz="2400" b="0" dirty="0">
                <a:latin typeface="+mn-lt"/>
                <a:ea typeface="+mj-ea"/>
                <a:cs typeface="+mn-lt"/>
              </a:rPr>
              <a:t>	long long int weight=1;</a:t>
            </a:r>
          </a:p>
          <a:p>
            <a:pPr>
              <a:lnSpc>
                <a:spcPct val="90000"/>
              </a:lnSpc>
            </a:pPr>
            <a:r>
              <a:rPr lang="en-US" altLang="pt-BR" sz="2400" b="0" dirty="0">
                <a:latin typeface="+mn-lt"/>
                <a:ea typeface="+mj-ea"/>
                <a:cs typeface="+mn-lt"/>
              </a:rPr>
              <a:t>	</a:t>
            </a:r>
            <a:r>
              <a:rPr lang="en-US" altLang="pt-BR" sz="2400" b="0" dirty="0" err="1">
                <a:latin typeface="+mn-lt"/>
                <a:ea typeface="+mj-ea"/>
                <a:cs typeface="+mn-lt"/>
              </a:rPr>
              <a:t>printf</a:t>
            </a:r>
            <a:r>
              <a:rPr lang="en-US" altLang="pt-BR" sz="2400" b="0" dirty="0">
                <a:latin typeface="+mn-lt"/>
                <a:ea typeface="+mj-ea"/>
                <a:cs typeface="+mn-lt"/>
              </a:rPr>
              <a:t>("Please input a integer :\n");</a:t>
            </a:r>
          </a:p>
          <a:p>
            <a:pPr>
              <a:lnSpc>
                <a:spcPct val="90000"/>
              </a:lnSpc>
            </a:pPr>
            <a:r>
              <a:rPr lang="en-US" altLang="pt-BR" sz="2400" b="0" dirty="0">
                <a:latin typeface="+mn-lt"/>
                <a:ea typeface="+mj-ea"/>
                <a:cs typeface="+mn-lt"/>
              </a:rPr>
              <a:t>	</a:t>
            </a:r>
            <a:r>
              <a:rPr lang="en-US" altLang="pt-BR" sz="2400" b="0" dirty="0" err="1">
                <a:latin typeface="+mn-lt"/>
                <a:ea typeface="+mj-ea"/>
                <a:cs typeface="+mn-lt"/>
              </a:rPr>
              <a:t>scanf</a:t>
            </a:r>
            <a:r>
              <a:rPr lang="en-US" altLang="pt-BR" sz="2400" b="0" dirty="0">
                <a:latin typeface="+mn-lt"/>
                <a:ea typeface="+mj-ea"/>
                <a:cs typeface="+mn-lt"/>
              </a:rPr>
              <a:t>("%</a:t>
            </a:r>
            <a:r>
              <a:rPr lang="en-US" altLang="pt-BR" sz="2400" b="0" dirty="0" err="1">
                <a:latin typeface="+mn-lt"/>
                <a:ea typeface="+mj-ea"/>
                <a:cs typeface="+mn-lt"/>
              </a:rPr>
              <a:t>d",&amp;n</a:t>
            </a:r>
            <a:r>
              <a:rPr lang="en-US" altLang="pt-BR" sz="2400" b="0" dirty="0">
                <a:latin typeface="+mn-lt"/>
                <a:ea typeface="+mj-ea"/>
                <a:cs typeface="+mn-lt"/>
              </a:rPr>
              <a:t>);</a:t>
            </a:r>
          </a:p>
          <a:p>
            <a:pPr>
              <a:lnSpc>
                <a:spcPct val="90000"/>
              </a:lnSpc>
            </a:pPr>
            <a:r>
              <a:rPr lang="en-US" altLang="pt-BR" sz="2400" b="0" dirty="0">
                <a:latin typeface="+mn-lt"/>
                <a:ea typeface="+mj-ea"/>
                <a:cs typeface="+mn-lt"/>
              </a:rPr>
              <a:t>	while(abs(n) &gt;= weight ){</a:t>
            </a:r>
          </a:p>
          <a:p>
            <a:pPr>
              <a:lnSpc>
                <a:spcPct val="90000"/>
              </a:lnSpc>
            </a:pPr>
            <a:r>
              <a:rPr lang="en-US" altLang="pt-BR" sz="2400" b="0" dirty="0">
                <a:latin typeface="+mn-lt"/>
                <a:ea typeface="+mj-ea"/>
                <a:cs typeface="+mn-lt"/>
              </a:rPr>
              <a:t>		digit = (n/weight)%10;</a:t>
            </a:r>
          </a:p>
          <a:p>
            <a:pPr>
              <a:lnSpc>
                <a:spcPct val="90000"/>
              </a:lnSpc>
            </a:pPr>
            <a:r>
              <a:rPr lang="en-US" altLang="pt-BR" sz="2400" b="0" dirty="0">
                <a:latin typeface="+mn-lt"/>
                <a:ea typeface="+mj-ea"/>
                <a:cs typeface="+mn-lt"/>
              </a:rPr>
              <a:t>		reverse = reverse*10 + digit;</a:t>
            </a:r>
          </a:p>
          <a:p>
            <a:pPr>
              <a:lnSpc>
                <a:spcPct val="90000"/>
              </a:lnSpc>
            </a:pPr>
            <a:r>
              <a:rPr lang="en-US" altLang="pt-BR" sz="2400" b="0" dirty="0">
                <a:latin typeface="+mn-lt"/>
                <a:ea typeface="+mj-ea"/>
                <a:cs typeface="+mn-lt"/>
              </a:rPr>
              <a:t>		weight *= 10;</a:t>
            </a:r>
          </a:p>
          <a:p>
            <a:pPr>
              <a:lnSpc>
                <a:spcPct val="90000"/>
              </a:lnSpc>
            </a:pPr>
            <a:r>
              <a:rPr lang="en-US" altLang="pt-BR" sz="2400" b="0" dirty="0">
                <a:latin typeface="+mn-lt"/>
                <a:ea typeface="+mj-ea"/>
                <a:cs typeface="+mn-lt"/>
              </a:rPr>
              <a:t>	}</a:t>
            </a:r>
          </a:p>
          <a:p>
            <a:pPr>
              <a:lnSpc>
                <a:spcPct val="90000"/>
              </a:lnSpc>
            </a:pPr>
            <a:r>
              <a:rPr lang="en-US" altLang="pt-BR" sz="2400" b="0" dirty="0">
                <a:latin typeface="+mn-lt"/>
                <a:ea typeface="+mj-ea"/>
                <a:cs typeface="+mn-lt"/>
              </a:rPr>
              <a:t>	</a:t>
            </a:r>
            <a:r>
              <a:rPr lang="en-US" altLang="pt-BR" sz="2400" b="0" dirty="0" err="1">
                <a:latin typeface="+mn-lt"/>
                <a:ea typeface="+mj-ea"/>
                <a:cs typeface="+mn-lt"/>
              </a:rPr>
              <a:t>printf</a:t>
            </a:r>
            <a:r>
              <a:rPr lang="en-US" altLang="pt-BR" sz="2400" b="0" dirty="0">
                <a:latin typeface="+mn-lt"/>
                <a:ea typeface="+mj-ea"/>
                <a:cs typeface="+mn-lt"/>
              </a:rPr>
              <a:t>("reverse of %d is %d.\n",</a:t>
            </a:r>
            <a:r>
              <a:rPr lang="en-US" altLang="pt-BR" sz="2400" b="0" dirty="0" err="1">
                <a:latin typeface="+mn-lt"/>
                <a:ea typeface="+mj-ea"/>
                <a:cs typeface="+mn-lt"/>
              </a:rPr>
              <a:t>n,reverse</a:t>
            </a:r>
            <a:r>
              <a:rPr lang="en-US" altLang="pt-BR" sz="2400" b="0" dirty="0">
                <a:latin typeface="+mn-lt"/>
                <a:ea typeface="+mj-ea"/>
                <a:cs typeface="+mn-lt"/>
              </a:rPr>
              <a:t>); </a:t>
            </a:r>
          </a:p>
          <a:p>
            <a:pPr>
              <a:lnSpc>
                <a:spcPct val="90000"/>
              </a:lnSpc>
            </a:pPr>
            <a:r>
              <a:rPr lang="en-US" altLang="pt-BR" sz="2400" b="0" dirty="0">
                <a:latin typeface="+mn-lt"/>
                <a:ea typeface="+mj-ea"/>
                <a:cs typeface="+mn-lt"/>
              </a:rPr>
              <a:t>  return 0;</a:t>
            </a:r>
          </a:p>
          <a:p>
            <a:pPr>
              <a:lnSpc>
                <a:spcPct val="90000"/>
              </a:lnSpc>
            </a:pPr>
            <a:r>
              <a:rPr lang="en-US" altLang="pt-BR" sz="2400" b="0" dirty="0">
                <a:latin typeface="+mn-lt"/>
                <a:ea typeface="+mj-ea"/>
                <a:cs typeface="+mn-lt"/>
              </a:rPr>
              <a:t>}</a:t>
            </a:r>
            <a:endParaRPr lang="pt-BR" altLang="en-US" sz="2400" b="0" dirty="0">
              <a:latin typeface="+mn-lt"/>
              <a:ea typeface="+mj-ea"/>
              <a:cs typeface="+mn-lt"/>
            </a:endParaRPr>
          </a:p>
        </p:txBody>
      </p:sp>
      <p:sp>
        <p:nvSpPr>
          <p:cNvPr id="20482" name="Rectangle 13"/>
          <p:cNvSpPr/>
          <p:nvPr/>
        </p:nvSpPr>
        <p:spPr>
          <a:xfrm>
            <a:off x="1263650" y="404813"/>
            <a:ext cx="7772400" cy="720725"/>
          </a:xfrm>
          <a:prstGeom prst="rect">
            <a:avLst/>
          </a:prstGeom>
          <a:noFill/>
          <a:ln w="9525">
            <a:noFill/>
          </a:ln>
        </p:spPr>
        <p:txBody>
          <a:bodyPr anchor="ctr"/>
          <a:lstStyle/>
          <a:p>
            <a:pPr algn="r" eaLnBrk="0" hangingPunct="0"/>
            <a:r>
              <a:rPr lang="zh-CN" altLang="en-US" sz="3200" dirty="0">
                <a:solidFill>
                  <a:srgbClr val="FF3300"/>
                </a:solidFill>
              </a:rPr>
              <a:t>原来的代码：求整数的逆数算法</a:t>
            </a:r>
            <a:r>
              <a:rPr lang="en-US" altLang="zh-CN" sz="3200" dirty="0">
                <a:solidFill>
                  <a:srgbClr val="FF3300"/>
                </a:solidFill>
              </a:rPr>
              <a:t>1-</a:t>
            </a:r>
            <a:r>
              <a:rPr lang="zh-CN" altLang="en-US" sz="3200" dirty="0">
                <a:solidFill>
                  <a:srgbClr val="FF3300"/>
                </a:solidFill>
              </a:rPr>
              <a:t>权值</a:t>
            </a:r>
            <a:endParaRPr lang="en-US" altLang="zh-CN" sz="3200" dirty="0">
              <a:solidFill>
                <a:srgbClr val="FF3300"/>
              </a:solidFill>
              <a:latin typeface="Times New Roman" panose="02020603050405020304" pitchFamily="2" charset="0"/>
            </a:endParaRPr>
          </a:p>
        </p:txBody>
      </p:sp>
    </p:spTree>
    <p:custDataLst>
      <p:tags r:id="rId1"/>
    </p:custDataLst>
    <p:extLst>
      <p:ext uri="{BB962C8B-B14F-4D97-AF65-F5344CB8AC3E}">
        <p14:creationId xmlns:p14="http://schemas.microsoft.com/office/powerpoint/2010/main" val="4170983654"/>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Text Box 3"/>
          <p:cNvSpPr txBox="1"/>
          <p:nvPr/>
        </p:nvSpPr>
        <p:spPr>
          <a:xfrm>
            <a:off x="467544" y="1340768"/>
            <a:ext cx="8474075" cy="4524315"/>
          </a:xfrm>
          <a:prstGeom prst="rect">
            <a:avLst/>
          </a:prstGeom>
          <a:noFill/>
          <a:ln w="9525">
            <a:noFill/>
          </a:ln>
        </p:spPr>
        <p:txBody>
          <a:bodyPr wrap="square" anchor="t">
            <a:spAutoFit/>
          </a:bodyPr>
          <a:lstStyle/>
          <a:p>
            <a:pPr>
              <a:lnSpc>
                <a:spcPct val="90000"/>
              </a:lnSpc>
            </a:pPr>
            <a:r>
              <a:rPr lang="en-US" altLang="zh-CN" sz="2400" b="0" dirty="0">
                <a:latin typeface="+mn-lt"/>
                <a:ea typeface="+mj-ea"/>
                <a:cs typeface="+mn-lt"/>
              </a:rPr>
              <a:t>/*</a:t>
            </a:r>
            <a:r>
              <a:rPr lang="zh-CN" altLang="en-US" sz="2400" b="0" dirty="0">
                <a:latin typeface="+mn-lt"/>
                <a:ea typeface="+mj-ea"/>
                <a:cs typeface="+mn-lt"/>
              </a:rPr>
              <a:t>整数的逆数求解</a:t>
            </a:r>
            <a:r>
              <a:rPr lang="en-US" altLang="zh-CN" sz="2400" b="0" dirty="0">
                <a:latin typeface="+mn-lt"/>
                <a:ea typeface="+mj-ea"/>
                <a:cs typeface="+mn-lt"/>
              </a:rPr>
              <a:t>2,</a:t>
            </a:r>
            <a:r>
              <a:rPr lang="zh-CN" altLang="en-US" sz="2400" b="0" dirty="0">
                <a:latin typeface="+mn-lt"/>
                <a:ea typeface="+mj-ea"/>
                <a:cs typeface="+mn-lt"/>
              </a:rPr>
              <a:t>迭代去掉最低位*</a:t>
            </a:r>
            <a:r>
              <a:rPr lang="en-US" altLang="zh-CN" sz="2400" b="0" dirty="0">
                <a:latin typeface="+mn-lt"/>
                <a:ea typeface="+mj-ea"/>
                <a:cs typeface="+mn-lt"/>
              </a:rPr>
              <a:t>/</a:t>
            </a:r>
          </a:p>
          <a:p>
            <a:pPr>
              <a:lnSpc>
                <a:spcPct val="90000"/>
              </a:lnSpc>
            </a:pPr>
            <a:r>
              <a:rPr lang="en-US" altLang="zh-CN" sz="2400" b="0" dirty="0">
                <a:latin typeface="+mn-lt"/>
                <a:ea typeface="+mj-ea"/>
                <a:cs typeface="+mn-lt"/>
              </a:rPr>
              <a:t>#</a:t>
            </a:r>
            <a:r>
              <a:rPr lang="en-US" altLang="pt-BR" sz="2400" b="0" dirty="0">
                <a:latin typeface="+mn-lt"/>
                <a:ea typeface="+mj-ea"/>
                <a:cs typeface="+mn-lt"/>
              </a:rPr>
              <a:t>include &lt;</a:t>
            </a:r>
            <a:r>
              <a:rPr lang="en-US" altLang="pt-BR" sz="2400" b="0" dirty="0" err="1">
                <a:latin typeface="+mn-lt"/>
                <a:ea typeface="+mj-ea"/>
                <a:cs typeface="+mn-lt"/>
              </a:rPr>
              <a:t>stdio.h</a:t>
            </a:r>
            <a:r>
              <a:rPr lang="en-US" altLang="pt-BR" sz="2400" b="0" dirty="0">
                <a:latin typeface="+mn-lt"/>
                <a:ea typeface="+mj-ea"/>
                <a:cs typeface="+mn-lt"/>
              </a:rPr>
              <a:t>&gt;</a:t>
            </a:r>
          </a:p>
          <a:p>
            <a:pPr>
              <a:lnSpc>
                <a:spcPct val="90000"/>
              </a:lnSpc>
            </a:pPr>
            <a:r>
              <a:rPr lang="en-US" altLang="pt-BR" sz="2400" b="0" dirty="0">
                <a:latin typeface="+mn-lt"/>
                <a:ea typeface="+mj-ea"/>
                <a:cs typeface="+mn-lt"/>
              </a:rPr>
              <a:t>int main(){</a:t>
            </a:r>
          </a:p>
          <a:p>
            <a:pPr>
              <a:lnSpc>
                <a:spcPct val="90000"/>
              </a:lnSpc>
            </a:pPr>
            <a:r>
              <a:rPr lang="en-US" altLang="pt-BR" sz="2400" b="0" dirty="0">
                <a:latin typeface="+mn-lt"/>
                <a:ea typeface="+mj-ea"/>
                <a:cs typeface="+mn-lt"/>
              </a:rPr>
              <a:t>	int n=</a:t>
            </a:r>
            <a:r>
              <a:rPr lang="en-US" altLang="pt-BR" sz="2400" b="0" dirty="0" err="1">
                <a:latin typeface="+mn-lt"/>
                <a:ea typeface="+mj-ea"/>
                <a:cs typeface="+mn-lt"/>
              </a:rPr>
              <a:t>0,reverse</a:t>
            </a:r>
            <a:r>
              <a:rPr lang="en-US" altLang="pt-BR" sz="2400" b="0" dirty="0">
                <a:latin typeface="+mn-lt"/>
                <a:ea typeface="+mj-ea"/>
                <a:cs typeface="+mn-lt"/>
              </a:rPr>
              <a:t>=</a:t>
            </a:r>
            <a:r>
              <a:rPr lang="en-US" altLang="pt-BR" sz="2400" b="0" dirty="0" err="1">
                <a:latin typeface="+mn-lt"/>
                <a:ea typeface="+mj-ea"/>
                <a:cs typeface="+mn-lt"/>
              </a:rPr>
              <a:t>0,</a:t>
            </a:r>
            <a:r>
              <a:rPr lang="en-US" altLang="zh-CN" sz="2400" b="0" dirty="0" err="1">
                <a:latin typeface="+mn-lt"/>
                <a:ea typeface="+mj-ea"/>
                <a:cs typeface="+mn-lt"/>
              </a:rPr>
              <a:t>tmp</a:t>
            </a:r>
            <a:r>
              <a:rPr lang="en-US" altLang="zh-CN" sz="2400" b="0" dirty="0">
                <a:latin typeface="+mn-lt"/>
                <a:ea typeface="+mj-ea"/>
                <a:cs typeface="+mn-lt"/>
              </a:rPr>
              <a:t>=</a:t>
            </a:r>
            <a:r>
              <a:rPr lang="en-US" altLang="zh-CN" sz="2400" b="0" dirty="0" err="1">
                <a:latin typeface="+mn-lt"/>
                <a:ea typeface="+mj-ea"/>
                <a:cs typeface="+mn-lt"/>
              </a:rPr>
              <a:t>0,</a:t>
            </a:r>
            <a:r>
              <a:rPr lang="en-US" altLang="pt-BR" sz="2400" b="0" dirty="0" err="1">
                <a:latin typeface="+mn-lt"/>
                <a:ea typeface="+mj-ea"/>
                <a:cs typeface="+mn-lt"/>
              </a:rPr>
              <a:t>digit</a:t>
            </a:r>
            <a:r>
              <a:rPr lang="en-US" altLang="pt-BR" sz="2400" b="0" dirty="0">
                <a:latin typeface="+mn-lt"/>
                <a:ea typeface="+mj-ea"/>
                <a:cs typeface="+mn-lt"/>
              </a:rPr>
              <a:t>=0;</a:t>
            </a:r>
          </a:p>
          <a:p>
            <a:pPr>
              <a:lnSpc>
                <a:spcPct val="90000"/>
              </a:lnSpc>
            </a:pPr>
            <a:r>
              <a:rPr lang="en-US" altLang="pt-BR" sz="2400" b="0" dirty="0">
                <a:latin typeface="+mn-lt"/>
                <a:ea typeface="+mj-ea"/>
                <a:cs typeface="+mn-lt"/>
              </a:rPr>
              <a:t>	</a:t>
            </a:r>
            <a:r>
              <a:rPr lang="en-US" altLang="pt-BR" sz="2400" b="0" dirty="0" err="1">
                <a:latin typeface="+mn-lt"/>
                <a:ea typeface="+mj-ea"/>
                <a:cs typeface="+mn-lt"/>
              </a:rPr>
              <a:t>printf</a:t>
            </a:r>
            <a:r>
              <a:rPr lang="en-US" altLang="pt-BR" sz="2400" b="0" dirty="0">
                <a:latin typeface="+mn-lt"/>
                <a:ea typeface="+mj-ea"/>
                <a:cs typeface="+mn-lt"/>
              </a:rPr>
              <a:t>("Please input a integer :\n");</a:t>
            </a:r>
          </a:p>
          <a:p>
            <a:pPr>
              <a:lnSpc>
                <a:spcPct val="90000"/>
              </a:lnSpc>
            </a:pPr>
            <a:r>
              <a:rPr lang="en-US" altLang="pt-BR" sz="2400" b="0" dirty="0">
                <a:latin typeface="+mn-lt"/>
                <a:ea typeface="+mj-ea"/>
                <a:cs typeface="+mn-lt"/>
              </a:rPr>
              <a:t>	</a:t>
            </a:r>
            <a:r>
              <a:rPr lang="en-US" altLang="pt-BR" sz="2400" b="0" dirty="0" err="1">
                <a:latin typeface="+mn-lt"/>
                <a:ea typeface="+mj-ea"/>
                <a:cs typeface="+mn-lt"/>
              </a:rPr>
              <a:t>scanf</a:t>
            </a:r>
            <a:r>
              <a:rPr lang="en-US" altLang="pt-BR" sz="2400" b="0" dirty="0">
                <a:latin typeface="+mn-lt"/>
                <a:ea typeface="+mj-ea"/>
                <a:cs typeface="+mn-lt"/>
              </a:rPr>
              <a:t>("%</a:t>
            </a:r>
            <a:r>
              <a:rPr lang="en-US" altLang="pt-BR" sz="2400" b="0" dirty="0" err="1">
                <a:latin typeface="+mn-lt"/>
                <a:ea typeface="+mj-ea"/>
                <a:cs typeface="+mn-lt"/>
              </a:rPr>
              <a:t>d",&amp;n</a:t>
            </a:r>
            <a:r>
              <a:rPr lang="en-US" altLang="pt-BR" sz="2400" b="0" dirty="0">
                <a:latin typeface="+mn-lt"/>
                <a:ea typeface="+mj-ea"/>
                <a:cs typeface="+mn-lt"/>
              </a:rPr>
              <a:t>);</a:t>
            </a:r>
          </a:p>
          <a:p>
            <a:pPr marL="914400" lvl="2" indent="0" eaLnBrk="1" hangingPunct="1">
              <a:buNone/>
            </a:pPr>
            <a:r>
              <a:rPr lang="en-US" altLang="zh-CN" sz="2400" dirty="0">
                <a:solidFill>
                  <a:srgbClr val="FF0000"/>
                </a:solidFill>
                <a:latin typeface="Consolas" panose="020B0609020204030204" pitchFamily="49" charset="0"/>
              </a:rPr>
              <a:t>for(</a:t>
            </a:r>
            <a:r>
              <a:rPr lang="en-US" altLang="zh-CN" sz="2400" dirty="0" err="1">
                <a:solidFill>
                  <a:srgbClr val="FF0000"/>
                </a:solidFill>
                <a:latin typeface="Consolas" panose="020B0609020204030204" pitchFamily="49" charset="0"/>
              </a:rPr>
              <a:t>tmp</a:t>
            </a:r>
            <a:r>
              <a:rPr lang="en-US" altLang="zh-CN" sz="2400" dirty="0">
                <a:solidFill>
                  <a:srgbClr val="FF0000"/>
                </a:solidFill>
                <a:latin typeface="Consolas" panose="020B0609020204030204" pitchFamily="49" charset="0"/>
              </a:rPr>
              <a:t>=n;</a:t>
            </a:r>
            <a:r>
              <a:rPr lang="zh-CN" altLang="en-US" sz="2400" dirty="0">
                <a:solidFill>
                  <a:srgbClr val="FF0000"/>
                </a:solidFill>
                <a:latin typeface="Consolas" panose="020B0609020204030204" pitchFamily="49" charset="0"/>
              </a:rPr>
              <a:t> </a:t>
            </a:r>
            <a:r>
              <a:rPr lang="en-US" altLang="zh-CN" sz="2400" dirty="0" err="1">
                <a:solidFill>
                  <a:srgbClr val="FF0000"/>
                </a:solidFill>
                <a:latin typeface="Consolas" panose="020B0609020204030204" pitchFamily="49" charset="0"/>
              </a:rPr>
              <a:t>tmp</a:t>
            </a:r>
            <a:r>
              <a:rPr lang="en-US" altLang="zh-CN" sz="2400" dirty="0">
                <a:solidFill>
                  <a:srgbClr val="FF0000"/>
                </a:solidFill>
                <a:latin typeface="Consolas" panose="020B0609020204030204" pitchFamily="49" charset="0"/>
              </a:rPr>
              <a:t>!=0;</a:t>
            </a:r>
            <a:r>
              <a:rPr lang="zh-CN" altLang="en-US" sz="2400" dirty="0">
                <a:solidFill>
                  <a:srgbClr val="FF0000"/>
                </a:solidFill>
                <a:latin typeface="Consolas" panose="020B0609020204030204" pitchFamily="49" charset="0"/>
              </a:rPr>
              <a:t> </a:t>
            </a:r>
            <a:r>
              <a:rPr lang="en-US" altLang="zh-CN" sz="2400" dirty="0" err="1">
                <a:solidFill>
                  <a:srgbClr val="FF0000"/>
                </a:solidFill>
                <a:latin typeface="Consolas" panose="020B0609020204030204" pitchFamily="49" charset="0"/>
              </a:rPr>
              <a:t>tmp</a:t>
            </a:r>
            <a:r>
              <a:rPr lang="en-US" altLang="zh-CN" sz="2400" dirty="0">
                <a:solidFill>
                  <a:srgbClr val="FF0000"/>
                </a:solidFill>
                <a:latin typeface="Consolas" panose="020B0609020204030204" pitchFamily="49" charset="0"/>
              </a:rPr>
              <a:t>/=10){</a:t>
            </a:r>
          </a:p>
          <a:p>
            <a:pPr marL="914400" lvl="2" indent="0" eaLnBrk="1" hangingPunct="1">
              <a:buNone/>
            </a:pPr>
            <a:r>
              <a:rPr lang="en-US" altLang="zh-CN" sz="2400" dirty="0">
                <a:solidFill>
                  <a:srgbClr val="FF0000"/>
                </a:solidFill>
                <a:latin typeface="Consolas" panose="020B0609020204030204" pitchFamily="49" charset="0"/>
              </a:rPr>
              <a:t>	digit = </a:t>
            </a:r>
            <a:r>
              <a:rPr lang="en-US" altLang="zh-CN" sz="2400" dirty="0" err="1">
                <a:solidFill>
                  <a:srgbClr val="FF0000"/>
                </a:solidFill>
                <a:latin typeface="Consolas" panose="020B0609020204030204" pitchFamily="49" charset="0"/>
              </a:rPr>
              <a:t>tmp%10</a:t>
            </a:r>
            <a:r>
              <a:rPr lang="en-US" altLang="zh-CN" sz="2400" dirty="0">
                <a:solidFill>
                  <a:srgbClr val="FF0000"/>
                </a:solidFill>
                <a:latin typeface="Consolas" panose="020B0609020204030204" pitchFamily="49" charset="0"/>
              </a:rPr>
              <a:t> ;</a:t>
            </a:r>
          </a:p>
          <a:p>
            <a:pPr lvl="2" eaLnBrk="1" hangingPunct="1"/>
            <a:r>
              <a:rPr lang="en-US" altLang="pt-BR" sz="2400" b="0" dirty="0">
                <a:latin typeface="+mn-lt"/>
                <a:ea typeface="+mj-ea"/>
                <a:cs typeface="+mn-lt"/>
              </a:rPr>
              <a:t>	reverse = reverse*10 + digit;</a:t>
            </a:r>
          </a:p>
          <a:p>
            <a:pPr marL="914400" lvl="2" indent="0" eaLnBrk="1" hangingPunct="1">
              <a:buNone/>
            </a:pPr>
            <a:r>
              <a:rPr lang="en-US" altLang="zh-CN" sz="2400" dirty="0">
                <a:solidFill>
                  <a:srgbClr val="FF0000"/>
                </a:solidFill>
                <a:latin typeface="Consolas" panose="020B0609020204030204" pitchFamily="49" charset="0"/>
              </a:rPr>
              <a:t>}</a:t>
            </a:r>
          </a:p>
          <a:p>
            <a:pPr>
              <a:lnSpc>
                <a:spcPct val="90000"/>
              </a:lnSpc>
            </a:pPr>
            <a:r>
              <a:rPr lang="en-US" altLang="pt-BR" sz="2400" b="0" dirty="0">
                <a:latin typeface="+mn-lt"/>
                <a:ea typeface="+mj-ea"/>
                <a:cs typeface="+mn-lt"/>
              </a:rPr>
              <a:t>	</a:t>
            </a:r>
            <a:r>
              <a:rPr lang="en-US" altLang="pt-BR" sz="2400" b="0" dirty="0" err="1">
                <a:latin typeface="+mn-lt"/>
                <a:ea typeface="+mj-ea"/>
                <a:cs typeface="+mn-lt"/>
              </a:rPr>
              <a:t>printf</a:t>
            </a:r>
            <a:r>
              <a:rPr lang="en-US" altLang="pt-BR" sz="2400" b="0" dirty="0">
                <a:latin typeface="+mn-lt"/>
                <a:ea typeface="+mj-ea"/>
                <a:cs typeface="+mn-lt"/>
              </a:rPr>
              <a:t>("reverse of %d is %d.\n",</a:t>
            </a:r>
            <a:r>
              <a:rPr lang="en-US" altLang="pt-BR" sz="2400" b="0" dirty="0" err="1">
                <a:latin typeface="+mn-lt"/>
                <a:ea typeface="+mj-ea"/>
                <a:cs typeface="+mn-lt"/>
              </a:rPr>
              <a:t>n,reverse</a:t>
            </a:r>
            <a:r>
              <a:rPr lang="en-US" altLang="pt-BR" sz="2400" b="0" dirty="0">
                <a:latin typeface="+mn-lt"/>
                <a:ea typeface="+mj-ea"/>
                <a:cs typeface="+mn-lt"/>
              </a:rPr>
              <a:t>); </a:t>
            </a:r>
          </a:p>
          <a:p>
            <a:pPr>
              <a:lnSpc>
                <a:spcPct val="90000"/>
              </a:lnSpc>
            </a:pPr>
            <a:r>
              <a:rPr lang="en-US" altLang="pt-BR" sz="2400" b="0" dirty="0">
                <a:latin typeface="+mn-lt"/>
                <a:ea typeface="+mj-ea"/>
                <a:cs typeface="+mn-lt"/>
              </a:rPr>
              <a:t>  	return 0;</a:t>
            </a:r>
          </a:p>
          <a:p>
            <a:pPr>
              <a:lnSpc>
                <a:spcPct val="90000"/>
              </a:lnSpc>
            </a:pPr>
            <a:r>
              <a:rPr lang="en-US" altLang="pt-BR" sz="2400" b="0" dirty="0">
                <a:latin typeface="+mn-lt"/>
                <a:ea typeface="+mj-ea"/>
                <a:cs typeface="+mn-lt"/>
              </a:rPr>
              <a:t>}</a:t>
            </a:r>
            <a:endParaRPr lang="pt-BR" altLang="en-US" sz="2400" b="0" dirty="0">
              <a:latin typeface="+mn-lt"/>
              <a:ea typeface="+mj-ea"/>
              <a:cs typeface="+mn-lt"/>
            </a:endParaRPr>
          </a:p>
        </p:txBody>
      </p:sp>
      <p:sp>
        <p:nvSpPr>
          <p:cNvPr id="20482" name="Rectangle 13"/>
          <p:cNvSpPr/>
          <p:nvPr/>
        </p:nvSpPr>
        <p:spPr>
          <a:xfrm>
            <a:off x="1263650" y="404813"/>
            <a:ext cx="7772400" cy="720725"/>
          </a:xfrm>
          <a:prstGeom prst="rect">
            <a:avLst/>
          </a:prstGeom>
          <a:noFill/>
          <a:ln w="9525">
            <a:noFill/>
          </a:ln>
        </p:spPr>
        <p:txBody>
          <a:bodyPr anchor="ctr"/>
          <a:lstStyle/>
          <a:p>
            <a:pPr algn="r" eaLnBrk="0" hangingPunct="0"/>
            <a:r>
              <a:rPr lang="zh-CN" altLang="en-US" sz="3200" dirty="0">
                <a:solidFill>
                  <a:srgbClr val="FF3300"/>
                </a:solidFill>
              </a:rPr>
              <a:t>原来的代码：求整数的逆数算法</a:t>
            </a:r>
            <a:r>
              <a:rPr lang="en-US" altLang="zh-CN" sz="3200" dirty="0">
                <a:solidFill>
                  <a:srgbClr val="FF3300"/>
                </a:solidFill>
              </a:rPr>
              <a:t>2-</a:t>
            </a:r>
            <a:r>
              <a:rPr lang="zh-CN" altLang="en-US" sz="3200" dirty="0">
                <a:solidFill>
                  <a:srgbClr val="FF3300"/>
                </a:solidFill>
              </a:rPr>
              <a:t>去低位</a:t>
            </a:r>
            <a:endParaRPr lang="en-US" altLang="zh-CN" sz="3200" dirty="0">
              <a:solidFill>
                <a:srgbClr val="FF3300"/>
              </a:solidFill>
              <a:latin typeface="Times New Roman" panose="02020603050405020304" pitchFamily="2" charset="0"/>
            </a:endParaRPr>
          </a:p>
        </p:txBody>
      </p:sp>
    </p:spTree>
    <p:custDataLst>
      <p:tags r:id="rId1"/>
    </p:custDataLst>
    <p:extLst>
      <p:ext uri="{BB962C8B-B14F-4D97-AF65-F5344CB8AC3E}">
        <p14:creationId xmlns:p14="http://schemas.microsoft.com/office/powerpoint/2010/main" val="539187647"/>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D1D3992F-7514-CBA8-D9B5-B2D54EEE765E}"/>
              </a:ext>
            </a:extLst>
          </p:cNvPr>
          <p:cNvPicPr>
            <a:picLocks noChangeAspect="1"/>
          </p:cNvPicPr>
          <p:nvPr/>
        </p:nvPicPr>
        <p:blipFill>
          <a:blip r:embed="rId2"/>
          <a:stretch>
            <a:fillRect/>
          </a:stretch>
        </p:blipFill>
        <p:spPr>
          <a:xfrm>
            <a:off x="485440" y="1000760"/>
            <a:ext cx="5800445" cy="5772016"/>
          </a:xfrm>
          <a:prstGeom prst="rect">
            <a:avLst/>
          </a:prstGeom>
        </p:spPr>
      </p:pic>
      <p:sp>
        <p:nvSpPr>
          <p:cNvPr id="48130"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15</a:t>
            </a:fld>
            <a:endParaRPr lang="zh-CN" altLang="en-US" sz="1400" b="1" dirty="0"/>
          </a:p>
        </p:txBody>
      </p:sp>
      <p:sp>
        <p:nvSpPr>
          <p:cNvPr id="48131" name="Rectangle 5"/>
          <p:cNvSpPr>
            <a:spLocks noGrp="1"/>
          </p:cNvSpPr>
          <p:nvPr>
            <p:ph type="title"/>
          </p:nvPr>
        </p:nvSpPr>
        <p:spPr/>
        <p:txBody>
          <a:bodyPr vert="horz" wrap="square" lIns="91440" tIns="45720" rIns="91440" bIns="45720" anchor="ctr"/>
          <a:lstStyle/>
          <a:p>
            <a:pPr eaLnBrk="1" hangingPunct="1"/>
            <a:r>
              <a:rPr lang="zh-CN" altLang="en-US" b="1" dirty="0"/>
              <a:t>修改原来的代码进行封装</a:t>
            </a:r>
          </a:p>
        </p:txBody>
      </p:sp>
      <p:sp>
        <p:nvSpPr>
          <p:cNvPr id="347145" name="Text Box 9"/>
          <p:cNvSpPr txBox="1"/>
          <p:nvPr/>
        </p:nvSpPr>
        <p:spPr>
          <a:xfrm>
            <a:off x="6690861" y="2315368"/>
            <a:ext cx="2627312" cy="107791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spcBef>
                <a:spcPct val="50000"/>
              </a:spcBef>
              <a:buNone/>
            </a:pPr>
            <a:r>
              <a:rPr lang="zh-CN" altLang="en-US" sz="2400" b="1" dirty="0"/>
              <a:t>修改：要判断的数通过参数传入</a:t>
            </a:r>
          </a:p>
        </p:txBody>
      </p:sp>
      <p:sp>
        <p:nvSpPr>
          <p:cNvPr id="347146" name="Text Box 10"/>
          <p:cNvSpPr txBox="1"/>
          <p:nvPr/>
        </p:nvSpPr>
        <p:spPr>
          <a:xfrm>
            <a:off x="6604332" y="5337969"/>
            <a:ext cx="2376487" cy="1089529"/>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spcBef>
                <a:spcPct val="50000"/>
              </a:spcBef>
              <a:buNone/>
            </a:pPr>
            <a:r>
              <a:rPr lang="zh-CN" altLang="en-US" sz="2400" b="1" dirty="0"/>
              <a:t>修改：结果通过</a:t>
            </a:r>
            <a:r>
              <a:rPr lang="en-US" altLang="zh-CN" sz="2400" b="1" dirty="0"/>
              <a:t>return</a:t>
            </a:r>
            <a:r>
              <a:rPr lang="zh-CN" altLang="en-US" sz="2400" b="1" dirty="0"/>
              <a:t>语句返回</a:t>
            </a:r>
          </a:p>
        </p:txBody>
      </p:sp>
      <p:sp>
        <p:nvSpPr>
          <p:cNvPr id="347147" name="AutoShape 11"/>
          <p:cNvSpPr/>
          <p:nvPr/>
        </p:nvSpPr>
        <p:spPr>
          <a:xfrm>
            <a:off x="6257473" y="2602706"/>
            <a:ext cx="360363" cy="144462"/>
          </a:xfrm>
          <a:prstGeom prst="rightArrow">
            <a:avLst>
              <a:gd name="adj1" fmla="val 50000"/>
              <a:gd name="adj2" fmla="val 62362"/>
            </a:avLst>
          </a:prstGeom>
          <a:solidFill>
            <a:srgbClr val="990099"/>
          </a:solidFill>
          <a:ln w="9525" cap="flat" cmpd="sng">
            <a:solidFill>
              <a:srgbClr val="FF3300"/>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algn="ctr" eaLnBrk="1" hangingPunct="1">
              <a:lnSpc>
                <a:spcPct val="90000"/>
              </a:lnSpc>
              <a:buNone/>
            </a:pPr>
            <a:endParaRPr lang="zh-CN" altLang="en-US" sz="2200" b="1" dirty="0">
              <a:solidFill>
                <a:schemeClr val="accent2"/>
              </a:solidFill>
            </a:endParaRPr>
          </a:p>
        </p:txBody>
      </p:sp>
      <p:sp>
        <p:nvSpPr>
          <p:cNvPr id="347148" name="AutoShape 12"/>
          <p:cNvSpPr/>
          <p:nvPr/>
        </p:nvSpPr>
        <p:spPr>
          <a:xfrm>
            <a:off x="6084888" y="5661025"/>
            <a:ext cx="360362" cy="144463"/>
          </a:xfrm>
          <a:prstGeom prst="rightArrow">
            <a:avLst>
              <a:gd name="adj1" fmla="val 50000"/>
              <a:gd name="adj2" fmla="val 62362"/>
            </a:avLst>
          </a:prstGeom>
          <a:solidFill>
            <a:srgbClr val="990099"/>
          </a:solidFill>
          <a:ln w="9525" cap="flat" cmpd="sng">
            <a:solidFill>
              <a:srgbClr val="FF3300"/>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algn="ctr" eaLnBrk="1" hangingPunct="1">
              <a:lnSpc>
                <a:spcPct val="90000"/>
              </a:lnSpc>
              <a:buNone/>
            </a:pPr>
            <a:endParaRPr lang="zh-CN" altLang="en-US" sz="2200" b="1" dirty="0">
              <a:solidFill>
                <a:schemeClr val="accent2"/>
              </a:solidFill>
            </a:endParaRPr>
          </a:p>
        </p:txBody>
      </p:sp>
      <p:sp>
        <p:nvSpPr>
          <p:cNvPr id="347143" name="Oval 7"/>
          <p:cNvSpPr/>
          <p:nvPr/>
        </p:nvSpPr>
        <p:spPr>
          <a:xfrm>
            <a:off x="107503" y="2205236"/>
            <a:ext cx="5688013" cy="1151756"/>
          </a:xfrm>
          <a:prstGeom prst="ellipse">
            <a:avLst/>
          </a:prstGeom>
          <a:noFill/>
          <a:ln w="28575" cap="flat" cmpd="sng">
            <a:solidFill>
              <a:srgbClr val="FF3300"/>
            </a:solidFill>
            <a:prstDash val="dash"/>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lnSpc>
                <a:spcPct val="90000"/>
              </a:lnSpc>
              <a:buNone/>
            </a:pPr>
            <a:endParaRPr lang="zh-CN" altLang="en-US" sz="2200" b="1" dirty="0"/>
          </a:p>
        </p:txBody>
      </p:sp>
      <p:sp>
        <p:nvSpPr>
          <p:cNvPr id="347144" name="Oval 8"/>
          <p:cNvSpPr/>
          <p:nvPr/>
        </p:nvSpPr>
        <p:spPr>
          <a:xfrm>
            <a:off x="539750" y="5516563"/>
            <a:ext cx="5688013" cy="720725"/>
          </a:xfrm>
          <a:prstGeom prst="ellipse">
            <a:avLst/>
          </a:prstGeom>
          <a:noFill/>
          <a:ln w="28575" cap="flat" cmpd="sng">
            <a:solidFill>
              <a:srgbClr val="FF3300"/>
            </a:solidFill>
            <a:prstDash val="dash"/>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lnSpc>
                <a:spcPct val="90000"/>
              </a:lnSpc>
              <a:buNone/>
            </a:pPr>
            <a:endParaRPr lang="zh-CN" altLang="en-US" sz="2200" b="1" dirty="0"/>
          </a:p>
        </p:txBody>
      </p:sp>
    </p:spTree>
    <p:extLst>
      <p:ext uri="{BB962C8B-B14F-4D97-AF65-F5344CB8AC3E}">
        <p14:creationId xmlns:p14="http://schemas.microsoft.com/office/powerpoint/2010/main" val="42438887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47143"/>
                                        </p:tgtEl>
                                        <p:attrNameLst>
                                          <p:attrName>style.visibility</p:attrName>
                                        </p:attrNameLst>
                                      </p:cBhvr>
                                      <p:to>
                                        <p:strVal val="visible"/>
                                      </p:to>
                                    </p:set>
                                    <p:animEffect transition="in" filter="dissolve">
                                      <p:cBhvr>
                                        <p:cTn id="7" dur="500"/>
                                        <p:tgtEl>
                                          <p:spTgt spid="347143"/>
                                        </p:tgtEl>
                                      </p:cBhvr>
                                    </p:animEffect>
                                  </p:childTnLst>
                                </p:cTn>
                              </p:par>
                              <p:par>
                                <p:cTn id="8" presetID="9" presetClass="entr" presetSubtype="0" fill="hold" grpId="0" nodeType="withEffect">
                                  <p:stCondLst>
                                    <p:cond delay="0"/>
                                  </p:stCondLst>
                                  <p:childTnLst>
                                    <p:set>
                                      <p:cBhvr>
                                        <p:cTn id="9" dur="1" fill="hold">
                                          <p:stCondLst>
                                            <p:cond delay="0"/>
                                          </p:stCondLst>
                                        </p:cTn>
                                        <p:tgtEl>
                                          <p:spTgt spid="347144"/>
                                        </p:tgtEl>
                                        <p:attrNameLst>
                                          <p:attrName>style.visibility</p:attrName>
                                        </p:attrNameLst>
                                      </p:cBhvr>
                                      <p:to>
                                        <p:strVal val="visible"/>
                                      </p:to>
                                    </p:set>
                                    <p:animEffect transition="in" filter="dissolve">
                                      <p:cBhvr>
                                        <p:cTn id="10" dur="500"/>
                                        <p:tgtEl>
                                          <p:spTgt spid="347144"/>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347147"/>
                                        </p:tgtEl>
                                        <p:attrNameLst>
                                          <p:attrName>style.visibility</p:attrName>
                                        </p:attrNameLst>
                                      </p:cBhvr>
                                      <p:to>
                                        <p:strVal val="visible"/>
                                      </p:to>
                                    </p:set>
                                    <p:animEffect transition="in" filter="dissolve">
                                      <p:cBhvr>
                                        <p:cTn id="15" dur="500"/>
                                        <p:tgtEl>
                                          <p:spTgt spid="347147"/>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347145"/>
                                        </p:tgtEl>
                                        <p:attrNameLst>
                                          <p:attrName>style.visibility</p:attrName>
                                        </p:attrNameLst>
                                      </p:cBhvr>
                                      <p:to>
                                        <p:strVal val="visible"/>
                                      </p:to>
                                    </p:set>
                                    <p:animEffect transition="in" filter="dissolve">
                                      <p:cBhvr>
                                        <p:cTn id="18" dur="500"/>
                                        <p:tgtEl>
                                          <p:spTgt spid="347145"/>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347148"/>
                                        </p:tgtEl>
                                        <p:attrNameLst>
                                          <p:attrName>style.visibility</p:attrName>
                                        </p:attrNameLst>
                                      </p:cBhvr>
                                      <p:to>
                                        <p:strVal val="visible"/>
                                      </p:to>
                                    </p:set>
                                    <p:animEffect transition="in" filter="dissolve">
                                      <p:cBhvr>
                                        <p:cTn id="23" dur="500"/>
                                        <p:tgtEl>
                                          <p:spTgt spid="347148"/>
                                        </p:tgtEl>
                                      </p:cBhvr>
                                    </p:animEffect>
                                  </p:childTnLst>
                                </p:cTn>
                              </p:par>
                              <p:par>
                                <p:cTn id="24" presetID="9" presetClass="entr" presetSubtype="0" fill="hold" grpId="0" nodeType="withEffect">
                                  <p:stCondLst>
                                    <p:cond delay="0"/>
                                  </p:stCondLst>
                                  <p:childTnLst>
                                    <p:set>
                                      <p:cBhvr>
                                        <p:cTn id="25" dur="1" fill="hold">
                                          <p:stCondLst>
                                            <p:cond delay="0"/>
                                          </p:stCondLst>
                                        </p:cTn>
                                        <p:tgtEl>
                                          <p:spTgt spid="347146"/>
                                        </p:tgtEl>
                                        <p:attrNameLst>
                                          <p:attrName>style.visibility</p:attrName>
                                        </p:attrNameLst>
                                      </p:cBhvr>
                                      <p:to>
                                        <p:strVal val="visible"/>
                                      </p:to>
                                    </p:set>
                                    <p:animEffect transition="in" filter="dissolve">
                                      <p:cBhvr>
                                        <p:cTn id="26" dur="500"/>
                                        <p:tgtEl>
                                          <p:spTgt spid="3471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7145" grpId="0"/>
      <p:bldP spid="347146" grpId="0"/>
      <p:bldP spid="347147" grpId="0" bldLvl="0" animBg="1"/>
      <p:bldP spid="347148" grpId="0" bldLvl="0" animBg="1"/>
      <p:bldP spid="347143" grpId="0" bldLvl="0" animBg="1"/>
      <p:bldP spid="347144" grpId="0" bldLvl="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pPr marL="0" indent="0">
              <a:buNone/>
            </a:pPr>
            <a:r>
              <a:rPr lang="zh-CN" altLang="en-US" sz="2400" dirty="0">
                <a:latin typeface="Consolas" panose="020B0609020204030204" pitchFamily="49" charset="0"/>
              </a:rPr>
              <a:t>int reverse</a:t>
            </a:r>
            <a:r>
              <a:rPr lang="en-US" altLang="zh-CN" sz="2400" dirty="0">
                <a:latin typeface="Consolas" panose="020B0609020204030204" pitchFamily="49" charset="0"/>
              </a:rPr>
              <a:t>Num</a:t>
            </a:r>
            <a:r>
              <a:rPr lang="zh-CN" altLang="en-US" sz="2400" dirty="0">
                <a:latin typeface="Consolas" panose="020B0609020204030204" pitchFamily="49" charset="0"/>
              </a:rPr>
              <a:t>(int num) </a:t>
            </a:r>
            <a:r>
              <a:rPr lang="en-US" altLang="zh-CN" sz="2400" dirty="0">
                <a:latin typeface="Consolas" panose="020B0609020204030204" pitchFamily="49" charset="0"/>
              </a:rPr>
              <a:t>//</a:t>
            </a:r>
            <a:r>
              <a:rPr lang="en-US" altLang="zh-CN" sz="2400" dirty="0" err="1">
                <a:latin typeface="Consolas" panose="020B0609020204030204" pitchFamily="49" charset="0"/>
              </a:rPr>
              <a:t>step1</a:t>
            </a:r>
            <a:endParaRPr lang="zh-CN" altLang="en-US" sz="2400" dirty="0">
              <a:latin typeface="Consolas" panose="020B0609020204030204" pitchFamily="49" charset="0"/>
            </a:endParaRPr>
          </a:p>
          <a:p>
            <a:pPr marL="0" indent="0">
              <a:buNone/>
            </a:pPr>
            <a:r>
              <a:rPr lang="zh-CN" altLang="en-US" sz="2400" dirty="0">
                <a:latin typeface="Consolas" panose="020B0609020204030204" pitchFamily="49" charset="0"/>
              </a:rPr>
              <a:t>{</a:t>
            </a:r>
            <a:r>
              <a:rPr lang="en-US" altLang="zh-CN" sz="2400" dirty="0">
                <a:latin typeface="Consolas" panose="020B0609020204030204" pitchFamily="49" charset="0"/>
              </a:rPr>
              <a:t>//</a:t>
            </a:r>
            <a:r>
              <a:rPr lang="en-US" altLang="zh-CN" sz="2400" dirty="0" err="1">
                <a:latin typeface="Consolas" panose="020B0609020204030204" pitchFamily="49" charset="0"/>
              </a:rPr>
              <a:t>step1</a:t>
            </a:r>
            <a:endParaRPr lang="en-US" altLang="zh-CN" sz="2400" dirty="0">
              <a:latin typeface="Consolas" panose="020B0609020204030204" pitchFamily="49" charset="0"/>
            </a:endParaRPr>
          </a:p>
          <a:p>
            <a:pPr marL="0" indent="0">
              <a:buNone/>
            </a:pPr>
            <a:r>
              <a:rPr lang="en-US" altLang="zh-CN" sz="2400" dirty="0">
                <a:latin typeface="Consolas" panose="020B0609020204030204" pitchFamily="49" charset="0"/>
              </a:rPr>
              <a:t>	int reverse=</a:t>
            </a:r>
            <a:r>
              <a:rPr lang="en-US" altLang="zh-CN" sz="2400" dirty="0" err="1">
                <a:latin typeface="Consolas" panose="020B0609020204030204" pitchFamily="49" charset="0"/>
              </a:rPr>
              <a:t>0,tmp</a:t>
            </a:r>
            <a:r>
              <a:rPr lang="en-US" altLang="zh-CN" sz="2400" dirty="0">
                <a:latin typeface="Consolas" panose="020B0609020204030204" pitchFamily="49" charset="0"/>
              </a:rPr>
              <a:t>=</a:t>
            </a:r>
            <a:r>
              <a:rPr lang="en-US" altLang="zh-CN" sz="2400" dirty="0" err="1">
                <a:latin typeface="Consolas" panose="020B0609020204030204" pitchFamily="49" charset="0"/>
              </a:rPr>
              <a:t>0,digit</a:t>
            </a:r>
            <a:r>
              <a:rPr lang="en-US" altLang="zh-CN" sz="2400" dirty="0">
                <a:latin typeface="Consolas" panose="020B0609020204030204" pitchFamily="49" charset="0"/>
              </a:rPr>
              <a:t>=0; //</a:t>
            </a:r>
            <a:r>
              <a:rPr lang="en-US" altLang="zh-CN" sz="2400" dirty="0" err="1">
                <a:latin typeface="Consolas" panose="020B0609020204030204" pitchFamily="49" charset="0"/>
              </a:rPr>
              <a:t>step3</a:t>
            </a:r>
            <a:endParaRPr lang="en-US" altLang="zh-CN" sz="2400" dirty="0">
              <a:latin typeface="Consolas" panose="020B0609020204030204" pitchFamily="49" charset="0"/>
            </a:endParaRPr>
          </a:p>
          <a:p>
            <a:pPr marL="0" indent="0">
              <a:buNone/>
            </a:pPr>
            <a:r>
              <a:rPr lang="en-US" altLang="zh-CN" sz="2400" dirty="0">
                <a:latin typeface="Consolas" panose="020B0609020204030204" pitchFamily="49" charset="0"/>
              </a:rPr>
              <a:t>	for(</a:t>
            </a:r>
            <a:r>
              <a:rPr lang="en-US" altLang="zh-CN" sz="2400" dirty="0" err="1">
                <a:latin typeface="Consolas" panose="020B0609020204030204" pitchFamily="49" charset="0"/>
              </a:rPr>
              <a:t>tmp</a:t>
            </a:r>
            <a:r>
              <a:rPr lang="en-US" altLang="zh-CN" sz="2400" dirty="0">
                <a:latin typeface="Consolas" panose="020B0609020204030204" pitchFamily="49" charset="0"/>
              </a:rPr>
              <a:t>=n; </a:t>
            </a:r>
            <a:r>
              <a:rPr lang="en-US" altLang="zh-CN" sz="2400" dirty="0" err="1">
                <a:latin typeface="Consolas" panose="020B0609020204030204" pitchFamily="49" charset="0"/>
              </a:rPr>
              <a:t>tmp</a:t>
            </a:r>
            <a:r>
              <a:rPr lang="en-US" altLang="zh-CN" sz="2400" dirty="0">
                <a:latin typeface="Consolas" panose="020B0609020204030204" pitchFamily="49" charset="0"/>
              </a:rPr>
              <a:t>!=0; </a:t>
            </a:r>
            <a:r>
              <a:rPr lang="en-US" altLang="zh-CN" sz="2400" dirty="0" err="1">
                <a:latin typeface="Consolas" panose="020B0609020204030204" pitchFamily="49" charset="0"/>
              </a:rPr>
              <a:t>tmp</a:t>
            </a:r>
            <a:r>
              <a:rPr lang="en-US" altLang="zh-CN" sz="2400" dirty="0">
                <a:latin typeface="Consolas" panose="020B0609020204030204" pitchFamily="49" charset="0"/>
              </a:rPr>
              <a:t>/=10){</a:t>
            </a:r>
          </a:p>
          <a:p>
            <a:pPr marL="0" indent="0">
              <a:buNone/>
            </a:pPr>
            <a:r>
              <a:rPr lang="en-US" altLang="zh-CN" sz="2400" dirty="0">
                <a:latin typeface="Consolas" panose="020B0609020204030204" pitchFamily="49" charset="0"/>
              </a:rPr>
              <a:t>        digit = </a:t>
            </a:r>
            <a:r>
              <a:rPr lang="en-US" altLang="zh-CN" sz="2400" dirty="0" err="1">
                <a:latin typeface="Consolas" panose="020B0609020204030204" pitchFamily="49" charset="0"/>
              </a:rPr>
              <a:t>tmp%10</a:t>
            </a:r>
            <a:r>
              <a:rPr lang="en-US" altLang="zh-CN" sz="2400" dirty="0">
                <a:latin typeface="Consolas" panose="020B0609020204030204" pitchFamily="49" charset="0"/>
              </a:rPr>
              <a:t> ;</a:t>
            </a:r>
          </a:p>
          <a:p>
            <a:pPr marL="0" indent="0">
              <a:buNone/>
            </a:pPr>
            <a:r>
              <a:rPr lang="en-US" altLang="zh-CN" sz="2400" dirty="0">
                <a:latin typeface="Consolas" panose="020B0609020204030204" pitchFamily="49" charset="0"/>
              </a:rPr>
              <a:t>        reverse = reverse*10 + digit;</a:t>
            </a:r>
          </a:p>
          <a:p>
            <a:pPr marL="0" indent="0">
              <a:buNone/>
            </a:pPr>
            <a:r>
              <a:rPr lang="en-US" altLang="zh-CN" sz="2400" dirty="0">
                <a:latin typeface="Consolas" panose="020B0609020204030204" pitchFamily="49" charset="0"/>
              </a:rPr>
              <a:t>    }</a:t>
            </a:r>
          </a:p>
          <a:p>
            <a:pPr marL="0" indent="0">
              <a:buNone/>
            </a:pPr>
            <a:r>
              <a:rPr lang="zh-CN" altLang="en-US" sz="2400" dirty="0">
                <a:latin typeface="Consolas" panose="020B0609020204030204" pitchFamily="49" charset="0"/>
              </a:rPr>
              <a:t>   return reverse; </a:t>
            </a:r>
            <a:r>
              <a:rPr lang="en-US" altLang="zh-CN" sz="2400" dirty="0">
                <a:latin typeface="Consolas" panose="020B0609020204030204" pitchFamily="49" charset="0"/>
              </a:rPr>
              <a:t>//</a:t>
            </a:r>
            <a:r>
              <a:rPr lang="en-US" altLang="zh-CN" sz="2400" dirty="0" err="1">
                <a:latin typeface="Consolas" panose="020B0609020204030204" pitchFamily="49" charset="0"/>
              </a:rPr>
              <a:t>step2</a:t>
            </a:r>
            <a:endParaRPr lang="zh-CN" altLang="en-US" sz="2400" dirty="0">
              <a:latin typeface="Consolas" panose="020B0609020204030204" pitchFamily="49" charset="0"/>
            </a:endParaRPr>
          </a:p>
          <a:p>
            <a:pPr marL="0" indent="0">
              <a:buNone/>
            </a:pPr>
            <a:r>
              <a:rPr lang="zh-CN" altLang="en-US" sz="2400" dirty="0">
                <a:latin typeface="Consolas" panose="020B0609020204030204" pitchFamily="49" charset="0"/>
              </a:rPr>
              <a:t>}</a:t>
            </a:r>
            <a:r>
              <a:rPr lang="en-US" altLang="zh-CN" sz="2400" dirty="0">
                <a:latin typeface="Consolas" panose="020B0609020204030204" pitchFamily="49" charset="0"/>
              </a:rPr>
              <a:t> //</a:t>
            </a:r>
            <a:r>
              <a:rPr lang="en-US" altLang="zh-CN" sz="2400" dirty="0" err="1">
                <a:latin typeface="Consolas" panose="020B0609020204030204" pitchFamily="49" charset="0"/>
              </a:rPr>
              <a:t>step1</a:t>
            </a:r>
            <a:endParaRPr lang="zh-CN" altLang="en-US" sz="2400" dirty="0">
              <a:latin typeface="Consolas" panose="020B0609020204030204" pitchFamily="49" charset="0"/>
            </a:endParaRP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17</a:t>
            </a:fld>
            <a:endParaRPr lang="zh-CN" altLang="en-US" sz="1400" b="1" dirty="0"/>
          </a:p>
        </p:txBody>
      </p:sp>
      <p:sp>
        <p:nvSpPr>
          <p:cNvPr id="15363" name="Rectangle 2"/>
          <p:cNvSpPr>
            <a:spLocks noGrp="1"/>
          </p:cNvSpPr>
          <p:nvPr>
            <p:ph type="title"/>
          </p:nvPr>
        </p:nvSpPr>
        <p:spPr/>
        <p:txBody>
          <a:bodyPr vert="horz" wrap="square" lIns="91440" tIns="45720" rIns="91440" bIns="45720" anchor="ctr"/>
          <a:lstStyle/>
          <a:p>
            <a:pPr eaLnBrk="1" hangingPunct="1"/>
            <a:r>
              <a:rPr lang="zh-CN" altLang="en-US" dirty="0"/>
              <a:t>编写函数调用代码</a:t>
            </a:r>
          </a:p>
        </p:txBody>
      </p:sp>
      <p:sp>
        <p:nvSpPr>
          <p:cNvPr id="15364" name="Rectangle 3"/>
          <p:cNvSpPr>
            <a:spLocks noGrp="1"/>
          </p:cNvSpPr>
          <p:nvPr>
            <p:ph idx="1"/>
          </p:nvPr>
        </p:nvSpPr>
        <p:spPr>
          <a:xfrm>
            <a:off x="540668" y="1155666"/>
            <a:ext cx="8062664" cy="4611687"/>
          </a:xfrm>
        </p:spPr>
        <p:txBody>
          <a:bodyPr vert="horz" wrap="square" lIns="91440" tIns="45720" rIns="91440" bIns="45720" anchor="t"/>
          <a:lstStyle/>
          <a:p>
            <a:pPr eaLnBrk="1" hangingPunct="1">
              <a:buNone/>
            </a:pPr>
            <a:r>
              <a:rPr lang="en-US" altLang="zh-CN" sz="2400" dirty="0">
                <a:latin typeface="Consolas" panose="020B0609020204030204" pitchFamily="49" charset="0"/>
              </a:rPr>
              <a:t>#include &lt;</a:t>
            </a:r>
            <a:r>
              <a:rPr lang="en-US" altLang="zh-CN" sz="2400" dirty="0" err="1">
                <a:latin typeface="Consolas" panose="020B0609020204030204" pitchFamily="49" charset="0"/>
              </a:rPr>
              <a:t>stdio.h</a:t>
            </a:r>
            <a:r>
              <a:rPr lang="en-US" altLang="zh-CN" sz="2400" dirty="0">
                <a:latin typeface="Consolas" panose="020B0609020204030204" pitchFamily="49" charset="0"/>
              </a:rPr>
              <a:t>&gt;</a:t>
            </a:r>
          </a:p>
          <a:p>
            <a:pPr eaLnBrk="1" hangingPunct="1">
              <a:buNone/>
            </a:pPr>
            <a:r>
              <a:rPr lang="en-US" altLang="zh-CN" sz="2400" dirty="0">
                <a:latin typeface="Consolas" panose="020B0609020204030204" pitchFamily="49" charset="0"/>
              </a:rPr>
              <a:t>int main(){</a:t>
            </a:r>
          </a:p>
          <a:p>
            <a:pPr eaLnBrk="1" hangingPunct="1">
              <a:buNone/>
            </a:pPr>
            <a:r>
              <a:rPr lang="pt-BR" altLang="zh-CN" sz="2400" dirty="0">
                <a:latin typeface="Consolas" panose="020B0609020204030204" pitchFamily="49" charset="0"/>
              </a:rPr>
              <a:t>	int num,rev;</a:t>
            </a:r>
          </a:p>
          <a:p>
            <a:pPr eaLnBrk="1" hangingPunct="1">
              <a:buNone/>
            </a:pPr>
            <a:r>
              <a:rPr lang="pt-BR" altLang="zh-CN" sz="2400" dirty="0">
                <a:latin typeface="Consolas" panose="020B0609020204030204" pitchFamily="49" charset="0"/>
              </a:rPr>
              <a:t>	for(num = 1000;num &lt;= 9999;num++){</a:t>
            </a:r>
          </a:p>
          <a:p>
            <a:pPr eaLnBrk="1" hangingPunct="1">
              <a:buNone/>
            </a:pPr>
            <a:r>
              <a:rPr lang="pt-BR" altLang="zh-CN" sz="2400" dirty="0">
                <a:latin typeface="Consolas" panose="020B0609020204030204" pitchFamily="49" charset="0"/>
              </a:rPr>
              <a:t>	   if (isPrime(num)==1){</a:t>
            </a:r>
          </a:p>
          <a:p>
            <a:pPr eaLnBrk="1" hangingPunct="1">
              <a:buNone/>
            </a:pPr>
            <a:r>
              <a:rPr lang="pt-BR" altLang="zh-CN" sz="2400" dirty="0">
                <a:latin typeface="Consolas" panose="020B0609020204030204" pitchFamily="49" charset="0"/>
              </a:rPr>
              <a:t>            rev = reverseNum(num);</a:t>
            </a:r>
          </a:p>
          <a:p>
            <a:pPr eaLnBrk="1" hangingPunct="1">
              <a:buNone/>
            </a:pPr>
            <a:r>
              <a:rPr lang="pt-BR" altLang="zh-CN" sz="2400" dirty="0">
                <a:latin typeface="Consolas" panose="020B0609020204030204" pitchFamily="49" charset="0"/>
              </a:rPr>
              <a:t>		  if (isPrime(rev)==1){</a:t>
            </a:r>
          </a:p>
          <a:p>
            <a:pPr eaLnBrk="1" hangingPunct="1">
              <a:buNone/>
            </a:pPr>
            <a:r>
              <a:rPr lang="pt-BR" altLang="zh-CN" sz="2400" dirty="0">
                <a:latin typeface="Consolas" panose="020B0609020204030204" pitchFamily="49" charset="0"/>
              </a:rPr>
              <a:t>		     printf("%d\n",num);</a:t>
            </a:r>
          </a:p>
          <a:p>
            <a:pPr eaLnBrk="1" hangingPunct="1">
              <a:buNone/>
            </a:pPr>
            <a:r>
              <a:rPr lang="pt-BR" altLang="zh-CN" sz="2400" dirty="0">
                <a:latin typeface="Consolas" panose="020B0609020204030204" pitchFamily="49" charset="0"/>
              </a:rPr>
              <a:t>		  }</a:t>
            </a:r>
          </a:p>
          <a:p>
            <a:pPr eaLnBrk="1" hangingPunct="1">
              <a:buNone/>
            </a:pPr>
            <a:r>
              <a:rPr lang="pt-BR" altLang="zh-CN" sz="2400" dirty="0">
                <a:latin typeface="Consolas" panose="020B0609020204030204" pitchFamily="49" charset="0"/>
              </a:rPr>
              <a:t>	   }</a:t>
            </a:r>
          </a:p>
          <a:p>
            <a:pPr eaLnBrk="1" hangingPunct="1">
              <a:buNone/>
            </a:pPr>
            <a:r>
              <a:rPr lang="pt-BR" altLang="zh-CN" sz="2400" dirty="0">
                <a:latin typeface="Consolas" panose="020B0609020204030204" pitchFamily="49" charset="0"/>
              </a:rPr>
              <a:t>   }</a:t>
            </a:r>
          </a:p>
          <a:p>
            <a:pPr eaLnBrk="1" hangingPunct="1">
              <a:buNone/>
            </a:pPr>
            <a:r>
              <a:rPr lang="pt-BR" altLang="zh-CN" sz="2400" dirty="0">
                <a:latin typeface="Consolas" panose="020B0609020204030204" pitchFamily="49" charset="0"/>
              </a:rPr>
              <a:t>	return 0;</a:t>
            </a:r>
          </a:p>
          <a:p>
            <a:pPr eaLnBrk="1" hangingPunct="1">
              <a:buNone/>
            </a:pPr>
            <a:r>
              <a:rPr lang="en-US" altLang="zh-CN" sz="2400" dirty="0">
                <a:latin typeface="Consolas" panose="020B0609020204030204" pitchFamily="49" charset="0"/>
              </a:rPr>
              <a:t>}</a:t>
            </a: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灯片编号占位符 5"/>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18</a:t>
            </a:fld>
            <a:endParaRPr lang="zh-CN" altLang="en-US" sz="1400" b="1" dirty="0"/>
          </a:p>
        </p:txBody>
      </p:sp>
      <p:sp>
        <p:nvSpPr>
          <p:cNvPr id="11267" name="Rectangle 4"/>
          <p:cNvSpPr>
            <a:spLocks noGrp="1"/>
          </p:cNvSpPr>
          <p:nvPr>
            <p:ph type="title"/>
          </p:nvPr>
        </p:nvSpPr>
        <p:spPr>
          <a:xfrm>
            <a:off x="1157288" y="434975"/>
            <a:ext cx="7772400" cy="720725"/>
          </a:xfrm>
        </p:spPr>
        <p:txBody>
          <a:bodyPr vert="horz" wrap="square" lIns="91440" tIns="45720" rIns="91440" bIns="45720" anchor="ctr"/>
          <a:lstStyle/>
          <a:p>
            <a:pPr eaLnBrk="1" hangingPunct="1"/>
            <a:r>
              <a:rPr lang="en-US" altLang="zh-CN" b="1" dirty="0"/>
              <a:t>5.3    </a:t>
            </a:r>
            <a:r>
              <a:rPr lang="zh-CN" altLang="en-US" b="1" dirty="0"/>
              <a:t>子程序概念与设计</a:t>
            </a:r>
          </a:p>
        </p:txBody>
      </p:sp>
      <p:sp>
        <p:nvSpPr>
          <p:cNvPr id="11268" name="Rectangle 3"/>
          <p:cNvSpPr>
            <a:spLocks noGrp="1"/>
          </p:cNvSpPr>
          <p:nvPr>
            <p:ph type="body" sz="half" idx="1"/>
          </p:nvPr>
        </p:nvSpPr>
        <p:spPr>
          <a:xfrm>
            <a:off x="685800" y="1319213"/>
            <a:ext cx="4894263" cy="4611687"/>
          </a:xfrm>
        </p:spPr>
        <p:txBody>
          <a:bodyPr vert="horz" wrap="square" lIns="91440" tIns="45720" rIns="91440" bIns="45720" anchor="t"/>
          <a:lstStyle/>
          <a:p>
            <a:pPr eaLnBrk="1" hangingPunct="1">
              <a:buNone/>
            </a:pPr>
            <a:r>
              <a:rPr lang="zh-CN" altLang="en-US" dirty="0"/>
              <a:t>二</a:t>
            </a:r>
            <a:r>
              <a:rPr lang="en-US" altLang="zh-CN" dirty="0"/>
              <a:t>.</a:t>
            </a:r>
            <a:r>
              <a:rPr lang="zh-CN" altLang="en-US" b="1" dirty="0"/>
              <a:t>子程序的控制和调用机制</a:t>
            </a:r>
          </a:p>
          <a:p>
            <a:pPr eaLnBrk="1" hangingPunct="1">
              <a:buNone/>
            </a:pPr>
            <a:endParaRPr lang="zh-CN" altLang="en-US" dirty="0"/>
          </a:p>
        </p:txBody>
      </p:sp>
      <p:sp>
        <p:nvSpPr>
          <p:cNvPr id="195590" name="Rectangle 6"/>
          <p:cNvSpPr>
            <a:spLocks noChangeArrowheads="1"/>
          </p:cNvSpPr>
          <p:nvPr/>
        </p:nvSpPr>
        <p:spPr bwMode="auto">
          <a:xfrm>
            <a:off x="0" y="2028825"/>
            <a:ext cx="9144000" cy="0"/>
          </a:xfrm>
          <a:prstGeom prst="rect">
            <a:avLst/>
          </a:prstGeom>
          <a:noFill/>
          <a:ln w="9525">
            <a:noFill/>
            <a:miter lim="800000"/>
          </a:ln>
          <a:effectLst>
            <a:prstShdw prst="shdw18" dist="17961" dir="13500000">
              <a:schemeClr val="bg1">
                <a:gamma/>
                <a:shade val="60000"/>
                <a:invGamma/>
              </a:schemeClr>
            </a:prstShdw>
          </a:effectLst>
        </p:spPr>
        <p:txBody>
          <a:bodyPr wrap="none" anchor="ctr">
            <a:spAutoFit/>
          </a:bodyPr>
          <a:lstStyle/>
          <a:p>
            <a:pPr marL="0" marR="0" lvl="0" indent="0" algn="l" defTabSz="914400" rtl="0" eaLnBrk="1" fontAlgn="base" latinLnBrk="0" hangingPunct="1">
              <a:lnSpc>
                <a:spcPct val="90000"/>
              </a:lnSpc>
              <a:spcBef>
                <a:spcPct val="20000"/>
              </a:spcBef>
              <a:spcAft>
                <a:spcPct val="0"/>
              </a:spcAft>
              <a:buClrTx/>
              <a:buSzTx/>
              <a:buFontTx/>
              <a:buNone/>
              <a:defRPr/>
            </a:pPr>
            <a:endParaRPr kumimoji="1" lang="zh-CN" altLang="en-US" sz="22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aphicFrame>
        <p:nvGraphicFramePr>
          <p:cNvPr id="11270" name="Object 5"/>
          <p:cNvGraphicFramePr>
            <a:graphicFrameLocks noChangeAspect="1"/>
          </p:cNvGraphicFramePr>
          <p:nvPr/>
        </p:nvGraphicFramePr>
        <p:xfrm>
          <a:off x="4429125" y="1196975"/>
          <a:ext cx="4895850" cy="3460750"/>
        </p:xfrm>
        <a:graphic>
          <a:graphicData uri="http://schemas.openxmlformats.org/presentationml/2006/ole">
            <mc:AlternateContent xmlns:mc="http://schemas.openxmlformats.org/markup-compatibility/2006">
              <mc:Choice xmlns:v="urn:schemas-microsoft-com:vml" Requires="v">
                <p:oleObj r:id="rId3" imgW="5814060" imgH="4109085" progId="Visio.Drawing.11">
                  <p:embed/>
                </p:oleObj>
              </mc:Choice>
              <mc:Fallback>
                <p:oleObj r:id="rId3" imgW="5814060" imgH="4109085" progId="Visio.Drawing.11">
                  <p:embed/>
                  <p:pic>
                    <p:nvPicPr>
                      <p:cNvPr id="11270" name="Object 5"/>
                      <p:cNvPicPr/>
                      <p:nvPr/>
                    </p:nvPicPr>
                    <p:blipFill>
                      <a:blip r:embed="rId4"/>
                      <a:stretch>
                        <a:fillRect/>
                      </a:stretch>
                    </p:blipFill>
                    <p:spPr>
                      <a:xfrm>
                        <a:off x="4429125" y="1196975"/>
                        <a:ext cx="4895850" cy="3460750"/>
                      </a:xfrm>
                      <a:prstGeom prst="rect">
                        <a:avLst/>
                      </a:prstGeom>
                      <a:noFill/>
                      <a:ln w="38100">
                        <a:noFill/>
                        <a:miter/>
                      </a:ln>
                    </p:spPr>
                  </p:pic>
                </p:oleObj>
              </mc:Fallback>
            </mc:AlternateContent>
          </a:graphicData>
        </a:graphic>
      </p:graphicFrame>
      <p:sp>
        <p:nvSpPr>
          <p:cNvPr id="11271" name="Rectangle 7"/>
          <p:cNvSpPr/>
          <p:nvPr/>
        </p:nvSpPr>
        <p:spPr>
          <a:xfrm>
            <a:off x="684213" y="1989138"/>
            <a:ext cx="3887787" cy="4032250"/>
          </a:xfrm>
          <a:prstGeom prst="rect">
            <a:avLst/>
          </a:prstGeom>
          <a:noFill/>
          <a:ln w="9525">
            <a:noFill/>
          </a:ln>
        </p:spPr>
        <p:txBody>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buFont typeface="Wingdings" panose="05000000000000000000" pitchFamily="2" charset="2"/>
              <a:buChar char="u"/>
            </a:pPr>
            <a:r>
              <a:rPr lang="zh-CN" altLang="en-US" b="1" dirty="0"/>
              <a:t>通过子程序名进行调用；</a:t>
            </a:r>
          </a:p>
          <a:p>
            <a:pPr marL="342900" lvl="0" indent="-342900" eaLnBrk="1" hangingPunct="1">
              <a:buFont typeface="Wingdings" panose="05000000000000000000" pitchFamily="2" charset="2"/>
              <a:buChar char="u"/>
            </a:pPr>
            <a:r>
              <a:rPr lang="zh-CN" altLang="en-US" b="1" dirty="0"/>
              <a:t>调用时需要传递一些供子程序计算和处理的数据（</a:t>
            </a:r>
            <a:r>
              <a:rPr lang="zh-CN" altLang="en-US" b="1" dirty="0">
                <a:solidFill>
                  <a:srgbClr val="FF0000"/>
                </a:solidFill>
              </a:rPr>
              <a:t>参数</a:t>
            </a:r>
            <a:r>
              <a:rPr lang="zh-CN" altLang="en-US" b="1" dirty="0"/>
              <a:t>）；</a:t>
            </a:r>
          </a:p>
          <a:p>
            <a:pPr marL="342900" lvl="0" indent="-342900" eaLnBrk="1" hangingPunct="1">
              <a:buFont typeface="Wingdings" panose="05000000000000000000" pitchFamily="2" charset="2"/>
              <a:buChar char="u"/>
            </a:pPr>
            <a:r>
              <a:rPr lang="zh-CN" altLang="en-US" b="1" dirty="0"/>
              <a:t>子程序执行完成后需要返回处理结果；</a:t>
            </a:r>
          </a:p>
          <a:p>
            <a:pPr marL="342900" lvl="0" indent="-342900" eaLnBrk="1" hangingPunct="1">
              <a:buFont typeface="Wingdings" panose="05000000000000000000" pitchFamily="2" charset="2"/>
              <a:buChar char="u"/>
            </a:pPr>
            <a:r>
              <a:rPr lang="zh-CN" altLang="en-US" b="1" dirty="0"/>
              <a:t>子程序可以调用其他的子程序；</a:t>
            </a:r>
          </a:p>
        </p:txBody>
      </p:sp>
      <p:grpSp>
        <p:nvGrpSpPr>
          <p:cNvPr id="2" name="Group 11"/>
          <p:cNvGrpSpPr/>
          <p:nvPr/>
        </p:nvGrpSpPr>
        <p:grpSpPr>
          <a:xfrm>
            <a:off x="4464050" y="3573463"/>
            <a:ext cx="4068763" cy="2457450"/>
            <a:chOff x="1610" y="1428"/>
            <a:chExt cx="2563" cy="1548"/>
          </a:xfrm>
        </p:grpSpPr>
        <p:sp>
          <p:nvSpPr>
            <p:cNvPr id="11282" name="Rectangle 12"/>
            <p:cNvSpPr/>
            <p:nvPr/>
          </p:nvSpPr>
          <p:spPr>
            <a:xfrm>
              <a:off x="1610" y="1480"/>
              <a:ext cx="2540" cy="1496"/>
            </a:xfrm>
            <a:prstGeom prst="rect">
              <a:avLst/>
            </a:prstGeom>
            <a:solidFill>
              <a:srgbClr val="CCFFFF"/>
            </a:solidFill>
            <a:ln w="9525" cap="flat" cmpd="sng">
              <a:solidFill>
                <a:schemeClr val="accent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lnSpc>
                  <a:spcPct val="90000"/>
                </a:lnSpc>
                <a:buNone/>
              </a:pPr>
              <a:endParaRPr lang="zh-CN" altLang="en-US" sz="2200" b="1" dirty="0"/>
            </a:p>
          </p:txBody>
        </p:sp>
        <p:graphicFrame>
          <p:nvGraphicFramePr>
            <p:cNvPr id="11283" name="Object 13"/>
            <p:cNvGraphicFramePr>
              <a:graphicFrameLocks noChangeAspect="1"/>
            </p:cNvGraphicFramePr>
            <p:nvPr/>
          </p:nvGraphicFramePr>
          <p:xfrm>
            <a:off x="1739" y="1428"/>
            <a:ext cx="2434" cy="1503"/>
          </p:xfrm>
          <a:graphic>
            <a:graphicData uri="http://schemas.openxmlformats.org/presentationml/2006/ole">
              <mc:AlternateContent xmlns:mc="http://schemas.openxmlformats.org/markup-compatibility/2006">
                <mc:Choice xmlns:v="urn:schemas-microsoft-com:vml" Requires="v">
                  <p:oleObj r:id="rId5" imgW="4639945" imgH="2618740" progId="Visio.Drawing.11">
                    <p:embed/>
                  </p:oleObj>
                </mc:Choice>
                <mc:Fallback>
                  <p:oleObj r:id="rId5" imgW="4639945" imgH="2618740" progId="Visio.Drawing.11">
                    <p:embed/>
                    <p:pic>
                      <p:nvPicPr>
                        <p:cNvPr id="11283" name="Object 13"/>
                        <p:cNvPicPr/>
                        <p:nvPr/>
                      </p:nvPicPr>
                      <p:blipFill>
                        <a:blip r:embed="rId6"/>
                        <a:stretch>
                          <a:fillRect/>
                        </a:stretch>
                      </p:blipFill>
                      <p:spPr>
                        <a:xfrm>
                          <a:off x="1739" y="1428"/>
                          <a:ext cx="2434" cy="1503"/>
                        </a:xfrm>
                        <a:prstGeom prst="rect">
                          <a:avLst/>
                        </a:prstGeom>
                        <a:noFill/>
                        <a:ln w="38100">
                          <a:noFill/>
                          <a:miter/>
                        </a:ln>
                      </p:spPr>
                    </p:pic>
                  </p:oleObj>
                </mc:Fallback>
              </mc:AlternateContent>
            </a:graphicData>
          </a:graphic>
        </p:graphicFrame>
      </p:grpSp>
      <p:sp>
        <p:nvSpPr>
          <p:cNvPr id="195601" name="Rectangle 17"/>
          <p:cNvSpPr/>
          <p:nvPr/>
        </p:nvSpPr>
        <p:spPr>
          <a:xfrm>
            <a:off x="4976813" y="4076700"/>
            <a:ext cx="465137" cy="3937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algn="ctr" eaLnBrk="1" hangingPunct="1">
              <a:lnSpc>
                <a:spcPct val="90000"/>
              </a:lnSpc>
              <a:buNone/>
            </a:pPr>
            <a:r>
              <a:rPr lang="zh-CN" altLang="en-US" sz="2200" b="1" dirty="0"/>
              <a:t>①</a:t>
            </a:r>
          </a:p>
        </p:txBody>
      </p:sp>
      <p:sp>
        <p:nvSpPr>
          <p:cNvPr id="195602" name="Rectangle 18"/>
          <p:cNvSpPr/>
          <p:nvPr/>
        </p:nvSpPr>
        <p:spPr>
          <a:xfrm>
            <a:off x="5580063" y="4114800"/>
            <a:ext cx="465137" cy="3937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algn="ctr" eaLnBrk="1" hangingPunct="1">
              <a:lnSpc>
                <a:spcPct val="90000"/>
              </a:lnSpc>
              <a:buNone/>
            </a:pPr>
            <a:r>
              <a:rPr lang="zh-CN" altLang="en-US" sz="2200" b="1" dirty="0"/>
              <a:t>②</a:t>
            </a:r>
          </a:p>
        </p:txBody>
      </p:sp>
      <p:sp>
        <p:nvSpPr>
          <p:cNvPr id="195603" name="Rectangle 19"/>
          <p:cNvSpPr/>
          <p:nvPr/>
        </p:nvSpPr>
        <p:spPr>
          <a:xfrm>
            <a:off x="6948488" y="4259263"/>
            <a:ext cx="465137" cy="3937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algn="ctr" eaLnBrk="1" hangingPunct="1">
              <a:lnSpc>
                <a:spcPct val="90000"/>
              </a:lnSpc>
              <a:buNone/>
            </a:pPr>
            <a:r>
              <a:rPr lang="zh-CN" altLang="en-US" sz="2200" b="1" dirty="0"/>
              <a:t>④</a:t>
            </a:r>
          </a:p>
        </p:txBody>
      </p:sp>
      <p:sp>
        <p:nvSpPr>
          <p:cNvPr id="195604" name="Rectangle 20"/>
          <p:cNvSpPr/>
          <p:nvPr/>
        </p:nvSpPr>
        <p:spPr>
          <a:xfrm>
            <a:off x="6516688" y="4259263"/>
            <a:ext cx="465137" cy="3937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algn="ctr" eaLnBrk="1" hangingPunct="1">
              <a:lnSpc>
                <a:spcPct val="90000"/>
              </a:lnSpc>
              <a:buNone/>
            </a:pPr>
            <a:r>
              <a:rPr lang="zh-CN" altLang="en-US" sz="2200" b="1" dirty="0"/>
              <a:t>③</a:t>
            </a:r>
          </a:p>
        </p:txBody>
      </p:sp>
      <p:sp>
        <p:nvSpPr>
          <p:cNvPr id="195605" name="Rectangle 21"/>
          <p:cNvSpPr/>
          <p:nvPr/>
        </p:nvSpPr>
        <p:spPr>
          <a:xfrm>
            <a:off x="7019925" y="5051425"/>
            <a:ext cx="465138" cy="3937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algn="ctr" eaLnBrk="1" hangingPunct="1">
              <a:lnSpc>
                <a:spcPct val="90000"/>
              </a:lnSpc>
              <a:buNone/>
            </a:pPr>
            <a:r>
              <a:rPr lang="zh-CN" altLang="en-US" sz="2200" b="1" dirty="0"/>
              <a:t>⑥</a:t>
            </a:r>
          </a:p>
        </p:txBody>
      </p:sp>
      <p:sp>
        <p:nvSpPr>
          <p:cNvPr id="195606" name="Rectangle 22"/>
          <p:cNvSpPr/>
          <p:nvPr/>
        </p:nvSpPr>
        <p:spPr>
          <a:xfrm>
            <a:off x="6516688" y="5157788"/>
            <a:ext cx="465137" cy="3937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algn="ctr" eaLnBrk="1" hangingPunct="1">
              <a:lnSpc>
                <a:spcPct val="90000"/>
              </a:lnSpc>
              <a:buNone/>
            </a:pPr>
            <a:r>
              <a:rPr lang="zh-CN" altLang="en-US" sz="2200" b="1" dirty="0"/>
              <a:t>⑦</a:t>
            </a:r>
          </a:p>
        </p:txBody>
      </p:sp>
      <p:sp>
        <p:nvSpPr>
          <p:cNvPr id="195607" name="Rectangle 23"/>
          <p:cNvSpPr/>
          <p:nvPr/>
        </p:nvSpPr>
        <p:spPr>
          <a:xfrm>
            <a:off x="5613400" y="5086350"/>
            <a:ext cx="465138" cy="3937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algn="ctr" eaLnBrk="1" hangingPunct="1">
              <a:lnSpc>
                <a:spcPct val="90000"/>
              </a:lnSpc>
              <a:buNone/>
            </a:pPr>
            <a:r>
              <a:rPr lang="zh-CN" altLang="en-US" sz="2200" b="1" dirty="0"/>
              <a:t>⑧</a:t>
            </a:r>
          </a:p>
        </p:txBody>
      </p:sp>
      <p:sp>
        <p:nvSpPr>
          <p:cNvPr id="195608" name="Rectangle 24"/>
          <p:cNvSpPr/>
          <p:nvPr/>
        </p:nvSpPr>
        <p:spPr>
          <a:xfrm>
            <a:off x="5043488" y="5300663"/>
            <a:ext cx="465137" cy="3937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algn="ctr" eaLnBrk="1" hangingPunct="1">
              <a:lnSpc>
                <a:spcPct val="90000"/>
              </a:lnSpc>
              <a:buNone/>
            </a:pPr>
            <a:r>
              <a:rPr lang="zh-CN" altLang="en-US" sz="2200" b="1" dirty="0"/>
              <a:t>⑨</a:t>
            </a:r>
          </a:p>
        </p:txBody>
      </p:sp>
      <p:sp>
        <p:nvSpPr>
          <p:cNvPr id="195609" name="Rectangle 25"/>
          <p:cNvSpPr/>
          <p:nvPr/>
        </p:nvSpPr>
        <p:spPr>
          <a:xfrm>
            <a:off x="7740650" y="4724400"/>
            <a:ext cx="465138" cy="3937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algn="ctr" eaLnBrk="1" hangingPunct="1">
              <a:lnSpc>
                <a:spcPct val="90000"/>
              </a:lnSpc>
              <a:buNone/>
            </a:pPr>
            <a:r>
              <a:rPr lang="zh-CN" altLang="en-US" sz="2200" b="1" dirty="0"/>
              <a:t>⑤</a:t>
            </a:r>
          </a:p>
        </p:txBody>
      </p:sp>
    </p:spTree>
    <p:extLst>
      <p:ext uri="{BB962C8B-B14F-4D97-AF65-F5344CB8AC3E}">
        <p14:creationId xmlns:p14="http://schemas.microsoft.com/office/powerpoint/2010/main" val="422340816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95601"/>
                                        </p:tgtEl>
                                        <p:attrNameLst>
                                          <p:attrName>style.visibility</p:attrName>
                                        </p:attrNameLst>
                                      </p:cBhvr>
                                      <p:to>
                                        <p:strVal val="visible"/>
                                      </p:to>
                                    </p:set>
                                    <p:animEffect transition="in" filter="dissolve">
                                      <p:cBhvr>
                                        <p:cTn id="12" dur="500"/>
                                        <p:tgtEl>
                                          <p:spTgt spid="195601"/>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95602"/>
                                        </p:tgtEl>
                                        <p:attrNameLst>
                                          <p:attrName>style.visibility</p:attrName>
                                        </p:attrNameLst>
                                      </p:cBhvr>
                                      <p:to>
                                        <p:strVal val="visible"/>
                                      </p:to>
                                    </p:set>
                                    <p:animEffect transition="in" filter="dissolve">
                                      <p:cBhvr>
                                        <p:cTn id="17" dur="500"/>
                                        <p:tgtEl>
                                          <p:spTgt spid="195602"/>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95604"/>
                                        </p:tgtEl>
                                        <p:attrNameLst>
                                          <p:attrName>style.visibility</p:attrName>
                                        </p:attrNameLst>
                                      </p:cBhvr>
                                      <p:to>
                                        <p:strVal val="visible"/>
                                      </p:to>
                                    </p:set>
                                    <p:animEffect transition="in" filter="dissolve">
                                      <p:cBhvr>
                                        <p:cTn id="22" dur="500"/>
                                        <p:tgtEl>
                                          <p:spTgt spid="195604"/>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95603"/>
                                        </p:tgtEl>
                                        <p:attrNameLst>
                                          <p:attrName>style.visibility</p:attrName>
                                        </p:attrNameLst>
                                      </p:cBhvr>
                                      <p:to>
                                        <p:strVal val="visible"/>
                                      </p:to>
                                    </p:set>
                                    <p:animEffect transition="in" filter="dissolve">
                                      <p:cBhvr>
                                        <p:cTn id="27" dur="500"/>
                                        <p:tgtEl>
                                          <p:spTgt spid="195603"/>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95609"/>
                                        </p:tgtEl>
                                        <p:attrNameLst>
                                          <p:attrName>style.visibility</p:attrName>
                                        </p:attrNameLst>
                                      </p:cBhvr>
                                      <p:to>
                                        <p:strVal val="visible"/>
                                      </p:to>
                                    </p:set>
                                    <p:animEffect transition="in" filter="dissolve">
                                      <p:cBhvr>
                                        <p:cTn id="32" dur="500"/>
                                        <p:tgtEl>
                                          <p:spTgt spid="195609"/>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195605"/>
                                        </p:tgtEl>
                                        <p:attrNameLst>
                                          <p:attrName>style.visibility</p:attrName>
                                        </p:attrNameLst>
                                      </p:cBhvr>
                                      <p:to>
                                        <p:strVal val="visible"/>
                                      </p:to>
                                    </p:set>
                                    <p:animEffect transition="in" filter="dissolve">
                                      <p:cBhvr>
                                        <p:cTn id="37" dur="500"/>
                                        <p:tgtEl>
                                          <p:spTgt spid="195605"/>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195606"/>
                                        </p:tgtEl>
                                        <p:attrNameLst>
                                          <p:attrName>style.visibility</p:attrName>
                                        </p:attrNameLst>
                                      </p:cBhvr>
                                      <p:to>
                                        <p:strVal val="visible"/>
                                      </p:to>
                                    </p:set>
                                    <p:animEffect transition="in" filter="dissolve">
                                      <p:cBhvr>
                                        <p:cTn id="42" dur="500"/>
                                        <p:tgtEl>
                                          <p:spTgt spid="195606"/>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195607"/>
                                        </p:tgtEl>
                                        <p:attrNameLst>
                                          <p:attrName>style.visibility</p:attrName>
                                        </p:attrNameLst>
                                      </p:cBhvr>
                                      <p:to>
                                        <p:strVal val="visible"/>
                                      </p:to>
                                    </p:set>
                                    <p:animEffect transition="in" filter="dissolve">
                                      <p:cBhvr>
                                        <p:cTn id="47" dur="500"/>
                                        <p:tgtEl>
                                          <p:spTgt spid="195607"/>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195608"/>
                                        </p:tgtEl>
                                        <p:attrNameLst>
                                          <p:attrName>style.visibility</p:attrName>
                                        </p:attrNameLst>
                                      </p:cBhvr>
                                      <p:to>
                                        <p:strVal val="visible"/>
                                      </p:to>
                                    </p:set>
                                    <p:animEffect transition="in" filter="dissolve">
                                      <p:cBhvr>
                                        <p:cTn id="52" dur="500"/>
                                        <p:tgtEl>
                                          <p:spTgt spid="1956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5601" grpId="0"/>
      <p:bldP spid="195603" grpId="0"/>
      <p:bldP spid="195604" grpId="0"/>
      <p:bldP spid="195605" grpId="0"/>
      <p:bldP spid="195606" grpId="0"/>
      <p:bldP spid="195607" grpId="0"/>
      <p:bldP spid="195608" grpId="0"/>
      <p:bldP spid="195609"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19</a:t>
            </a:fld>
            <a:endParaRPr lang="zh-CN" altLang="en-US" sz="1400" b="1" dirty="0"/>
          </a:p>
        </p:txBody>
      </p:sp>
      <p:sp>
        <p:nvSpPr>
          <p:cNvPr id="14339" name="Rectangle 4"/>
          <p:cNvSpPr>
            <a:spLocks noGrp="1"/>
          </p:cNvSpPr>
          <p:nvPr>
            <p:ph type="title"/>
          </p:nvPr>
        </p:nvSpPr>
        <p:spPr>
          <a:xfrm>
            <a:off x="1089025" y="428625"/>
            <a:ext cx="7772400" cy="720725"/>
          </a:xfrm>
        </p:spPr>
        <p:txBody>
          <a:bodyPr vert="horz" wrap="square" lIns="91440" tIns="45720" rIns="91440" bIns="45720" anchor="ctr"/>
          <a:lstStyle/>
          <a:p>
            <a:pPr eaLnBrk="1" hangingPunct="1"/>
            <a:r>
              <a:rPr lang="en-US" altLang="zh-CN" b="1" dirty="0"/>
              <a:t>5.3    </a:t>
            </a:r>
            <a:r>
              <a:rPr lang="zh-CN" altLang="en-US" b="1" dirty="0"/>
              <a:t>子程序概念与设计</a:t>
            </a:r>
          </a:p>
        </p:txBody>
      </p:sp>
      <p:sp>
        <p:nvSpPr>
          <p:cNvPr id="342021" name="Rectangle 5"/>
          <p:cNvSpPr>
            <a:spLocks noGrp="1"/>
          </p:cNvSpPr>
          <p:nvPr>
            <p:ph idx="1"/>
          </p:nvPr>
        </p:nvSpPr>
        <p:spPr>
          <a:xfrm>
            <a:off x="685800" y="1319213"/>
            <a:ext cx="8062913" cy="4611687"/>
          </a:xfrm>
        </p:spPr>
        <p:txBody>
          <a:bodyPr vert="horz" wrap="square" lIns="91440" tIns="45720" rIns="91440" bIns="45720" anchor="t"/>
          <a:lstStyle/>
          <a:p>
            <a:pPr eaLnBrk="1" hangingPunct="1">
              <a:buNone/>
            </a:pPr>
            <a:r>
              <a:rPr lang="zh-CN" altLang="en-US" b="1" dirty="0"/>
              <a:t>三</a:t>
            </a:r>
            <a:r>
              <a:rPr lang="en-US" altLang="zh-CN" b="1" dirty="0"/>
              <a:t>. </a:t>
            </a:r>
            <a:r>
              <a:rPr lang="zh-CN" altLang="en-US" b="1" dirty="0"/>
              <a:t>引入子程序的目的 </a:t>
            </a:r>
          </a:p>
          <a:p>
            <a:pPr eaLnBrk="1" hangingPunct="1">
              <a:buNone/>
            </a:pPr>
            <a:r>
              <a:rPr lang="en-US" altLang="zh-CN" b="1" dirty="0"/>
              <a:t>	1. </a:t>
            </a:r>
            <a:r>
              <a:rPr lang="zh-CN" altLang="en-US" b="1" dirty="0"/>
              <a:t>程序</a:t>
            </a:r>
            <a:r>
              <a:rPr lang="en-US" altLang="zh-CN" b="1" dirty="0">
                <a:latin typeface="宋体" panose="02010600030101010101" pitchFamily="2" charset="-122"/>
              </a:rPr>
              <a:t>"</a:t>
            </a:r>
            <a:r>
              <a:rPr lang="zh-CN" altLang="en-US" b="1" dirty="0"/>
              <a:t>复用</a:t>
            </a:r>
            <a:r>
              <a:rPr lang="en-US" altLang="zh-CN" b="1" dirty="0">
                <a:latin typeface="宋体" panose="02010600030101010101" pitchFamily="2" charset="-122"/>
              </a:rPr>
              <a:t>"</a:t>
            </a:r>
            <a:r>
              <a:rPr lang="zh-CN" altLang="en-US" b="1" dirty="0"/>
              <a:t>，避免在程序中使用重复代码；</a:t>
            </a:r>
          </a:p>
          <a:p>
            <a:pPr eaLnBrk="1" hangingPunct="1">
              <a:buNone/>
            </a:pPr>
            <a:r>
              <a:rPr lang="en-US" altLang="zh-CN" b="1" dirty="0"/>
              <a:t>	2. </a:t>
            </a:r>
            <a:r>
              <a:rPr lang="zh-CN" altLang="en-US" b="1" dirty="0"/>
              <a:t>结构化程序设计的需要：</a:t>
            </a:r>
            <a:endParaRPr lang="zh-CN" altLang="en-US" b="1" dirty="0">
              <a:solidFill>
                <a:schemeClr val="accent2"/>
              </a:solidFill>
            </a:endParaRPr>
          </a:p>
          <a:p>
            <a:pPr lvl="1" eaLnBrk="1" hangingPunct="1">
              <a:buNone/>
            </a:pPr>
            <a:r>
              <a:rPr lang="zh-CN" altLang="en-US" b="1" dirty="0">
                <a:solidFill>
                  <a:schemeClr val="accent2"/>
                </a:solidFill>
              </a:rPr>
              <a:t>  </a:t>
            </a:r>
            <a:r>
              <a:rPr lang="zh-CN" altLang="en-US" b="1" dirty="0"/>
              <a:t>自顶向下、逐步细化，将复杂问题分解为相对简单的子问题，这些子问题用子程序实现，从而提高主程序结构的清晰性和易读性。</a:t>
            </a:r>
          </a:p>
          <a:p>
            <a:pPr lvl="1" eaLnBrk="1" hangingPunct="1">
              <a:buNone/>
            </a:pPr>
            <a:r>
              <a:rPr lang="en-US" altLang="zh-CN" b="1" dirty="0"/>
              <a:t>3.</a:t>
            </a:r>
            <a:r>
              <a:rPr lang="zh-CN" altLang="en-US" b="1" dirty="0"/>
              <a:t>使程序的调试和</a:t>
            </a:r>
          </a:p>
          <a:p>
            <a:pPr lvl="1" eaLnBrk="1" hangingPunct="1">
              <a:buNone/>
            </a:pPr>
            <a:r>
              <a:rPr lang="zh-CN" altLang="en-US" b="1" dirty="0"/>
              <a:t>  维护变得更加容易。</a:t>
            </a:r>
          </a:p>
        </p:txBody>
      </p:sp>
      <p:pic>
        <p:nvPicPr>
          <p:cNvPr id="342022" name="Picture 6"/>
          <p:cNvPicPr>
            <a:picLocks noChangeAspect="1"/>
          </p:cNvPicPr>
          <p:nvPr/>
        </p:nvPicPr>
        <p:blipFill>
          <a:blip r:embed="rId2"/>
          <a:stretch>
            <a:fillRect/>
          </a:stretch>
        </p:blipFill>
        <p:spPr>
          <a:xfrm>
            <a:off x="4356100" y="4149725"/>
            <a:ext cx="4103688" cy="1951038"/>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42021">
                                            <p:txEl>
                                              <p:pRg st="1" end="1"/>
                                            </p:txEl>
                                          </p:spTgt>
                                        </p:tgtEl>
                                        <p:attrNameLst>
                                          <p:attrName>style.visibility</p:attrName>
                                        </p:attrNameLst>
                                      </p:cBhvr>
                                      <p:to>
                                        <p:strVal val="visible"/>
                                      </p:to>
                                    </p:set>
                                    <p:animEffect transition="in" filter="dissolve">
                                      <p:cBhvr>
                                        <p:cTn id="7" dur="500"/>
                                        <p:tgtEl>
                                          <p:spTgt spid="342021">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42021">
                                            <p:txEl>
                                              <p:pRg st="2" end="2"/>
                                            </p:txEl>
                                          </p:spTgt>
                                        </p:tgtEl>
                                        <p:attrNameLst>
                                          <p:attrName>style.visibility</p:attrName>
                                        </p:attrNameLst>
                                      </p:cBhvr>
                                      <p:to>
                                        <p:strVal val="visible"/>
                                      </p:to>
                                    </p:set>
                                    <p:animEffect transition="in" filter="dissolve">
                                      <p:cBhvr>
                                        <p:cTn id="12" dur="500"/>
                                        <p:tgtEl>
                                          <p:spTgt spid="342021">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42022"/>
                                        </p:tgtEl>
                                        <p:attrNameLst>
                                          <p:attrName>style.visibility</p:attrName>
                                        </p:attrNameLst>
                                      </p:cBhvr>
                                      <p:to>
                                        <p:strVal val="visible"/>
                                      </p:to>
                                    </p:set>
                                    <p:animEffect transition="in" filter="dissolve">
                                      <p:cBhvr>
                                        <p:cTn id="17" dur="500"/>
                                        <p:tgtEl>
                                          <p:spTgt spid="342022"/>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342021">
                                            <p:txEl>
                                              <p:pRg st="3" end="3"/>
                                            </p:txEl>
                                          </p:spTgt>
                                        </p:tgtEl>
                                        <p:attrNameLst>
                                          <p:attrName>style.visibility</p:attrName>
                                        </p:attrNameLst>
                                      </p:cBhvr>
                                      <p:to>
                                        <p:strVal val="visible"/>
                                      </p:to>
                                    </p:set>
                                    <p:animEffect transition="in" filter="dissolve">
                                      <p:cBhvr>
                                        <p:cTn id="22" dur="500"/>
                                        <p:tgtEl>
                                          <p:spTgt spid="34202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342021">
                                            <p:txEl>
                                              <p:pRg st="4" end="4"/>
                                            </p:txEl>
                                          </p:spTgt>
                                        </p:tgtEl>
                                        <p:attrNameLst>
                                          <p:attrName>style.visibility</p:attrName>
                                        </p:attrNameLst>
                                      </p:cBhvr>
                                      <p:to>
                                        <p:strVal val="visible"/>
                                      </p:to>
                                    </p:set>
                                    <p:animEffect transition="in" filter="dissolve">
                                      <p:cBhvr>
                                        <p:cTn id="27" dur="500"/>
                                        <p:tgtEl>
                                          <p:spTgt spid="34202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342021">
                                            <p:txEl>
                                              <p:pRg st="5" end="5"/>
                                            </p:txEl>
                                          </p:spTgt>
                                        </p:tgtEl>
                                        <p:attrNameLst>
                                          <p:attrName>style.visibility</p:attrName>
                                        </p:attrNameLst>
                                      </p:cBhvr>
                                      <p:to>
                                        <p:strVal val="visible"/>
                                      </p:to>
                                    </p:set>
                                    <p:animEffect transition="in" filter="dissolve">
                                      <p:cBhvr>
                                        <p:cTn id="32" dur="500"/>
                                        <p:tgtEl>
                                          <p:spTgt spid="34202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20</a:t>
            </a:fld>
            <a:endParaRPr lang="zh-CN" altLang="en-US" sz="1400" b="1" dirty="0"/>
          </a:p>
        </p:txBody>
      </p:sp>
      <p:sp>
        <p:nvSpPr>
          <p:cNvPr id="228355" name="Rectangle 3"/>
          <p:cNvSpPr>
            <a:spLocks noGrp="1"/>
          </p:cNvSpPr>
          <p:nvPr>
            <p:ph idx="1"/>
          </p:nvPr>
        </p:nvSpPr>
        <p:spPr/>
        <p:txBody>
          <a:bodyPr vert="horz" wrap="square" lIns="91440" tIns="45720" rIns="91440" bIns="45720" anchor="t"/>
          <a:lstStyle/>
          <a:p>
            <a:pPr eaLnBrk="1" hangingPunct="1">
              <a:buNone/>
            </a:pPr>
            <a:r>
              <a:rPr lang="zh-CN" altLang="en-US" b="1" dirty="0"/>
              <a:t>四</a:t>
            </a:r>
            <a:r>
              <a:rPr lang="en-US" altLang="zh-CN" b="1" dirty="0"/>
              <a:t>. </a:t>
            </a:r>
            <a:r>
              <a:rPr lang="zh-CN" altLang="en-US" b="1" dirty="0"/>
              <a:t>子程序设计原则</a:t>
            </a:r>
          </a:p>
          <a:p>
            <a:pPr eaLnBrk="1" hangingPunct="1">
              <a:buNone/>
            </a:pPr>
            <a:r>
              <a:rPr lang="zh-CN" altLang="en-US" b="1" dirty="0"/>
              <a:t>     </a:t>
            </a:r>
            <a:r>
              <a:rPr lang="zh-CN" altLang="en-US" b="1" u="sng" dirty="0"/>
              <a:t>高内聚</a:t>
            </a:r>
            <a:r>
              <a:rPr lang="zh-CN" altLang="en-US" b="1" dirty="0"/>
              <a:t>：功能相对独立和完整；</a:t>
            </a:r>
          </a:p>
          <a:p>
            <a:pPr eaLnBrk="1" hangingPunct="1">
              <a:buNone/>
            </a:pPr>
            <a:r>
              <a:rPr lang="zh-CN" altLang="en-US" b="1" dirty="0"/>
              <a:t>     </a:t>
            </a:r>
            <a:r>
              <a:rPr lang="zh-CN" altLang="en-US" b="1" u="sng" dirty="0"/>
              <a:t>低耦合</a:t>
            </a:r>
            <a:r>
              <a:rPr lang="zh-CN" altLang="en-US" b="1" dirty="0"/>
              <a:t>：与外界（调用者）的关系尽量松散， 		不要太紧密，使其能方便地被重用；</a:t>
            </a:r>
          </a:p>
          <a:p>
            <a:pPr eaLnBrk="1" hangingPunct="1">
              <a:buNone/>
            </a:pPr>
            <a:endParaRPr lang="zh-CN" altLang="en-US" sz="900" b="1" dirty="0"/>
          </a:p>
          <a:p>
            <a:pPr eaLnBrk="1" hangingPunct="1">
              <a:buNone/>
            </a:pPr>
            <a:r>
              <a:rPr lang="zh-CN" altLang="en-US" b="1" dirty="0"/>
              <a:t>    需要合理地设计子程序参数和子程序执行的局部环境 来达到以上目标。</a:t>
            </a:r>
          </a:p>
          <a:p>
            <a:pPr eaLnBrk="1" hangingPunct="1">
              <a:buNone/>
            </a:pPr>
            <a:endParaRPr lang="zh-CN" altLang="en-US" b="1" dirty="0"/>
          </a:p>
        </p:txBody>
      </p:sp>
      <p:sp>
        <p:nvSpPr>
          <p:cNvPr id="16388" name="Rectangle 4"/>
          <p:cNvSpPr>
            <a:spLocks noGrp="1"/>
          </p:cNvSpPr>
          <p:nvPr>
            <p:ph type="title"/>
          </p:nvPr>
        </p:nvSpPr>
        <p:spPr/>
        <p:txBody>
          <a:bodyPr vert="horz" wrap="square" lIns="91440" tIns="45720" rIns="91440" bIns="45720" anchor="ctr"/>
          <a:lstStyle/>
          <a:p>
            <a:pPr eaLnBrk="1" hangingPunct="1"/>
            <a:r>
              <a:rPr lang="en-US" altLang="zh-CN" b="1" dirty="0"/>
              <a:t>5.3    </a:t>
            </a:r>
            <a:r>
              <a:rPr lang="zh-CN" altLang="en-US" b="1" dirty="0"/>
              <a:t>子程序概念与设计</a:t>
            </a:r>
          </a:p>
        </p:txBody>
      </p:sp>
      <p:sp>
        <p:nvSpPr>
          <p:cNvPr id="228357" name="Rectangle 5"/>
          <p:cNvSpPr/>
          <p:nvPr/>
        </p:nvSpPr>
        <p:spPr>
          <a:xfrm>
            <a:off x="684213" y="4005263"/>
            <a:ext cx="7772400" cy="1871662"/>
          </a:xfrm>
          <a:prstGeom prst="rect">
            <a:avLst/>
          </a:prstGeom>
          <a:noFill/>
          <a:ln w="9525">
            <a:noFill/>
          </a:ln>
        </p:spPr>
        <p:txBody>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1143000" lvl="2" indent="-228600" eaLnBrk="1" hangingPunct="1">
              <a:buNone/>
            </a:pPr>
            <a:endParaRPr lang="en-US" altLang="zh-CN" b="1" dirty="0"/>
          </a:p>
          <a:p>
            <a:pPr marL="342900" lvl="0" indent="-342900" eaLnBrk="1" hangingPunct="1">
              <a:buNone/>
            </a:pPr>
            <a:r>
              <a:rPr lang="zh-CN" altLang="en-US" b="1" dirty="0"/>
              <a:t>五</a:t>
            </a:r>
            <a:r>
              <a:rPr lang="en-US" altLang="zh-CN" b="1" dirty="0"/>
              <a:t>. </a:t>
            </a:r>
            <a:r>
              <a:rPr lang="zh-CN" altLang="en-US" b="1" dirty="0"/>
              <a:t>子程序在</a:t>
            </a:r>
            <a:r>
              <a:rPr lang="en-US" altLang="zh-CN" b="1" dirty="0"/>
              <a:t>C</a:t>
            </a:r>
            <a:r>
              <a:rPr lang="zh-CN" altLang="en-US" b="1" dirty="0"/>
              <a:t>语言中的实现机制</a:t>
            </a:r>
          </a:p>
          <a:p>
            <a:pPr marL="1143000" lvl="2" indent="-228600" eaLnBrk="1" hangingPunct="1">
              <a:buNone/>
            </a:pPr>
            <a:r>
              <a:rPr lang="en-US" altLang="zh-CN" b="1" dirty="0"/>
              <a:t>C</a:t>
            </a:r>
            <a:r>
              <a:rPr lang="zh-CN" altLang="en-US" b="1" dirty="0"/>
              <a:t>语言中的</a:t>
            </a:r>
            <a:r>
              <a:rPr lang="zh-CN" altLang="en-US" b="1" dirty="0">
                <a:solidFill>
                  <a:srgbClr val="FF3300"/>
                </a:solidFill>
              </a:rPr>
              <a:t>函数</a:t>
            </a:r>
            <a:r>
              <a:rPr lang="zh-CN" altLang="en-US" b="1" dirty="0"/>
              <a:t>机制</a:t>
            </a:r>
          </a:p>
          <a:p>
            <a:pPr marL="1143000" lvl="2" indent="-228600" eaLnBrk="1" hangingPunct="1">
              <a:buNone/>
            </a:pPr>
            <a:endParaRPr lang="en-US" altLang="zh-CN" b="1"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28355">
                                            <p:txEl>
                                              <p:pRg st="4" end="4"/>
                                            </p:txEl>
                                          </p:spTgt>
                                        </p:tgtEl>
                                        <p:attrNameLst>
                                          <p:attrName>style.visibility</p:attrName>
                                        </p:attrNameLst>
                                      </p:cBhvr>
                                      <p:to>
                                        <p:strVal val="visible"/>
                                      </p:to>
                                    </p:set>
                                    <p:animEffect transition="in" filter="dissolve">
                                      <p:cBhvr>
                                        <p:cTn id="7" dur="500"/>
                                        <p:tgtEl>
                                          <p:spTgt spid="228355">
                                            <p:txEl>
                                              <p:pRg st="4" end="4"/>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28357"/>
                                        </p:tgtEl>
                                        <p:attrNameLst>
                                          <p:attrName>style.visibility</p:attrName>
                                        </p:attrNameLst>
                                      </p:cBhvr>
                                      <p:to>
                                        <p:strVal val="visible"/>
                                      </p:to>
                                    </p:set>
                                    <p:animEffect transition="in" filter="dissolve">
                                      <p:cBhvr>
                                        <p:cTn id="12" dur="500"/>
                                        <p:tgtEl>
                                          <p:spTgt spid="2283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8357"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21</a:t>
            </a:fld>
            <a:endParaRPr lang="zh-CN" altLang="en-US" sz="1400" b="1" dirty="0"/>
          </a:p>
        </p:txBody>
      </p:sp>
      <p:sp>
        <p:nvSpPr>
          <p:cNvPr id="17411" name="Rectangle 4"/>
          <p:cNvSpPr>
            <a:spLocks noGrp="1"/>
          </p:cNvSpPr>
          <p:nvPr>
            <p:ph idx="1"/>
          </p:nvPr>
        </p:nvSpPr>
        <p:spPr>
          <a:xfrm>
            <a:off x="685800" y="1319213"/>
            <a:ext cx="7772400" cy="5133975"/>
          </a:xfrm>
        </p:spPr>
        <p:txBody>
          <a:bodyPr vert="horz" wrap="square" lIns="92075" tIns="46038" rIns="92075" bIns="46038" anchor="t"/>
          <a:lstStyle/>
          <a:p>
            <a:pPr eaLnBrk="1" hangingPunct="1">
              <a:buNone/>
            </a:pPr>
            <a:r>
              <a:rPr lang="zh-CN" altLang="en-US" sz="2400" b="1" dirty="0"/>
              <a:t>5.</a:t>
            </a:r>
            <a:r>
              <a:rPr lang="en-US" altLang="zh-CN" sz="2400" b="1" dirty="0"/>
              <a:t>3</a:t>
            </a:r>
            <a:r>
              <a:rPr lang="zh-CN" altLang="en-US" sz="2400" b="1" dirty="0"/>
              <a:t>  子程序概念与设计</a:t>
            </a:r>
          </a:p>
          <a:p>
            <a:pPr eaLnBrk="1" hangingPunct="1">
              <a:buNone/>
            </a:pPr>
            <a:r>
              <a:rPr lang="zh-CN" altLang="en-US" sz="2400" b="1" dirty="0"/>
              <a:t>5.</a:t>
            </a:r>
            <a:r>
              <a:rPr lang="en-US" altLang="zh-CN" sz="2400" b="1" dirty="0"/>
              <a:t>4</a:t>
            </a:r>
            <a:r>
              <a:rPr lang="zh-CN" altLang="en-US" sz="2400" b="1" dirty="0"/>
              <a:t>  </a:t>
            </a:r>
            <a:r>
              <a:rPr lang="en-US" altLang="zh-CN" sz="2400" b="1" dirty="0"/>
              <a:t>C</a:t>
            </a:r>
            <a:r>
              <a:rPr lang="zh-CN" altLang="en-US" sz="2400" b="1" dirty="0"/>
              <a:t>语言的函数</a:t>
            </a:r>
          </a:p>
          <a:p>
            <a:pPr lvl="1" eaLnBrk="1" hangingPunct="1">
              <a:buNone/>
            </a:pPr>
            <a:r>
              <a:rPr lang="zh-CN" altLang="en-US" sz="2400" b="1" dirty="0">
                <a:solidFill>
                  <a:srgbClr val="FF6600"/>
                </a:solidFill>
                <a:latin typeface="黑体" panose="02010609060101010101" pitchFamily="49" charset="-122"/>
                <a:ea typeface="黑体" panose="02010609060101010101" pitchFamily="49" charset="-122"/>
              </a:rPr>
              <a:t>5.</a:t>
            </a:r>
            <a:r>
              <a:rPr lang="en-US" altLang="zh-CN" sz="2400" b="1" dirty="0">
                <a:solidFill>
                  <a:srgbClr val="FF6600"/>
                </a:solidFill>
                <a:latin typeface="黑体" panose="02010609060101010101" pitchFamily="49" charset="-122"/>
                <a:ea typeface="黑体" panose="02010609060101010101" pitchFamily="49" charset="-122"/>
              </a:rPr>
              <a:t>4</a:t>
            </a:r>
            <a:r>
              <a:rPr lang="zh-CN" altLang="en-US" sz="2400" b="1" dirty="0">
                <a:solidFill>
                  <a:srgbClr val="FF6600"/>
                </a:solidFill>
                <a:latin typeface="黑体" panose="02010609060101010101" pitchFamily="49" charset="-122"/>
                <a:ea typeface="黑体" panose="02010609060101010101" pitchFamily="49" charset="-122"/>
              </a:rPr>
              <a:t>.1  函数</a:t>
            </a:r>
          </a:p>
          <a:p>
            <a:pPr lvl="1" eaLnBrk="1" hangingPunct="1">
              <a:buNone/>
            </a:pPr>
            <a:r>
              <a:rPr lang="zh-CN" altLang="en-US" sz="2400" b="1" dirty="0">
                <a:latin typeface="黑体" panose="02010609060101010101" pitchFamily="49" charset="-122"/>
                <a:ea typeface="黑体" panose="02010609060101010101" pitchFamily="49" charset="-122"/>
              </a:rPr>
              <a:t>5.</a:t>
            </a:r>
            <a:r>
              <a:rPr lang="en-US" altLang="zh-CN" sz="2400" b="1" dirty="0">
                <a:latin typeface="黑体" panose="02010609060101010101" pitchFamily="49" charset="-122"/>
                <a:ea typeface="黑体" panose="02010609060101010101" pitchFamily="49" charset="-122"/>
              </a:rPr>
              <a:t>4</a:t>
            </a:r>
            <a:r>
              <a:rPr lang="zh-CN" altLang="en-US" sz="2400" b="1" dirty="0">
                <a:latin typeface="黑体" panose="02010609060101010101" pitchFamily="49" charset="-122"/>
                <a:ea typeface="黑体" panose="02010609060101010101" pitchFamily="49" charset="-122"/>
              </a:rPr>
              <a:t>.2  函数的定义</a:t>
            </a:r>
          </a:p>
          <a:p>
            <a:pPr lvl="1" eaLnBrk="1" hangingPunct="1">
              <a:buNone/>
            </a:pPr>
            <a:r>
              <a:rPr lang="zh-CN" altLang="en-US" sz="2400" b="1" dirty="0">
                <a:latin typeface="黑体" panose="02010609060101010101" pitchFamily="49" charset="-122"/>
                <a:ea typeface="黑体" panose="02010609060101010101" pitchFamily="49" charset="-122"/>
              </a:rPr>
              <a:t>5.</a:t>
            </a:r>
            <a:r>
              <a:rPr lang="en-US" altLang="zh-CN" sz="2400" b="1" dirty="0">
                <a:latin typeface="黑体" panose="02010609060101010101" pitchFamily="49" charset="-122"/>
                <a:ea typeface="黑体" panose="02010609060101010101" pitchFamily="49" charset="-122"/>
              </a:rPr>
              <a:t>4</a:t>
            </a:r>
            <a:r>
              <a:rPr lang="zh-CN" altLang="en-US" sz="2400" b="1" dirty="0">
                <a:latin typeface="黑体" panose="02010609060101010101" pitchFamily="49" charset="-122"/>
                <a:ea typeface="黑体" panose="02010609060101010101" pitchFamily="49" charset="-122"/>
              </a:rPr>
              <a:t>.</a:t>
            </a:r>
            <a:r>
              <a:rPr lang="en-US" altLang="zh-CN" sz="2400" b="1" dirty="0">
                <a:latin typeface="黑体" panose="02010609060101010101" pitchFamily="49" charset="-122"/>
                <a:ea typeface="黑体" panose="02010609060101010101" pitchFamily="49" charset="-122"/>
              </a:rPr>
              <a:t>3  </a:t>
            </a:r>
            <a:r>
              <a:rPr lang="zh-CN" altLang="en-US" sz="2400" b="1" dirty="0">
                <a:latin typeface="黑体" panose="02010609060101010101" pitchFamily="49" charset="-122"/>
                <a:ea typeface="黑体" panose="02010609060101010101" pitchFamily="49" charset="-122"/>
              </a:rPr>
              <a:t>函数的调用</a:t>
            </a:r>
          </a:p>
          <a:p>
            <a:pPr lvl="1" eaLnBrk="1" hangingPunct="1">
              <a:buNone/>
            </a:pPr>
            <a:r>
              <a:rPr lang="en-US" altLang="zh-CN" sz="2400" b="1" dirty="0">
                <a:latin typeface="黑体" panose="02010609060101010101" pitchFamily="49" charset="-122"/>
                <a:ea typeface="黑体" panose="02010609060101010101" pitchFamily="49" charset="-122"/>
              </a:rPr>
              <a:t>5.4.4  </a:t>
            </a:r>
            <a:r>
              <a:rPr lang="zh-CN" altLang="en-US" sz="2400" b="1" dirty="0">
                <a:latin typeface="黑体" panose="02010609060101010101" pitchFamily="49" charset="-122"/>
                <a:ea typeface="黑体" panose="02010609060101010101" pitchFamily="49" charset="-122"/>
              </a:rPr>
              <a:t>函数原型</a:t>
            </a:r>
          </a:p>
          <a:p>
            <a:pPr eaLnBrk="1" hangingPunct="1">
              <a:buNone/>
            </a:pPr>
            <a:r>
              <a:rPr lang="zh-CN" altLang="en-US" sz="2400" b="1" dirty="0"/>
              <a:t>5.</a:t>
            </a:r>
            <a:r>
              <a:rPr lang="en-US" altLang="zh-CN" sz="2400" b="1" dirty="0"/>
              <a:t>5</a:t>
            </a:r>
            <a:r>
              <a:rPr lang="zh-CN" altLang="en-US" sz="2400" b="1" dirty="0"/>
              <a:t>  头文件</a:t>
            </a:r>
          </a:p>
          <a:p>
            <a:pPr eaLnBrk="1" hangingPunct="1">
              <a:buNone/>
            </a:pPr>
            <a:r>
              <a:rPr lang="zh-CN" altLang="en-US" sz="2400" b="1" dirty="0"/>
              <a:t>5.</a:t>
            </a:r>
            <a:r>
              <a:rPr lang="en-US" altLang="zh-CN" sz="2400" b="1" dirty="0"/>
              <a:t>6</a:t>
            </a:r>
            <a:r>
              <a:rPr lang="zh-CN" altLang="en-US" sz="2400" b="1" dirty="0"/>
              <a:t>  函数应用举例</a:t>
            </a:r>
          </a:p>
        </p:txBody>
      </p:sp>
      <p:sp>
        <p:nvSpPr>
          <p:cNvPr id="17412" name="Rectangle 5"/>
          <p:cNvSpPr>
            <a:spLocks noGrp="1"/>
          </p:cNvSpPr>
          <p:nvPr>
            <p:ph type="title"/>
          </p:nvPr>
        </p:nvSpPr>
        <p:spPr/>
        <p:txBody>
          <a:bodyPr vert="horz" wrap="square" lIns="91440" tIns="45720" rIns="91440" bIns="45720" anchor="ctr"/>
          <a:lstStyle/>
          <a:p>
            <a:pPr eaLnBrk="1" hangingPunct="1"/>
            <a:r>
              <a:rPr lang="zh-CN" altLang="en-US" b="1" dirty="0"/>
              <a:t>提纲</a:t>
            </a: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22</a:t>
            </a:fld>
            <a:endParaRPr lang="zh-CN" altLang="en-US" sz="1400" b="1" dirty="0"/>
          </a:p>
        </p:txBody>
      </p:sp>
      <p:sp>
        <p:nvSpPr>
          <p:cNvPr id="87045" name="Text Box 5"/>
          <p:cNvSpPr txBox="1"/>
          <p:nvPr/>
        </p:nvSpPr>
        <p:spPr>
          <a:xfrm>
            <a:off x="609600" y="1454150"/>
            <a:ext cx="7924800" cy="505301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spcBef>
                <a:spcPct val="50000"/>
              </a:spcBef>
              <a:buClr>
                <a:srgbClr val="990099"/>
              </a:buClr>
              <a:buSzPct val="75000"/>
              <a:buFont typeface="Monotype Sorts" charset="2"/>
              <a:buChar char="u"/>
            </a:pPr>
            <a:r>
              <a:rPr lang="en-US" altLang="zh-CN" sz="2600" b="1" dirty="0"/>
              <a:t>  C</a:t>
            </a:r>
            <a:r>
              <a:rPr lang="zh-CN" altLang="en-US" sz="2600" b="1" dirty="0"/>
              <a:t>语言中用函数实现子程序设计思想。较大的</a:t>
            </a:r>
            <a:r>
              <a:rPr lang="en-US" altLang="zh-CN" sz="2600" b="1" dirty="0"/>
              <a:t>C</a:t>
            </a:r>
            <a:r>
              <a:rPr lang="zh-CN" altLang="en-US" sz="2600" b="1" dirty="0"/>
              <a:t>语言应用程序，往往是由多个函数组成的（用户自定义函数或标准库函数），每个函数完成明确的功能；</a:t>
            </a:r>
          </a:p>
          <a:p>
            <a:pPr marL="0" lvl="0" indent="0" eaLnBrk="1" hangingPunct="1">
              <a:spcBef>
                <a:spcPct val="50000"/>
              </a:spcBef>
              <a:buClr>
                <a:srgbClr val="990099"/>
              </a:buClr>
              <a:buSzPct val="75000"/>
              <a:buFont typeface="Monotype Sorts" charset="2"/>
              <a:buChar char="u"/>
            </a:pPr>
            <a:r>
              <a:rPr lang="zh-CN" altLang="en-US" sz="2600" b="1" dirty="0"/>
              <a:t>每一个函数应该只完成单一的预定好的任务，并且函数名能有效地反映函数完成的任务；如果不能选择简洁的函数名，那可能函数完成的功能太多，建议拆分成几个较小的函数。</a:t>
            </a:r>
          </a:p>
          <a:p>
            <a:pPr marL="0" lvl="0" indent="0" eaLnBrk="1" hangingPunct="1">
              <a:spcBef>
                <a:spcPct val="50000"/>
              </a:spcBef>
              <a:buClr>
                <a:srgbClr val="990099"/>
              </a:buClr>
              <a:buSzPct val="75000"/>
              <a:buFont typeface="Monotype Sorts" charset="2"/>
              <a:buChar char="u"/>
            </a:pPr>
            <a:r>
              <a:rPr lang="en-US" altLang="zh-CN" sz="2600" b="1" dirty="0"/>
              <a:t>C</a:t>
            </a:r>
            <a:r>
              <a:rPr lang="zh-CN" altLang="en-US" sz="2600" b="1" dirty="0"/>
              <a:t>标准库提供了丰富的函数集，能够完成常用的数学计算、字符串操作、输入/输出等有用操作，程序员可以直接使用、从而减少工作量；</a:t>
            </a:r>
          </a:p>
          <a:p>
            <a:pPr marL="0" lvl="0" indent="0" eaLnBrk="1" hangingPunct="1">
              <a:spcBef>
                <a:spcPct val="50000"/>
              </a:spcBef>
              <a:buClr>
                <a:srgbClr val="990099"/>
              </a:buClr>
              <a:buSzPct val="75000"/>
              <a:buFont typeface="Monotype Sorts" charset="2"/>
              <a:buNone/>
            </a:pPr>
            <a:endParaRPr lang="zh-CN" altLang="en-US" sz="2600" b="1" dirty="0"/>
          </a:p>
        </p:txBody>
      </p:sp>
      <p:sp>
        <p:nvSpPr>
          <p:cNvPr id="165894" name="Rectangle 1030"/>
          <p:cNvSpPr>
            <a:spLocks noGrp="1"/>
          </p:cNvSpPr>
          <p:nvPr>
            <p:ph type="title"/>
          </p:nvPr>
        </p:nvSpPr>
        <p:spPr>
          <a:xfrm>
            <a:off x="1066800" y="434975"/>
            <a:ext cx="7772400" cy="720725"/>
          </a:xfrm>
        </p:spPr>
        <p:txBody>
          <a:bodyPr vert="horz" wrap="square" lIns="91440" tIns="45720" rIns="91440" bIns="45720" anchor="ctr"/>
          <a:lstStyle/>
          <a:p>
            <a:pPr eaLnBrk="1" hangingPunct="1"/>
            <a:r>
              <a:rPr lang="en-US" altLang="zh-CN" b="1" dirty="0"/>
              <a:t>5.4.1    </a:t>
            </a:r>
            <a:r>
              <a:rPr lang="zh-CN" altLang="en-US" b="1" dirty="0"/>
              <a:t>函数</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87045"/>
                                        </p:tgtEl>
                                        <p:attrNameLst>
                                          <p:attrName>style.visibility</p:attrName>
                                        </p:attrNameLst>
                                      </p:cBhvr>
                                      <p:to>
                                        <p:strVal val="visible"/>
                                      </p:to>
                                    </p:set>
                                    <p:animEffect transition="in" filter="box(in)">
                                      <p:cBhvr>
                                        <p:cTn id="7" dur="500"/>
                                        <p:tgtEl>
                                          <p:spTgt spid="87045"/>
                                        </p:tgtEl>
                                      </p:cBhvr>
                                    </p:animEffect>
                                  </p:childTnLst>
                                </p:cTn>
                              </p:par>
                              <p:par>
                                <p:cTn id="8" presetID="4" presetClass="entr" presetSubtype="16" fill="hold" grpId="0" nodeType="withEffect">
                                  <p:stCondLst>
                                    <p:cond delay="0"/>
                                  </p:stCondLst>
                                  <p:childTnLst>
                                    <p:set>
                                      <p:cBhvr>
                                        <p:cTn id="9" dur="1" fill="hold">
                                          <p:stCondLst>
                                            <p:cond delay="0"/>
                                          </p:stCondLst>
                                        </p:cTn>
                                        <p:tgtEl>
                                          <p:spTgt spid="165894"/>
                                        </p:tgtEl>
                                        <p:attrNameLst>
                                          <p:attrName>style.visibility</p:attrName>
                                        </p:attrNameLst>
                                      </p:cBhvr>
                                      <p:to>
                                        <p:strVal val="visible"/>
                                      </p:to>
                                    </p:set>
                                    <p:animEffect transition="in" filter="box(in)">
                                      <p:cBhvr>
                                        <p:cTn id="10" dur="500"/>
                                        <p:tgtEl>
                                          <p:spTgt spid="1658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045" grpId="0"/>
      <p:bldP spid="16589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23</a:t>
            </a:fld>
            <a:endParaRPr lang="zh-CN" altLang="en-US" sz="1400" b="1" dirty="0"/>
          </a:p>
        </p:txBody>
      </p:sp>
      <p:sp>
        <p:nvSpPr>
          <p:cNvPr id="20483" name="Rectangle 4"/>
          <p:cNvSpPr>
            <a:spLocks noGrp="1"/>
          </p:cNvSpPr>
          <p:nvPr>
            <p:ph type="title"/>
          </p:nvPr>
        </p:nvSpPr>
        <p:spPr/>
        <p:txBody>
          <a:bodyPr vert="horz" wrap="square" lIns="91440" tIns="45720" rIns="91440" bIns="45720" anchor="ctr"/>
          <a:lstStyle/>
          <a:p>
            <a:pPr eaLnBrk="1" hangingPunct="1"/>
            <a:r>
              <a:rPr lang="en-US" altLang="zh-CN" b="1" dirty="0"/>
              <a:t>5.4.2    </a:t>
            </a:r>
            <a:r>
              <a:rPr lang="zh-CN" altLang="en-US" b="1" dirty="0"/>
              <a:t>函数的定义</a:t>
            </a:r>
          </a:p>
        </p:txBody>
      </p:sp>
      <p:sp>
        <p:nvSpPr>
          <p:cNvPr id="20484" name="Rectangle 5"/>
          <p:cNvSpPr/>
          <p:nvPr/>
        </p:nvSpPr>
        <p:spPr>
          <a:xfrm>
            <a:off x="901700" y="1535113"/>
            <a:ext cx="7772400" cy="4611687"/>
          </a:xfrm>
          <a:prstGeom prst="rect">
            <a:avLst/>
          </a:prstGeom>
          <a:noFill/>
          <a:ln w="9525">
            <a:noFill/>
          </a:ln>
        </p:spPr>
        <p:txBody>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pPr>
            <a:r>
              <a:rPr lang="zh-CN" altLang="en-US" b="1" dirty="0"/>
              <a:t>函数设计的要求：</a:t>
            </a:r>
          </a:p>
          <a:p>
            <a:pPr marL="742950" lvl="1" indent="-285750" eaLnBrk="1" hangingPunct="1">
              <a:lnSpc>
                <a:spcPct val="90000"/>
              </a:lnSpc>
            </a:pPr>
            <a:r>
              <a:rPr lang="zh-CN" altLang="en-US" b="1" dirty="0"/>
              <a:t>明确该函数的功能（函数应该只完成单一的任务）；</a:t>
            </a:r>
          </a:p>
          <a:p>
            <a:pPr marL="742950" lvl="1" indent="-285750" eaLnBrk="1" hangingPunct="1">
              <a:lnSpc>
                <a:spcPct val="90000"/>
              </a:lnSpc>
            </a:pPr>
            <a:r>
              <a:rPr lang="zh-CN" altLang="en-US" b="1" dirty="0"/>
              <a:t>定义该函数的接口（即函数头，包括函数名、参数和返回值）</a:t>
            </a:r>
          </a:p>
          <a:p>
            <a:pPr marL="742950" lvl="1" indent="-285750" eaLnBrk="1" hangingPunct="1">
              <a:lnSpc>
                <a:spcPct val="90000"/>
              </a:lnSpc>
            </a:pPr>
            <a:r>
              <a:rPr lang="zh-CN" altLang="en-US" b="1" dirty="0"/>
              <a:t>定义该函数的功能实现部分</a:t>
            </a:r>
            <a:endParaRPr lang="en-US" altLang="zh-CN" b="1" dirty="0"/>
          </a:p>
          <a:p>
            <a:pPr marL="742950" lvl="1" indent="-285750" eaLnBrk="1" hangingPunct="1">
              <a:lnSpc>
                <a:spcPct val="90000"/>
              </a:lnSpc>
            </a:pPr>
            <a:endParaRPr lang="en-US" altLang="zh-CN" dirty="0"/>
          </a:p>
          <a:p>
            <a:pPr indent="-285750" eaLnBrk="1" hangingPunct="1">
              <a:lnSpc>
                <a:spcPct val="90000"/>
              </a:lnSpc>
            </a:pPr>
            <a:r>
              <a:rPr lang="zh-CN" altLang="en-US" b="1" dirty="0"/>
              <a:t>例：看 </a:t>
            </a:r>
            <a:r>
              <a:rPr lang="en-US" altLang="zh-CN" b="1" dirty="0"/>
              <a:t>"c-</a:t>
            </a:r>
            <a:r>
              <a:rPr lang="en-US" altLang="zh-CN" b="1" dirty="0" err="1"/>
              <a:t>guide"</a:t>
            </a:r>
            <a:r>
              <a:rPr lang="en-US" altLang="zh-CN" dirty="0" err="1"/>
              <a:t>c</a:t>
            </a:r>
            <a:r>
              <a:rPr lang="zh-CN" altLang="en-US" dirty="0"/>
              <a:t>指导手册中的函数说明</a:t>
            </a:r>
            <a:endParaRPr lang="zh-CN" altLang="en-US" b="1" dirty="0"/>
          </a:p>
          <a:p>
            <a:pPr marL="742950" lvl="1" indent="-285750" eaLnBrk="1" hangingPunct="1">
              <a:lnSpc>
                <a:spcPct val="90000"/>
              </a:lnSpc>
            </a:pPr>
            <a:endParaRPr lang="zh-CN" altLang="en-US" b="1" dirty="0"/>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24</a:t>
            </a:fld>
            <a:endParaRPr lang="zh-CN" altLang="en-US" sz="1400" b="1" dirty="0"/>
          </a:p>
        </p:txBody>
      </p:sp>
      <p:sp>
        <p:nvSpPr>
          <p:cNvPr id="21507" name="Rectangle 2"/>
          <p:cNvSpPr>
            <a:spLocks noGrp="1"/>
          </p:cNvSpPr>
          <p:nvPr>
            <p:ph type="title"/>
          </p:nvPr>
        </p:nvSpPr>
        <p:spPr/>
        <p:txBody>
          <a:bodyPr vert="horz" wrap="square" lIns="91440" tIns="45720" rIns="91440" bIns="45720" anchor="ctr"/>
          <a:lstStyle/>
          <a:p>
            <a:pPr eaLnBrk="1" hangingPunct="1"/>
            <a:r>
              <a:rPr lang="en-US" altLang="zh-CN" b="1" dirty="0"/>
              <a:t>5.4.2    </a:t>
            </a:r>
            <a:r>
              <a:rPr lang="zh-CN" altLang="en-US" b="1" dirty="0"/>
              <a:t>函数的定义</a:t>
            </a:r>
          </a:p>
        </p:txBody>
      </p:sp>
      <p:sp>
        <p:nvSpPr>
          <p:cNvPr id="21508" name="Rectangle 4"/>
          <p:cNvSpPr>
            <a:spLocks noGrp="1"/>
          </p:cNvSpPr>
          <p:nvPr>
            <p:ph idx="1"/>
          </p:nvPr>
        </p:nvSpPr>
        <p:spPr>
          <a:xfrm>
            <a:off x="395288" y="1193800"/>
            <a:ext cx="8353425" cy="4611688"/>
          </a:xfrm>
        </p:spPr>
        <p:txBody>
          <a:bodyPr vert="horz" wrap="square" lIns="91440" tIns="45720" rIns="91440" bIns="45720" anchor="t"/>
          <a:lstStyle/>
          <a:p>
            <a:pPr eaLnBrk="1" hangingPunct="1">
              <a:buNone/>
            </a:pPr>
            <a:r>
              <a:rPr lang="zh-CN" altLang="en-US" b="1" dirty="0">
                <a:solidFill>
                  <a:srgbClr val="CC3300"/>
                </a:solidFill>
              </a:rPr>
              <a:t>函数定义的格式：</a:t>
            </a:r>
          </a:p>
          <a:p>
            <a:pPr eaLnBrk="1" hangingPunct="1">
              <a:buNone/>
            </a:pPr>
            <a:r>
              <a:rPr lang="zh-CN" altLang="en-US" b="1" dirty="0"/>
              <a:t>    返回值类型  函数名( 参数列表 ) </a:t>
            </a:r>
            <a:r>
              <a:rPr lang="en-US" altLang="zh-CN" b="1" dirty="0">
                <a:solidFill>
                  <a:srgbClr val="003399"/>
                </a:solidFill>
              </a:rPr>
              <a:t>/*</a:t>
            </a:r>
            <a:r>
              <a:rPr lang="zh-CN" altLang="en-US" b="1" dirty="0">
                <a:solidFill>
                  <a:srgbClr val="003399"/>
                </a:solidFill>
              </a:rPr>
              <a:t>接口定义部分*</a:t>
            </a:r>
            <a:r>
              <a:rPr lang="en-US" altLang="zh-CN" b="1" dirty="0">
                <a:solidFill>
                  <a:srgbClr val="003399"/>
                </a:solidFill>
              </a:rPr>
              <a:t>/</a:t>
            </a:r>
            <a:endParaRPr lang="zh-CN" altLang="en-US" b="1" dirty="0"/>
          </a:p>
          <a:p>
            <a:pPr eaLnBrk="1" hangingPunct="1">
              <a:buNone/>
            </a:pPr>
            <a:r>
              <a:rPr lang="zh-CN" altLang="en-US" b="1" dirty="0"/>
              <a:t>    { </a:t>
            </a:r>
          </a:p>
          <a:p>
            <a:pPr eaLnBrk="1" hangingPunct="1">
              <a:buNone/>
            </a:pPr>
            <a:r>
              <a:rPr lang="zh-CN" altLang="en-US" b="1" dirty="0"/>
              <a:t>		 声明</a:t>
            </a:r>
          </a:p>
          <a:p>
            <a:pPr eaLnBrk="1" hangingPunct="1">
              <a:buNone/>
            </a:pPr>
            <a:r>
              <a:rPr lang="zh-CN" altLang="en-US" b="1" dirty="0"/>
              <a:t>            语句</a:t>
            </a:r>
          </a:p>
          <a:p>
            <a:pPr eaLnBrk="1" hangingPunct="1">
              <a:buNone/>
            </a:pPr>
            <a:r>
              <a:rPr lang="zh-CN" altLang="en-US" b="1" dirty="0"/>
              <a:t>    }</a:t>
            </a:r>
          </a:p>
          <a:p>
            <a:pPr eaLnBrk="1" hangingPunct="1">
              <a:buNone/>
            </a:pPr>
            <a:endParaRPr lang="zh-CN" altLang="en-US" b="1" dirty="0"/>
          </a:p>
        </p:txBody>
      </p:sp>
      <p:sp>
        <p:nvSpPr>
          <p:cNvPr id="21509" name="AutoShape 5"/>
          <p:cNvSpPr/>
          <p:nvPr/>
        </p:nvSpPr>
        <p:spPr>
          <a:xfrm>
            <a:off x="2555875" y="2708275"/>
            <a:ext cx="217488" cy="1223963"/>
          </a:xfrm>
          <a:prstGeom prst="rightBrace">
            <a:avLst>
              <a:gd name="adj1" fmla="val 46897"/>
              <a:gd name="adj2" fmla="val 50000"/>
            </a:avLst>
          </a:prstGeom>
          <a:noFill/>
          <a:ln w="9525" cap="flat" cmpd="sng">
            <a:solidFill>
              <a:srgbClr val="FF3300"/>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lnSpc>
                <a:spcPct val="90000"/>
              </a:lnSpc>
              <a:buNone/>
            </a:pPr>
            <a:endParaRPr lang="zh-CN" altLang="en-US" sz="2200" b="1" dirty="0"/>
          </a:p>
        </p:txBody>
      </p:sp>
      <p:sp>
        <p:nvSpPr>
          <p:cNvPr id="21510" name="Text Box 6"/>
          <p:cNvSpPr txBox="1"/>
          <p:nvPr/>
        </p:nvSpPr>
        <p:spPr>
          <a:xfrm>
            <a:off x="2843213" y="2852738"/>
            <a:ext cx="3132137" cy="11176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spcBef>
                <a:spcPct val="0"/>
              </a:spcBef>
              <a:buNone/>
            </a:pPr>
            <a:r>
              <a:rPr lang="en-US" altLang="zh-CN" b="1" dirty="0">
                <a:solidFill>
                  <a:srgbClr val="003399"/>
                </a:solidFill>
              </a:rPr>
              <a:t>/*</a:t>
            </a:r>
            <a:r>
              <a:rPr lang="zh-CN" altLang="en-US" b="1" dirty="0">
                <a:solidFill>
                  <a:srgbClr val="003399"/>
                </a:solidFill>
              </a:rPr>
              <a:t>功能实现部分*</a:t>
            </a:r>
            <a:r>
              <a:rPr lang="en-US" altLang="zh-CN" b="1" dirty="0">
                <a:solidFill>
                  <a:srgbClr val="003399"/>
                </a:solidFill>
              </a:rPr>
              <a:t>/</a:t>
            </a:r>
          </a:p>
          <a:p>
            <a:pPr marL="342900" lvl="0" indent="-342900" eaLnBrk="1" hangingPunct="1">
              <a:lnSpc>
                <a:spcPct val="90000"/>
              </a:lnSpc>
              <a:spcBef>
                <a:spcPct val="50000"/>
              </a:spcBef>
              <a:buNone/>
            </a:pPr>
            <a:endParaRPr lang="zh-CN" altLang="en-US" b="1" dirty="0"/>
          </a:p>
        </p:txBody>
      </p:sp>
      <p:sp>
        <p:nvSpPr>
          <p:cNvPr id="332807" name="Text Box 7"/>
          <p:cNvSpPr txBox="1"/>
          <p:nvPr/>
        </p:nvSpPr>
        <p:spPr>
          <a:xfrm>
            <a:off x="5341620" y="2205355"/>
            <a:ext cx="3910330" cy="4210685"/>
          </a:xfrm>
          <a:prstGeom prst="rect">
            <a:avLst/>
          </a:prstGeom>
          <a:solidFill>
            <a:srgbClr val="CCFFFF"/>
          </a:solidFill>
          <a:ln w="9525" cap="flat" cmpd="sng">
            <a:solidFill>
              <a:srgbClr val="008000"/>
            </a:solidFill>
            <a:prstDash val="solid"/>
            <a:miter/>
            <a:headEnd type="none" w="med" len="med"/>
            <a:tailEnd type="none" w="med" len="med"/>
          </a:ln>
        </p:spPr>
        <p:txBody>
          <a:bodyPr wrap="square">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lnSpc>
                <a:spcPct val="90000"/>
              </a:lnSpc>
              <a:buNone/>
            </a:pPr>
            <a:r>
              <a:rPr lang="en-US" altLang="en-US" sz="2400" b="1" dirty="0"/>
              <a:t>函数定义</a:t>
            </a:r>
            <a:r>
              <a:rPr lang="en-US" altLang="zh-CN" sz="2400" b="1" dirty="0"/>
              <a:t>:</a:t>
            </a:r>
            <a:r>
              <a:rPr lang="en-US" altLang="en-US" sz="2400" b="1" dirty="0"/>
              <a:t>求x的y次方</a:t>
            </a:r>
          </a:p>
          <a:p>
            <a:pPr marL="0" lvl="0" indent="0" eaLnBrk="1" hangingPunct="1">
              <a:lnSpc>
                <a:spcPct val="90000"/>
              </a:lnSpc>
              <a:buNone/>
            </a:pPr>
            <a:r>
              <a:rPr lang="en-US" altLang="en-US" sz="2400" b="1" dirty="0"/>
              <a:t>long long power(int x,int y) </a:t>
            </a:r>
          </a:p>
          <a:p>
            <a:pPr marL="0" lvl="0" indent="0" eaLnBrk="1" hangingPunct="1">
              <a:lnSpc>
                <a:spcPct val="90000"/>
              </a:lnSpc>
              <a:buNone/>
            </a:pPr>
            <a:r>
              <a:rPr lang="en-US" altLang="en-US" sz="2400" b="1" dirty="0"/>
              <a:t>{</a:t>
            </a:r>
          </a:p>
          <a:p>
            <a:pPr marL="0" lvl="0" indent="0" eaLnBrk="1" hangingPunct="1">
              <a:lnSpc>
                <a:spcPct val="90000"/>
              </a:lnSpc>
              <a:buNone/>
            </a:pPr>
            <a:r>
              <a:rPr lang="en-US" altLang="en-US" sz="2400" b="1" dirty="0"/>
              <a:t>    int i;</a:t>
            </a:r>
          </a:p>
          <a:p>
            <a:pPr marL="0" lvl="0" indent="0" eaLnBrk="1" hangingPunct="1">
              <a:lnSpc>
                <a:spcPct val="90000"/>
              </a:lnSpc>
              <a:buNone/>
            </a:pPr>
            <a:r>
              <a:rPr lang="en-US" altLang="en-US" sz="2400" b="1" dirty="0"/>
              <a:t>    long long p; </a:t>
            </a:r>
          </a:p>
          <a:p>
            <a:pPr marL="0" lvl="0" indent="0" eaLnBrk="1" hangingPunct="1">
              <a:lnSpc>
                <a:spcPct val="90000"/>
              </a:lnSpc>
              <a:buNone/>
            </a:pPr>
            <a:r>
              <a:rPr lang="en-US" altLang="en-US" sz="2400" b="1" dirty="0"/>
              <a:t>    </a:t>
            </a:r>
            <a:r>
              <a:rPr lang="en-US" altLang="en-US" sz="2200" b="1" dirty="0"/>
              <a:t>p</a:t>
            </a:r>
            <a:r>
              <a:rPr lang="en-US" altLang="zh-CN" sz="2200" b="1" dirty="0"/>
              <a:t> </a:t>
            </a:r>
            <a:r>
              <a:rPr lang="en-US" altLang="en-US" sz="2200" b="1" dirty="0"/>
              <a:t>=</a:t>
            </a:r>
            <a:r>
              <a:rPr lang="en-US" altLang="zh-CN" sz="2200" b="1" dirty="0"/>
              <a:t> </a:t>
            </a:r>
            <a:r>
              <a:rPr lang="en-US" altLang="en-US" sz="2200" b="1" dirty="0"/>
              <a:t>1</a:t>
            </a:r>
            <a:r>
              <a:rPr lang="en-US" altLang="zh-CN" sz="2200" b="1" dirty="0"/>
              <a:t>；</a:t>
            </a:r>
            <a:endParaRPr lang="en-US" altLang="en-US" sz="2400" b="1" dirty="0"/>
          </a:p>
          <a:p>
            <a:pPr marL="0" lvl="0" indent="0" eaLnBrk="1" hangingPunct="1">
              <a:lnSpc>
                <a:spcPct val="90000"/>
              </a:lnSpc>
              <a:buNone/>
            </a:pPr>
            <a:r>
              <a:rPr lang="en-US" altLang="en-US" sz="2400" b="1" dirty="0"/>
              <a:t>    for (</a:t>
            </a:r>
            <a:r>
              <a:rPr lang="en-US" altLang="zh-CN" sz="2400" b="1" dirty="0"/>
              <a:t>i </a:t>
            </a:r>
            <a:r>
              <a:rPr lang="en-US" altLang="en-US" sz="2400" b="1" dirty="0"/>
              <a:t>=</a:t>
            </a:r>
            <a:r>
              <a:rPr lang="en-US" altLang="zh-CN" sz="2400" b="1" dirty="0"/>
              <a:t> </a:t>
            </a:r>
            <a:r>
              <a:rPr lang="en-US" altLang="en-US" sz="2400" b="1" dirty="0"/>
              <a:t>1;</a:t>
            </a:r>
            <a:r>
              <a:rPr lang="en-US" altLang="zh-CN" sz="2400" b="1" dirty="0"/>
              <a:t>i </a:t>
            </a:r>
            <a:r>
              <a:rPr lang="en-US" altLang="en-US" sz="2400" b="1" dirty="0"/>
              <a:t>&lt;=</a:t>
            </a:r>
            <a:r>
              <a:rPr lang="en-US" altLang="zh-CN" sz="2400" b="1" dirty="0"/>
              <a:t> </a:t>
            </a:r>
            <a:r>
              <a:rPr lang="en-US" altLang="en-US" sz="2400" b="1" dirty="0"/>
              <a:t>y;i++) </a:t>
            </a:r>
          </a:p>
          <a:p>
            <a:pPr marL="0" lvl="0" indent="0" eaLnBrk="1" hangingPunct="1">
              <a:lnSpc>
                <a:spcPct val="90000"/>
              </a:lnSpc>
              <a:buNone/>
            </a:pPr>
            <a:r>
              <a:rPr lang="en-US" altLang="en-US" sz="2400" b="1" dirty="0"/>
              <a:t>       </a:t>
            </a:r>
            <a:r>
              <a:rPr lang="en-US" altLang="zh-CN" sz="2400" b="1" dirty="0"/>
              <a:t>   </a:t>
            </a:r>
            <a:r>
              <a:rPr lang="en-US" altLang="en-US" sz="2400" b="1" dirty="0"/>
              <a:t>p</a:t>
            </a:r>
            <a:r>
              <a:rPr lang="en-US" altLang="zh-CN" sz="2400" b="1" dirty="0"/>
              <a:t> </a:t>
            </a:r>
            <a:r>
              <a:rPr lang="en-US" altLang="en-US" sz="2400" b="1" dirty="0"/>
              <a:t>=</a:t>
            </a:r>
            <a:r>
              <a:rPr lang="en-US" altLang="zh-CN" sz="2400" b="1" dirty="0"/>
              <a:t> </a:t>
            </a:r>
            <a:r>
              <a:rPr lang="en-US" altLang="en-US" sz="2400" b="1" dirty="0"/>
              <a:t>p</a:t>
            </a:r>
            <a:r>
              <a:rPr lang="en-US" altLang="zh-CN" sz="2400" b="1" dirty="0"/>
              <a:t> </a:t>
            </a:r>
            <a:r>
              <a:rPr lang="en-US" altLang="en-US" sz="2400" b="1" dirty="0"/>
              <a:t>*</a:t>
            </a:r>
            <a:r>
              <a:rPr lang="en-US" altLang="zh-CN" sz="2400" b="1" dirty="0"/>
              <a:t> x</a:t>
            </a:r>
            <a:r>
              <a:rPr lang="en-US" altLang="en-US" sz="2400" b="1" dirty="0"/>
              <a:t>;</a:t>
            </a:r>
            <a:endParaRPr lang="en-US" altLang="zh-CN" sz="2400" b="1" dirty="0"/>
          </a:p>
          <a:p>
            <a:pPr marL="0" lvl="0" indent="0" eaLnBrk="1" hangingPunct="1">
              <a:lnSpc>
                <a:spcPct val="90000"/>
              </a:lnSpc>
              <a:buNone/>
            </a:pPr>
            <a:endParaRPr lang="en-US" altLang="en-US" sz="800" b="1" dirty="0"/>
          </a:p>
          <a:p>
            <a:pPr marL="0" lvl="0" indent="0" eaLnBrk="1" hangingPunct="1">
              <a:lnSpc>
                <a:spcPct val="90000"/>
              </a:lnSpc>
              <a:buNone/>
            </a:pPr>
            <a:r>
              <a:rPr lang="en-US" altLang="en-US" sz="2400" b="1" dirty="0"/>
              <a:t>    return p;           </a:t>
            </a:r>
          </a:p>
          <a:p>
            <a:pPr marL="0" lvl="0" indent="0" eaLnBrk="1" hangingPunct="1">
              <a:lnSpc>
                <a:spcPct val="90000"/>
              </a:lnSpc>
              <a:buNone/>
            </a:pPr>
            <a:r>
              <a:rPr lang="en-US" altLang="en-US" sz="2400" b="1" dirty="0"/>
              <a: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332807"/>
                                        </p:tgtEl>
                                        <p:attrNameLst>
                                          <p:attrName>style.visibility</p:attrName>
                                        </p:attrNameLst>
                                      </p:cBhvr>
                                      <p:to>
                                        <p:strVal val="visible"/>
                                      </p:to>
                                    </p:set>
                                    <p:anim calcmode="lin" valueType="num">
                                      <p:cBhvr>
                                        <p:cTn id="7" dur="500" fill="hold"/>
                                        <p:tgtEl>
                                          <p:spTgt spid="332807"/>
                                        </p:tgtEl>
                                        <p:attrNameLst>
                                          <p:attrName>ppt_w</p:attrName>
                                        </p:attrNameLst>
                                      </p:cBhvr>
                                      <p:tavLst>
                                        <p:tav tm="0">
                                          <p:val>
                                            <p:fltVal val="0"/>
                                          </p:val>
                                        </p:tav>
                                        <p:tav tm="100000">
                                          <p:val>
                                            <p:strVal val="#ppt_w"/>
                                          </p:val>
                                        </p:tav>
                                      </p:tavLst>
                                    </p:anim>
                                    <p:anim calcmode="lin" valueType="num">
                                      <p:cBhvr>
                                        <p:cTn id="8" dur="500" fill="hold"/>
                                        <p:tgtEl>
                                          <p:spTgt spid="332807"/>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2807" grpId="0" bldLvl="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25</a:t>
            </a:fld>
            <a:endParaRPr lang="zh-CN" altLang="en-US" sz="1400" b="1" dirty="0"/>
          </a:p>
        </p:txBody>
      </p:sp>
      <p:sp>
        <p:nvSpPr>
          <p:cNvPr id="22531" name="Rectangle 2"/>
          <p:cNvSpPr>
            <a:spLocks noGrp="1"/>
          </p:cNvSpPr>
          <p:nvPr>
            <p:ph type="title"/>
          </p:nvPr>
        </p:nvSpPr>
        <p:spPr/>
        <p:txBody>
          <a:bodyPr vert="horz" wrap="square" lIns="91440" tIns="45720" rIns="91440" bIns="45720" anchor="ctr"/>
          <a:lstStyle/>
          <a:p>
            <a:pPr eaLnBrk="1" hangingPunct="1"/>
            <a:r>
              <a:rPr lang="en-US" altLang="zh-CN" b="1" dirty="0"/>
              <a:t>5.4.2    </a:t>
            </a:r>
            <a:r>
              <a:rPr lang="zh-CN" altLang="en-US" b="1" dirty="0"/>
              <a:t>函数的定义</a:t>
            </a:r>
          </a:p>
        </p:txBody>
      </p:sp>
      <p:sp>
        <p:nvSpPr>
          <p:cNvPr id="22532" name="Rectangle 3"/>
          <p:cNvSpPr>
            <a:spLocks noGrp="1"/>
          </p:cNvSpPr>
          <p:nvPr>
            <p:ph idx="1"/>
          </p:nvPr>
        </p:nvSpPr>
        <p:spPr/>
        <p:txBody>
          <a:bodyPr vert="horz" wrap="square" lIns="91440" tIns="45720" rIns="91440" bIns="45720" anchor="t"/>
          <a:lstStyle/>
          <a:p>
            <a:pPr eaLnBrk="1" hangingPunct="1">
              <a:buNone/>
            </a:pPr>
            <a:r>
              <a:rPr lang="zh-CN" altLang="en-US" b="1" dirty="0">
                <a:solidFill>
                  <a:srgbClr val="FF3300"/>
                </a:solidFill>
              </a:rPr>
              <a:t>1、函数名</a:t>
            </a:r>
          </a:p>
          <a:p>
            <a:pPr eaLnBrk="1" hangingPunct="1">
              <a:buNone/>
            </a:pPr>
            <a:r>
              <a:rPr lang="zh-CN" altLang="en-US" sz="2400" b="1" dirty="0"/>
              <a:t>简洁、能反映出函数的功能。如：</a:t>
            </a:r>
            <a:r>
              <a:rPr lang="en-US" altLang="zh-CN" sz="2400" b="1" dirty="0"/>
              <a:t>square</a:t>
            </a:r>
            <a:r>
              <a:rPr lang="zh-CN" altLang="en-US" sz="2400" b="1" dirty="0"/>
              <a:t>、</a:t>
            </a:r>
            <a:r>
              <a:rPr lang="en-US" altLang="zh-CN" sz="2400" b="1" dirty="0"/>
              <a:t>printf</a:t>
            </a:r>
            <a:r>
              <a:rPr lang="zh-CN" altLang="en-US" sz="2400" b="1" dirty="0"/>
              <a:t>等。</a:t>
            </a:r>
            <a:endParaRPr lang="en-US" altLang="zh-CN" sz="2400" b="1" dirty="0">
              <a:solidFill>
                <a:srgbClr val="FF3300"/>
              </a:solidFill>
            </a:endParaRPr>
          </a:p>
          <a:p>
            <a:pPr eaLnBrk="1" hangingPunct="1">
              <a:buNone/>
            </a:pPr>
            <a:r>
              <a:rPr lang="en-US" altLang="zh-CN" b="1" dirty="0">
                <a:solidFill>
                  <a:srgbClr val="FF3300"/>
                </a:solidFill>
              </a:rPr>
              <a:t>2</a:t>
            </a:r>
            <a:r>
              <a:rPr lang="zh-CN" altLang="en-US" b="1" dirty="0">
                <a:solidFill>
                  <a:srgbClr val="FF3300"/>
                </a:solidFill>
              </a:rPr>
              <a:t>、参数列表</a:t>
            </a:r>
          </a:p>
          <a:p>
            <a:pPr eaLnBrk="1" hangingPunct="1">
              <a:buNone/>
            </a:pPr>
            <a:r>
              <a:rPr lang="zh-CN" altLang="en-US" sz="2400" b="1" dirty="0"/>
              <a:t>（</a:t>
            </a:r>
            <a:r>
              <a:rPr lang="en-US" altLang="zh-CN" sz="2400" b="1" dirty="0"/>
              <a:t>1</a:t>
            </a:r>
            <a:r>
              <a:rPr lang="zh-CN" altLang="en-US" sz="2400" b="1" dirty="0"/>
              <a:t>）参数列表声明了在调用函数时函数所接收的参数，形式为：</a:t>
            </a:r>
            <a:r>
              <a:rPr lang="zh-CN" altLang="en-US" sz="2400" b="1" dirty="0">
                <a:solidFill>
                  <a:srgbClr val="003399"/>
                </a:solidFill>
              </a:rPr>
              <a:t>数据类型  参数</a:t>
            </a:r>
            <a:r>
              <a:rPr lang="en-US" altLang="zh-CN" sz="2400" b="1" dirty="0">
                <a:solidFill>
                  <a:srgbClr val="003399"/>
                </a:solidFill>
              </a:rPr>
              <a:t>1[</a:t>
            </a:r>
            <a:r>
              <a:rPr lang="zh-CN" altLang="en-US" sz="2400" b="1" dirty="0">
                <a:solidFill>
                  <a:srgbClr val="003399"/>
                </a:solidFill>
              </a:rPr>
              <a:t>，数据类型  参数2</a:t>
            </a:r>
            <a:r>
              <a:rPr lang="zh-CN" altLang="en-US" sz="2400" b="1" dirty="0">
                <a:solidFill>
                  <a:srgbClr val="003399"/>
                </a:solidFill>
                <a:latin typeface="宋体" panose="02010600030101010101" pitchFamily="2" charset="-122"/>
              </a:rPr>
              <a:t>……</a:t>
            </a:r>
            <a:r>
              <a:rPr lang="zh-CN" altLang="en-US" sz="2400" b="1" dirty="0">
                <a:solidFill>
                  <a:srgbClr val="003399"/>
                </a:solidFill>
              </a:rPr>
              <a:t>] </a:t>
            </a:r>
          </a:p>
          <a:p>
            <a:pPr eaLnBrk="1" hangingPunct="1">
              <a:buNone/>
            </a:pPr>
            <a:r>
              <a:rPr lang="zh-CN" altLang="en-US" sz="2400" b="1" dirty="0"/>
              <a:t>（2）如果函数不接收任何参数，则参数列表为空 ；如 </a:t>
            </a:r>
            <a:r>
              <a:rPr lang="en-US" altLang="zh-CN" sz="2400" b="1" dirty="0"/>
              <a:t>int print(); </a:t>
            </a:r>
          </a:p>
          <a:p>
            <a:pPr eaLnBrk="1" hangingPunct="1">
              <a:buNone/>
            </a:pPr>
            <a:r>
              <a:rPr lang="zh-CN" altLang="en-US" sz="2400" b="1" dirty="0"/>
              <a:t>（</a:t>
            </a:r>
            <a:r>
              <a:rPr lang="en-US" altLang="zh-CN" sz="2400" b="1" dirty="0"/>
              <a:t>3</a:t>
            </a:r>
            <a:r>
              <a:rPr lang="zh-CN" altLang="en-US" sz="2400" b="1" dirty="0"/>
              <a:t>）如果不列出参数的类型，编译器就假定其为</a:t>
            </a:r>
            <a:r>
              <a:rPr lang="en-US" altLang="zh-CN" sz="2400" b="1" dirty="0"/>
              <a:t>int</a:t>
            </a:r>
            <a:r>
              <a:rPr lang="zh-CN" altLang="en-US" sz="2400" b="1" dirty="0"/>
              <a:t>类型。但最好明确指定参数的类型，即使是</a:t>
            </a:r>
            <a:r>
              <a:rPr lang="en-US" altLang="zh-CN" sz="2400" b="1" dirty="0"/>
              <a:t>int</a:t>
            </a:r>
            <a:r>
              <a:rPr lang="zh-CN" altLang="en-US" sz="2400" b="1" dirty="0"/>
              <a:t>型，最好也明确定义。</a:t>
            </a:r>
          </a:p>
          <a:p>
            <a:pPr eaLnBrk="1" hangingPunct="1">
              <a:buNone/>
            </a:pPr>
            <a:endParaRPr lang="zh-CN" altLang="en-US" sz="2400" dirty="0"/>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26</a:t>
            </a:fld>
            <a:endParaRPr lang="zh-CN" altLang="en-US" sz="1400" b="1" dirty="0"/>
          </a:p>
        </p:txBody>
      </p:sp>
      <p:sp>
        <p:nvSpPr>
          <p:cNvPr id="24579" name="Rectangle 2"/>
          <p:cNvSpPr>
            <a:spLocks noGrp="1"/>
          </p:cNvSpPr>
          <p:nvPr>
            <p:ph type="title"/>
          </p:nvPr>
        </p:nvSpPr>
        <p:spPr/>
        <p:txBody>
          <a:bodyPr vert="horz" wrap="square" lIns="91440" tIns="45720" rIns="91440" bIns="45720" anchor="ctr"/>
          <a:lstStyle/>
          <a:p>
            <a:pPr eaLnBrk="1" hangingPunct="1"/>
            <a:r>
              <a:rPr lang="en-US" altLang="zh-CN" b="1" dirty="0"/>
              <a:t>5.4.2    </a:t>
            </a:r>
            <a:r>
              <a:rPr lang="zh-CN" altLang="en-US" b="1" dirty="0"/>
              <a:t>函数的定义</a:t>
            </a:r>
          </a:p>
        </p:txBody>
      </p:sp>
      <p:sp>
        <p:nvSpPr>
          <p:cNvPr id="24580" name="Rectangle 3"/>
          <p:cNvSpPr>
            <a:spLocks noGrp="1"/>
          </p:cNvSpPr>
          <p:nvPr>
            <p:ph idx="1"/>
          </p:nvPr>
        </p:nvSpPr>
        <p:spPr/>
        <p:txBody>
          <a:bodyPr vert="horz" wrap="square" lIns="91440" tIns="45720" rIns="91440" bIns="45720" anchor="t"/>
          <a:lstStyle/>
          <a:p>
            <a:pPr eaLnBrk="1" hangingPunct="1">
              <a:buNone/>
            </a:pPr>
            <a:r>
              <a:rPr lang="en-US" altLang="zh-CN" b="1" dirty="0">
                <a:solidFill>
                  <a:srgbClr val="FF3300"/>
                </a:solidFill>
              </a:rPr>
              <a:t>3</a:t>
            </a:r>
            <a:r>
              <a:rPr lang="zh-CN" altLang="en-US" b="1" dirty="0">
                <a:solidFill>
                  <a:srgbClr val="FF3300"/>
                </a:solidFill>
              </a:rPr>
              <a:t>、返回值类型</a:t>
            </a:r>
          </a:p>
          <a:p>
            <a:pPr eaLnBrk="1" hangingPunct="1">
              <a:buNone/>
            </a:pPr>
            <a:r>
              <a:rPr lang="zh-CN" altLang="en-US" b="1" dirty="0"/>
              <a:t>（1）指返回给函数调用者的结果的类型；</a:t>
            </a:r>
          </a:p>
          <a:p>
            <a:pPr eaLnBrk="1" hangingPunct="1">
              <a:buNone/>
            </a:pPr>
            <a:r>
              <a:rPr lang="zh-CN" altLang="en-US" b="1" dirty="0"/>
              <a:t>（</a:t>
            </a:r>
            <a:r>
              <a:rPr lang="en-US" altLang="zh-CN" b="1" dirty="0"/>
              <a:t>2</a:t>
            </a:r>
            <a:r>
              <a:rPr lang="zh-CN" altLang="en-US" b="1" dirty="0"/>
              <a:t>）如果不指明返回值类型，编译器将假定返回值是</a:t>
            </a:r>
            <a:r>
              <a:rPr lang="en-US" altLang="zh-CN" b="1" dirty="0"/>
              <a:t>int</a:t>
            </a:r>
            <a:r>
              <a:rPr lang="zh-CN" altLang="en-US" b="1" dirty="0"/>
              <a:t>型（最好明确指定）；</a:t>
            </a:r>
          </a:p>
          <a:p>
            <a:pPr eaLnBrk="1" hangingPunct="1">
              <a:buNone/>
            </a:pPr>
            <a:r>
              <a:rPr lang="zh-CN" altLang="en-US" b="1" dirty="0"/>
              <a:t>（</a:t>
            </a:r>
            <a:r>
              <a:rPr lang="en-US" altLang="zh-CN" b="1" dirty="0"/>
              <a:t>3</a:t>
            </a:r>
            <a:r>
              <a:rPr lang="zh-CN" altLang="en-US" b="1" dirty="0"/>
              <a:t>）如果函数不返回任何值（即函数功能实现部分无</a:t>
            </a:r>
            <a:r>
              <a:rPr lang="en-US" altLang="zh-CN" b="1" dirty="0"/>
              <a:t>return</a:t>
            </a:r>
            <a:r>
              <a:rPr lang="zh-CN" altLang="en-US" b="1" dirty="0"/>
              <a:t>语句），则返回值类型定义成</a:t>
            </a:r>
            <a:r>
              <a:rPr lang="en-US" altLang="zh-CN" b="1" dirty="0">
                <a:solidFill>
                  <a:schemeClr val="accent2"/>
                </a:solidFill>
              </a:rPr>
              <a:t>void</a:t>
            </a:r>
            <a:r>
              <a:rPr lang="zh-CN" altLang="en-US" b="1" dirty="0"/>
              <a:t>。例</a:t>
            </a:r>
            <a:r>
              <a:rPr lang="en-US" altLang="zh-CN" b="1" dirty="0"/>
              <a:t>: void </a:t>
            </a:r>
            <a:r>
              <a:rPr lang="en-US" altLang="zh-CN" b="1" dirty="0" err="1"/>
              <a:t>printLine</a:t>
            </a:r>
            <a:r>
              <a:rPr lang="en-US" altLang="zh-CN" b="1" dirty="0"/>
              <a:t>(int </a:t>
            </a:r>
            <a:r>
              <a:rPr lang="en-US" altLang="zh-CN" b="1" dirty="0" err="1"/>
              <a:t>cnt</a:t>
            </a:r>
            <a:r>
              <a:rPr lang="en-US" altLang="zh-CN" b="1" dirty="0"/>
              <a:t>);</a:t>
            </a:r>
          </a:p>
          <a:p>
            <a:pPr eaLnBrk="1" hangingPunct="1">
              <a:buNone/>
            </a:pPr>
            <a:r>
              <a:rPr lang="en-US" altLang="zh-CN" b="1" dirty="0"/>
              <a:t>	</a:t>
            </a:r>
            <a:r>
              <a:rPr lang="zh-CN" altLang="en-US" b="1" dirty="0"/>
              <a:t>若既无</a:t>
            </a:r>
            <a:r>
              <a:rPr lang="en-US" altLang="zh-CN" b="1" dirty="0"/>
              <a:t>return</a:t>
            </a:r>
            <a:r>
              <a:rPr lang="zh-CN" altLang="en-US" b="1" dirty="0"/>
              <a:t>语句，返回值又不是</a:t>
            </a:r>
            <a:r>
              <a:rPr lang="en-US" altLang="zh-CN" b="1" dirty="0"/>
              <a:t>void</a:t>
            </a:r>
            <a:r>
              <a:rPr lang="zh-CN" altLang="en-US" b="1" dirty="0"/>
              <a:t>类型，则函数将返回一个不确定的值；</a:t>
            </a:r>
          </a:p>
          <a:p>
            <a:pPr eaLnBrk="1" hangingPunct="1">
              <a:buNone/>
            </a:pPr>
            <a:endParaRPr lang="zh-CN" altLang="en-US" b="1" dirty="0"/>
          </a:p>
          <a:p>
            <a:pPr eaLnBrk="1" hangingPunct="1">
              <a:buNone/>
            </a:pPr>
            <a:endParaRPr lang="zh-CN" altLang="en-US" dirty="0"/>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27</a:t>
            </a:fld>
            <a:endParaRPr lang="zh-CN" altLang="en-US" sz="1400" b="1" dirty="0"/>
          </a:p>
        </p:txBody>
      </p:sp>
      <p:sp>
        <p:nvSpPr>
          <p:cNvPr id="25603" name="Rectangle 2"/>
          <p:cNvSpPr>
            <a:spLocks noGrp="1"/>
          </p:cNvSpPr>
          <p:nvPr>
            <p:ph type="title"/>
          </p:nvPr>
        </p:nvSpPr>
        <p:spPr/>
        <p:txBody>
          <a:bodyPr vert="horz" wrap="square" lIns="91440" tIns="45720" rIns="91440" bIns="45720" anchor="ctr"/>
          <a:lstStyle/>
          <a:p>
            <a:pPr eaLnBrk="1" hangingPunct="1"/>
            <a:r>
              <a:rPr lang="en-US" altLang="zh-CN" b="1" dirty="0"/>
              <a:t>5.4.2    </a:t>
            </a:r>
            <a:r>
              <a:rPr lang="zh-CN" altLang="en-US" b="1" dirty="0"/>
              <a:t>函数的定义</a:t>
            </a:r>
          </a:p>
        </p:txBody>
      </p:sp>
      <p:sp>
        <p:nvSpPr>
          <p:cNvPr id="25604" name="Rectangle 3"/>
          <p:cNvSpPr>
            <a:spLocks noGrp="1"/>
          </p:cNvSpPr>
          <p:nvPr>
            <p:ph idx="1"/>
          </p:nvPr>
        </p:nvSpPr>
        <p:spPr/>
        <p:txBody>
          <a:bodyPr vert="horz" wrap="square" lIns="91440" tIns="45720" rIns="91440" bIns="45720" anchor="t"/>
          <a:lstStyle/>
          <a:p>
            <a:pPr eaLnBrk="1" hangingPunct="1">
              <a:buNone/>
            </a:pPr>
            <a:r>
              <a:rPr lang="en-US" altLang="zh-CN" b="1" dirty="0">
                <a:solidFill>
                  <a:srgbClr val="FF3300"/>
                </a:solidFill>
              </a:rPr>
              <a:t>4</a:t>
            </a:r>
            <a:r>
              <a:rPr lang="zh-CN" altLang="en-US" b="1" dirty="0">
                <a:solidFill>
                  <a:srgbClr val="FF3300"/>
                </a:solidFill>
              </a:rPr>
              <a:t>、返回值与</a:t>
            </a:r>
            <a:r>
              <a:rPr lang="en-US" altLang="zh-CN" b="1" dirty="0">
                <a:solidFill>
                  <a:srgbClr val="FF3300"/>
                </a:solidFill>
              </a:rPr>
              <a:t>return</a:t>
            </a:r>
            <a:r>
              <a:rPr lang="zh-CN" altLang="en-US" b="1" dirty="0">
                <a:solidFill>
                  <a:srgbClr val="FF3300"/>
                </a:solidFill>
              </a:rPr>
              <a:t>语句</a:t>
            </a:r>
          </a:p>
          <a:p>
            <a:pPr eaLnBrk="1" hangingPunct="1">
              <a:buNone/>
            </a:pPr>
            <a:r>
              <a:rPr lang="zh-CN" altLang="en-US" b="1" dirty="0"/>
              <a:t>（1）</a:t>
            </a:r>
            <a:r>
              <a:rPr lang="en-US" altLang="zh-CN" b="1" dirty="0"/>
              <a:t>return</a:t>
            </a:r>
            <a:r>
              <a:rPr lang="zh-CN" altLang="en-US" b="1" dirty="0"/>
              <a:t>语句的一般格式：</a:t>
            </a:r>
          </a:p>
          <a:p>
            <a:pPr eaLnBrk="1" hangingPunct="1">
              <a:buNone/>
            </a:pPr>
            <a:r>
              <a:rPr lang="zh-CN" altLang="en-US" b="1" dirty="0"/>
              <a:t>    	</a:t>
            </a:r>
            <a:r>
              <a:rPr lang="en-US" altLang="zh-CN" b="1" dirty="0">
                <a:solidFill>
                  <a:schemeClr val="accent2"/>
                </a:solidFill>
              </a:rPr>
              <a:t>return  </a:t>
            </a:r>
            <a:r>
              <a:rPr lang="zh-CN" altLang="en-US" b="1" dirty="0">
                <a:solidFill>
                  <a:schemeClr val="accent2"/>
                </a:solidFill>
              </a:rPr>
              <a:t>返回变量;	</a:t>
            </a:r>
          </a:p>
          <a:p>
            <a:pPr eaLnBrk="1" hangingPunct="1">
              <a:buNone/>
            </a:pPr>
            <a:r>
              <a:rPr lang="zh-CN" altLang="en-US" b="1" dirty="0">
                <a:solidFill>
                  <a:schemeClr val="accent2"/>
                </a:solidFill>
              </a:rPr>
              <a:t>      或  </a:t>
            </a:r>
            <a:r>
              <a:rPr lang="en-US" altLang="zh-CN" b="1" dirty="0">
                <a:solidFill>
                  <a:schemeClr val="accent2"/>
                </a:solidFill>
              </a:rPr>
              <a:t>return  (</a:t>
            </a:r>
            <a:r>
              <a:rPr lang="zh-CN" altLang="en-US" b="1" dirty="0">
                <a:solidFill>
                  <a:schemeClr val="accent2"/>
                </a:solidFill>
              </a:rPr>
              <a:t>返回表达式</a:t>
            </a:r>
            <a:r>
              <a:rPr lang="en-US" altLang="zh-CN" b="1" dirty="0">
                <a:solidFill>
                  <a:schemeClr val="accent2"/>
                </a:solidFill>
              </a:rPr>
              <a:t>)</a:t>
            </a:r>
            <a:r>
              <a:rPr lang="zh-CN" altLang="en-US" b="1" dirty="0">
                <a:solidFill>
                  <a:schemeClr val="accent2"/>
                </a:solidFill>
              </a:rPr>
              <a:t> ;</a:t>
            </a:r>
          </a:p>
          <a:p>
            <a:pPr eaLnBrk="1" hangingPunct="1">
              <a:buNone/>
            </a:pPr>
            <a:r>
              <a:rPr lang="zh-CN" altLang="en-US" b="1" dirty="0"/>
              <a:t>（2）</a:t>
            </a:r>
            <a:r>
              <a:rPr lang="en-US" altLang="zh-CN" b="1" dirty="0"/>
              <a:t>return</a:t>
            </a:r>
            <a:r>
              <a:rPr lang="zh-CN" altLang="en-US" b="1" dirty="0"/>
              <a:t>语句的功能：返回调用函数，并将</a:t>
            </a:r>
            <a:r>
              <a:rPr lang="en-US" altLang="zh-CN" b="1" dirty="0">
                <a:latin typeface="宋体" panose="02010600030101010101" pitchFamily="2" charset="-122"/>
              </a:rPr>
              <a:t>"</a:t>
            </a:r>
            <a:r>
              <a:rPr lang="zh-CN" altLang="en-US" b="1" dirty="0"/>
              <a:t>返回值表达式</a:t>
            </a:r>
            <a:r>
              <a:rPr lang="en-US" altLang="zh-CN" b="1" dirty="0">
                <a:latin typeface="宋体" panose="02010600030101010101" pitchFamily="2" charset="-122"/>
              </a:rPr>
              <a:t>"</a:t>
            </a:r>
            <a:r>
              <a:rPr lang="zh-CN" altLang="en-US" b="1" dirty="0"/>
              <a:t>的值带给调用函数；</a:t>
            </a:r>
          </a:p>
          <a:p>
            <a:pPr eaLnBrk="1" hangingPunct="1">
              <a:buNone/>
            </a:pPr>
            <a:r>
              <a:rPr lang="zh-CN" altLang="en-US" b="1" dirty="0"/>
              <a:t>（</a:t>
            </a:r>
            <a:r>
              <a:rPr lang="en-US" altLang="zh-CN" b="1" dirty="0"/>
              <a:t>3</a:t>
            </a:r>
            <a:r>
              <a:rPr lang="zh-CN" altLang="en-US" b="1" dirty="0"/>
              <a:t>） </a:t>
            </a:r>
            <a:r>
              <a:rPr lang="en-US" altLang="zh-CN" b="1" dirty="0"/>
              <a:t>return</a:t>
            </a:r>
            <a:r>
              <a:rPr lang="zh-CN" altLang="en-US" b="1" dirty="0"/>
              <a:t>语句中返回值表达式的类型要和返回值的类型说明一致。如果不一致，则以返回值类型为准</a:t>
            </a:r>
            <a:r>
              <a:rPr lang="en-US" altLang="zh-CN" b="1" dirty="0"/>
              <a:t>(</a:t>
            </a:r>
            <a:r>
              <a:rPr lang="zh-CN" altLang="en-US" b="1" dirty="0"/>
              <a:t>进行类型转换</a:t>
            </a:r>
            <a:r>
              <a:rPr lang="en-US" altLang="zh-CN" b="1" dirty="0"/>
              <a:t>)</a:t>
            </a:r>
            <a:r>
              <a:rPr lang="zh-CN" altLang="en-US" b="1" dirty="0"/>
              <a:t>。</a:t>
            </a:r>
          </a:p>
          <a:p>
            <a:pPr eaLnBrk="1" hangingPunct="1">
              <a:buNone/>
            </a:pPr>
            <a:endParaRPr lang="zh-CN" altLang="en-US" b="1" dirty="0"/>
          </a:p>
          <a:p>
            <a:pPr eaLnBrk="1" hangingPunct="1">
              <a:buNone/>
            </a:pPr>
            <a:endParaRPr lang="zh-CN" altLang="en-US" dirty="0"/>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28</a:t>
            </a:fld>
            <a:endParaRPr lang="zh-CN" altLang="en-US" sz="1400" b="1" dirty="0"/>
          </a:p>
        </p:txBody>
      </p:sp>
      <p:sp>
        <p:nvSpPr>
          <p:cNvPr id="26627" name="Rectangle 2"/>
          <p:cNvSpPr>
            <a:spLocks noGrp="1"/>
          </p:cNvSpPr>
          <p:nvPr>
            <p:ph type="title"/>
          </p:nvPr>
        </p:nvSpPr>
        <p:spPr/>
        <p:txBody>
          <a:bodyPr vert="horz" wrap="square" lIns="91440" tIns="45720" rIns="91440" bIns="45720" anchor="ctr"/>
          <a:lstStyle/>
          <a:p>
            <a:pPr eaLnBrk="1" hangingPunct="1"/>
            <a:r>
              <a:rPr lang="en-US" altLang="zh-CN" b="1" dirty="0"/>
              <a:t>5.4.2    </a:t>
            </a:r>
            <a:r>
              <a:rPr lang="zh-CN" altLang="en-US" b="1" dirty="0"/>
              <a:t>函数的定义</a:t>
            </a:r>
          </a:p>
        </p:txBody>
      </p:sp>
      <p:sp>
        <p:nvSpPr>
          <p:cNvPr id="26628" name="Rectangle 3"/>
          <p:cNvSpPr>
            <a:spLocks noGrp="1"/>
          </p:cNvSpPr>
          <p:nvPr>
            <p:ph idx="1"/>
          </p:nvPr>
        </p:nvSpPr>
        <p:spPr/>
        <p:txBody>
          <a:bodyPr vert="horz" wrap="square" lIns="91440" tIns="45720" rIns="91440" bIns="45720" anchor="t"/>
          <a:lstStyle/>
          <a:p>
            <a:pPr eaLnBrk="1" hangingPunct="1">
              <a:buNone/>
            </a:pPr>
            <a:r>
              <a:rPr lang="en-US" altLang="zh-CN" b="1" dirty="0">
                <a:solidFill>
                  <a:srgbClr val="FF3300"/>
                </a:solidFill>
              </a:rPr>
              <a:t>5</a:t>
            </a:r>
            <a:r>
              <a:rPr lang="zh-CN" altLang="en-US" b="1" dirty="0">
                <a:solidFill>
                  <a:srgbClr val="FF3300"/>
                </a:solidFill>
              </a:rPr>
              <a:t>、函数如何返回</a:t>
            </a:r>
          </a:p>
          <a:p>
            <a:pPr eaLnBrk="1" hangingPunct="1">
              <a:buNone/>
            </a:pPr>
            <a:r>
              <a:rPr lang="zh-CN" altLang="en-US" b="1" dirty="0">
                <a:solidFill>
                  <a:srgbClr val="FF3300"/>
                </a:solidFill>
              </a:rPr>
              <a:t>       </a:t>
            </a:r>
            <a:r>
              <a:rPr lang="zh-CN" altLang="en-US" b="1" dirty="0"/>
              <a:t>有返回值时：</a:t>
            </a:r>
            <a:r>
              <a:rPr lang="en-US" altLang="zh-CN" b="1" dirty="0">
                <a:solidFill>
                  <a:schemeClr val="accent2"/>
                </a:solidFill>
              </a:rPr>
              <a:t>return </a:t>
            </a:r>
            <a:r>
              <a:rPr lang="zh-CN" altLang="en-US" b="1" dirty="0">
                <a:solidFill>
                  <a:schemeClr val="accent2"/>
                </a:solidFill>
              </a:rPr>
              <a:t>返回值表达式</a:t>
            </a:r>
            <a:r>
              <a:rPr lang="en-US" altLang="zh-CN" b="1" dirty="0"/>
              <a:t>;</a:t>
            </a:r>
          </a:p>
          <a:p>
            <a:pPr eaLnBrk="1" hangingPunct="1">
              <a:buNone/>
            </a:pPr>
            <a:r>
              <a:rPr lang="zh-CN" altLang="en-US" b="1" dirty="0"/>
              <a:t>       无返回值时：</a:t>
            </a:r>
          </a:p>
          <a:p>
            <a:pPr eaLnBrk="1" hangingPunct="1">
              <a:buNone/>
            </a:pPr>
            <a:r>
              <a:rPr lang="en-US" altLang="zh-CN" b="1" dirty="0"/>
              <a:t>          1</a:t>
            </a:r>
            <a:r>
              <a:rPr lang="zh-CN" altLang="en-US" b="1" dirty="0"/>
              <a:t>）</a:t>
            </a:r>
            <a:r>
              <a:rPr lang="en-US" altLang="zh-CN" b="1" dirty="0">
                <a:solidFill>
                  <a:schemeClr val="accent2"/>
                </a:solidFill>
              </a:rPr>
              <a:t>return</a:t>
            </a:r>
            <a:r>
              <a:rPr lang="zh-CN" altLang="en-US" b="1" dirty="0">
                <a:solidFill>
                  <a:schemeClr val="accent2"/>
                </a:solidFill>
              </a:rPr>
              <a:t>；</a:t>
            </a:r>
          </a:p>
          <a:p>
            <a:pPr eaLnBrk="1" hangingPunct="1">
              <a:buNone/>
            </a:pPr>
            <a:r>
              <a:rPr lang="zh-CN" altLang="en-US" b="1" dirty="0"/>
              <a:t>          </a:t>
            </a:r>
            <a:r>
              <a:rPr lang="en-US" altLang="zh-CN" b="1" dirty="0"/>
              <a:t>2</a:t>
            </a:r>
            <a:r>
              <a:rPr lang="zh-CN" altLang="en-US" b="1" dirty="0"/>
              <a:t>）</a:t>
            </a:r>
            <a:r>
              <a:rPr lang="zh-CN" altLang="en-US" b="1" dirty="0">
                <a:solidFill>
                  <a:schemeClr val="accent2"/>
                </a:solidFill>
              </a:rPr>
              <a:t>运行到函数结束的</a:t>
            </a:r>
            <a:r>
              <a:rPr lang="en-US" altLang="zh-CN" b="1" dirty="0">
                <a:solidFill>
                  <a:schemeClr val="accent2"/>
                </a:solidFill>
              </a:rPr>
              <a:t>}</a:t>
            </a:r>
            <a:r>
              <a:rPr lang="zh-CN" altLang="en-US" b="1" dirty="0">
                <a:solidFill>
                  <a:schemeClr val="accent2"/>
                </a:solidFill>
              </a:rPr>
              <a:t>处</a:t>
            </a:r>
          </a:p>
          <a:p>
            <a:pPr eaLnBrk="1" hangingPunct="1">
              <a:buNone/>
            </a:pPr>
            <a:r>
              <a:rPr lang="en-US" altLang="zh-CN" b="1" dirty="0">
                <a:solidFill>
                  <a:srgbClr val="FF3300"/>
                </a:solidFill>
              </a:rPr>
              <a:t>6</a:t>
            </a:r>
            <a:r>
              <a:rPr lang="zh-CN" altLang="en-US" b="1" dirty="0">
                <a:solidFill>
                  <a:srgbClr val="FF3300"/>
                </a:solidFill>
              </a:rPr>
              <a:t>、函数中的语句能访问的变量</a:t>
            </a:r>
          </a:p>
          <a:p>
            <a:pPr eaLnBrk="1" hangingPunct="1">
              <a:buNone/>
            </a:pPr>
            <a:r>
              <a:rPr lang="zh-CN" altLang="en-US" b="1" dirty="0">
                <a:solidFill>
                  <a:srgbClr val="FF3300"/>
                </a:solidFill>
              </a:rPr>
              <a:t>	</a:t>
            </a:r>
            <a:r>
              <a:rPr lang="zh-CN" altLang="en-US" b="1" dirty="0"/>
              <a:t>可以访问本函数中定义的参数、变量，但是不能访问其他函数中定义的参数和变量。</a:t>
            </a: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29</a:t>
            </a:fld>
            <a:endParaRPr lang="zh-CN" altLang="en-US" sz="1400" b="1" dirty="0"/>
          </a:p>
        </p:txBody>
      </p:sp>
      <p:sp>
        <p:nvSpPr>
          <p:cNvPr id="27651" name="Rectangle 2"/>
          <p:cNvSpPr>
            <a:spLocks noGrp="1"/>
          </p:cNvSpPr>
          <p:nvPr>
            <p:ph type="title"/>
          </p:nvPr>
        </p:nvSpPr>
        <p:spPr/>
        <p:txBody>
          <a:bodyPr vert="horz" wrap="square" lIns="91440" tIns="45720" rIns="91440" bIns="45720" anchor="ctr"/>
          <a:lstStyle/>
          <a:p>
            <a:pPr eaLnBrk="1" hangingPunct="1"/>
            <a:r>
              <a:rPr lang="en-US" altLang="zh-CN" b="1" dirty="0"/>
              <a:t>5.4.2    </a:t>
            </a:r>
            <a:r>
              <a:rPr lang="zh-CN" altLang="en-US" b="1" dirty="0"/>
              <a:t>函数的定义</a:t>
            </a:r>
          </a:p>
        </p:txBody>
      </p:sp>
      <p:sp>
        <p:nvSpPr>
          <p:cNvPr id="27652" name="Rectangle 3"/>
          <p:cNvSpPr>
            <a:spLocks noGrp="1"/>
          </p:cNvSpPr>
          <p:nvPr>
            <p:ph idx="1"/>
          </p:nvPr>
        </p:nvSpPr>
        <p:spPr>
          <a:xfrm>
            <a:off x="179388" y="1319213"/>
            <a:ext cx="8569325" cy="4611687"/>
          </a:xfrm>
        </p:spPr>
        <p:txBody>
          <a:bodyPr vert="horz" wrap="square" lIns="91440" tIns="45720" rIns="91440" bIns="45720" anchor="t"/>
          <a:lstStyle/>
          <a:p>
            <a:pPr lvl="1" eaLnBrk="1" hangingPunct="1">
              <a:buNone/>
            </a:pPr>
            <a:r>
              <a:rPr lang="zh-CN" altLang="en-US" b="1" dirty="0"/>
              <a:t>练习</a:t>
            </a:r>
            <a:r>
              <a:rPr lang="en-US" altLang="zh-CN" b="1" dirty="0"/>
              <a:t>1</a:t>
            </a:r>
            <a:r>
              <a:rPr lang="zh-CN" altLang="en-US" b="1" dirty="0"/>
              <a:t>：设计一个函数</a:t>
            </a:r>
            <a:r>
              <a:rPr lang="en-US" altLang="zh-CN" b="1" dirty="0"/>
              <a:t>isLeapYear(year)</a:t>
            </a:r>
            <a:r>
              <a:rPr lang="zh-CN" altLang="en-US" b="1" dirty="0"/>
              <a:t>，用于判断</a:t>
            </a:r>
            <a:r>
              <a:rPr lang="en-US" altLang="zh-CN" b="1" dirty="0"/>
              <a:t>year</a:t>
            </a:r>
            <a:r>
              <a:rPr lang="zh-CN" altLang="en-US" b="1" dirty="0"/>
              <a:t>年是否是闰年。如果是，则返回</a:t>
            </a:r>
            <a:r>
              <a:rPr lang="en-US" altLang="zh-CN" b="1" dirty="0"/>
              <a:t>1</a:t>
            </a:r>
            <a:r>
              <a:rPr lang="zh-CN" altLang="en-US" b="1" dirty="0"/>
              <a:t>；否则返回</a:t>
            </a:r>
            <a:r>
              <a:rPr lang="en-US" altLang="zh-CN" b="1" dirty="0"/>
              <a:t>0</a:t>
            </a:r>
            <a:r>
              <a:rPr lang="zh-CN" altLang="en-US" b="1" dirty="0"/>
              <a:t>。</a:t>
            </a:r>
          </a:p>
          <a:p>
            <a:pPr lvl="1" eaLnBrk="1" hangingPunct="1">
              <a:buNone/>
            </a:pPr>
            <a:r>
              <a:rPr lang="en-US" altLang="zh-CN" b="1" dirty="0"/>
              <a:t>   year</a:t>
            </a:r>
            <a:r>
              <a:rPr lang="zh-CN" altLang="en-US" b="1" dirty="0"/>
              <a:t>年是否是闰年的判断条件为：</a:t>
            </a:r>
          </a:p>
          <a:p>
            <a:pPr lvl="1" eaLnBrk="1" hangingPunct="1">
              <a:buNone/>
            </a:pPr>
            <a:r>
              <a:rPr lang="en-US" altLang="zh-CN" b="1" dirty="0"/>
              <a:t>       a</a:t>
            </a:r>
            <a:r>
              <a:rPr lang="zh-CN" altLang="en-US" b="1" dirty="0"/>
              <a:t>）</a:t>
            </a:r>
            <a:r>
              <a:rPr lang="en-US" altLang="zh-CN" b="1" dirty="0"/>
              <a:t>year</a:t>
            </a:r>
            <a:r>
              <a:rPr lang="zh-CN" altLang="en-US" b="1" dirty="0"/>
              <a:t>能被</a:t>
            </a:r>
            <a:r>
              <a:rPr lang="en-US" altLang="zh-CN" b="1" dirty="0"/>
              <a:t>4</a:t>
            </a:r>
            <a:r>
              <a:rPr lang="zh-CN" altLang="en-US" b="1" dirty="0"/>
              <a:t>整除但不能被</a:t>
            </a:r>
            <a:r>
              <a:rPr lang="en-US" altLang="zh-CN" b="1" dirty="0"/>
              <a:t>100</a:t>
            </a:r>
            <a:r>
              <a:rPr lang="zh-CN" altLang="en-US" b="1" dirty="0"/>
              <a:t>整除；</a:t>
            </a:r>
          </a:p>
          <a:p>
            <a:pPr lvl="1" eaLnBrk="1" hangingPunct="1">
              <a:buNone/>
            </a:pPr>
            <a:r>
              <a:rPr lang="zh-CN" altLang="en-US" b="1" dirty="0"/>
              <a:t>   或</a:t>
            </a:r>
            <a:r>
              <a:rPr lang="en-US" altLang="zh-CN" b="1" dirty="0"/>
              <a:t>b</a:t>
            </a:r>
            <a:r>
              <a:rPr lang="zh-CN" altLang="en-US" b="1" dirty="0"/>
              <a:t>）</a:t>
            </a:r>
            <a:r>
              <a:rPr lang="en-US" altLang="zh-CN" b="1" dirty="0"/>
              <a:t>year</a:t>
            </a:r>
            <a:r>
              <a:rPr lang="zh-CN" altLang="en-US" b="1" dirty="0"/>
              <a:t>能被</a:t>
            </a:r>
            <a:r>
              <a:rPr lang="en-US" altLang="zh-CN" b="1" dirty="0"/>
              <a:t>400</a:t>
            </a:r>
            <a:r>
              <a:rPr lang="zh-CN" altLang="en-US" b="1" dirty="0"/>
              <a:t>整除。 </a:t>
            </a:r>
          </a:p>
          <a:p>
            <a:pPr eaLnBrk="1" hangingPunct="1"/>
            <a:endParaRPr lang="zh-CN" altLang="en-US" b="1" dirty="0"/>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30</a:t>
            </a:fld>
            <a:endParaRPr lang="zh-CN" altLang="en-US" sz="1400" b="1" dirty="0"/>
          </a:p>
        </p:txBody>
      </p:sp>
      <p:sp>
        <p:nvSpPr>
          <p:cNvPr id="28675" name="Rectangle 2"/>
          <p:cNvSpPr>
            <a:spLocks noGrp="1"/>
          </p:cNvSpPr>
          <p:nvPr>
            <p:ph type="title"/>
          </p:nvPr>
        </p:nvSpPr>
        <p:spPr/>
        <p:txBody>
          <a:bodyPr vert="horz" wrap="square" lIns="91440" tIns="45720" rIns="91440" bIns="45720" anchor="ctr"/>
          <a:lstStyle/>
          <a:p>
            <a:pPr eaLnBrk="1" hangingPunct="1"/>
            <a:r>
              <a:rPr lang="en-US" altLang="zh-CN" b="1" dirty="0"/>
              <a:t>5.4.2    </a:t>
            </a:r>
            <a:r>
              <a:rPr lang="zh-CN" altLang="en-US" b="1" dirty="0"/>
              <a:t>函数的定义</a:t>
            </a:r>
          </a:p>
        </p:txBody>
      </p:sp>
      <p:sp>
        <p:nvSpPr>
          <p:cNvPr id="28676" name="Rectangle 3"/>
          <p:cNvSpPr>
            <a:spLocks noGrp="1"/>
          </p:cNvSpPr>
          <p:nvPr>
            <p:ph idx="1"/>
          </p:nvPr>
        </p:nvSpPr>
        <p:spPr/>
        <p:txBody>
          <a:bodyPr vert="horz" wrap="square" lIns="91440" tIns="45720" rIns="91440" bIns="45720" anchor="t"/>
          <a:lstStyle/>
          <a:p>
            <a:pPr eaLnBrk="1" hangingPunct="1">
              <a:lnSpc>
                <a:spcPct val="90000"/>
              </a:lnSpc>
              <a:buNone/>
            </a:pPr>
            <a:r>
              <a:rPr lang="en-US" altLang="zh-CN" sz="2400" dirty="0">
                <a:solidFill>
                  <a:srgbClr val="0070C0"/>
                </a:solidFill>
                <a:latin typeface="Consolas" panose="020B0609020204030204" pitchFamily="49" charset="0"/>
              </a:rPr>
              <a:t>/*</a:t>
            </a:r>
            <a:r>
              <a:rPr lang="zh-CN" altLang="en-US" sz="2400" dirty="0">
                <a:solidFill>
                  <a:srgbClr val="0070C0"/>
                </a:solidFill>
                <a:latin typeface="Consolas" panose="020B0609020204030204" pitchFamily="49" charset="0"/>
              </a:rPr>
              <a:t>函数功能：判断</a:t>
            </a:r>
            <a:r>
              <a:rPr lang="en-US" altLang="zh-CN" sz="2400" dirty="0">
                <a:solidFill>
                  <a:srgbClr val="0070C0"/>
                </a:solidFill>
                <a:latin typeface="Consolas" panose="020B0609020204030204" pitchFamily="49" charset="0"/>
              </a:rPr>
              <a:t>n</a:t>
            </a:r>
            <a:r>
              <a:rPr lang="zh-CN" altLang="en-US" sz="2400" dirty="0">
                <a:solidFill>
                  <a:srgbClr val="0070C0"/>
                </a:solidFill>
                <a:latin typeface="Consolas" panose="020B0609020204030204" pitchFamily="49" charset="0"/>
              </a:rPr>
              <a:t>是否是闰年</a:t>
            </a:r>
          </a:p>
          <a:p>
            <a:pPr eaLnBrk="1" hangingPunct="1">
              <a:lnSpc>
                <a:spcPct val="90000"/>
              </a:lnSpc>
              <a:buNone/>
            </a:pPr>
            <a:r>
              <a:rPr lang="zh-CN" altLang="en-US" sz="2400" dirty="0">
                <a:solidFill>
                  <a:srgbClr val="0070C0"/>
                </a:solidFill>
                <a:latin typeface="Consolas" panose="020B0609020204030204" pitchFamily="49" charset="0"/>
              </a:rPr>
              <a:t>    参数： </a:t>
            </a:r>
            <a:r>
              <a:rPr lang="en-US" altLang="zh-CN" sz="2400" dirty="0">
                <a:solidFill>
                  <a:srgbClr val="0070C0"/>
                </a:solidFill>
                <a:latin typeface="Consolas" panose="020B0609020204030204" pitchFamily="49" charset="0"/>
              </a:rPr>
              <a:t>year </a:t>
            </a:r>
            <a:r>
              <a:rPr lang="zh-CN" altLang="en-US" sz="2400" dirty="0">
                <a:solidFill>
                  <a:srgbClr val="0070C0"/>
                </a:solidFill>
                <a:latin typeface="Consolas" panose="020B0609020204030204" pitchFamily="49" charset="0"/>
              </a:rPr>
              <a:t>：要判断的年份</a:t>
            </a:r>
          </a:p>
          <a:p>
            <a:pPr eaLnBrk="1" hangingPunct="1">
              <a:lnSpc>
                <a:spcPct val="90000"/>
              </a:lnSpc>
              <a:buNone/>
            </a:pPr>
            <a:r>
              <a:rPr lang="zh-CN" altLang="en-US" sz="2400" dirty="0">
                <a:solidFill>
                  <a:srgbClr val="0070C0"/>
                </a:solidFill>
                <a:latin typeface="Consolas" panose="020B0609020204030204" pitchFamily="49" charset="0"/>
              </a:rPr>
              <a:t>   返回值：若是闰年，返回</a:t>
            </a:r>
            <a:r>
              <a:rPr lang="en-US" altLang="zh-CN" sz="2400" dirty="0">
                <a:solidFill>
                  <a:srgbClr val="0070C0"/>
                </a:solidFill>
                <a:latin typeface="Consolas" panose="020B0609020204030204" pitchFamily="49" charset="0"/>
              </a:rPr>
              <a:t>1</a:t>
            </a:r>
            <a:r>
              <a:rPr lang="zh-CN" altLang="en-US" sz="2400" dirty="0">
                <a:solidFill>
                  <a:srgbClr val="0070C0"/>
                </a:solidFill>
                <a:latin typeface="Consolas" panose="020B0609020204030204" pitchFamily="49" charset="0"/>
              </a:rPr>
              <a:t>，否则返回</a:t>
            </a:r>
            <a:r>
              <a:rPr lang="en-US" altLang="zh-CN" sz="2400" dirty="0">
                <a:solidFill>
                  <a:srgbClr val="0070C0"/>
                </a:solidFill>
                <a:latin typeface="Consolas" panose="020B0609020204030204" pitchFamily="49" charset="0"/>
              </a:rPr>
              <a:t>0*/</a:t>
            </a:r>
          </a:p>
          <a:p>
            <a:pPr eaLnBrk="1" hangingPunct="1">
              <a:lnSpc>
                <a:spcPct val="90000"/>
              </a:lnSpc>
              <a:buNone/>
            </a:pPr>
            <a:r>
              <a:rPr lang="en-US" altLang="zh-CN" sz="2400" dirty="0">
                <a:latin typeface="Consolas" panose="020B0609020204030204" pitchFamily="49" charset="0"/>
              </a:rPr>
              <a:t>int isLeapYear(int year) </a:t>
            </a:r>
          </a:p>
          <a:p>
            <a:pPr eaLnBrk="1" hangingPunct="1">
              <a:lnSpc>
                <a:spcPct val="90000"/>
              </a:lnSpc>
              <a:buNone/>
            </a:pPr>
            <a:r>
              <a:rPr lang="en-US" altLang="zh-CN" sz="2400" dirty="0">
                <a:latin typeface="Consolas" panose="020B0609020204030204" pitchFamily="49" charset="0"/>
              </a:rPr>
              <a:t>{</a:t>
            </a:r>
          </a:p>
          <a:p>
            <a:pPr eaLnBrk="1" hangingPunct="1">
              <a:lnSpc>
                <a:spcPct val="90000"/>
              </a:lnSpc>
              <a:buNone/>
            </a:pPr>
            <a:r>
              <a:rPr lang="en-US" altLang="zh-CN" sz="2400" dirty="0">
                <a:latin typeface="Consolas" panose="020B0609020204030204" pitchFamily="49" charset="0"/>
              </a:rPr>
              <a:t>   if ( year % 4 == 0 &amp;&amp; year % 100 != 0 </a:t>
            </a:r>
          </a:p>
          <a:p>
            <a:pPr eaLnBrk="1" hangingPunct="1">
              <a:lnSpc>
                <a:spcPct val="90000"/>
              </a:lnSpc>
              <a:buNone/>
            </a:pPr>
            <a:r>
              <a:rPr lang="en-US" altLang="zh-CN" sz="2400" dirty="0">
                <a:latin typeface="Consolas" panose="020B0609020204030204" pitchFamily="49" charset="0"/>
              </a:rPr>
              <a:t>         ||  year % 400 == 0) 	 </a:t>
            </a:r>
          </a:p>
          <a:p>
            <a:pPr eaLnBrk="1" hangingPunct="1">
              <a:lnSpc>
                <a:spcPct val="90000"/>
              </a:lnSpc>
              <a:buNone/>
            </a:pPr>
            <a:r>
              <a:rPr lang="en-US" altLang="zh-CN" sz="2400" dirty="0">
                <a:latin typeface="Consolas" panose="020B0609020204030204" pitchFamily="49" charset="0"/>
              </a:rPr>
              <a:t>         return 1;</a:t>
            </a:r>
          </a:p>
          <a:p>
            <a:pPr eaLnBrk="1" hangingPunct="1">
              <a:lnSpc>
                <a:spcPct val="90000"/>
              </a:lnSpc>
              <a:buNone/>
            </a:pPr>
            <a:r>
              <a:rPr lang="en-US" altLang="zh-CN" sz="2400" dirty="0">
                <a:latin typeface="Consolas" panose="020B0609020204030204" pitchFamily="49" charset="0"/>
              </a:rPr>
              <a:t>   else </a:t>
            </a:r>
          </a:p>
          <a:p>
            <a:pPr eaLnBrk="1" hangingPunct="1">
              <a:lnSpc>
                <a:spcPct val="90000"/>
              </a:lnSpc>
              <a:buNone/>
            </a:pPr>
            <a:r>
              <a:rPr lang="en-US" altLang="zh-CN" sz="2400" dirty="0">
                <a:latin typeface="Consolas" panose="020B0609020204030204" pitchFamily="49" charset="0"/>
              </a:rPr>
              <a:t>         return 0;   </a:t>
            </a:r>
          </a:p>
          <a:p>
            <a:pPr eaLnBrk="1" hangingPunct="1">
              <a:lnSpc>
                <a:spcPct val="90000"/>
              </a:lnSpc>
              <a:buNone/>
            </a:pPr>
            <a:r>
              <a:rPr lang="en-US" altLang="zh-CN" sz="2400" dirty="0">
                <a:latin typeface="Consolas" panose="020B0609020204030204" pitchFamily="49" charset="0"/>
              </a:rPr>
              <a:t>}</a:t>
            </a:r>
            <a:endParaRPr lang="zh-CN" altLang="en-US" sz="2400" dirty="0">
              <a:latin typeface="Consolas" panose="020B0609020204030204" pitchFamily="49" charset="0"/>
            </a:endParaRP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31</a:t>
            </a:fld>
            <a:endParaRPr lang="zh-CN" altLang="en-US" sz="1400" b="1" dirty="0"/>
          </a:p>
        </p:txBody>
      </p:sp>
      <p:sp>
        <p:nvSpPr>
          <p:cNvPr id="123907" name="Rectangle 3"/>
          <p:cNvSpPr>
            <a:spLocks noGrp="1"/>
          </p:cNvSpPr>
          <p:nvPr>
            <p:ph idx="1"/>
          </p:nvPr>
        </p:nvSpPr>
        <p:spPr>
          <a:xfrm>
            <a:off x="685800" y="1319213"/>
            <a:ext cx="7772400" cy="5133975"/>
          </a:xfrm>
        </p:spPr>
        <p:txBody>
          <a:bodyPr vert="horz" wrap="square" lIns="91440" tIns="45720" rIns="91440" bIns="45720" anchor="t"/>
          <a:lstStyle/>
          <a:p>
            <a:pPr eaLnBrk="1" hangingPunct="1">
              <a:lnSpc>
                <a:spcPct val="90000"/>
              </a:lnSpc>
              <a:buNone/>
            </a:pPr>
            <a:r>
              <a:rPr lang="zh-CN" altLang="en-US" b="1" dirty="0"/>
              <a:t>常见的程序设计错误：</a:t>
            </a:r>
          </a:p>
          <a:p>
            <a:pPr eaLnBrk="1" hangingPunct="1">
              <a:lnSpc>
                <a:spcPct val="90000"/>
              </a:lnSpc>
              <a:buNone/>
            </a:pPr>
            <a:r>
              <a:rPr lang="zh-CN" altLang="en-US" b="1" dirty="0"/>
              <a:t>（1）把同一种类型的参数声明为类似于形式</a:t>
            </a:r>
            <a:r>
              <a:rPr lang="en-US" altLang="zh-CN" b="1" dirty="0"/>
              <a:t>f(float x，y)，</a:t>
            </a:r>
            <a:r>
              <a:rPr lang="zh-CN" altLang="en-US" b="1" dirty="0"/>
              <a:t>而不是</a:t>
            </a:r>
            <a:r>
              <a:rPr lang="en-US" altLang="zh-CN" b="1" dirty="0"/>
              <a:t>f(float x，float y)；f</a:t>
            </a:r>
            <a:r>
              <a:rPr lang="zh-CN" altLang="en-US" b="1" dirty="0"/>
              <a:t>是函数</a:t>
            </a:r>
          </a:p>
          <a:p>
            <a:pPr eaLnBrk="1" hangingPunct="1">
              <a:lnSpc>
                <a:spcPct val="90000"/>
              </a:lnSpc>
              <a:buNone/>
            </a:pPr>
            <a:r>
              <a:rPr lang="en-US" altLang="zh-CN" b="1" dirty="0"/>
              <a:t>（2）</a:t>
            </a:r>
            <a:r>
              <a:rPr lang="zh-CN" altLang="en-US" b="1" dirty="0"/>
              <a:t>在函数内部把函数参数再次定义成局部变量是一种语法错误；如：</a:t>
            </a:r>
            <a:endParaRPr lang="en-US" altLang="zh-CN" b="1" dirty="0"/>
          </a:p>
          <a:p>
            <a:pPr eaLnBrk="1" hangingPunct="1">
              <a:lnSpc>
                <a:spcPct val="90000"/>
              </a:lnSpc>
              <a:buNone/>
            </a:pPr>
            <a:r>
              <a:rPr lang="zh-CN" altLang="en-US" b="1" dirty="0"/>
              <a:t>    </a:t>
            </a:r>
            <a:r>
              <a:rPr lang="en-US" altLang="zh-CN" dirty="0">
                <a:latin typeface="Consolas" panose="020B0609020204030204" pitchFamily="49" charset="0"/>
              </a:rPr>
              <a:t>int sum(int x, int y) </a:t>
            </a:r>
          </a:p>
          <a:p>
            <a:pPr eaLnBrk="1" hangingPunct="1">
              <a:lnSpc>
                <a:spcPct val="90000"/>
              </a:lnSpc>
              <a:buNone/>
            </a:pPr>
            <a:r>
              <a:rPr lang="en-US" altLang="zh-CN" dirty="0">
                <a:latin typeface="Consolas" panose="020B0609020204030204" pitchFamily="49" charset="0"/>
              </a:rPr>
              <a:t>   {</a:t>
            </a:r>
          </a:p>
          <a:p>
            <a:pPr eaLnBrk="1" hangingPunct="1">
              <a:lnSpc>
                <a:spcPct val="90000"/>
              </a:lnSpc>
              <a:buNone/>
            </a:pPr>
            <a:r>
              <a:rPr lang="en-US" altLang="zh-CN" dirty="0">
                <a:latin typeface="Consolas" panose="020B0609020204030204" pitchFamily="49" charset="0"/>
              </a:rPr>
              <a:t>        </a:t>
            </a:r>
            <a:r>
              <a:rPr lang="en-US" altLang="zh-CN" dirty="0">
                <a:solidFill>
                  <a:srgbClr val="FF3300"/>
                </a:solidFill>
                <a:latin typeface="Consolas" panose="020B0609020204030204" pitchFamily="49" charset="0"/>
              </a:rPr>
              <a:t>int x, y;//</a:t>
            </a:r>
            <a:r>
              <a:rPr lang="zh-CN" altLang="en-US" dirty="0">
                <a:solidFill>
                  <a:srgbClr val="FF3300"/>
                </a:solidFill>
                <a:latin typeface="Consolas" panose="020B0609020204030204" pitchFamily="49" charset="0"/>
              </a:rPr>
              <a:t>错误！</a:t>
            </a:r>
          </a:p>
          <a:p>
            <a:pPr eaLnBrk="1" hangingPunct="1">
              <a:lnSpc>
                <a:spcPct val="90000"/>
              </a:lnSpc>
              <a:buNone/>
            </a:pPr>
            <a:r>
              <a:rPr lang="en-US" altLang="zh-CN" dirty="0">
                <a:latin typeface="Consolas" panose="020B0609020204030204" pitchFamily="49" charset="0"/>
              </a:rPr>
              <a:t>        return (x+y);          </a:t>
            </a:r>
            <a:endParaRPr lang="en-US" altLang="zh-CN" dirty="0">
              <a:solidFill>
                <a:srgbClr val="003399"/>
              </a:solidFill>
              <a:latin typeface="Consolas" panose="020B0609020204030204" pitchFamily="49" charset="0"/>
            </a:endParaRPr>
          </a:p>
          <a:p>
            <a:pPr eaLnBrk="1" hangingPunct="1">
              <a:lnSpc>
                <a:spcPct val="90000"/>
              </a:lnSpc>
              <a:buNone/>
            </a:pPr>
            <a:r>
              <a:rPr lang="en-US" altLang="zh-CN" dirty="0">
                <a:latin typeface="Consolas" panose="020B0609020204030204" pitchFamily="49" charset="0"/>
              </a:rPr>
              <a:t>   }</a:t>
            </a:r>
          </a:p>
          <a:p>
            <a:pPr eaLnBrk="1" hangingPunct="1">
              <a:lnSpc>
                <a:spcPct val="90000"/>
              </a:lnSpc>
              <a:spcBef>
                <a:spcPct val="0"/>
              </a:spcBef>
              <a:buNone/>
            </a:pPr>
            <a:endParaRPr lang="en-US" altLang="zh-CN" b="1" dirty="0"/>
          </a:p>
        </p:txBody>
      </p:sp>
      <p:sp>
        <p:nvSpPr>
          <p:cNvPr id="29700" name="Rectangle 8"/>
          <p:cNvSpPr>
            <a:spLocks noGrp="1"/>
          </p:cNvSpPr>
          <p:nvPr>
            <p:ph type="title"/>
          </p:nvPr>
        </p:nvSpPr>
        <p:spPr>
          <a:xfrm>
            <a:off x="1187450" y="404813"/>
            <a:ext cx="7772400" cy="720725"/>
          </a:xfrm>
        </p:spPr>
        <p:txBody>
          <a:bodyPr vert="horz" wrap="square" lIns="91440" tIns="45720" rIns="91440" bIns="45720" anchor="ctr"/>
          <a:lstStyle/>
          <a:p>
            <a:pPr eaLnBrk="1" hangingPunct="1"/>
            <a:r>
              <a:rPr lang="en-US" altLang="zh-CN" b="1" dirty="0"/>
              <a:t>5.4.2    </a:t>
            </a:r>
            <a:r>
              <a:rPr lang="zh-CN" altLang="en-US" b="1" dirty="0"/>
              <a:t>函数的定义</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23907">
                                            <p:txEl>
                                              <p:pRg st="2" end="2"/>
                                            </p:txEl>
                                          </p:spTgt>
                                        </p:tgtEl>
                                        <p:attrNameLst>
                                          <p:attrName>style.visibility</p:attrName>
                                        </p:attrNameLst>
                                      </p:cBhvr>
                                      <p:to>
                                        <p:strVal val="visible"/>
                                      </p:to>
                                    </p:set>
                                    <p:animEffect transition="in" filter="dissolve">
                                      <p:cBhvr>
                                        <p:cTn id="7" dur="500"/>
                                        <p:tgtEl>
                                          <p:spTgt spid="123907">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23907">
                                            <p:txEl>
                                              <p:pRg st="3" end="3"/>
                                            </p:txEl>
                                          </p:spTgt>
                                        </p:tgtEl>
                                        <p:attrNameLst>
                                          <p:attrName>style.visibility</p:attrName>
                                        </p:attrNameLst>
                                      </p:cBhvr>
                                      <p:to>
                                        <p:strVal val="visible"/>
                                      </p:to>
                                    </p:set>
                                    <p:animEffect transition="in" filter="dissolve">
                                      <p:cBhvr>
                                        <p:cTn id="12" dur="500"/>
                                        <p:tgtEl>
                                          <p:spTgt spid="123907">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23907">
                                            <p:txEl>
                                              <p:pRg st="4" end="4"/>
                                            </p:txEl>
                                          </p:spTgt>
                                        </p:tgtEl>
                                        <p:attrNameLst>
                                          <p:attrName>style.visibility</p:attrName>
                                        </p:attrNameLst>
                                      </p:cBhvr>
                                      <p:to>
                                        <p:strVal val="visible"/>
                                      </p:to>
                                    </p:set>
                                    <p:animEffect transition="in" filter="dissolve">
                                      <p:cBhvr>
                                        <p:cTn id="17" dur="500"/>
                                        <p:tgtEl>
                                          <p:spTgt spid="123907">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123907">
                                            <p:txEl>
                                              <p:pRg st="5" end="5"/>
                                            </p:txEl>
                                          </p:spTgt>
                                        </p:tgtEl>
                                        <p:attrNameLst>
                                          <p:attrName>style.visibility</p:attrName>
                                        </p:attrNameLst>
                                      </p:cBhvr>
                                      <p:to>
                                        <p:strVal val="visible"/>
                                      </p:to>
                                    </p:set>
                                    <p:animEffect transition="in" filter="dissolve">
                                      <p:cBhvr>
                                        <p:cTn id="22" dur="500"/>
                                        <p:tgtEl>
                                          <p:spTgt spid="123907">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123907">
                                            <p:txEl>
                                              <p:pRg st="6" end="6"/>
                                            </p:txEl>
                                          </p:spTgt>
                                        </p:tgtEl>
                                        <p:attrNameLst>
                                          <p:attrName>style.visibility</p:attrName>
                                        </p:attrNameLst>
                                      </p:cBhvr>
                                      <p:to>
                                        <p:strVal val="visible"/>
                                      </p:to>
                                    </p:set>
                                    <p:animEffect transition="in" filter="dissolve">
                                      <p:cBhvr>
                                        <p:cTn id="27" dur="500"/>
                                        <p:tgtEl>
                                          <p:spTgt spid="123907">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123907">
                                            <p:txEl>
                                              <p:pRg st="7" end="7"/>
                                            </p:txEl>
                                          </p:spTgt>
                                        </p:tgtEl>
                                        <p:attrNameLst>
                                          <p:attrName>style.visibility</p:attrName>
                                        </p:attrNameLst>
                                      </p:cBhvr>
                                      <p:to>
                                        <p:strVal val="visible"/>
                                      </p:to>
                                    </p:set>
                                    <p:animEffect transition="in" filter="dissolve">
                                      <p:cBhvr>
                                        <p:cTn id="32" dur="500"/>
                                        <p:tgtEl>
                                          <p:spTgt spid="12390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灯片编号占位符 5"/>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32</a:t>
            </a:fld>
            <a:endParaRPr lang="zh-CN" altLang="en-US" sz="1400" b="1" dirty="0"/>
          </a:p>
        </p:txBody>
      </p:sp>
      <p:sp>
        <p:nvSpPr>
          <p:cNvPr id="30723" name="Rectangle 2"/>
          <p:cNvSpPr>
            <a:spLocks noGrp="1"/>
          </p:cNvSpPr>
          <p:nvPr>
            <p:ph type="title"/>
          </p:nvPr>
        </p:nvSpPr>
        <p:spPr>
          <a:xfrm>
            <a:off x="1066800" y="401638"/>
            <a:ext cx="7772400" cy="720725"/>
          </a:xfrm>
        </p:spPr>
        <p:txBody>
          <a:bodyPr vert="horz" wrap="square" lIns="91440" tIns="45720" rIns="91440" bIns="45720" anchor="ctr"/>
          <a:lstStyle/>
          <a:p>
            <a:pPr eaLnBrk="1" hangingPunct="1"/>
            <a:r>
              <a:rPr lang="en-US" altLang="zh-CN" b="1" dirty="0"/>
              <a:t>5.4.2    </a:t>
            </a:r>
            <a:r>
              <a:rPr lang="zh-CN" altLang="en-US" b="1" dirty="0"/>
              <a:t>函数的定义</a:t>
            </a:r>
          </a:p>
        </p:txBody>
      </p:sp>
      <p:sp>
        <p:nvSpPr>
          <p:cNvPr id="30724" name="Rectangle 3"/>
          <p:cNvSpPr>
            <a:spLocks noGrp="1"/>
          </p:cNvSpPr>
          <p:nvPr>
            <p:ph type="body" sz="half" idx="1"/>
          </p:nvPr>
        </p:nvSpPr>
        <p:spPr>
          <a:xfrm>
            <a:off x="685800" y="1319213"/>
            <a:ext cx="7989888" cy="4611687"/>
          </a:xfrm>
        </p:spPr>
        <p:txBody>
          <a:bodyPr vert="horz" wrap="square" lIns="91440" tIns="45720" rIns="91440" bIns="45720" anchor="t"/>
          <a:lstStyle/>
          <a:p>
            <a:pPr eaLnBrk="1" hangingPunct="1">
              <a:buNone/>
            </a:pPr>
            <a:r>
              <a:rPr lang="zh-CN" altLang="en-US" b="1" dirty="0"/>
              <a:t>（</a:t>
            </a:r>
            <a:r>
              <a:rPr lang="en-US" altLang="zh-CN" b="1" dirty="0"/>
              <a:t>3</a:t>
            </a:r>
            <a:r>
              <a:rPr lang="zh-CN" altLang="en-US" b="1" dirty="0"/>
              <a:t>）不要在一个</a:t>
            </a:r>
            <a:r>
              <a:rPr lang="en-US" altLang="zh-CN" b="1" dirty="0"/>
              <a:t>C</a:t>
            </a:r>
            <a:r>
              <a:rPr lang="zh-CN" altLang="en-US" b="1" dirty="0"/>
              <a:t>函数的内部定义另一个函数；</a:t>
            </a:r>
          </a:p>
          <a:p>
            <a:pPr eaLnBrk="1" hangingPunct="1">
              <a:buNone/>
            </a:pPr>
            <a:r>
              <a:rPr lang="zh-CN" altLang="en-US" sz="2400" dirty="0">
                <a:latin typeface="Consolas" panose="020B0609020204030204" pitchFamily="49" charset="0"/>
              </a:rPr>
              <a:t>   </a:t>
            </a:r>
            <a:r>
              <a:rPr lang="en-US" altLang="zh-CN" sz="2400" dirty="0">
                <a:latin typeface="Consolas" panose="020B0609020204030204" pitchFamily="49" charset="0"/>
              </a:rPr>
              <a:t>int main()</a:t>
            </a:r>
          </a:p>
          <a:p>
            <a:pPr eaLnBrk="1" hangingPunct="1">
              <a:buNone/>
            </a:pPr>
            <a:r>
              <a:rPr lang="en-US" altLang="zh-CN" sz="2400" dirty="0">
                <a:latin typeface="Consolas" panose="020B0609020204030204" pitchFamily="49" charset="0"/>
              </a:rPr>
              <a:t>  {</a:t>
            </a:r>
          </a:p>
          <a:p>
            <a:pPr eaLnBrk="1" hangingPunct="1">
              <a:buNone/>
            </a:pPr>
            <a:r>
              <a:rPr lang="en-US" altLang="zh-CN" sz="2400" dirty="0">
                <a:latin typeface="Consolas" panose="020B0609020204030204" pitchFamily="49" charset="0"/>
              </a:rPr>
              <a:t>      …</a:t>
            </a:r>
          </a:p>
          <a:p>
            <a:pPr eaLnBrk="1" hangingPunct="1">
              <a:buNone/>
            </a:pPr>
            <a:r>
              <a:rPr lang="en-US" altLang="zh-CN" sz="2400" dirty="0">
                <a:latin typeface="Consolas" panose="020B0609020204030204" pitchFamily="49" charset="0"/>
              </a:rPr>
              <a:t>      </a:t>
            </a:r>
            <a:r>
              <a:rPr lang="zh-CN" altLang="en-US" sz="2400" dirty="0">
                <a:latin typeface="Consolas" panose="020B0609020204030204" pitchFamily="49" charset="0"/>
              </a:rPr>
              <a:t> </a:t>
            </a:r>
            <a:r>
              <a:rPr lang="en-US" altLang="zh-CN" sz="2400" dirty="0">
                <a:solidFill>
                  <a:srgbClr val="FF3300"/>
                </a:solidFill>
                <a:latin typeface="Consolas" panose="020B0609020204030204" pitchFamily="49" charset="0"/>
              </a:rPr>
              <a:t>int sum(int x,int y)  </a:t>
            </a:r>
          </a:p>
          <a:p>
            <a:pPr eaLnBrk="1" hangingPunct="1">
              <a:buNone/>
            </a:pPr>
            <a:r>
              <a:rPr lang="en-US" altLang="zh-CN" sz="2400" dirty="0">
                <a:solidFill>
                  <a:srgbClr val="FF3300"/>
                </a:solidFill>
                <a:latin typeface="Consolas" panose="020B0609020204030204" pitchFamily="49" charset="0"/>
              </a:rPr>
              <a:t>      {</a:t>
            </a:r>
          </a:p>
          <a:p>
            <a:pPr eaLnBrk="1" hangingPunct="1">
              <a:buNone/>
            </a:pPr>
            <a:r>
              <a:rPr lang="en-US" altLang="zh-CN" sz="2400" dirty="0">
                <a:solidFill>
                  <a:srgbClr val="FF3300"/>
                </a:solidFill>
                <a:latin typeface="Consolas" panose="020B0609020204030204" pitchFamily="49" charset="0"/>
              </a:rPr>
              <a:t>            return(x+y);          </a:t>
            </a:r>
          </a:p>
          <a:p>
            <a:pPr eaLnBrk="1" hangingPunct="1">
              <a:buNone/>
            </a:pPr>
            <a:r>
              <a:rPr lang="en-US" altLang="zh-CN" sz="2400" dirty="0">
                <a:solidFill>
                  <a:srgbClr val="FF3300"/>
                </a:solidFill>
                <a:latin typeface="Consolas" panose="020B0609020204030204" pitchFamily="49" charset="0"/>
              </a:rPr>
              <a:t>       }</a:t>
            </a:r>
          </a:p>
          <a:p>
            <a:pPr eaLnBrk="1" hangingPunct="1">
              <a:buNone/>
            </a:pPr>
            <a:r>
              <a:rPr lang="en-US" altLang="zh-CN" sz="2400" dirty="0">
                <a:latin typeface="Consolas" panose="020B0609020204030204" pitchFamily="49" charset="0"/>
              </a:rPr>
              <a:t>      …</a:t>
            </a:r>
          </a:p>
          <a:p>
            <a:pPr eaLnBrk="1" hangingPunct="1">
              <a:buNone/>
            </a:pPr>
            <a:r>
              <a:rPr lang="en-US" altLang="zh-CN" sz="2400" dirty="0">
                <a:latin typeface="Consolas" panose="020B0609020204030204" pitchFamily="49" charset="0"/>
              </a:rPr>
              <a:t>  }</a:t>
            </a:r>
          </a:p>
        </p:txBody>
      </p:sp>
      <p:graphicFrame>
        <p:nvGraphicFramePr>
          <p:cNvPr id="344070" name="Object 6"/>
          <p:cNvGraphicFramePr>
            <a:graphicFrameLocks noGrp="1" noChangeAspect="1"/>
          </p:cNvGraphicFramePr>
          <p:nvPr>
            <p:ph sz="half" idx="2"/>
            <p:extLst>
              <p:ext uri="{D42A27DB-BD31-4B8C-83A1-F6EECF244321}">
                <p14:modId xmlns:p14="http://schemas.microsoft.com/office/powerpoint/2010/main" val="593712952"/>
              </p:ext>
            </p:extLst>
          </p:nvPr>
        </p:nvGraphicFramePr>
        <p:xfrm>
          <a:off x="5292080" y="3063042"/>
          <a:ext cx="920750" cy="1385887"/>
        </p:xfrm>
        <a:graphic>
          <a:graphicData uri="http://schemas.openxmlformats.org/presentationml/2006/ole">
            <mc:AlternateContent xmlns:mc="http://schemas.openxmlformats.org/markup-compatibility/2006">
              <mc:Choice xmlns:v="urn:schemas-microsoft-com:vml" Requires="v">
                <p:oleObj r:id="rId2" imgW="1581150" imgH="2381250" progId="Paint.Picture">
                  <p:embed/>
                </p:oleObj>
              </mc:Choice>
              <mc:Fallback>
                <p:oleObj r:id="rId2" imgW="1581150" imgH="2381250" progId="Paint.Picture">
                  <p:embed/>
                  <p:pic>
                    <p:nvPicPr>
                      <p:cNvPr id="0" name="图片 3080"/>
                      <p:cNvPicPr/>
                      <p:nvPr/>
                    </p:nvPicPr>
                    <p:blipFill>
                      <a:blip r:embed="rId3">
                        <a:clrChange>
                          <a:clrFrom>
                            <a:srgbClr val="FFFFFF"/>
                          </a:clrFrom>
                          <a:clrTo>
                            <a:srgbClr val="FFFFFF">
                              <a:alpha val="0"/>
                            </a:srgbClr>
                          </a:clrTo>
                        </a:clrChange>
                      </a:blip>
                      <a:srcRect/>
                      <a:stretch>
                        <a:fillRect/>
                      </a:stretch>
                    </p:blipFill>
                    <p:spPr>
                      <a:xfrm>
                        <a:off x="5292080" y="3063042"/>
                        <a:ext cx="920750" cy="1385887"/>
                      </a:xfrm>
                      <a:prstGeom prst="rect">
                        <a:avLst/>
                      </a:prstGeom>
                      <a:noFill/>
                      <a:ln w="38100">
                        <a:miter/>
                      </a:ln>
                    </p:spPr>
                  </p:pic>
                </p:oleObj>
              </mc:Fallback>
            </mc:AlternateContent>
          </a:graphicData>
        </a:graphic>
      </p:graphicFrame>
      <p:sp>
        <p:nvSpPr>
          <p:cNvPr id="344072" name="Text Box 8"/>
          <p:cNvSpPr txBox="1"/>
          <p:nvPr/>
        </p:nvSpPr>
        <p:spPr>
          <a:xfrm>
            <a:off x="6084887" y="3867229"/>
            <a:ext cx="1871663" cy="4762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spcBef>
                <a:spcPct val="50000"/>
              </a:spcBef>
              <a:buNone/>
            </a:pPr>
            <a:r>
              <a:rPr lang="zh-CN" altLang="en-US" b="1" dirty="0">
                <a:solidFill>
                  <a:srgbClr val="CC3300"/>
                </a:solidFill>
              </a:rPr>
              <a:t>不允许！</a:t>
            </a:r>
          </a:p>
        </p:txBody>
      </p:sp>
      <p:sp>
        <p:nvSpPr>
          <p:cNvPr id="344073" name="Rectangle 9"/>
          <p:cNvSpPr/>
          <p:nvPr/>
        </p:nvSpPr>
        <p:spPr>
          <a:xfrm>
            <a:off x="1763688" y="3205241"/>
            <a:ext cx="3528392" cy="1800225"/>
          </a:xfrm>
          <a:prstGeom prst="rect">
            <a:avLst/>
          </a:prstGeom>
          <a:noFill/>
          <a:ln w="28575" cap="flat" cmpd="sng">
            <a:solidFill>
              <a:srgbClr val="990099"/>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algn="ctr" eaLnBrk="1" hangingPunct="1">
              <a:lnSpc>
                <a:spcPct val="90000"/>
              </a:lnSpc>
              <a:buNone/>
            </a:pPr>
            <a:endParaRPr lang="zh-CN" altLang="en-US" sz="2200" b="1" dirty="0">
              <a:solidFill>
                <a:srgbClr val="990099"/>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44073"/>
                                        </p:tgtEl>
                                        <p:attrNameLst>
                                          <p:attrName>style.visibility</p:attrName>
                                        </p:attrNameLst>
                                      </p:cBhvr>
                                      <p:to>
                                        <p:strVal val="visible"/>
                                      </p:to>
                                    </p:set>
                                    <p:animEffect transition="in" filter="checkerboard(across)">
                                      <p:cBhvr>
                                        <p:cTn id="7" dur="500"/>
                                        <p:tgtEl>
                                          <p:spTgt spid="344073"/>
                                        </p:tgtEl>
                                      </p:cBhvr>
                                    </p:animEffect>
                                  </p:childTnLst>
                                </p:cTn>
                              </p:par>
                              <p:par>
                                <p:cTn id="8" presetID="5" presetClass="entr" presetSubtype="10" fill="hold" nodeType="withEffect">
                                  <p:stCondLst>
                                    <p:cond delay="0"/>
                                  </p:stCondLst>
                                  <p:childTnLst>
                                    <p:set>
                                      <p:cBhvr>
                                        <p:cTn id="9" dur="1" fill="hold">
                                          <p:stCondLst>
                                            <p:cond delay="0"/>
                                          </p:stCondLst>
                                        </p:cTn>
                                        <p:tgtEl>
                                          <p:spTgt spid="344070"/>
                                        </p:tgtEl>
                                        <p:attrNameLst>
                                          <p:attrName>style.visibility</p:attrName>
                                        </p:attrNameLst>
                                      </p:cBhvr>
                                      <p:to>
                                        <p:strVal val="visible"/>
                                      </p:to>
                                    </p:set>
                                    <p:animEffect transition="in" filter="checkerboard(across)">
                                      <p:cBhvr>
                                        <p:cTn id="10" dur="500"/>
                                        <p:tgtEl>
                                          <p:spTgt spid="344070"/>
                                        </p:tgtEl>
                                      </p:cBhvr>
                                    </p:animEffect>
                                  </p:childTnLst>
                                </p:cTn>
                              </p:par>
                              <p:par>
                                <p:cTn id="11" presetID="5" presetClass="entr" presetSubtype="10" fill="hold" grpId="0" nodeType="withEffect">
                                  <p:stCondLst>
                                    <p:cond delay="0"/>
                                  </p:stCondLst>
                                  <p:childTnLst>
                                    <p:set>
                                      <p:cBhvr>
                                        <p:cTn id="12" dur="1" fill="hold">
                                          <p:stCondLst>
                                            <p:cond delay="0"/>
                                          </p:stCondLst>
                                        </p:cTn>
                                        <p:tgtEl>
                                          <p:spTgt spid="344072"/>
                                        </p:tgtEl>
                                        <p:attrNameLst>
                                          <p:attrName>style.visibility</p:attrName>
                                        </p:attrNameLst>
                                      </p:cBhvr>
                                      <p:to>
                                        <p:strVal val="visible"/>
                                      </p:to>
                                    </p:set>
                                    <p:animEffect transition="in" filter="checkerboard(across)">
                                      <p:cBhvr>
                                        <p:cTn id="13" dur="500"/>
                                        <p:tgtEl>
                                          <p:spTgt spid="3440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4072" grpId="0"/>
      <p:bldP spid="344073"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33</a:t>
            </a:fld>
            <a:endParaRPr lang="zh-CN" altLang="en-US" sz="1400" b="1" dirty="0"/>
          </a:p>
        </p:txBody>
      </p:sp>
      <p:sp>
        <p:nvSpPr>
          <p:cNvPr id="31747" name="Rectangle 4"/>
          <p:cNvSpPr>
            <a:spLocks noGrp="1"/>
          </p:cNvSpPr>
          <p:nvPr>
            <p:ph idx="1"/>
          </p:nvPr>
        </p:nvSpPr>
        <p:spPr>
          <a:xfrm>
            <a:off x="685800" y="1319213"/>
            <a:ext cx="7772400" cy="5133975"/>
          </a:xfrm>
        </p:spPr>
        <p:txBody>
          <a:bodyPr vert="horz" wrap="square" lIns="92075" tIns="46038" rIns="92075" bIns="46038" anchor="t"/>
          <a:lstStyle/>
          <a:p>
            <a:pPr eaLnBrk="1" hangingPunct="1">
              <a:buNone/>
            </a:pPr>
            <a:r>
              <a:rPr lang="zh-CN" altLang="en-US" sz="2400" b="1" dirty="0"/>
              <a:t>5.</a:t>
            </a:r>
            <a:r>
              <a:rPr lang="en-US" altLang="zh-CN" sz="2400" b="1" dirty="0"/>
              <a:t>3</a:t>
            </a:r>
            <a:r>
              <a:rPr lang="zh-CN" altLang="en-US" sz="2400" b="1" dirty="0"/>
              <a:t>  子程序概念与设计</a:t>
            </a:r>
          </a:p>
          <a:p>
            <a:pPr eaLnBrk="1" hangingPunct="1">
              <a:buNone/>
            </a:pPr>
            <a:r>
              <a:rPr lang="zh-CN" altLang="en-US" sz="2400" b="1" dirty="0"/>
              <a:t>5.</a:t>
            </a:r>
            <a:r>
              <a:rPr lang="en-US" altLang="zh-CN" sz="2400" b="1" dirty="0"/>
              <a:t>4</a:t>
            </a:r>
            <a:r>
              <a:rPr lang="zh-CN" altLang="en-US" sz="2400" b="1" dirty="0"/>
              <a:t>  </a:t>
            </a:r>
            <a:r>
              <a:rPr lang="en-US" altLang="zh-CN" sz="2400" b="1" dirty="0"/>
              <a:t>C</a:t>
            </a:r>
            <a:r>
              <a:rPr lang="zh-CN" altLang="en-US" sz="2400" b="1" dirty="0"/>
              <a:t>语言的函数</a:t>
            </a:r>
          </a:p>
          <a:p>
            <a:pPr lvl="1" eaLnBrk="1" hangingPunct="1">
              <a:buNone/>
            </a:pPr>
            <a:r>
              <a:rPr lang="zh-CN" altLang="en-US" sz="2400" b="1" dirty="0">
                <a:latin typeface="黑体" panose="02010609060101010101" pitchFamily="49" charset="-122"/>
                <a:ea typeface="黑体" panose="02010609060101010101" pitchFamily="49" charset="-122"/>
              </a:rPr>
              <a:t>5.</a:t>
            </a:r>
            <a:r>
              <a:rPr lang="en-US" altLang="zh-CN" sz="2400" b="1" dirty="0">
                <a:latin typeface="黑体" panose="02010609060101010101" pitchFamily="49" charset="-122"/>
                <a:ea typeface="黑体" panose="02010609060101010101" pitchFamily="49" charset="-122"/>
              </a:rPr>
              <a:t>4</a:t>
            </a:r>
            <a:r>
              <a:rPr lang="zh-CN" altLang="en-US" sz="2400" b="1" dirty="0">
                <a:latin typeface="黑体" panose="02010609060101010101" pitchFamily="49" charset="-122"/>
                <a:ea typeface="黑体" panose="02010609060101010101" pitchFamily="49" charset="-122"/>
              </a:rPr>
              <a:t>.1  函数</a:t>
            </a:r>
          </a:p>
          <a:p>
            <a:pPr lvl="1" eaLnBrk="1" hangingPunct="1">
              <a:buNone/>
            </a:pPr>
            <a:r>
              <a:rPr lang="zh-CN" altLang="en-US" sz="2400" b="1" dirty="0">
                <a:latin typeface="黑体" panose="02010609060101010101" pitchFamily="49" charset="-122"/>
                <a:ea typeface="黑体" panose="02010609060101010101" pitchFamily="49" charset="-122"/>
              </a:rPr>
              <a:t>5.</a:t>
            </a:r>
            <a:r>
              <a:rPr lang="en-US" altLang="zh-CN" sz="2400" b="1" dirty="0">
                <a:latin typeface="黑体" panose="02010609060101010101" pitchFamily="49" charset="-122"/>
                <a:ea typeface="黑体" panose="02010609060101010101" pitchFamily="49" charset="-122"/>
              </a:rPr>
              <a:t>4</a:t>
            </a:r>
            <a:r>
              <a:rPr lang="zh-CN" altLang="en-US" sz="2400" b="1" dirty="0">
                <a:latin typeface="黑体" panose="02010609060101010101" pitchFamily="49" charset="-122"/>
                <a:ea typeface="黑体" panose="02010609060101010101" pitchFamily="49" charset="-122"/>
              </a:rPr>
              <a:t>.2  函数的定义</a:t>
            </a:r>
          </a:p>
          <a:p>
            <a:pPr lvl="1" eaLnBrk="1" hangingPunct="1">
              <a:buNone/>
            </a:pPr>
            <a:r>
              <a:rPr lang="zh-CN" altLang="en-US" sz="2400" b="1" dirty="0">
                <a:solidFill>
                  <a:srgbClr val="FF0000"/>
                </a:solidFill>
                <a:latin typeface="黑体" panose="02010609060101010101" pitchFamily="49" charset="-122"/>
                <a:ea typeface="黑体" panose="02010609060101010101" pitchFamily="49" charset="-122"/>
              </a:rPr>
              <a:t>5.</a:t>
            </a:r>
            <a:r>
              <a:rPr lang="en-US" altLang="zh-CN" sz="2400" b="1" dirty="0">
                <a:solidFill>
                  <a:srgbClr val="FF0000"/>
                </a:solidFill>
                <a:latin typeface="黑体" panose="02010609060101010101" pitchFamily="49" charset="-122"/>
                <a:ea typeface="黑体" panose="02010609060101010101" pitchFamily="49" charset="-122"/>
              </a:rPr>
              <a:t>4</a:t>
            </a:r>
            <a:r>
              <a:rPr lang="zh-CN" altLang="en-US" sz="2400" b="1" dirty="0">
                <a:solidFill>
                  <a:srgbClr val="FF0000"/>
                </a:solidFill>
                <a:latin typeface="黑体" panose="02010609060101010101" pitchFamily="49" charset="-122"/>
                <a:ea typeface="黑体" panose="02010609060101010101" pitchFamily="49" charset="-122"/>
              </a:rPr>
              <a:t>.</a:t>
            </a:r>
            <a:r>
              <a:rPr lang="en-US" altLang="zh-CN" sz="2400" b="1" dirty="0">
                <a:solidFill>
                  <a:srgbClr val="FF0000"/>
                </a:solidFill>
                <a:latin typeface="黑体" panose="02010609060101010101" pitchFamily="49" charset="-122"/>
                <a:ea typeface="黑体" panose="02010609060101010101" pitchFamily="49" charset="-122"/>
              </a:rPr>
              <a:t>3  </a:t>
            </a:r>
            <a:r>
              <a:rPr lang="zh-CN" altLang="en-US" sz="2400" b="1" dirty="0">
                <a:solidFill>
                  <a:srgbClr val="FF0000"/>
                </a:solidFill>
                <a:latin typeface="黑体" panose="02010609060101010101" pitchFamily="49" charset="-122"/>
                <a:ea typeface="黑体" panose="02010609060101010101" pitchFamily="49" charset="-122"/>
              </a:rPr>
              <a:t>函数的调用</a:t>
            </a:r>
          </a:p>
          <a:p>
            <a:pPr lvl="1" eaLnBrk="1" hangingPunct="1">
              <a:buNone/>
            </a:pPr>
            <a:r>
              <a:rPr lang="en-US" altLang="zh-CN" sz="2400" b="1" dirty="0">
                <a:latin typeface="黑体" panose="02010609060101010101" pitchFamily="49" charset="-122"/>
                <a:ea typeface="黑体" panose="02010609060101010101" pitchFamily="49" charset="-122"/>
              </a:rPr>
              <a:t>5.4.4  </a:t>
            </a:r>
            <a:r>
              <a:rPr lang="zh-CN" altLang="en-US" sz="2400" b="1" dirty="0">
                <a:latin typeface="黑体" panose="02010609060101010101" pitchFamily="49" charset="-122"/>
                <a:ea typeface="黑体" panose="02010609060101010101" pitchFamily="49" charset="-122"/>
              </a:rPr>
              <a:t>函数原型</a:t>
            </a:r>
          </a:p>
          <a:p>
            <a:pPr eaLnBrk="1" hangingPunct="1">
              <a:buNone/>
            </a:pPr>
            <a:r>
              <a:rPr lang="zh-CN" altLang="en-US" sz="2400" b="1" dirty="0"/>
              <a:t>5.</a:t>
            </a:r>
            <a:r>
              <a:rPr lang="en-US" altLang="zh-CN" sz="2400" b="1" dirty="0"/>
              <a:t>5</a:t>
            </a:r>
            <a:r>
              <a:rPr lang="zh-CN" altLang="en-US" sz="2400" b="1" dirty="0"/>
              <a:t>  头文件</a:t>
            </a:r>
          </a:p>
          <a:p>
            <a:pPr eaLnBrk="1" hangingPunct="1">
              <a:buNone/>
            </a:pPr>
            <a:r>
              <a:rPr lang="zh-CN" altLang="en-US" sz="2400" b="1" dirty="0"/>
              <a:t>5.</a:t>
            </a:r>
            <a:r>
              <a:rPr lang="en-US" altLang="zh-CN" sz="2400" b="1" dirty="0"/>
              <a:t>6</a:t>
            </a:r>
            <a:r>
              <a:rPr lang="zh-CN" altLang="en-US" sz="2400" b="1" dirty="0"/>
              <a:t>  函数应用举例</a:t>
            </a:r>
          </a:p>
        </p:txBody>
      </p:sp>
      <p:sp>
        <p:nvSpPr>
          <p:cNvPr id="31748" name="Rectangle 5"/>
          <p:cNvSpPr>
            <a:spLocks noGrp="1"/>
          </p:cNvSpPr>
          <p:nvPr>
            <p:ph type="title"/>
          </p:nvPr>
        </p:nvSpPr>
        <p:spPr/>
        <p:txBody>
          <a:bodyPr vert="horz" wrap="square" lIns="91440" tIns="45720" rIns="91440" bIns="45720" anchor="ctr"/>
          <a:lstStyle/>
          <a:p>
            <a:pPr eaLnBrk="1" hangingPunct="1"/>
            <a:r>
              <a:rPr lang="zh-CN" altLang="en-US" b="1" dirty="0"/>
              <a:t>提纲</a:t>
            </a: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34</a:t>
            </a:fld>
            <a:endParaRPr lang="zh-CN" altLang="en-US" sz="1400" b="1" dirty="0"/>
          </a:p>
        </p:txBody>
      </p:sp>
      <p:sp>
        <p:nvSpPr>
          <p:cNvPr id="34819" name="Rectangle 2"/>
          <p:cNvSpPr>
            <a:spLocks noGrp="1"/>
          </p:cNvSpPr>
          <p:nvPr>
            <p:ph type="title"/>
          </p:nvPr>
        </p:nvSpPr>
        <p:spPr/>
        <p:txBody>
          <a:bodyPr vert="horz" wrap="square" lIns="91440" tIns="45720" rIns="91440" bIns="45720" anchor="ctr"/>
          <a:lstStyle/>
          <a:p>
            <a:pPr eaLnBrk="1" hangingPunct="1"/>
            <a:r>
              <a:rPr lang="en-US" altLang="zh-CN" b="1" dirty="0"/>
              <a:t>5.4.3    </a:t>
            </a:r>
            <a:r>
              <a:rPr lang="zh-CN" altLang="en-US" b="1" dirty="0"/>
              <a:t>函数的调用</a:t>
            </a:r>
          </a:p>
        </p:txBody>
      </p:sp>
      <p:sp>
        <p:nvSpPr>
          <p:cNvPr id="34820" name="Rectangle 3"/>
          <p:cNvSpPr>
            <a:spLocks noGrp="1"/>
          </p:cNvSpPr>
          <p:nvPr>
            <p:ph idx="1"/>
          </p:nvPr>
        </p:nvSpPr>
        <p:spPr/>
        <p:txBody>
          <a:bodyPr vert="horz" wrap="square" lIns="91440" tIns="45720" rIns="91440" bIns="45720" anchor="t"/>
          <a:lstStyle/>
          <a:p>
            <a:pPr eaLnBrk="1" hangingPunct="1">
              <a:buNone/>
            </a:pPr>
            <a:r>
              <a:rPr lang="zh-CN" altLang="en-US" b="1" dirty="0"/>
              <a:t>函数调用过程</a:t>
            </a:r>
          </a:p>
        </p:txBody>
      </p:sp>
      <p:sp>
        <p:nvSpPr>
          <p:cNvPr id="863236" name="Rectangle 4"/>
          <p:cNvSpPr/>
          <p:nvPr/>
        </p:nvSpPr>
        <p:spPr>
          <a:xfrm>
            <a:off x="685800" y="1939925"/>
            <a:ext cx="7772400" cy="4611688"/>
          </a:xfrm>
          <a:prstGeom prst="rect">
            <a:avLst/>
          </a:prstGeom>
          <a:noFill/>
          <a:ln w="9525">
            <a:noFill/>
          </a:ln>
        </p:spPr>
        <p:txBody>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r>
              <a:rPr lang="zh-CN" altLang="en-US" b="1" dirty="0"/>
              <a:t>函数的调用和执行的实质是</a:t>
            </a:r>
            <a:r>
              <a:rPr lang="zh-CN" altLang="en-US" b="1" dirty="0">
                <a:solidFill>
                  <a:srgbClr val="FF0000"/>
                </a:solidFill>
              </a:rPr>
              <a:t>控制转移</a:t>
            </a:r>
            <a:r>
              <a:rPr lang="zh-CN" altLang="en-US" b="1" dirty="0"/>
              <a:t>，调用函数时，将控制转到被调用的函数，被调函数执行结束时，则将控制转回主调函数，继续执行后续的操作 。</a:t>
            </a:r>
          </a:p>
        </p:txBody>
      </p:sp>
      <p:sp>
        <p:nvSpPr>
          <p:cNvPr id="34822" name="Rectangle 5"/>
          <p:cNvSpPr/>
          <p:nvPr/>
        </p:nvSpPr>
        <p:spPr>
          <a:xfrm>
            <a:off x="0" y="620713"/>
            <a:ext cx="9144000" cy="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lnSpc>
                <a:spcPct val="90000"/>
              </a:lnSpc>
              <a:buNone/>
            </a:pPr>
            <a:endParaRPr lang="zh-CN" altLang="en-US" sz="2200" b="1" dirty="0"/>
          </a:p>
        </p:txBody>
      </p:sp>
      <p:grpSp>
        <p:nvGrpSpPr>
          <p:cNvPr id="2" name="Group 6"/>
          <p:cNvGrpSpPr/>
          <p:nvPr/>
        </p:nvGrpSpPr>
        <p:grpSpPr>
          <a:xfrm>
            <a:off x="3276600" y="3429000"/>
            <a:ext cx="5040313" cy="2836863"/>
            <a:chOff x="2154" y="2460"/>
            <a:chExt cx="3175" cy="1787"/>
          </a:xfrm>
        </p:grpSpPr>
        <p:graphicFrame>
          <p:nvGraphicFramePr>
            <p:cNvPr id="34833" name="Object 7"/>
            <p:cNvGraphicFramePr>
              <a:graphicFrameLocks noChangeAspect="1"/>
            </p:cNvGraphicFramePr>
            <p:nvPr/>
          </p:nvGraphicFramePr>
          <p:xfrm>
            <a:off x="2154" y="2460"/>
            <a:ext cx="3175" cy="1787"/>
          </p:xfrm>
          <a:graphic>
            <a:graphicData uri="http://schemas.openxmlformats.org/presentationml/2006/ole">
              <mc:AlternateContent xmlns:mc="http://schemas.openxmlformats.org/markup-compatibility/2006">
                <mc:Choice xmlns:v="urn:schemas-microsoft-com:vml" Requires="v">
                  <p:oleObj r:id="rId3" imgW="4639945" imgH="2618740" progId="Visio.Drawing.11">
                    <p:embed/>
                  </p:oleObj>
                </mc:Choice>
                <mc:Fallback>
                  <p:oleObj r:id="rId3" imgW="4639945" imgH="2618740" progId="Visio.Drawing.11">
                    <p:embed/>
                    <p:pic>
                      <p:nvPicPr>
                        <p:cNvPr id="0" name="图片 3081"/>
                        <p:cNvPicPr/>
                        <p:nvPr/>
                      </p:nvPicPr>
                      <p:blipFill>
                        <a:blip r:embed="rId4"/>
                        <a:stretch>
                          <a:fillRect/>
                        </a:stretch>
                      </p:blipFill>
                      <p:spPr>
                        <a:xfrm>
                          <a:off x="2154" y="2460"/>
                          <a:ext cx="3175" cy="1787"/>
                        </a:xfrm>
                        <a:prstGeom prst="rect">
                          <a:avLst/>
                        </a:prstGeom>
                        <a:noFill/>
                        <a:ln w="38100">
                          <a:noFill/>
                          <a:miter/>
                        </a:ln>
                      </p:spPr>
                    </p:pic>
                  </p:oleObj>
                </mc:Fallback>
              </mc:AlternateContent>
            </a:graphicData>
          </a:graphic>
        </p:graphicFrame>
        <p:sp>
          <p:nvSpPr>
            <p:cNvPr id="34834" name="Text Box 8"/>
            <p:cNvSpPr txBox="1"/>
            <p:nvPr/>
          </p:nvSpPr>
          <p:spPr>
            <a:xfrm>
              <a:off x="3379" y="2659"/>
              <a:ext cx="771" cy="231"/>
            </a:xfrm>
            <a:prstGeom prst="rect">
              <a:avLst/>
            </a:prstGeom>
            <a:solidFill>
              <a:schemeClr val="bg1"/>
            </a:solid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algn="ctr" eaLnBrk="1" hangingPunct="1">
                <a:lnSpc>
                  <a:spcPct val="90000"/>
                </a:lnSpc>
                <a:spcBef>
                  <a:spcPct val="50000"/>
                </a:spcBef>
                <a:buNone/>
              </a:pPr>
              <a:r>
                <a:rPr lang="zh-CN" altLang="en-US" sz="2000" b="1" dirty="0"/>
                <a:t>子函数</a:t>
              </a:r>
              <a:r>
                <a:rPr lang="en-US" altLang="zh-CN" sz="2000" b="1" dirty="0"/>
                <a:t>1</a:t>
              </a:r>
            </a:p>
          </p:txBody>
        </p:sp>
        <p:sp>
          <p:nvSpPr>
            <p:cNvPr id="34835" name="Oval 9"/>
            <p:cNvSpPr/>
            <p:nvPr/>
          </p:nvSpPr>
          <p:spPr>
            <a:xfrm>
              <a:off x="2517" y="3459"/>
              <a:ext cx="90" cy="45"/>
            </a:xfrm>
            <a:prstGeom prst="ellipse">
              <a:avLst/>
            </a:prstGeom>
            <a:solidFill>
              <a:srgbClr val="FF6600"/>
            </a:solidFill>
            <a:ln w="9525">
              <a:noFill/>
            </a:ln>
          </p:spPr>
          <p:txBody>
            <a:bodyPr wrap="none" anchor="ct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algn="ctr" eaLnBrk="1" hangingPunct="1">
                <a:lnSpc>
                  <a:spcPct val="90000"/>
                </a:lnSpc>
                <a:buNone/>
              </a:pPr>
              <a:endParaRPr lang="zh-CN" altLang="en-US" sz="2200" b="1" dirty="0"/>
            </a:p>
          </p:txBody>
        </p:sp>
        <p:sp>
          <p:nvSpPr>
            <p:cNvPr id="34836" name="Oval 10"/>
            <p:cNvSpPr/>
            <p:nvPr/>
          </p:nvSpPr>
          <p:spPr>
            <a:xfrm>
              <a:off x="3696" y="3458"/>
              <a:ext cx="91" cy="45"/>
            </a:xfrm>
            <a:prstGeom prst="ellipse">
              <a:avLst/>
            </a:prstGeom>
            <a:solidFill>
              <a:schemeClr val="accent1"/>
            </a:solidFill>
            <a:ln w="9525">
              <a:noFill/>
            </a:ln>
          </p:spPr>
          <p:txBody>
            <a:bodyPr wrap="none" anchor="ct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lnSpc>
                  <a:spcPct val="90000"/>
                </a:lnSpc>
                <a:buNone/>
              </a:pPr>
              <a:endParaRPr lang="zh-CN" altLang="en-US" sz="2200" b="1" dirty="0"/>
            </a:p>
          </p:txBody>
        </p:sp>
        <p:sp>
          <p:nvSpPr>
            <p:cNvPr id="34837" name="Text Box 11"/>
            <p:cNvSpPr txBox="1"/>
            <p:nvPr/>
          </p:nvSpPr>
          <p:spPr>
            <a:xfrm>
              <a:off x="4513" y="2750"/>
              <a:ext cx="771" cy="231"/>
            </a:xfrm>
            <a:prstGeom prst="rect">
              <a:avLst/>
            </a:prstGeom>
            <a:solidFill>
              <a:schemeClr val="bg1"/>
            </a:solid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algn="ctr" eaLnBrk="1" hangingPunct="1">
                <a:lnSpc>
                  <a:spcPct val="90000"/>
                </a:lnSpc>
                <a:spcBef>
                  <a:spcPct val="50000"/>
                </a:spcBef>
                <a:buNone/>
              </a:pPr>
              <a:r>
                <a:rPr lang="zh-CN" altLang="en-US" sz="2000" b="1" dirty="0"/>
                <a:t>子函数</a:t>
              </a:r>
              <a:r>
                <a:rPr lang="en-US" altLang="zh-CN" sz="2000" b="1" dirty="0"/>
                <a:t>2</a:t>
              </a:r>
            </a:p>
          </p:txBody>
        </p:sp>
        <p:sp>
          <p:nvSpPr>
            <p:cNvPr id="34838" name="Text Box 12"/>
            <p:cNvSpPr txBox="1"/>
            <p:nvPr/>
          </p:nvSpPr>
          <p:spPr>
            <a:xfrm>
              <a:off x="2200" y="2523"/>
              <a:ext cx="771" cy="231"/>
            </a:xfrm>
            <a:prstGeom prst="rect">
              <a:avLst/>
            </a:prstGeom>
            <a:solidFill>
              <a:schemeClr val="bg1"/>
            </a:solid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algn="ctr" eaLnBrk="1" hangingPunct="1">
                <a:lnSpc>
                  <a:spcPct val="90000"/>
                </a:lnSpc>
                <a:spcBef>
                  <a:spcPct val="50000"/>
                </a:spcBef>
                <a:buNone/>
              </a:pPr>
              <a:r>
                <a:rPr lang="zh-CN" altLang="en-US" sz="2000" b="1" dirty="0"/>
                <a:t>主函数</a:t>
              </a:r>
              <a:endParaRPr lang="en-US" altLang="zh-CN" sz="2000" b="1" dirty="0"/>
            </a:p>
          </p:txBody>
        </p:sp>
      </p:grpSp>
      <p:sp>
        <p:nvSpPr>
          <p:cNvPr id="863245" name="Rectangle 13"/>
          <p:cNvSpPr/>
          <p:nvPr/>
        </p:nvSpPr>
        <p:spPr>
          <a:xfrm>
            <a:off x="3636963" y="4187825"/>
            <a:ext cx="465137" cy="3937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algn="ctr" eaLnBrk="1" hangingPunct="1">
              <a:lnSpc>
                <a:spcPct val="90000"/>
              </a:lnSpc>
              <a:buNone/>
            </a:pPr>
            <a:r>
              <a:rPr lang="zh-CN" altLang="en-US" sz="2200" b="1" dirty="0"/>
              <a:t>①</a:t>
            </a:r>
          </a:p>
        </p:txBody>
      </p:sp>
      <p:sp>
        <p:nvSpPr>
          <p:cNvPr id="863246" name="Rectangle 14"/>
          <p:cNvSpPr/>
          <p:nvPr/>
        </p:nvSpPr>
        <p:spPr>
          <a:xfrm>
            <a:off x="4533900" y="4116388"/>
            <a:ext cx="465138" cy="3937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algn="ctr" eaLnBrk="1" hangingPunct="1">
              <a:lnSpc>
                <a:spcPct val="90000"/>
              </a:lnSpc>
              <a:buNone/>
            </a:pPr>
            <a:r>
              <a:rPr lang="zh-CN" altLang="en-US" sz="2200" b="1" dirty="0"/>
              <a:t>②</a:t>
            </a:r>
          </a:p>
        </p:txBody>
      </p:sp>
      <p:sp>
        <p:nvSpPr>
          <p:cNvPr id="863247" name="Rectangle 15"/>
          <p:cNvSpPr/>
          <p:nvPr/>
        </p:nvSpPr>
        <p:spPr>
          <a:xfrm>
            <a:off x="6296025" y="4260850"/>
            <a:ext cx="465138" cy="3937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algn="ctr" eaLnBrk="1" hangingPunct="1">
              <a:lnSpc>
                <a:spcPct val="90000"/>
              </a:lnSpc>
              <a:buNone/>
            </a:pPr>
            <a:r>
              <a:rPr lang="zh-CN" altLang="en-US" sz="2200" b="1" dirty="0"/>
              <a:t>④</a:t>
            </a:r>
          </a:p>
        </p:txBody>
      </p:sp>
      <p:sp>
        <p:nvSpPr>
          <p:cNvPr id="863248" name="Rectangle 16"/>
          <p:cNvSpPr/>
          <p:nvPr/>
        </p:nvSpPr>
        <p:spPr>
          <a:xfrm>
            <a:off x="5575300" y="4260850"/>
            <a:ext cx="465138" cy="3937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algn="ctr" eaLnBrk="1" hangingPunct="1">
              <a:lnSpc>
                <a:spcPct val="90000"/>
              </a:lnSpc>
              <a:buNone/>
            </a:pPr>
            <a:r>
              <a:rPr lang="zh-CN" altLang="en-US" sz="2200" b="1" dirty="0"/>
              <a:t>③</a:t>
            </a:r>
          </a:p>
        </p:txBody>
      </p:sp>
      <p:sp>
        <p:nvSpPr>
          <p:cNvPr id="863249" name="Rectangle 17"/>
          <p:cNvSpPr/>
          <p:nvPr/>
        </p:nvSpPr>
        <p:spPr>
          <a:xfrm>
            <a:off x="6367463" y="5124450"/>
            <a:ext cx="465137" cy="3937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algn="ctr" eaLnBrk="1" hangingPunct="1">
              <a:lnSpc>
                <a:spcPct val="90000"/>
              </a:lnSpc>
              <a:buNone/>
            </a:pPr>
            <a:r>
              <a:rPr lang="zh-CN" altLang="en-US" sz="2200" b="1" dirty="0"/>
              <a:t>⑥</a:t>
            </a:r>
          </a:p>
        </p:txBody>
      </p:sp>
      <p:sp>
        <p:nvSpPr>
          <p:cNvPr id="863250" name="Rectangle 18"/>
          <p:cNvSpPr/>
          <p:nvPr/>
        </p:nvSpPr>
        <p:spPr>
          <a:xfrm>
            <a:off x="5614988" y="5268913"/>
            <a:ext cx="465137" cy="3937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algn="ctr" eaLnBrk="1" hangingPunct="1">
              <a:lnSpc>
                <a:spcPct val="90000"/>
              </a:lnSpc>
              <a:buNone/>
            </a:pPr>
            <a:r>
              <a:rPr lang="zh-CN" altLang="en-US" sz="2200" b="1" dirty="0"/>
              <a:t>⑦</a:t>
            </a:r>
          </a:p>
        </p:txBody>
      </p:sp>
      <p:sp>
        <p:nvSpPr>
          <p:cNvPr id="863251" name="Rectangle 19"/>
          <p:cNvSpPr/>
          <p:nvPr/>
        </p:nvSpPr>
        <p:spPr>
          <a:xfrm>
            <a:off x="4567238" y="5268913"/>
            <a:ext cx="465137" cy="3937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algn="ctr" eaLnBrk="1" hangingPunct="1">
              <a:lnSpc>
                <a:spcPct val="90000"/>
              </a:lnSpc>
              <a:buNone/>
            </a:pPr>
            <a:r>
              <a:rPr lang="zh-CN" altLang="en-US" sz="2200" b="1" dirty="0"/>
              <a:t>⑧</a:t>
            </a:r>
          </a:p>
        </p:txBody>
      </p:sp>
      <p:sp>
        <p:nvSpPr>
          <p:cNvPr id="863252" name="Rectangle 20"/>
          <p:cNvSpPr/>
          <p:nvPr/>
        </p:nvSpPr>
        <p:spPr>
          <a:xfrm>
            <a:off x="3703638" y="5411788"/>
            <a:ext cx="465137" cy="3937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algn="ctr" eaLnBrk="1" hangingPunct="1">
              <a:lnSpc>
                <a:spcPct val="90000"/>
              </a:lnSpc>
              <a:buNone/>
            </a:pPr>
            <a:r>
              <a:rPr lang="zh-CN" altLang="en-US" sz="2200" b="1" dirty="0"/>
              <a:t>⑨</a:t>
            </a:r>
          </a:p>
        </p:txBody>
      </p:sp>
      <p:sp>
        <p:nvSpPr>
          <p:cNvPr id="863253" name="Rectangle 21"/>
          <p:cNvSpPr/>
          <p:nvPr/>
        </p:nvSpPr>
        <p:spPr>
          <a:xfrm>
            <a:off x="7159625" y="4764088"/>
            <a:ext cx="465138" cy="3937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algn="ctr" eaLnBrk="1" hangingPunct="1">
              <a:lnSpc>
                <a:spcPct val="90000"/>
              </a:lnSpc>
              <a:buNone/>
            </a:pPr>
            <a:r>
              <a:rPr lang="zh-CN" altLang="en-US" sz="2200" b="1" dirty="0"/>
              <a:t>⑤</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863236">
                                            <p:txEl>
                                              <p:pRg st="0" end="0"/>
                                            </p:txEl>
                                          </p:spTgt>
                                        </p:tgtEl>
                                        <p:attrNameLst>
                                          <p:attrName>style.visibility</p:attrName>
                                        </p:attrNameLst>
                                      </p:cBhvr>
                                      <p:to>
                                        <p:strVal val="visible"/>
                                      </p:to>
                                    </p:set>
                                    <p:animEffect transition="in" filter="dissolve">
                                      <p:cBhvr>
                                        <p:cTn id="7" dur="500"/>
                                        <p:tgtEl>
                                          <p:spTgt spid="86323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dissolv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863245"/>
                                        </p:tgtEl>
                                        <p:attrNameLst>
                                          <p:attrName>style.visibility</p:attrName>
                                        </p:attrNameLst>
                                      </p:cBhvr>
                                      <p:to>
                                        <p:strVal val="visible"/>
                                      </p:to>
                                    </p:set>
                                    <p:animEffect transition="in" filter="dissolve">
                                      <p:cBhvr>
                                        <p:cTn id="17" dur="500"/>
                                        <p:tgtEl>
                                          <p:spTgt spid="863245"/>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863246"/>
                                        </p:tgtEl>
                                        <p:attrNameLst>
                                          <p:attrName>style.visibility</p:attrName>
                                        </p:attrNameLst>
                                      </p:cBhvr>
                                      <p:to>
                                        <p:strVal val="visible"/>
                                      </p:to>
                                    </p:set>
                                    <p:animEffect transition="in" filter="dissolve">
                                      <p:cBhvr>
                                        <p:cTn id="22" dur="500"/>
                                        <p:tgtEl>
                                          <p:spTgt spid="863246"/>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863248"/>
                                        </p:tgtEl>
                                        <p:attrNameLst>
                                          <p:attrName>style.visibility</p:attrName>
                                        </p:attrNameLst>
                                      </p:cBhvr>
                                      <p:to>
                                        <p:strVal val="visible"/>
                                      </p:to>
                                    </p:set>
                                    <p:animEffect transition="in" filter="dissolve">
                                      <p:cBhvr>
                                        <p:cTn id="27" dur="500"/>
                                        <p:tgtEl>
                                          <p:spTgt spid="863248"/>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863247"/>
                                        </p:tgtEl>
                                        <p:attrNameLst>
                                          <p:attrName>style.visibility</p:attrName>
                                        </p:attrNameLst>
                                      </p:cBhvr>
                                      <p:to>
                                        <p:strVal val="visible"/>
                                      </p:to>
                                    </p:set>
                                    <p:animEffect transition="in" filter="dissolve">
                                      <p:cBhvr>
                                        <p:cTn id="32" dur="500"/>
                                        <p:tgtEl>
                                          <p:spTgt spid="863247"/>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863253"/>
                                        </p:tgtEl>
                                        <p:attrNameLst>
                                          <p:attrName>style.visibility</p:attrName>
                                        </p:attrNameLst>
                                      </p:cBhvr>
                                      <p:to>
                                        <p:strVal val="visible"/>
                                      </p:to>
                                    </p:set>
                                    <p:animEffect transition="in" filter="dissolve">
                                      <p:cBhvr>
                                        <p:cTn id="37" dur="500"/>
                                        <p:tgtEl>
                                          <p:spTgt spid="863253"/>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863249"/>
                                        </p:tgtEl>
                                        <p:attrNameLst>
                                          <p:attrName>style.visibility</p:attrName>
                                        </p:attrNameLst>
                                      </p:cBhvr>
                                      <p:to>
                                        <p:strVal val="visible"/>
                                      </p:to>
                                    </p:set>
                                    <p:animEffect transition="in" filter="dissolve">
                                      <p:cBhvr>
                                        <p:cTn id="42" dur="500"/>
                                        <p:tgtEl>
                                          <p:spTgt spid="863249"/>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863250"/>
                                        </p:tgtEl>
                                        <p:attrNameLst>
                                          <p:attrName>style.visibility</p:attrName>
                                        </p:attrNameLst>
                                      </p:cBhvr>
                                      <p:to>
                                        <p:strVal val="visible"/>
                                      </p:to>
                                    </p:set>
                                    <p:animEffect transition="in" filter="dissolve">
                                      <p:cBhvr>
                                        <p:cTn id="47" dur="500"/>
                                        <p:tgtEl>
                                          <p:spTgt spid="863250"/>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863251"/>
                                        </p:tgtEl>
                                        <p:attrNameLst>
                                          <p:attrName>style.visibility</p:attrName>
                                        </p:attrNameLst>
                                      </p:cBhvr>
                                      <p:to>
                                        <p:strVal val="visible"/>
                                      </p:to>
                                    </p:set>
                                    <p:animEffect transition="in" filter="dissolve">
                                      <p:cBhvr>
                                        <p:cTn id="52" dur="500"/>
                                        <p:tgtEl>
                                          <p:spTgt spid="863251"/>
                                        </p:tgtEl>
                                      </p:cBhvr>
                                    </p:animEffect>
                                  </p:childTnLst>
                                </p:cTn>
                              </p:par>
                            </p:childTnLst>
                          </p:cTn>
                        </p:par>
                      </p:childTnLst>
                    </p:cTn>
                  </p:par>
                  <p:par>
                    <p:cTn id="53" fill="hold">
                      <p:stCondLst>
                        <p:cond delay="indefinite"/>
                      </p:stCondLst>
                      <p:childTnLst>
                        <p:par>
                          <p:cTn id="54" fill="hold">
                            <p:stCondLst>
                              <p:cond delay="0"/>
                            </p:stCondLst>
                            <p:childTnLst>
                              <p:par>
                                <p:cTn id="55" presetID="9" presetClass="entr" presetSubtype="0" fill="hold" grpId="0" nodeType="clickEffect">
                                  <p:stCondLst>
                                    <p:cond delay="0"/>
                                  </p:stCondLst>
                                  <p:childTnLst>
                                    <p:set>
                                      <p:cBhvr>
                                        <p:cTn id="56" dur="1" fill="hold">
                                          <p:stCondLst>
                                            <p:cond delay="0"/>
                                          </p:stCondLst>
                                        </p:cTn>
                                        <p:tgtEl>
                                          <p:spTgt spid="863252"/>
                                        </p:tgtEl>
                                        <p:attrNameLst>
                                          <p:attrName>style.visibility</p:attrName>
                                        </p:attrNameLst>
                                      </p:cBhvr>
                                      <p:to>
                                        <p:strVal val="visible"/>
                                      </p:to>
                                    </p:set>
                                    <p:animEffect transition="in" filter="dissolve">
                                      <p:cBhvr>
                                        <p:cTn id="57" dur="500"/>
                                        <p:tgtEl>
                                          <p:spTgt spid="8632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3245" grpId="0"/>
      <p:bldP spid="863247" grpId="0"/>
      <p:bldP spid="863248" grpId="0"/>
      <p:bldP spid="863249" grpId="0"/>
      <p:bldP spid="863250" grpId="0"/>
      <p:bldP spid="863251" grpId="0"/>
      <p:bldP spid="863252" grpId="0"/>
      <p:bldP spid="863253"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35</a:t>
            </a:fld>
            <a:endParaRPr lang="zh-CN" altLang="en-US" sz="1400" b="1" dirty="0"/>
          </a:p>
        </p:txBody>
      </p:sp>
      <p:sp>
        <p:nvSpPr>
          <p:cNvPr id="33795" name="Rectangle 2"/>
          <p:cNvSpPr>
            <a:spLocks noGrp="1"/>
          </p:cNvSpPr>
          <p:nvPr>
            <p:ph type="title"/>
          </p:nvPr>
        </p:nvSpPr>
        <p:spPr/>
        <p:txBody>
          <a:bodyPr vert="horz" wrap="square" lIns="91440" tIns="45720" rIns="91440" bIns="45720" anchor="ctr"/>
          <a:lstStyle/>
          <a:p>
            <a:pPr eaLnBrk="1" hangingPunct="1"/>
            <a:r>
              <a:rPr lang="en-US" altLang="zh-CN" b="1" dirty="0"/>
              <a:t>5.4.3    </a:t>
            </a:r>
            <a:r>
              <a:rPr lang="zh-CN" altLang="en-US" b="1" dirty="0"/>
              <a:t>函数的调用</a:t>
            </a:r>
          </a:p>
        </p:txBody>
      </p:sp>
      <p:sp>
        <p:nvSpPr>
          <p:cNvPr id="33796" name="Text Box 4"/>
          <p:cNvSpPr txBox="1"/>
          <p:nvPr/>
        </p:nvSpPr>
        <p:spPr>
          <a:xfrm>
            <a:off x="180975" y="1268413"/>
            <a:ext cx="6264275" cy="4930581"/>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buClr>
                <a:schemeClr val="accent2"/>
              </a:buClr>
              <a:buSzPct val="75000"/>
              <a:buFont typeface="Monotype Sorts" charset="2"/>
              <a:buNone/>
            </a:pPr>
            <a:r>
              <a:rPr lang="en-US" altLang="zh-CN" sz="2000" dirty="0">
                <a:latin typeface="Consolas" panose="020B0609020204030204" pitchFamily="49" charset="0"/>
              </a:rPr>
              <a:t>int square(int); /*</a:t>
            </a:r>
            <a:r>
              <a:rPr lang="zh-CN" altLang="en-US" sz="2000" dirty="0">
                <a:latin typeface="Consolas" panose="020B0609020204030204" pitchFamily="49" charset="0"/>
              </a:rPr>
              <a:t>函数原型*</a:t>
            </a:r>
            <a:r>
              <a:rPr lang="en-US" altLang="zh-CN" sz="2000" dirty="0">
                <a:latin typeface="Consolas" panose="020B0609020204030204" pitchFamily="49" charset="0"/>
              </a:rPr>
              <a:t>/</a:t>
            </a:r>
          </a:p>
          <a:p>
            <a:pPr marL="0" lvl="0" indent="0" eaLnBrk="1" hangingPunct="1">
              <a:buClr>
                <a:schemeClr val="accent2"/>
              </a:buClr>
              <a:buSzPct val="75000"/>
              <a:buFont typeface="Monotype Sorts" charset="2"/>
              <a:buNone/>
            </a:pPr>
            <a:r>
              <a:rPr lang="en-US" altLang="zh-CN" sz="2000" dirty="0">
                <a:latin typeface="Consolas" panose="020B0609020204030204" pitchFamily="49" charset="0"/>
              </a:rPr>
              <a:t>int main()</a:t>
            </a:r>
          </a:p>
          <a:p>
            <a:pPr marL="0" lvl="0" indent="0" eaLnBrk="1" hangingPunct="1">
              <a:buClr>
                <a:schemeClr val="accent2"/>
              </a:buClr>
              <a:buSzPct val="75000"/>
              <a:buFont typeface="Monotype Sorts" charset="2"/>
              <a:buNone/>
            </a:pPr>
            <a:r>
              <a:rPr lang="en-US" altLang="zh-CN" sz="2000" dirty="0">
                <a:latin typeface="Consolas" panose="020B0609020204030204" pitchFamily="49" charset="0"/>
              </a:rPr>
              <a:t>{</a:t>
            </a:r>
          </a:p>
          <a:p>
            <a:pPr marL="0" lvl="0" indent="0" eaLnBrk="1" hangingPunct="1">
              <a:buClr>
                <a:schemeClr val="accent2"/>
              </a:buClr>
              <a:buSzPct val="75000"/>
              <a:buFont typeface="Monotype Sorts" charset="2"/>
              <a:buNone/>
            </a:pPr>
            <a:r>
              <a:rPr lang="en-US" altLang="zh-CN" sz="2000" dirty="0">
                <a:latin typeface="Consolas" panose="020B0609020204030204" pitchFamily="49" charset="0"/>
              </a:rPr>
              <a:t>   int x;</a:t>
            </a:r>
          </a:p>
          <a:p>
            <a:pPr marL="0" lvl="0" indent="0" eaLnBrk="1" hangingPunct="1">
              <a:buClr>
                <a:schemeClr val="accent2"/>
              </a:buClr>
              <a:buSzPct val="75000"/>
              <a:buFont typeface="Monotype Sorts" charset="2"/>
              <a:buNone/>
            </a:pPr>
            <a:endParaRPr lang="en-US" altLang="zh-CN" sz="2000" dirty="0">
              <a:latin typeface="Consolas" panose="020B0609020204030204" pitchFamily="49" charset="0"/>
            </a:endParaRPr>
          </a:p>
          <a:p>
            <a:pPr marL="0" lvl="0" indent="0" eaLnBrk="1" hangingPunct="1">
              <a:buClr>
                <a:schemeClr val="accent2"/>
              </a:buClr>
              <a:buSzPct val="75000"/>
              <a:buFont typeface="Monotype Sorts" charset="2"/>
              <a:buNone/>
            </a:pPr>
            <a:r>
              <a:rPr lang="en-US" altLang="zh-CN" sz="2000" dirty="0">
                <a:latin typeface="Consolas" panose="020B0609020204030204" pitchFamily="49" charset="0"/>
              </a:rPr>
              <a:t>   for (x = 1; x &lt;= 10; x++)</a:t>
            </a:r>
          </a:p>
          <a:p>
            <a:pPr marL="0" lvl="0" indent="0" eaLnBrk="1" hangingPunct="1">
              <a:buClr>
                <a:schemeClr val="accent2"/>
              </a:buClr>
              <a:buSzPct val="75000"/>
              <a:buFont typeface="Monotype Sorts" charset="2"/>
              <a:buNone/>
            </a:pPr>
            <a:r>
              <a:rPr lang="en-US" altLang="zh-CN" sz="2000" dirty="0">
                <a:latin typeface="Consolas" panose="020B0609020204030204" pitchFamily="49" charset="0"/>
              </a:rPr>
              <a:t>    </a:t>
            </a:r>
            <a:r>
              <a:rPr lang="en-US" altLang="zh-CN" sz="2000" dirty="0" err="1">
                <a:latin typeface="Consolas" panose="020B0609020204030204" pitchFamily="49" charset="0"/>
              </a:rPr>
              <a:t>printf</a:t>
            </a:r>
            <a:r>
              <a:rPr lang="en-US" altLang="zh-CN" sz="2000" dirty="0">
                <a:latin typeface="Consolas" panose="020B0609020204030204" pitchFamily="49" charset="0"/>
              </a:rPr>
              <a:t>("%4d",</a:t>
            </a:r>
            <a:r>
              <a:rPr lang="en-US" altLang="zh-CN" sz="2000" dirty="0">
                <a:solidFill>
                  <a:srgbClr val="003399"/>
                </a:solidFill>
                <a:latin typeface="Consolas" panose="020B0609020204030204" pitchFamily="49" charset="0"/>
              </a:rPr>
              <a:t>square(2 * x));</a:t>
            </a:r>
            <a:r>
              <a:rPr lang="en-US" altLang="zh-CN" sz="2000" dirty="0">
                <a:latin typeface="Consolas" panose="020B0609020204030204" pitchFamily="49" charset="0"/>
              </a:rPr>
              <a:t> </a:t>
            </a:r>
          </a:p>
          <a:p>
            <a:pPr marL="0" lvl="0" indent="0" eaLnBrk="1" hangingPunct="1">
              <a:buClr>
                <a:schemeClr val="accent2"/>
              </a:buClr>
              <a:buSzPct val="75000"/>
              <a:buFont typeface="Monotype Sorts" charset="2"/>
              <a:buNone/>
            </a:pPr>
            <a:r>
              <a:rPr lang="en-US" altLang="zh-CN" sz="2000" dirty="0">
                <a:latin typeface="Consolas" panose="020B0609020204030204" pitchFamily="49" charset="0"/>
              </a:rPr>
              <a:t>}</a:t>
            </a:r>
          </a:p>
          <a:p>
            <a:pPr marL="0" lvl="0" indent="0" eaLnBrk="1" hangingPunct="1">
              <a:spcBef>
                <a:spcPct val="0"/>
              </a:spcBef>
              <a:buNone/>
            </a:pPr>
            <a:endParaRPr lang="zh-CN" altLang="en-US" sz="2000" dirty="0">
              <a:latin typeface="Consolas" panose="020B0609020204030204" pitchFamily="49" charset="0"/>
            </a:endParaRPr>
          </a:p>
          <a:p>
            <a:pPr marL="0" lvl="0" indent="0" eaLnBrk="1" hangingPunct="1">
              <a:spcBef>
                <a:spcPct val="0"/>
              </a:spcBef>
              <a:buNone/>
            </a:pPr>
            <a:r>
              <a:rPr lang="en-US" altLang="zh-CN" sz="2000" dirty="0">
                <a:latin typeface="Consolas" panose="020B0609020204030204" pitchFamily="49" charset="0"/>
              </a:rPr>
              <a:t>int square(int y) /*</a:t>
            </a:r>
            <a:r>
              <a:rPr lang="zh-CN" altLang="en-US" sz="2000" dirty="0">
                <a:latin typeface="Consolas" panose="020B0609020204030204" pitchFamily="49" charset="0"/>
              </a:rPr>
              <a:t>函数定义*/ </a:t>
            </a:r>
            <a:endParaRPr lang="en-US" altLang="zh-CN" sz="2000" dirty="0">
              <a:latin typeface="Consolas" panose="020B0609020204030204" pitchFamily="49" charset="0"/>
            </a:endParaRPr>
          </a:p>
          <a:p>
            <a:pPr marL="0" lvl="0" indent="0" eaLnBrk="1" hangingPunct="1">
              <a:spcBef>
                <a:spcPct val="0"/>
              </a:spcBef>
              <a:buNone/>
            </a:pPr>
            <a:r>
              <a:rPr lang="en-US" altLang="zh-CN" sz="2000" dirty="0">
                <a:latin typeface="Consolas" panose="020B0609020204030204" pitchFamily="49" charset="0"/>
              </a:rPr>
              <a:t>{</a:t>
            </a:r>
          </a:p>
          <a:p>
            <a:pPr marL="0" lvl="0" indent="0" eaLnBrk="1" hangingPunct="1">
              <a:spcBef>
                <a:spcPct val="0"/>
              </a:spcBef>
              <a:buNone/>
            </a:pPr>
            <a:r>
              <a:rPr lang="en-US" altLang="zh-CN" sz="2000" dirty="0">
                <a:latin typeface="Consolas" panose="020B0609020204030204" pitchFamily="49" charset="0"/>
              </a:rPr>
              <a:t>      return (y * y);</a:t>
            </a:r>
          </a:p>
          <a:p>
            <a:pPr marL="0" lvl="0" indent="0" eaLnBrk="1" hangingPunct="1">
              <a:spcBef>
                <a:spcPct val="0"/>
              </a:spcBef>
              <a:buNone/>
            </a:pPr>
            <a:r>
              <a:rPr lang="en-US" altLang="zh-CN" sz="2000" dirty="0">
                <a:latin typeface="Consolas" panose="020B0609020204030204" pitchFamily="49" charset="0"/>
              </a:rPr>
              <a:t>}</a:t>
            </a:r>
          </a:p>
          <a:p>
            <a:pPr marL="0" lvl="0" indent="0" eaLnBrk="1" hangingPunct="1">
              <a:buClr>
                <a:schemeClr val="accent2"/>
              </a:buClr>
              <a:buSzPct val="75000"/>
              <a:buFont typeface="Monotype Sorts" charset="2"/>
              <a:buNone/>
            </a:pPr>
            <a:endParaRPr lang="en-US" altLang="zh-CN" sz="2200" b="1" dirty="0"/>
          </a:p>
        </p:txBody>
      </p:sp>
      <p:sp>
        <p:nvSpPr>
          <p:cNvPr id="423941" name="AutoShape 5"/>
          <p:cNvSpPr>
            <a:spLocks noChangeArrowheads="1"/>
          </p:cNvSpPr>
          <p:nvPr/>
        </p:nvSpPr>
        <p:spPr bwMode="auto">
          <a:xfrm>
            <a:off x="2771775" y="2492375"/>
            <a:ext cx="1223963" cy="504825"/>
          </a:xfrm>
          <a:prstGeom prst="wedgeRectCallout">
            <a:avLst>
              <a:gd name="adj1" fmla="val 37157"/>
              <a:gd name="adj2" fmla="val 148426"/>
            </a:avLst>
          </a:prstGeom>
          <a:gradFill rotWithShape="1">
            <a:gsLst>
              <a:gs pos="0">
                <a:schemeClr val="accent1">
                  <a:gamma/>
                  <a:shade val="46275"/>
                  <a:invGamma/>
                </a:schemeClr>
              </a:gs>
              <a:gs pos="50000">
                <a:schemeClr val="accent1"/>
              </a:gs>
              <a:gs pos="100000">
                <a:schemeClr val="accent1">
                  <a:gamma/>
                  <a:shade val="46275"/>
                  <a:invGamma/>
                </a:schemeClr>
              </a:gs>
            </a:gsLst>
            <a:lin ang="5400000" scaled="1"/>
          </a:gradFill>
          <a:ln w="9525" algn="ctr">
            <a:noFill/>
            <a:miter lim="800000"/>
          </a:ln>
          <a:effectLst/>
        </p:spPr>
        <p:txBody>
          <a:bodyPr/>
          <a:lstStyle/>
          <a:p>
            <a:pPr marL="342900" marR="0" lvl="0" indent="-342900" algn="ctr" defTabSz="914400" rtl="0" eaLnBrk="1" fontAlgn="base" latinLnBrk="0" hangingPunct="1">
              <a:lnSpc>
                <a:spcPct val="90000"/>
              </a:lnSpc>
              <a:spcBef>
                <a:spcPct val="20000"/>
              </a:spcBef>
              <a:spcAft>
                <a:spcPct val="0"/>
              </a:spcAft>
              <a:buClrTx/>
              <a:buSzTx/>
              <a:buFontTx/>
              <a:buNone/>
              <a:defRPr/>
            </a:pPr>
            <a:r>
              <a:rPr kumimoji="1" lang="zh-CN" altLang="en-US" sz="2200" b="1" i="0" u="none" strike="noStrike" kern="1200" cap="none" spc="0" normalizeH="0" baseline="0" noProof="0">
                <a:ln>
                  <a:noFill/>
                </a:ln>
                <a:solidFill>
                  <a:schemeClr val="bg1"/>
                </a:solidFill>
                <a:effectLst/>
                <a:uLnTx/>
                <a:uFillTx/>
                <a:latin typeface="Times New Roman" panose="02020603050405020304" pitchFamily="18" charset="0"/>
                <a:ea typeface="宋体" panose="02010600030101010101" pitchFamily="2" charset="-122"/>
                <a:cs typeface="+mn-cs"/>
              </a:rPr>
              <a:t>实参</a:t>
            </a:r>
            <a:endParaRPr kumimoji="1" lang="en-US" altLang="zh-CN" sz="2200" b="1" i="0" u="none" strike="noStrike" kern="1200" cap="none" spc="0" normalizeH="0" baseline="0" noProof="0">
              <a:ln>
                <a:noFill/>
              </a:ln>
              <a:solidFill>
                <a:schemeClr val="bg1"/>
              </a:solidFill>
              <a:effectLst/>
              <a:uLnTx/>
              <a:uFillTx/>
              <a:latin typeface="Times New Roman" panose="02020603050405020304" pitchFamily="18" charset="0"/>
              <a:ea typeface="宋体" panose="02010600030101010101" pitchFamily="2" charset="-122"/>
              <a:cs typeface="+mn-cs"/>
            </a:endParaRPr>
          </a:p>
        </p:txBody>
      </p:sp>
      <p:sp>
        <p:nvSpPr>
          <p:cNvPr id="423942" name="AutoShape 6"/>
          <p:cNvSpPr>
            <a:spLocks noChangeArrowheads="1"/>
          </p:cNvSpPr>
          <p:nvPr/>
        </p:nvSpPr>
        <p:spPr bwMode="auto">
          <a:xfrm>
            <a:off x="1908175" y="3860800"/>
            <a:ext cx="936625" cy="360363"/>
          </a:xfrm>
          <a:prstGeom prst="wedgeRectCallout">
            <a:avLst>
              <a:gd name="adj1" fmla="val -41019"/>
              <a:gd name="adj2" fmla="val 117843"/>
            </a:avLst>
          </a:prstGeom>
          <a:gradFill rotWithShape="1">
            <a:gsLst>
              <a:gs pos="0">
                <a:schemeClr val="accent1">
                  <a:gamma/>
                  <a:shade val="46275"/>
                  <a:invGamma/>
                </a:schemeClr>
              </a:gs>
              <a:gs pos="50000">
                <a:schemeClr val="accent1"/>
              </a:gs>
              <a:gs pos="100000">
                <a:schemeClr val="accent1">
                  <a:gamma/>
                  <a:shade val="46275"/>
                  <a:invGamma/>
                </a:schemeClr>
              </a:gs>
            </a:gsLst>
            <a:lin ang="5400000" scaled="1"/>
          </a:gradFill>
          <a:ln w="9525" algn="ctr">
            <a:noFill/>
            <a:miter lim="800000"/>
          </a:ln>
          <a:effectLst/>
        </p:spPr>
        <p:txBody>
          <a:bodyPr/>
          <a:lstStyle/>
          <a:p>
            <a:pPr marL="342900" marR="0" lvl="0" indent="-342900" algn="ctr" defTabSz="914400" rtl="0" eaLnBrk="1" fontAlgn="base" latinLnBrk="0" hangingPunct="1">
              <a:lnSpc>
                <a:spcPct val="90000"/>
              </a:lnSpc>
              <a:spcBef>
                <a:spcPct val="20000"/>
              </a:spcBef>
              <a:spcAft>
                <a:spcPct val="0"/>
              </a:spcAft>
              <a:buClrTx/>
              <a:buSzTx/>
              <a:buFontTx/>
              <a:buNone/>
              <a:defRPr/>
            </a:pPr>
            <a:r>
              <a:rPr kumimoji="1" lang="zh-CN" altLang="en-US" sz="2200" b="1" i="0" u="none" strike="noStrike" kern="1200" cap="none" spc="0" normalizeH="0" baseline="0" noProof="0">
                <a:ln>
                  <a:noFill/>
                </a:ln>
                <a:solidFill>
                  <a:schemeClr val="bg1"/>
                </a:solidFill>
                <a:effectLst/>
                <a:uLnTx/>
                <a:uFillTx/>
                <a:latin typeface="Times New Roman" panose="02020603050405020304" pitchFamily="18" charset="0"/>
                <a:ea typeface="宋体" panose="02010600030101010101" pitchFamily="2" charset="-122"/>
                <a:cs typeface="+mn-cs"/>
              </a:rPr>
              <a:t>形参</a:t>
            </a:r>
          </a:p>
        </p:txBody>
      </p:sp>
      <p:sp>
        <p:nvSpPr>
          <p:cNvPr id="423944" name="Line 8"/>
          <p:cNvSpPr/>
          <p:nvPr/>
        </p:nvSpPr>
        <p:spPr>
          <a:xfrm>
            <a:off x="2771775" y="3789363"/>
            <a:ext cx="1368425" cy="0"/>
          </a:xfrm>
          <a:prstGeom prst="line">
            <a:avLst/>
          </a:prstGeom>
          <a:ln w="38100" cap="flat" cmpd="sng">
            <a:solidFill>
              <a:srgbClr val="FF3300"/>
            </a:solidFill>
            <a:prstDash val="solid"/>
            <a:headEnd type="none" w="med" len="med"/>
            <a:tailEnd type="none" w="med" len="med"/>
          </a:ln>
        </p:spPr>
      </p:sp>
      <p:sp>
        <p:nvSpPr>
          <p:cNvPr id="423945" name="Text Box 9"/>
          <p:cNvSpPr txBox="1"/>
          <p:nvPr/>
        </p:nvSpPr>
        <p:spPr>
          <a:xfrm>
            <a:off x="2771775" y="3716338"/>
            <a:ext cx="1439863" cy="3937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algn="ctr" eaLnBrk="1" hangingPunct="1">
              <a:lnSpc>
                <a:spcPct val="90000"/>
              </a:lnSpc>
              <a:spcBef>
                <a:spcPct val="50000"/>
              </a:spcBef>
              <a:buNone/>
            </a:pPr>
            <a:r>
              <a:rPr lang="zh-CN" altLang="en-US" sz="2200" b="1" dirty="0">
                <a:solidFill>
                  <a:srgbClr val="FF3300"/>
                </a:solidFill>
                <a:ea typeface="方正舒体" pitchFamily="2" charset="-122"/>
              </a:rPr>
              <a:t>函数调用</a:t>
            </a:r>
          </a:p>
        </p:txBody>
      </p:sp>
      <p:sp>
        <p:nvSpPr>
          <p:cNvPr id="423950" name="Text Box 14"/>
          <p:cNvSpPr txBox="1"/>
          <p:nvPr/>
        </p:nvSpPr>
        <p:spPr>
          <a:xfrm>
            <a:off x="4500563" y="1341438"/>
            <a:ext cx="4643437" cy="528637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buNone/>
            </a:pPr>
            <a:r>
              <a:rPr lang="zh-CN" altLang="en-US" sz="2400" b="1" dirty="0"/>
              <a:t>函数调用形式：</a:t>
            </a:r>
          </a:p>
          <a:p>
            <a:pPr marL="342900" lvl="0" indent="-342900" eaLnBrk="1" hangingPunct="1">
              <a:lnSpc>
                <a:spcPct val="90000"/>
              </a:lnSpc>
              <a:buNone/>
            </a:pPr>
            <a:r>
              <a:rPr lang="zh-CN" altLang="en-US" sz="2400" b="1" dirty="0">
                <a:solidFill>
                  <a:schemeClr val="accent2"/>
                </a:solidFill>
              </a:rPr>
              <a:t>函数名</a:t>
            </a:r>
            <a:r>
              <a:rPr lang="en-US" altLang="zh-CN" sz="2400" b="1" dirty="0">
                <a:solidFill>
                  <a:schemeClr val="accent2"/>
                </a:solidFill>
              </a:rPr>
              <a:t>(</a:t>
            </a:r>
            <a:r>
              <a:rPr lang="zh-CN" altLang="en-US" sz="2400" b="1" dirty="0">
                <a:solidFill>
                  <a:schemeClr val="accent2"/>
                </a:solidFill>
              </a:rPr>
              <a:t>实参</a:t>
            </a:r>
            <a:r>
              <a:rPr lang="en-US" altLang="zh-CN" sz="2400" b="1" dirty="0">
                <a:solidFill>
                  <a:schemeClr val="accent2"/>
                </a:solidFill>
              </a:rPr>
              <a:t>1,</a:t>
            </a:r>
            <a:r>
              <a:rPr lang="zh-CN" altLang="en-US" sz="2400" b="1" dirty="0">
                <a:solidFill>
                  <a:schemeClr val="accent2"/>
                </a:solidFill>
              </a:rPr>
              <a:t>实参</a:t>
            </a:r>
            <a:r>
              <a:rPr lang="en-US" altLang="zh-CN" sz="2400" b="1" dirty="0">
                <a:solidFill>
                  <a:schemeClr val="accent2"/>
                </a:solidFill>
              </a:rPr>
              <a:t>2,</a:t>
            </a:r>
            <a:r>
              <a:rPr lang="en-US" altLang="zh-CN" sz="2400" b="1" dirty="0">
                <a:solidFill>
                  <a:schemeClr val="accent2"/>
                </a:solidFill>
                <a:latin typeface="宋体" panose="02010600030101010101" pitchFamily="2" charset="-122"/>
              </a:rPr>
              <a:t>…</a:t>
            </a:r>
            <a:r>
              <a:rPr lang="en-US" altLang="zh-CN" sz="2400" b="1" dirty="0">
                <a:solidFill>
                  <a:schemeClr val="accent2"/>
                </a:solidFill>
              </a:rPr>
              <a:t>);</a:t>
            </a:r>
          </a:p>
          <a:p>
            <a:pPr marL="342900" lvl="0" indent="-342900" eaLnBrk="1" hangingPunct="1">
              <a:lnSpc>
                <a:spcPct val="90000"/>
              </a:lnSpc>
              <a:buNone/>
            </a:pPr>
            <a:r>
              <a:rPr lang="zh-CN" altLang="en-US" sz="2400" b="1" dirty="0"/>
              <a:t>如：</a:t>
            </a:r>
            <a:r>
              <a:rPr lang="en-US" altLang="zh-CN" sz="2400" b="1" dirty="0"/>
              <a:t>square(2*x)</a:t>
            </a:r>
            <a:r>
              <a:rPr lang="zh-CN" altLang="en-US" sz="2400" b="1" dirty="0"/>
              <a:t>，此处</a:t>
            </a:r>
            <a:r>
              <a:rPr lang="en-US" altLang="zh-CN" sz="2400" b="1" dirty="0"/>
              <a:t>2*x</a:t>
            </a:r>
            <a:r>
              <a:rPr lang="zh-CN" altLang="en-US" sz="2400" b="1" dirty="0"/>
              <a:t>是实参。</a:t>
            </a:r>
          </a:p>
          <a:p>
            <a:pPr marL="342900" lvl="0" indent="-342900" eaLnBrk="1" hangingPunct="1">
              <a:lnSpc>
                <a:spcPct val="90000"/>
              </a:lnSpc>
              <a:buNone/>
            </a:pPr>
            <a:r>
              <a:rPr lang="zh-CN" altLang="en-US" sz="2400" b="1" dirty="0"/>
              <a:t>实参可以是常量、变量、表达式、函数等，在调用前必须具有确定的值。</a:t>
            </a:r>
          </a:p>
          <a:p>
            <a:pPr marL="342900" lvl="0" indent="-342900" eaLnBrk="1" hangingPunct="1">
              <a:lnSpc>
                <a:spcPct val="90000"/>
              </a:lnSpc>
              <a:buNone/>
            </a:pPr>
            <a:endParaRPr lang="zh-CN" altLang="en-US" sz="800" b="1" dirty="0"/>
          </a:p>
          <a:p>
            <a:pPr marL="342900" lvl="0" indent="-342900" eaLnBrk="1" hangingPunct="1">
              <a:lnSpc>
                <a:spcPct val="90000"/>
              </a:lnSpc>
              <a:buNone/>
            </a:pPr>
            <a:r>
              <a:rPr lang="zh-CN" altLang="en-US" sz="2400" b="1" dirty="0"/>
              <a:t>调用时，会为形参分配内存，然后将实参的值复制一份到形参中。</a:t>
            </a:r>
          </a:p>
          <a:p>
            <a:pPr marL="342900" lvl="0" indent="-342900" eaLnBrk="1" hangingPunct="1">
              <a:lnSpc>
                <a:spcPct val="90000"/>
              </a:lnSpc>
              <a:buNone/>
            </a:pPr>
            <a:r>
              <a:rPr lang="zh-CN" altLang="en-US" sz="2200" b="1" dirty="0"/>
              <a:t>实参的个数、类型和顺序，应该与形参个数、类型和顺序一致，才能正确地进行数据传递。</a:t>
            </a:r>
            <a:endParaRPr lang="zh-CN" altLang="en-US" sz="2400" b="1" dirty="0"/>
          </a:p>
          <a:p>
            <a:pPr marL="342900" lvl="0" indent="-342900" eaLnBrk="1" hangingPunct="1">
              <a:lnSpc>
                <a:spcPct val="90000"/>
              </a:lnSpc>
              <a:spcBef>
                <a:spcPct val="50000"/>
              </a:spcBef>
              <a:buNone/>
            </a:pPr>
            <a:endParaRPr lang="zh-CN" altLang="en-US" sz="2400" b="1"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23944"/>
                                        </p:tgtEl>
                                        <p:attrNameLst>
                                          <p:attrName>style.visibility</p:attrName>
                                        </p:attrNameLst>
                                      </p:cBhvr>
                                      <p:to>
                                        <p:strVal val="visible"/>
                                      </p:to>
                                    </p:set>
                                    <p:animEffect transition="in" filter="dissolve">
                                      <p:cBhvr>
                                        <p:cTn id="7" dur="500"/>
                                        <p:tgtEl>
                                          <p:spTgt spid="423944"/>
                                        </p:tgtEl>
                                      </p:cBhvr>
                                    </p:animEffect>
                                  </p:childTnLst>
                                </p:cTn>
                              </p:par>
                              <p:par>
                                <p:cTn id="8" presetID="9" presetClass="entr" presetSubtype="0" fill="hold" grpId="0" nodeType="withEffect">
                                  <p:stCondLst>
                                    <p:cond delay="0"/>
                                  </p:stCondLst>
                                  <p:childTnLst>
                                    <p:set>
                                      <p:cBhvr>
                                        <p:cTn id="9" dur="1" fill="hold">
                                          <p:stCondLst>
                                            <p:cond delay="0"/>
                                          </p:stCondLst>
                                        </p:cTn>
                                        <p:tgtEl>
                                          <p:spTgt spid="423945"/>
                                        </p:tgtEl>
                                        <p:attrNameLst>
                                          <p:attrName>style.visibility</p:attrName>
                                        </p:attrNameLst>
                                      </p:cBhvr>
                                      <p:to>
                                        <p:strVal val="visible"/>
                                      </p:to>
                                    </p:set>
                                    <p:animEffect transition="in" filter="dissolve">
                                      <p:cBhvr>
                                        <p:cTn id="10" dur="500"/>
                                        <p:tgtEl>
                                          <p:spTgt spid="423945"/>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423941"/>
                                        </p:tgtEl>
                                        <p:attrNameLst>
                                          <p:attrName>style.visibility</p:attrName>
                                        </p:attrNameLst>
                                      </p:cBhvr>
                                      <p:to>
                                        <p:strVal val="visible"/>
                                      </p:to>
                                    </p:set>
                                    <p:animEffect transition="in" filter="dissolve">
                                      <p:cBhvr>
                                        <p:cTn id="15" dur="500"/>
                                        <p:tgtEl>
                                          <p:spTgt spid="423941"/>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423942"/>
                                        </p:tgtEl>
                                        <p:attrNameLst>
                                          <p:attrName>style.visibility</p:attrName>
                                        </p:attrNameLst>
                                      </p:cBhvr>
                                      <p:to>
                                        <p:strVal val="visible"/>
                                      </p:to>
                                    </p:set>
                                    <p:animEffect transition="in" filter="dissolve">
                                      <p:cBhvr>
                                        <p:cTn id="18" dur="500"/>
                                        <p:tgtEl>
                                          <p:spTgt spid="423942"/>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423950"/>
                                        </p:tgtEl>
                                        <p:attrNameLst>
                                          <p:attrName>style.visibility</p:attrName>
                                        </p:attrNameLst>
                                      </p:cBhvr>
                                      <p:to>
                                        <p:strVal val="visible"/>
                                      </p:to>
                                    </p:set>
                                    <p:animEffect transition="in" filter="dissolve">
                                      <p:cBhvr>
                                        <p:cTn id="23" dur="500"/>
                                        <p:tgtEl>
                                          <p:spTgt spid="4239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3941" grpId="0" animBg="1"/>
      <p:bldP spid="423942" grpId="0" animBg="1"/>
      <p:bldP spid="423945" grpId="0"/>
      <p:bldP spid="423950"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36</a:t>
            </a:fld>
            <a:endParaRPr lang="zh-CN" altLang="en-US" sz="1400" b="1" dirty="0"/>
          </a:p>
        </p:txBody>
      </p:sp>
      <p:sp>
        <p:nvSpPr>
          <p:cNvPr id="39939" name="Rectangle 4"/>
          <p:cNvSpPr>
            <a:spLocks noGrp="1"/>
          </p:cNvSpPr>
          <p:nvPr>
            <p:ph type="title"/>
          </p:nvPr>
        </p:nvSpPr>
        <p:spPr>
          <a:xfrm>
            <a:off x="1116013" y="260350"/>
            <a:ext cx="7772400" cy="720725"/>
          </a:xfrm>
        </p:spPr>
        <p:txBody>
          <a:bodyPr vert="horz" wrap="square" lIns="91440" tIns="45720" rIns="91440" bIns="45720" anchor="ctr"/>
          <a:lstStyle/>
          <a:p>
            <a:pPr eaLnBrk="1" hangingPunct="1"/>
            <a:r>
              <a:rPr lang="en-US" altLang="zh-CN" b="1" dirty="0"/>
              <a:t>5.4.3    </a:t>
            </a:r>
            <a:r>
              <a:rPr lang="zh-CN" altLang="en-US" b="1" dirty="0"/>
              <a:t>函数的调用</a:t>
            </a:r>
          </a:p>
        </p:txBody>
      </p:sp>
      <p:sp>
        <p:nvSpPr>
          <p:cNvPr id="39940" name="Text Box 5"/>
          <p:cNvSpPr txBox="1"/>
          <p:nvPr/>
        </p:nvSpPr>
        <p:spPr>
          <a:xfrm>
            <a:off x="468313" y="1268413"/>
            <a:ext cx="6264275" cy="5053691"/>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buClr>
                <a:schemeClr val="accent2"/>
              </a:buClr>
              <a:buSzPct val="75000"/>
              <a:buFont typeface="Monotype Sorts" charset="2"/>
              <a:buNone/>
            </a:pPr>
            <a:r>
              <a:rPr lang="en-US" altLang="zh-CN" sz="2000" dirty="0">
                <a:latin typeface="Consolas" panose="020B0609020204030204" pitchFamily="49" charset="0"/>
              </a:rPr>
              <a:t>int  square(int); /*</a:t>
            </a:r>
            <a:r>
              <a:rPr lang="zh-CN" altLang="en-US" sz="2000" dirty="0">
                <a:latin typeface="Consolas" panose="020B0609020204030204" pitchFamily="49" charset="0"/>
              </a:rPr>
              <a:t>函数原型*</a:t>
            </a:r>
            <a:r>
              <a:rPr lang="en-US" altLang="zh-CN" sz="2000" dirty="0">
                <a:latin typeface="Consolas" panose="020B0609020204030204" pitchFamily="49" charset="0"/>
              </a:rPr>
              <a:t>/</a:t>
            </a:r>
          </a:p>
          <a:p>
            <a:pPr marL="0" lvl="0" indent="0" eaLnBrk="1" hangingPunct="1">
              <a:lnSpc>
                <a:spcPct val="90000"/>
              </a:lnSpc>
              <a:buNone/>
            </a:pPr>
            <a:r>
              <a:rPr lang="en-US" altLang="zh-CN" sz="2000" dirty="0">
                <a:latin typeface="Consolas" panose="020B0609020204030204" pitchFamily="49" charset="0"/>
              </a:rPr>
              <a:t>int main()</a:t>
            </a:r>
          </a:p>
          <a:p>
            <a:pPr marL="0" lvl="0" indent="0" eaLnBrk="1" hangingPunct="1">
              <a:lnSpc>
                <a:spcPct val="90000"/>
              </a:lnSpc>
              <a:buNone/>
            </a:pPr>
            <a:r>
              <a:rPr lang="en-US" altLang="zh-CN" sz="2000" dirty="0">
                <a:latin typeface="Consolas" panose="020B0609020204030204" pitchFamily="49" charset="0"/>
              </a:rPr>
              <a:t>{</a:t>
            </a:r>
          </a:p>
          <a:p>
            <a:pPr marL="0" lvl="0" indent="0" eaLnBrk="1" hangingPunct="1">
              <a:lnSpc>
                <a:spcPct val="90000"/>
              </a:lnSpc>
              <a:buNone/>
            </a:pPr>
            <a:r>
              <a:rPr lang="en-US" altLang="zh-CN" sz="2000" dirty="0">
                <a:latin typeface="Consolas" panose="020B0609020204030204" pitchFamily="49" charset="0"/>
              </a:rPr>
              <a:t>      int x;</a:t>
            </a:r>
          </a:p>
          <a:p>
            <a:pPr marL="0" lvl="0" indent="0" eaLnBrk="1" hangingPunct="1">
              <a:lnSpc>
                <a:spcPct val="90000"/>
              </a:lnSpc>
              <a:buNone/>
            </a:pPr>
            <a:endParaRPr lang="en-US" altLang="zh-CN" sz="2000" dirty="0">
              <a:latin typeface="Consolas" panose="020B0609020204030204" pitchFamily="49" charset="0"/>
            </a:endParaRPr>
          </a:p>
          <a:p>
            <a:pPr marL="0" lvl="0" indent="0" eaLnBrk="1" hangingPunct="1">
              <a:lnSpc>
                <a:spcPct val="90000"/>
              </a:lnSpc>
              <a:buNone/>
            </a:pPr>
            <a:r>
              <a:rPr lang="en-US" altLang="zh-CN" sz="2000" dirty="0">
                <a:latin typeface="Consolas" panose="020B0609020204030204" pitchFamily="49" charset="0"/>
              </a:rPr>
              <a:t>      for (x = 1; x &lt;= 10; x++)</a:t>
            </a:r>
          </a:p>
          <a:p>
            <a:pPr marL="0" lvl="0" indent="0" eaLnBrk="1" hangingPunct="1">
              <a:lnSpc>
                <a:spcPct val="90000"/>
              </a:lnSpc>
              <a:buNone/>
            </a:pPr>
            <a:r>
              <a:rPr lang="en-US" altLang="zh-CN" sz="2000" dirty="0">
                <a:latin typeface="Consolas" panose="020B0609020204030204" pitchFamily="49" charset="0"/>
              </a:rPr>
              <a:t>         </a:t>
            </a:r>
            <a:r>
              <a:rPr lang="en-US" altLang="zh-CN" sz="2000" dirty="0" err="1">
                <a:latin typeface="Consolas" panose="020B0609020204030204" pitchFamily="49" charset="0"/>
              </a:rPr>
              <a:t>printf</a:t>
            </a:r>
            <a:r>
              <a:rPr lang="en-US" altLang="zh-CN" sz="2000" dirty="0">
                <a:latin typeface="Consolas" panose="020B0609020204030204" pitchFamily="49" charset="0"/>
              </a:rPr>
              <a:t>("%4d",</a:t>
            </a:r>
            <a:r>
              <a:rPr lang="en-US" altLang="zh-CN" sz="2000" dirty="0">
                <a:solidFill>
                  <a:srgbClr val="003399"/>
                </a:solidFill>
                <a:latin typeface="Consolas" panose="020B0609020204030204" pitchFamily="49" charset="0"/>
              </a:rPr>
              <a:t>square(2 * x));</a:t>
            </a:r>
            <a:r>
              <a:rPr lang="en-US" altLang="zh-CN" sz="2000" dirty="0">
                <a:latin typeface="Consolas" panose="020B0609020204030204" pitchFamily="49" charset="0"/>
              </a:rPr>
              <a:t> </a:t>
            </a:r>
          </a:p>
          <a:p>
            <a:pPr marL="0" lvl="0" indent="0" eaLnBrk="1" hangingPunct="1">
              <a:lnSpc>
                <a:spcPct val="90000"/>
              </a:lnSpc>
              <a:buNone/>
            </a:pPr>
            <a:r>
              <a:rPr lang="en-US" altLang="zh-CN" sz="2000" dirty="0">
                <a:latin typeface="Consolas" panose="020B0609020204030204" pitchFamily="49" charset="0"/>
              </a:rPr>
              <a:t>}</a:t>
            </a:r>
          </a:p>
          <a:p>
            <a:pPr marL="0" lvl="0" indent="0" eaLnBrk="1" hangingPunct="1">
              <a:lnSpc>
                <a:spcPct val="90000"/>
              </a:lnSpc>
              <a:buNone/>
            </a:pPr>
            <a:endParaRPr lang="en-US" altLang="zh-CN" sz="2000" dirty="0">
              <a:latin typeface="Consolas" panose="020B0609020204030204" pitchFamily="49" charset="0"/>
            </a:endParaRPr>
          </a:p>
          <a:p>
            <a:pPr marL="0" lvl="0" indent="0" eaLnBrk="1" hangingPunct="1">
              <a:spcBef>
                <a:spcPct val="0"/>
              </a:spcBef>
              <a:buNone/>
            </a:pPr>
            <a:endParaRPr lang="zh-CN" altLang="en-US" sz="2000" dirty="0">
              <a:latin typeface="Consolas" panose="020B0609020204030204" pitchFamily="49" charset="0"/>
            </a:endParaRPr>
          </a:p>
          <a:p>
            <a:pPr marL="0" lvl="0" indent="0" eaLnBrk="1" hangingPunct="1">
              <a:spcBef>
                <a:spcPct val="0"/>
              </a:spcBef>
              <a:buNone/>
            </a:pPr>
            <a:r>
              <a:rPr lang="en-US" altLang="zh-CN" sz="2000" dirty="0">
                <a:latin typeface="Consolas" panose="020B0609020204030204" pitchFamily="49" charset="0"/>
              </a:rPr>
              <a:t>int square(int y) /*</a:t>
            </a:r>
            <a:r>
              <a:rPr lang="zh-CN" altLang="en-US" sz="2000" dirty="0">
                <a:latin typeface="Consolas" panose="020B0609020204030204" pitchFamily="49" charset="0"/>
              </a:rPr>
              <a:t>函数定义*/ </a:t>
            </a:r>
            <a:endParaRPr lang="en-US" altLang="zh-CN" sz="2000" dirty="0">
              <a:latin typeface="Consolas" panose="020B0609020204030204" pitchFamily="49" charset="0"/>
            </a:endParaRPr>
          </a:p>
          <a:p>
            <a:pPr marL="0" lvl="0" indent="0" eaLnBrk="1" hangingPunct="1">
              <a:spcBef>
                <a:spcPct val="0"/>
              </a:spcBef>
              <a:buNone/>
            </a:pPr>
            <a:r>
              <a:rPr lang="en-US" altLang="zh-CN" sz="2000" dirty="0">
                <a:latin typeface="Consolas" panose="020B0609020204030204" pitchFamily="49" charset="0"/>
              </a:rPr>
              <a:t>{</a:t>
            </a:r>
          </a:p>
          <a:p>
            <a:pPr marL="0" lvl="0" indent="0" eaLnBrk="1" hangingPunct="1">
              <a:spcBef>
                <a:spcPct val="0"/>
              </a:spcBef>
              <a:buNone/>
            </a:pPr>
            <a:r>
              <a:rPr lang="en-US" altLang="zh-CN" sz="2000" dirty="0">
                <a:latin typeface="Consolas" panose="020B0609020204030204" pitchFamily="49" charset="0"/>
              </a:rPr>
              <a:t>      return(y * y);</a:t>
            </a:r>
          </a:p>
          <a:p>
            <a:pPr marL="0" lvl="0" indent="0" eaLnBrk="1" hangingPunct="1">
              <a:spcBef>
                <a:spcPct val="0"/>
              </a:spcBef>
              <a:buNone/>
            </a:pPr>
            <a:r>
              <a:rPr lang="en-US" altLang="zh-CN" sz="2000" dirty="0">
                <a:latin typeface="Consolas" panose="020B0609020204030204" pitchFamily="49" charset="0"/>
              </a:rPr>
              <a:t>}</a:t>
            </a:r>
          </a:p>
          <a:p>
            <a:pPr marL="0" lvl="0" indent="0" eaLnBrk="1" hangingPunct="1">
              <a:buClr>
                <a:schemeClr val="accent2"/>
              </a:buClr>
              <a:buSzPct val="75000"/>
              <a:buFont typeface="Monotype Sorts" charset="2"/>
              <a:buNone/>
            </a:pPr>
            <a:endParaRPr lang="en-US" altLang="zh-CN" sz="2200" b="1" dirty="0"/>
          </a:p>
        </p:txBody>
      </p:sp>
      <p:sp>
        <p:nvSpPr>
          <p:cNvPr id="396294" name="Line 6"/>
          <p:cNvSpPr/>
          <p:nvPr/>
        </p:nvSpPr>
        <p:spPr>
          <a:xfrm>
            <a:off x="539750" y="3211513"/>
            <a:ext cx="287338" cy="0"/>
          </a:xfrm>
          <a:prstGeom prst="line">
            <a:avLst/>
          </a:prstGeom>
          <a:ln w="38100" cap="flat" cmpd="sng">
            <a:solidFill>
              <a:srgbClr val="FF3300"/>
            </a:solidFill>
            <a:prstDash val="solid"/>
            <a:headEnd type="none" w="med" len="med"/>
            <a:tailEnd type="triangle" w="med" len="med"/>
          </a:ln>
          <a:effectLst>
            <a:prstShdw prst="shdw17" dist="17961" dir="13499999">
              <a:srgbClr val="991F00"/>
            </a:prstShdw>
          </a:effectLst>
        </p:spPr>
      </p:sp>
      <p:sp>
        <p:nvSpPr>
          <p:cNvPr id="396295" name="Line 7"/>
          <p:cNvSpPr/>
          <p:nvPr/>
        </p:nvSpPr>
        <p:spPr>
          <a:xfrm>
            <a:off x="539750" y="3644900"/>
            <a:ext cx="287338" cy="0"/>
          </a:xfrm>
          <a:prstGeom prst="line">
            <a:avLst/>
          </a:prstGeom>
          <a:ln w="38100" cap="flat" cmpd="sng">
            <a:solidFill>
              <a:srgbClr val="FF3300"/>
            </a:solidFill>
            <a:prstDash val="solid"/>
            <a:headEnd type="none" w="med" len="med"/>
            <a:tailEnd type="triangle" w="med" len="med"/>
          </a:ln>
          <a:effectLst>
            <a:prstShdw prst="shdw17" dist="17961" dir="13499999">
              <a:srgbClr val="991F00"/>
            </a:prstShdw>
          </a:effectLst>
        </p:spPr>
      </p:sp>
      <p:sp>
        <p:nvSpPr>
          <p:cNvPr id="396296" name="Line 8"/>
          <p:cNvSpPr/>
          <p:nvPr/>
        </p:nvSpPr>
        <p:spPr>
          <a:xfrm>
            <a:off x="179388" y="4508500"/>
            <a:ext cx="287337" cy="0"/>
          </a:xfrm>
          <a:prstGeom prst="line">
            <a:avLst/>
          </a:prstGeom>
          <a:ln w="38100" cap="flat" cmpd="sng">
            <a:solidFill>
              <a:srgbClr val="FF3300"/>
            </a:solidFill>
            <a:prstDash val="solid"/>
            <a:headEnd type="none" w="med" len="med"/>
            <a:tailEnd type="triangle" w="med" len="med"/>
          </a:ln>
          <a:effectLst>
            <a:prstShdw prst="shdw17" dist="17961" dir="13499999">
              <a:srgbClr val="991F00"/>
            </a:prstShdw>
          </a:effectLst>
        </p:spPr>
      </p:sp>
      <p:sp>
        <p:nvSpPr>
          <p:cNvPr id="39944" name="Rectangle 9"/>
          <p:cNvSpPr/>
          <p:nvPr/>
        </p:nvSpPr>
        <p:spPr>
          <a:xfrm>
            <a:off x="6464300" y="1917700"/>
            <a:ext cx="1581150" cy="290513"/>
          </a:xfrm>
          <a:prstGeom prst="rect">
            <a:avLst/>
          </a:prstGeom>
          <a:solidFill>
            <a:srgbClr val="E6E6E6"/>
          </a:solidFill>
          <a:ln w="9525">
            <a:noFill/>
          </a:ln>
        </p:spPr>
        <p:txBody>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lnSpc>
                <a:spcPct val="90000"/>
              </a:lnSpc>
              <a:buNone/>
            </a:pPr>
            <a:endParaRPr lang="zh-CN" altLang="en-US" sz="2200" b="1" dirty="0"/>
          </a:p>
        </p:txBody>
      </p:sp>
      <p:sp>
        <p:nvSpPr>
          <p:cNvPr id="39945" name="Rectangle 10"/>
          <p:cNvSpPr/>
          <p:nvPr/>
        </p:nvSpPr>
        <p:spPr>
          <a:xfrm>
            <a:off x="6464300" y="1917700"/>
            <a:ext cx="1581150" cy="290513"/>
          </a:xfrm>
          <a:prstGeom prst="rect">
            <a:avLst/>
          </a:prstGeom>
          <a:gradFill rotWithShape="1">
            <a:gsLst>
              <a:gs pos="0">
                <a:srgbClr val="9966FF"/>
              </a:gs>
              <a:gs pos="100000">
                <a:schemeClr val="bg1"/>
              </a:gs>
            </a:gsLst>
            <a:lin ang="5400000" scaled="1"/>
            <a:tileRect/>
          </a:gradFill>
          <a:ln w="1587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lnSpc>
                <a:spcPct val="90000"/>
              </a:lnSpc>
              <a:buNone/>
            </a:pPr>
            <a:endParaRPr lang="zh-CN" altLang="en-US" sz="2200" b="1" dirty="0"/>
          </a:p>
        </p:txBody>
      </p:sp>
      <p:sp>
        <p:nvSpPr>
          <p:cNvPr id="39946" name="Rectangle 11"/>
          <p:cNvSpPr/>
          <p:nvPr/>
        </p:nvSpPr>
        <p:spPr>
          <a:xfrm>
            <a:off x="8172450" y="1916113"/>
            <a:ext cx="1116013" cy="246062"/>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spcBef>
                <a:spcPct val="0"/>
              </a:spcBef>
              <a:buNone/>
            </a:pPr>
            <a:r>
              <a:rPr lang="en-US" altLang="zh-CN" sz="1600" b="1" dirty="0">
                <a:solidFill>
                  <a:srgbClr val="000000"/>
                </a:solidFill>
              </a:rPr>
              <a:t>2000H</a:t>
            </a:r>
            <a:endParaRPr lang="zh-CN" altLang="en-US" sz="1600" b="1" dirty="0"/>
          </a:p>
        </p:txBody>
      </p:sp>
      <p:sp>
        <p:nvSpPr>
          <p:cNvPr id="39947" name="Rectangle 12"/>
          <p:cNvSpPr/>
          <p:nvPr/>
        </p:nvSpPr>
        <p:spPr>
          <a:xfrm>
            <a:off x="6464300" y="2208213"/>
            <a:ext cx="1581150" cy="293687"/>
          </a:xfrm>
          <a:prstGeom prst="rect">
            <a:avLst/>
          </a:prstGeom>
          <a:solidFill>
            <a:srgbClr val="E6E6E6"/>
          </a:solidFill>
          <a:ln w="9525">
            <a:noFill/>
          </a:ln>
        </p:spPr>
        <p:txBody>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lnSpc>
                <a:spcPct val="90000"/>
              </a:lnSpc>
              <a:buNone/>
            </a:pPr>
            <a:endParaRPr lang="zh-CN" altLang="en-US" sz="2200" b="1" dirty="0"/>
          </a:p>
        </p:txBody>
      </p:sp>
      <p:sp>
        <p:nvSpPr>
          <p:cNvPr id="39948" name="Rectangle 13"/>
          <p:cNvSpPr/>
          <p:nvPr/>
        </p:nvSpPr>
        <p:spPr>
          <a:xfrm>
            <a:off x="6464300" y="2208213"/>
            <a:ext cx="1581150" cy="293687"/>
          </a:xfrm>
          <a:prstGeom prst="rect">
            <a:avLst/>
          </a:prstGeom>
          <a:gradFill rotWithShape="1">
            <a:gsLst>
              <a:gs pos="0">
                <a:srgbClr val="9966FF"/>
              </a:gs>
              <a:gs pos="100000">
                <a:schemeClr val="bg1"/>
              </a:gs>
            </a:gsLst>
            <a:lin ang="5400000" scaled="1"/>
            <a:tileRect/>
          </a:gradFill>
          <a:ln w="1587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lnSpc>
                <a:spcPct val="90000"/>
              </a:lnSpc>
              <a:buNone/>
            </a:pPr>
            <a:endParaRPr lang="zh-CN" altLang="en-US" sz="2200" b="1" dirty="0"/>
          </a:p>
        </p:txBody>
      </p:sp>
      <p:sp>
        <p:nvSpPr>
          <p:cNvPr id="39949" name="Rectangle 14"/>
          <p:cNvSpPr/>
          <p:nvPr/>
        </p:nvSpPr>
        <p:spPr>
          <a:xfrm>
            <a:off x="6464300" y="2501900"/>
            <a:ext cx="1581150" cy="631825"/>
          </a:xfrm>
          <a:prstGeom prst="rect">
            <a:avLst/>
          </a:prstGeom>
          <a:gradFill rotWithShape="1">
            <a:gsLst>
              <a:gs pos="0">
                <a:srgbClr val="9966FF"/>
              </a:gs>
              <a:gs pos="100000">
                <a:schemeClr val="bg1"/>
              </a:gs>
            </a:gsLst>
            <a:lin ang="5400000" scaled="1"/>
            <a:tileRect/>
          </a:gradFill>
          <a:ln w="1587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lnSpc>
                <a:spcPct val="90000"/>
              </a:lnSpc>
              <a:buNone/>
            </a:pPr>
            <a:endParaRPr lang="zh-CN" altLang="en-US" sz="2200" b="1" dirty="0"/>
          </a:p>
        </p:txBody>
      </p:sp>
      <p:sp>
        <p:nvSpPr>
          <p:cNvPr id="39950" name="Rectangle 15"/>
          <p:cNvSpPr/>
          <p:nvPr/>
        </p:nvSpPr>
        <p:spPr>
          <a:xfrm>
            <a:off x="6464300" y="2501900"/>
            <a:ext cx="1581150" cy="631825"/>
          </a:xfrm>
          <a:prstGeom prst="rect">
            <a:avLst/>
          </a:prstGeom>
          <a:noFill/>
          <a:ln w="1587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lnSpc>
                <a:spcPct val="90000"/>
              </a:lnSpc>
              <a:buNone/>
            </a:pPr>
            <a:endParaRPr lang="zh-CN" altLang="en-US" sz="2200" b="1" dirty="0"/>
          </a:p>
        </p:txBody>
      </p:sp>
      <p:sp>
        <p:nvSpPr>
          <p:cNvPr id="39951" name="Rectangle 16"/>
          <p:cNvSpPr/>
          <p:nvPr/>
        </p:nvSpPr>
        <p:spPr>
          <a:xfrm>
            <a:off x="8208963" y="2438400"/>
            <a:ext cx="565150" cy="24447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spcBef>
                <a:spcPct val="0"/>
              </a:spcBef>
              <a:buNone/>
            </a:pPr>
            <a:r>
              <a:rPr lang="en-US" altLang="zh-CN" sz="1600" b="1" dirty="0">
                <a:solidFill>
                  <a:srgbClr val="000000"/>
                </a:solidFill>
              </a:rPr>
              <a:t>2002H</a:t>
            </a:r>
            <a:endParaRPr lang="en-US" altLang="zh-CN" sz="1600" b="1" dirty="0"/>
          </a:p>
        </p:txBody>
      </p:sp>
      <p:sp>
        <p:nvSpPr>
          <p:cNvPr id="39952" name="Rectangle 17"/>
          <p:cNvSpPr/>
          <p:nvPr/>
        </p:nvSpPr>
        <p:spPr>
          <a:xfrm>
            <a:off x="6464300" y="3084513"/>
            <a:ext cx="1581150" cy="388937"/>
          </a:xfrm>
          <a:prstGeom prst="rect">
            <a:avLst/>
          </a:prstGeom>
          <a:gradFill rotWithShape="1">
            <a:gsLst>
              <a:gs pos="0">
                <a:srgbClr val="9966FF"/>
              </a:gs>
              <a:gs pos="100000">
                <a:schemeClr val="bg1"/>
              </a:gs>
            </a:gsLst>
            <a:lin ang="5400000" scaled="1"/>
            <a:tileRect/>
          </a:gradFill>
          <a:ln w="1587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spcBef>
                <a:spcPct val="0"/>
              </a:spcBef>
              <a:buNone/>
            </a:pPr>
            <a:endParaRPr lang="zh-CN" altLang="en-US" sz="1800" b="1" dirty="0"/>
          </a:p>
        </p:txBody>
      </p:sp>
      <p:sp>
        <p:nvSpPr>
          <p:cNvPr id="39953" name="Rectangle 18"/>
          <p:cNvSpPr/>
          <p:nvPr/>
        </p:nvSpPr>
        <p:spPr>
          <a:xfrm>
            <a:off x="6464300" y="3084513"/>
            <a:ext cx="1581150" cy="388937"/>
          </a:xfrm>
          <a:prstGeom prst="rect">
            <a:avLst/>
          </a:prstGeom>
          <a:noFill/>
          <a:ln w="1587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lnSpc>
                <a:spcPct val="90000"/>
              </a:lnSpc>
              <a:buNone/>
            </a:pPr>
            <a:endParaRPr lang="zh-CN" altLang="en-US" sz="2200" b="1" dirty="0"/>
          </a:p>
        </p:txBody>
      </p:sp>
      <p:sp>
        <p:nvSpPr>
          <p:cNvPr id="39954" name="Rectangle 19"/>
          <p:cNvSpPr/>
          <p:nvPr/>
        </p:nvSpPr>
        <p:spPr>
          <a:xfrm>
            <a:off x="6464300" y="3473450"/>
            <a:ext cx="1581150" cy="293688"/>
          </a:xfrm>
          <a:prstGeom prst="rect">
            <a:avLst/>
          </a:prstGeom>
          <a:solidFill>
            <a:srgbClr val="E6E6E6"/>
          </a:solidFill>
          <a:ln w="9525">
            <a:noFill/>
          </a:ln>
        </p:spPr>
        <p:txBody>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lnSpc>
                <a:spcPct val="90000"/>
              </a:lnSpc>
              <a:buNone/>
            </a:pPr>
            <a:endParaRPr lang="zh-CN" altLang="en-US" sz="2200" b="1" dirty="0"/>
          </a:p>
        </p:txBody>
      </p:sp>
      <p:sp>
        <p:nvSpPr>
          <p:cNvPr id="39955" name="Rectangle 20"/>
          <p:cNvSpPr/>
          <p:nvPr/>
        </p:nvSpPr>
        <p:spPr>
          <a:xfrm>
            <a:off x="6464300" y="4070350"/>
            <a:ext cx="1581150" cy="295275"/>
          </a:xfrm>
          <a:prstGeom prst="rect">
            <a:avLst/>
          </a:prstGeom>
          <a:solidFill>
            <a:srgbClr val="E6E6E6"/>
          </a:solidFill>
          <a:ln w="9525">
            <a:noFill/>
          </a:ln>
        </p:spPr>
        <p:txBody>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lnSpc>
                <a:spcPct val="90000"/>
              </a:lnSpc>
              <a:buNone/>
            </a:pPr>
            <a:endParaRPr lang="zh-CN" altLang="en-US" sz="2200" b="1" dirty="0"/>
          </a:p>
        </p:txBody>
      </p:sp>
      <p:sp>
        <p:nvSpPr>
          <p:cNvPr id="39956" name="Rectangle 21"/>
          <p:cNvSpPr/>
          <p:nvPr/>
        </p:nvSpPr>
        <p:spPr>
          <a:xfrm>
            <a:off x="6464300" y="3046413"/>
            <a:ext cx="1581150" cy="1319212"/>
          </a:xfrm>
          <a:prstGeom prst="rect">
            <a:avLst/>
          </a:prstGeom>
          <a:gradFill rotWithShape="1">
            <a:gsLst>
              <a:gs pos="0">
                <a:srgbClr val="9966FF"/>
              </a:gs>
              <a:gs pos="100000">
                <a:schemeClr val="bg1"/>
              </a:gs>
            </a:gsLst>
            <a:lin ang="5400000" scaled="1"/>
            <a:tileRect/>
          </a:gradFill>
          <a:ln w="1587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lnSpc>
                <a:spcPct val="90000"/>
              </a:lnSpc>
              <a:buNone/>
            </a:pPr>
            <a:endParaRPr lang="zh-CN" altLang="en-US" sz="2200" b="1" dirty="0"/>
          </a:p>
        </p:txBody>
      </p:sp>
      <p:sp>
        <p:nvSpPr>
          <p:cNvPr id="39957" name="Rectangle 22"/>
          <p:cNvSpPr/>
          <p:nvPr/>
        </p:nvSpPr>
        <p:spPr>
          <a:xfrm>
            <a:off x="8208963" y="3394075"/>
            <a:ext cx="565150" cy="24447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spcBef>
                <a:spcPct val="0"/>
              </a:spcBef>
              <a:buNone/>
            </a:pPr>
            <a:r>
              <a:rPr lang="en-US" altLang="zh-CN" sz="1600" b="1" dirty="0">
                <a:solidFill>
                  <a:srgbClr val="000000"/>
                </a:solidFill>
              </a:rPr>
              <a:t>2005H</a:t>
            </a:r>
            <a:endParaRPr lang="en-US" altLang="zh-CN" sz="1600" b="1" dirty="0"/>
          </a:p>
        </p:txBody>
      </p:sp>
      <p:sp>
        <p:nvSpPr>
          <p:cNvPr id="39958" name="Rectangle 23"/>
          <p:cNvSpPr/>
          <p:nvPr/>
        </p:nvSpPr>
        <p:spPr>
          <a:xfrm>
            <a:off x="8208963" y="4052888"/>
            <a:ext cx="565150" cy="24447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spcBef>
                <a:spcPct val="0"/>
              </a:spcBef>
              <a:buNone/>
            </a:pPr>
            <a:r>
              <a:rPr lang="en-US" altLang="zh-CN" sz="1600" b="1" dirty="0">
                <a:solidFill>
                  <a:srgbClr val="000000"/>
                </a:solidFill>
              </a:rPr>
              <a:t>2007H</a:t>
            </a:r>
            <a:endParaRPr lang="en-US" altLang="zh-CN" sz="1600" b="1" dirty="0"/>
          </a:p>
        </p:txBody>
      </p:sp>
      <p:sp>
        <p:nvSpPr>
          <p:cNvPr id="39959" name="Rectangle 24"/>
          <p:cNvSpPr/>
          <p:nvPr/>
        </p:nvSpPr>
        <p:spPr>
          <a:xfrm>
            <a:off x="8208963" y="3741738"/>
            <a:ext cx="565150" cy="24447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spcBef>
                <a:spcPct val="0"/>
              </a:spcBef>
              <a:buNone/>
            </a:pPr>
            <a:r>
              <a:rPr lang="en-US" altLang="zh-CN" sz="1600" b="1" dirty="0">
                <a:solidFill>
                  <a:srgbClr val="000000"/>
                </a:solidFill>
              </a:rPr>
              <a:t>2006H</a:t>
            </a:r>
            <a:endParaRPr lang="en-US" altLang="zh-CN" sz="1600" b="1" dirty="0"/>
          </a:p>
        </p:txBody>
      </p:sp>
      <p:sp>
        <p:nvSpPr>
          <p:cNvPr id="39960" name="Rectangle 25"/>
          <p:cNvSpPr/>
          <p:nvPr/>
        </p:nvSpPr>
        <p:spPr>
          <a:xfrm>
            <a:off x="8208963" y="2786063"/>
            <a:ext cx="565150" cy="242887"/>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spcBef>
                <a:spcPct val="0"/>
              </a:spcBef>
              <a:buNone/>
            </a:pPr>
            <a:r>
              <a:rPr lang="en-US" altLang="zh-CN" sz="1600" b="1" dirty="0">
                <a:solidFill>
                  <a:srgbClr val="000000"/>
                </a:solidFill>
              </a:rPr>
              <a:t>2003H</a:t>
            </a:r>
            <a:endParaRPr lang="en-US" altLang="zh-CN" sz="1600" b="1" dirty="0"/>
          </a:p>
        </p:txBody>
      </p:sp>
      <p:sp>
        <p:nvSpPr>
          <p:cNvPr id="39961" name="Rectangle 26"/>
          <p:cNvSpPr/>
          <p:nvPr/>
        </p:nvSpPr>
        <p:spPr>
          <a:xfrm>
            <a:off x="8208963" y="2178050"/>
            <a:ext cx="565150" cy="24447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spcBef>
                <a:spcPct val="0"/>
              </a:spcBef>
              <a:buNone/>
            </a:pPr>
            <a:r>
              <a:rPr lang="en-US" altLang="zh-CN" sz="1600" b="1" dirty="0">
                <a:solidFill>
                  <a:srgbClr val="000000"/>
                </a:solidFill>
              </a:rPr>
              <a:t>2001H</a:t>
            </a:r>
            <a:endParaRPr lang="en-US" altLang="zh-CN" sz="1600" b="1" dirty="0"/>
          </a:p>
        </p:txBody>
      </p:sp>
      <p:sp>
        <p:nvSpPr>
          <p:cNvPr id="39962" name="Line 27"/>
          <p:cNvSpPr/>
          <p:nvPr/>
        </p:nvSpPr>
        <p:spPr>
          <a:xfrm>
            <a:off x="6464300" y="2786063"/>
            <a:ext cx="261938" cy="0"/>
          </a:xfrm>
          <a:prstGeom prst="line">
            <a:avLst/>
          </a:prstGeom>
          <a:ln w="9525" cap="flat" cmpd="sng">
            <a:solidFill>
              <a:schemeClr val="tx1"/>
            </a:solidFill>
            <a:prstDash val="solid"/>
            <a:headEnd type="none" w="med" len="med"/>
            <a:tailEnd type="none" w="med" len="med"/>
          </a:ln>
        </p:spPr>
      </p:sp>
      <p:sp>
        <p:nvSpPr>
          <p:cNvPr id="39963" name="Line 28"/>
          <p:cNvSpPr/>
          <p:nvPr/>
        </p:nvSpPr>
        <p:spPr>
          <a:xfrm>
            <a:off x="7773988" y="2786063"/>
            <a:ext cx="261937" cy="0"/>
          </a:xfrm>
          <a:prstGeom prst="line">
            <a:avLst/>
          </a:prstGeom>
          <a:ln w="9525" cap="flat" cmpd="sng">
            <a:solidFill>
              <a:schemeClr val="tx1"/>
            </a:solidFill>
            <a:prstDash val="solid"/>
            <a:headEnd type="none" w="med" len="med"/>
            <a:tailEnd type="none" w="med" len="med"/>
          </a:ln>
        </p:spPr>
      </p:sp>
      <p:sp>
        <p:nvSpPr>
          <p:cNvPr id="396317" name="Rectangle 29"/>
          <p:cNvSpPr/>
          <p:nvPr/>
        </p:nvSpPr>
        <p:spPr>
          <a:xfrm>
            <a:off x="6070600" y="2493963"/>
            <a:ext cx="177800" cy="427037"/>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spcBef>
                <a:spcPct val="0"/>
              </a:spcBef>
              <a:buNone/>
            </a:pPr>
            <a:r>
              <a:rPr lang="en-US" altLang="zh-CN" b="1" dirty="0">
                <a:solidFill>
                  <a:srgbClr val="FF3300"/>
                </a:solidFill>
              </a:rPr>
              <a:t>x</a:t>
            </a:r>
          </a:p>
        </p:txBody>
      </p:sp>
      <p:sp>
        <p:nvSpPr>
          <p:cNvPr id="39965" name="Line 30"/>
          <p:cNvSpPr/>
          <p:nvPr/>
        </p:nvSpPr>
        <p:spPr>
          <a:xfrm>
            <a:off x="6464300" y="4087813"/>
            <a:ext cx="261938" cy="0"/>
          </a:xfrm>
          <a:prstGeom prst="line">
            <a:avLst/>
          </a:prstGeom>
          <a:ln w="9525" cap="flat" cmpd="sng">
            <a:solidFill>
              <a:schemeClr val="tx1"/>
            </a:solidFill>
            <a:prstDash val="solid"/>
            <a:headEnd type="none" w="med" len="med"/>
            <a:tailEnd type="none" w="med" len="med"/>
          </a:ln>
        </p:spPr>
      </p:sp>
      <p:sp>
        <p:nvSpPr>
          <p:cNvPr id="39966" name="Line 31"/>
          <p:cNvSpPr/>
          <p:nvPr/>
        </p:nvSpPr>
        <p:spPr>
          <a:xfrm>
            <a:off x="7773988" y="4087813"/>
            <a:ext cx="261937" cy="0"/>
          </a:xfrm>
          <a:prstGeom prst="line">
            <a:avLst/>
          </a:prstGeom>
          <a:ln w="9525" cap="flat" cmpd="sng">
            <a:solidFill>
              <a:schemeClr val="tx1"/>
            </a:solidFill>
            <a:prstDash val="solid"/>
            <a:headEnd type="none" w="med" len="med"/>
            <a:tailEnd type="none" w="med" len="med"/>
          </a:ln>
        </p:spPr>
      </p:sp>
      <p:sp>
        <p:nvSpPr>
          <p:cNvPr id="39967" name="Text Box 32"/>
          <p:cNvSpPr txBox="1"/>
          <p:nvPr/>
        </p:nvSpPr>
        <p:spPr>
          <a:xfrm>
            <a:off x="6516688" y="1519238"/>
            <a:ext cx="2160587" cy="39687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spcBef>
                <a:spcPct val="50000"/>
              </a:spcBef>
              <a:buNone/>
            </a:pPr>
            <a:r>
              <a:rPr lang="zh-CN" altLang="en-US" sz="2000" b="1" dirty="0">
                <a:solidFill>
                  <a:srgbClr val="000099"/>
                </a:solidFill>
              </a:rPr>
              <a:t>存储空间</a:t>
            </a:r>
          </a:p>
        </p:txBody>
      </p:sp>
      <p:sp>
        <p:nvSpPr>
          <p:cNvPr id="396321" name="Line 33"/>
          <p:cNvSpPr>
            <a:spLocks noChangeShapeType="1"/>
          </p:cNvSpPr>
          <p:nvPr/>
        </p:nvSpPr>
        <p:spPr bwMode="auto">
          <a:xfrm>
            <a:off x="6464300" y="3717925"/>
            <a:ext cx="1584325" cy="0"/>
          </a:xfrm>
          <a:prstGeom prst="line">
            <a:avLst/>
          </a:prstGeom>
          <a:noFill/>
          <a:ln w="6350">
            <a:solidFill>
              <a:schemeClr val="tx1"/>
            </a:solidFill>
            <a:round/>
          </a:ln>
          <a:effectLst>
            <a:prstShdw prst="shdw18" dist="17961" dir="13500000">
              <a:schemeClr val="tx1">
                <a:gamma/>
                <a:shade val="60000"/>
                <a:invGamma/>
              </a:schemeClr>
            </a:prstShdw>
          </a:effectLst>
        </p:spPr>
        <p:txBody>
          <a:bodyPr wrap="none" anchor="ctr"/>
          <a:lstStyle/>
          <a:p>
            <a:pPr marL="0" marR="0" lvl="0" indent="0" algn="l" defTabSz="914400" rtl="0" eaLnBrk="1" fontAlgn="base" latinLnBrk="0" hangingPunct="1">
              <a:lnSpc>
                <a:spcPct val="90000"/>
              </a:lnSpc>
              <a:spcBef>
                <a:spcPct val="20000"/>
              </a:spcBef>
              <a:spcAft>
                <a:spcPct val="0"/>
              </a:spcAft>
              <a:buClrTx/>
              <a:buSzTx/>
              <a:buFontTx/>
              <a:buNone/>
              <a:defRPr/>
            </a:pPr>
            <a:endParaRPr kumimoji="1" lang="zh-CN" altLang="en-US" sz="22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96322" name="Text Box 34"/>
          <p:cNvSpPr txBox="1">
            <a:spLocks noChangeArrowheads="1"/>
          </p:cNvSpPr>
          <p:nvPr/>
        </p:nvSpPr>
        <p:spPr bwMode="auto">
          <a:xfrm>
            <a:off x="6824663" y="3214688"/>
            <a:ext cx="936625" cy="366713"/>
          </a:xfrm>
          <a:prstGeom prst="rect">
            <a:avLst/>
          </a:prstGeom>
          <a:noFill/>
          <a:ln w="9525">
            <a:noFill/>
            <a:miter lim="800000"/>
          </a:ln>
          <a:effectLst>
            <a:prstShdw prst="shdw18" dist="17961" dir="13500000">
              <a:schemeClr val="bg1">
                <a:gamma/>
                <a:shade val="60000"/>
                <a:invGamma/>
              </a:schemeClr>
            </a:prstShdw>
          </a:effectLst>
        </p:spPr>
        <p:txBody>
          <a:bodyPr>
            <a:spAutoFit/>
          </a:bodyPr>
          <a:lstStyle/>
          <a:p>
            <a:pPr marR="0" defTabSz="914400" eaLnBrk="1" hangingPunct="1">
              <a:spcBef>
                <a:spcPct val="50000"/>
              </a:spcBef>
              <a:buClrTx/>
              <a:buSzTx/>
              <a:buFontTx/>
              <a:buNone/>
              <a:defRPr/>
            </a:pPr>
            <a:r>
              <a:rPr kumimoji="1" lang="en-US" altLang="zh-CN" sz="1800" kern="1200" cap="none" spc="0" normalizeH="0" baseline="0" noProof="0">
                <a:latin typeface="Times New Roman" panose="02020603050405020304" pitchFamily="18" charset="0"/>
                <a:ea typeface="宋体" panose="02010600030101010101" pitchFamily="2" charset="-122"/>
                <a:cs typeface="+mn-cs"/>
              </a:rPr>
              <a:t>……</a:t>
            </a:r>
          </a:p>
        </p:txBody>
      </p:sp>
      <p:sp>
        <p:nvSpPr>
          <p:cNvPr id="396323" name="Rectangle 35"/>
          <p:cNvSpPr/>
          <p:nvPr/>
        </p:nvSpPr>
        <p:spPr>
          <a:xfrm>
            <a:off x="6067425" y="3717925"/>
            <a:ext cx="177800" cy="427038"/>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spcBef>
                <a:spcPct val="0"/>
              </a:spcBef>
              <a:buNone/>
            </a:pPr>
            <a:r>
              <a:rPr lang="en-US" altLang="zh-CN" b="1" dirty="0">
                <a:solidFill>
                  <a:srgbClr val="FF3300"/>
                </a:solidFill>
              </a:rPr>
              <a:t>y</a:t>
            </a:r>
          </a:p>
        </p:txBody>
      </p:sp>
      <p:sp>
        <p:nvSpPr>
          <p:cNvPr id="396324" name="Rectangle 36"/>
          <p:cNvSpPr/>
          <p:nvPr/>
        </p:nvSpPr>
        <p:spPr>
          <a:xfrm>
            <a:off x="7077075" y="2565400"/>
            <a:ext cx="177800" cy="427038"/>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spcBef>
                <a:spcPct val="0"/>
              </a:spcBef>
              <a:buNone/>
            </a:pPr>
            <a:r>
              <a:rPr lang="en-US" altLang="zh-CN" b="1" dirty="0">
                <a:solidFill>
                  <a:srgbClr val="FF3300"/>
                </a:solidFill>
              </a:rPr>
              <a:t>1</a:t>
            </a:r>
          </a:p>
        </p:txBody>
      </p:sp>
      <p:sp>
        <p:nvSpPr>
          <p:cNvPr id="396325" name="Rectangle 37"/>
          <p:cNvSpPr/>
          <p:nvPr/>
        </p:nvSpPr>
        <p:spPr>
          <a:xfrm>
            <a:off x="7077075" y="3794125"/>
            <a:ext cx="177800" cy="427038"/>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spcBef>
                <a:spcPct val="0"/>
              </a:spcBef>
              <a:buNone/>
            </a:pPr>
            <a:r>
              <a:rPr lang="en-US" altLang="zh-CN" b="1" dirty="0">
                <a:solidFill>
                  <a:srgbClr val="FF3300"/>
                </a:solidFill>
              </a:rPr>
              <a:t>2</a:t>
            </a:r>
          </a:p>
        </p:txBody>
      </p:sp>
      <p:sp>
        <p:nvSpPr>
          <p:cNvPr id="396326" name="Line 38"/>
          <p:cNvSpPr/>
          <p:nvPr/>
        </p:nvSpPr>
        <p:spPr>
          <a:xfrm>
            <a:off x="179388" y="5229225"/>
            <a:ext cx="287337" cy="0"/>
          </a:xfrm>
          <a:prstGeom prst="line">
            <a:avLst/>
          </a:prstGeom>
          <a:ln w="38100" cap="flat" cmpd="sng">
            <a:solidFill>
              <a:srgbClr val="FF3300"/>
            </a:solidFill>
            <a:prstDash val="solid"/>
            <a:headEnd type="none" w="med" len="med"/>
            <a:tailEnd type="triangle" w="med" len="med"/>
          </a:ln>
          <a:effectLst>
            <a:prstShdw prst="shdw17" dist="17961" dir="13499999">
              <a:srgbClr val="991F00"/>
            </a:prstShdw>
          </a:effectLst>
        </p:spPr>
      </p:sp>
      <p:sp>
        <p:nvSpPr>
          <p:cNvPr id="396327" name="Text Box 39"/>
          <p:cNvSpPr txBox="1"/>
          <p:nvPr/>
        </p:nvSpPr>
        <p:spPr>
          <a:xfrm>
            <a:off x="5076825" y="4724400"/>
            <a:ext cx="792163" cy="457200"/>
          </a:xfrm>
          <a:prstGeom prst="rect">
            <a:avLst/>
          </a:prstGeom>
          <a:solidFill>
            <a:srgbClr val="C0C0C0"/>
          </a:solidFill>
          <a:ln w="9525">
            <a:noFill/>
          </a:ln>
          <a:effectLst>
            <a:prstShdw prst="shdw17" dist="17961" dir="13499999">
              <a:srgbClr val="737373"/>
            </a:prstShdw>
          </a:effectLst>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spcBef>
                <a:spcPct val="50000"/>
              </a:spcBef>
              <a:buNone/>
            </a:pPr>
            <a:r>
              <a:rPr lang="zh-CN" altLang="en-US" sz="2400" b="1" dirty="0"/>
              <a:t>  </a:t>
            </a:r>
            <a:r>
              <a:rPr lang="en-US" altLang="zh-CN" sz="2400" b="1" dirty="0"/>
              <a:t>4</a:t>
            </a:r>
          </a:p>
        </p:txBody>
      </p:sp>
      <p:sp>
        <p:nvSpPr>
          <p:cNvPr id="39975" name="Line 43"/>
          <p:cNvSpPr/>
          <p:nvPr/>
        </p:nvSpPr>
        <p:spPr>
          <a:xfrm>
            <a:off x="3059113" y="3789363"/>
            <a:ext cx="1368425" cy="0"/>
          </a:xfrm>
          <a:prstGeom prst="line">
            <a:avLst/>
          </a:prstGeom>
          <a:ln w="38100" cap="flat" cmpd="sng">
            <a:solidFill>
              <a:srgbClr val="FF3300"/>
            </a:solidFill>
            <a:prstDash val="solid"/>
            <a:headEnd type="none" w="med" len="med"/>
            <a:tailEnd type="none" w="med" len="med"/>
          </a:ln>
        </p:spPr>
      </p:sp>
      <p:sp>
        <p:nvSpPr>
          <p:cNvPr id="39976" name="Text Box 44"/>
          <p:cNvSpPr txBox="1"/>
          <p:nvPr/>
        </p:nvSpPr>
        <p:spPr>
          <a:xfrm>
            <a:off x="3059113" y="3716338"/>
            <a:ext cx="1439862" cy="3937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algn="ctr" eaLnBrk="1" hangingPunct="1">
              <a:lnSpc>
                <a:spcPct val="90000"/>
              </a:lnSpc>
              <a:spcBef>
                <a:spcPct val="50000"/>
              </a:spcBef>
              <a:buNone/>
            </a:pPr>
            <a:r>
              <a:rPr lang="zh-CN" altLang="en-US" sz="2200" b="1" dirty="0">
                <a:solidFill>
                  <a:srgbClr val="FF3300"/>
                </a:solidFill>
                <a:ea typeface="方正舒体" pitchFamily="2" charset="-122"/>
              </a:rPr>
              <a:t>函数调用</a:t>
            </a:r>
          </a:p>
        </p:txBody>
      </p:sp>
      <p:sp>
        <p:nvSpPr>
          <p:cNvPr id="39977" name="Rectangle 45"/>
          <p:cNvSpPr/>
          <p:nvPr/>
        </p:nvSpPr>
        <p:spPr>
          <a:xfrm>
            <a:off x="466725" y="4495165"/>
            <a:ext cx="4408488" cy="1511647"/>
          </a:xfrm>
          <a:prstGeom prst="rect">
            <a:avLst/>
          </a:prstGeom>
          <a:noFill/>
          <a:ln w="12700" cap="flat" cmpd="sng">
            <a:solidFill>
              <a:srgbClr val="FF0000"/>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algn="ctr" eaLnBrk="1" hangingPunct="1">
              <a:lnSpc>
                <a:spcPct val="90000"/>
              </a:lnSpc>
              <a:buNone/>
            </a:pPr>
            <a:endParaRPr lang="zh-CN" altLang="en-US" sz="2200" b="1" dirty="0"/>
          </a:p>
        </p:txBody>
      </p:sp>
      <p:sp>
        <p:nvSpPr>
          <p:cNvPr id="39978" name="Rectangle 46"/>
          <p:cNvSpPr/>
          <p:nvPr/>
        </p:nvSpPr>
        <p:spPr>
          <a:xfrm>
            <a:off x="468312" y="1700213"/>
            <a:ext cx="5254625" cy="2592387"/>
          </a:xfrm>
          <a:prstGeom prst="rect">
            <a:avLst/>
          </a:prstGeom>
          <a:noFill/>
          <a:ln w="12700" cap="flat" cmpd="sng">
            <a:solidFill>
              <a:schemeClr val="accent2"/>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algn="ctr" eaLnBrk="1" hangingPunct="1">
              <a:lnSpc>
                <a:spcPct val="90000"/>
              </a:lnSpc>
              <a:buNone/>
            </a:pPr>
            <a:endParaRPr lang="zh-CN" altLang="en-US" sz="2200" b="1" dirty="0"/>
          </a:p>
        </p:txBody>
      </p:sp>
      <p:sp>
        <p:nvSpPr>
          <p:cNvPr id="39979" name="Rectangle 47"/>
          <p:cNvSpPr/>
          <p:nvPr/>
        </p:nvSpPr>
        <p:spPr>
          <a:xfrm>
            <a:off x="468313" y="1341438"/>
            <a:ext cx="3889375" cy="288925"/>
          </a:xfrm>
          <a:prstGeom prst="rect">
            <a:avLst/>
          </a:prstGeom>
          <a:noFill/>
          <a:ln w="12700" cap="flat" cmpd="sng">
            <a:solidFill>
              <a:srgbClr val="990099"/>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algn="ctr" eaLnBrk="1" hangingPunct="1">
              <a:lnSpc>
                <a:spcPct val="90000"/>
              </a:lnSpc>
              <a:buNone/>
            </a:pPr>
            <a:endParaRPr lang="zh-CN" altLang="en-US" sz="2200" b="1"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96317"/>
                                        </p:tgtEl>
                                        <p:attrNameLst>
                                          <p:attrName>style.visibility</p:attrName>
                                        </p:attrNameLst>
                                      </p:cBhvr>
                                      <p:to>
                                        <p:strVal val="visible"/>
                                      </p:to>
                                    </p:set>
                                    <p:animEffect transition="in" filter="dissolve">
                                      <p:cBhvr>
                                        <p:cTn id="7" dur="500"/>
                                        <p:tgtEl>
                                          <p:spTgt spid="39631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96294"/>
                                        </p:tgtEl>
                                        <p:attrNameLst>
                                          <p:attrName>style.visibility</p:attrName>
                                        </p:attrNameLst>
                                      </p:cBhvr>
                                      <p:to>
                                        <p:strVal val="visible"/>
                                      </p:to>
                                    </p:set>
                                    <p:animEffect transition="in" filter="dissolve">
                                      <p:cBhvr>
                                        <p:cTn id="12" dur="500"/>
                                        <p:tgtEl>
                                          <p:spTgt spid="396294"/>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396324"/>
                                        </p:tgtEl>
                                        <p:attrNameLst>
                                          <p:attrName>style.visibility</p:attrName>
                                        </p:attrNameLst>
                                      </p:cBhvr>
                                      <p:to>
                                        <p:strVal val="visible"/>
                                      </p:to>
                                    </p:set>
                                    <p:animEffect transition="in" filter="dissolve">
                                      <p:cBhvr>
                                        <p:cTn id="17" dur="500"/>
                                        <p:tgtEl>
                                          <p:spTgt spid="396324"/>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xit" presetSubtype="0" fill="hold" nodeType="clickEffect">
                                  <p:stCondLst>
                                    <p:cond delay="0"/>
                                  </p:stCondLst>
                                  <p:childTnLst>
                                    <p:set>
                                      <p:cBhvr>
                                        <p:cTn id="21" dur="1" fill="hold">
                                          <p:stCondLst>
                                            <p:cond delay="0"/>
                                          </p:stCondLst>
                                        </p:cTn>
                                        <p:tgtEl>
                                          <p:spTgt spid="396294"/>
                                        </p:tgtEl>
                                        <p:attrNameLst>
                                          <p:attrName>style.visibility</p:attrName>
                                        </p:attrNameLst>
                                      </p:cBhvr>
                                      <p:to>
                                        <p:strVal val="hidden"/>
                                      </p:to>
                                    </p:se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nodeType="clickEffect">
                                  <p:stCondLst>
                                    <p:cond delay="0"/>
                                  </p:stCondLst>
                                  <p:childTnLst>
                                    <p:set>
                                      <p:cBhvr>
                                        <p:cTn id="25" dur="1" fill="hold">
                                          <p:stCondLst>
                                            <p:cond delay="0"/>
                                          </p:stCondLst>
                                        </p:cTn>
                                        <p:tgtEl>
                                          <p:spTgt spid="396295"/>
                                        </p:tgtEl>
                                        <p:attrNameLst>
                                          <p:attrName>style.visibility</p:attrName>
                                        </p:attrNameLst>
                                      </p:cBhvr>
                                      <p:to>
                                        <p:strVal val="visible"/>
                                      </p:to>
                                    </p:set>
                                    <p:animEffect transition="in" filter="dissolve">
                                      <p:cBhvr>
                                        <p:cTn id="26" dur="500"/>
                                        <p:tgtEl>
                                          <p:spTgt spid="396295"/>
                                        </p:tgtEl>
                                      </p:cBhvr>
                                    </p:animEffec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nodeType="clickEffect">
                                  <p:stCondLst>
                                    <p:cond delay="0"/>
                                  </p:stCondLst>
                                  <p:childTnLst>
                                    <p:set>
                                      <p:cBhvr>
                                        <p:cTn id="30" dur="1" fill="hold">
                                          <p:stCondLst>
                                            <p:cond delay="0"/>
                                          </p:stCondLst>
                                        </p:cTn>
                                        <p:tgtEl>
                                          <p:spTgt spid="396295"/>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nodeType="clickEffect">
                                  <p:stCondLst>
                                    <p:cond delay="0"/>
                                  </p:stCondLst>
                                  <p:childTnLst>
                                    <p:set>
                                      <p:cBhvr>
                                        <p:cTn id="34" dur="1" fill="hold">
                                          <p:stCondLst>
                                            <p:cond delay="0"/>
                                          </p:stCondLst>
                                        </p:cTn>
                                        <p:tgtEl>
                                          <p:spTgt spid="396296"/>
                                        </p:tgtEl>
                                        <p:attrNameLst>
                                          <p:attrName>style.visibility</p:attrName>
                                        </p:attrNameLst>
                                      </p:cBhvr>
                                      <p:to>
                                        <p:strVal val="visible"/>
                                      </p:to>
                                    </p:set>
                                    <p:animEffect transition="in" filter="dissolve">
                                      <p:cBhvr>
                                        <p:cTn id="35" dur="500"/>
                                        <p:tgtEl>
                                          <p:spTgt spid="396296"/>
                                        </p:tgtEl>
                                      </p:cBhvr>
                                    </p:animEffec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grpId="0" nodeType="clickEffect">
                                  <p:stCondLst>
                                    <p:cond delay="0"/>
                                  </p:stCondLst>
                                  <p:childTnLst>
                                    <p:set>
                                      <p:cBhvr>
                                        <p:cTn id="39" dur="1" fill="hold">
                                          <p:stCondLst>
                                            <p:cond delay="0"/>
                                          </p:stCondLst>
                                        </p:cTn>
                                        <p:tgtEl>
                                          <p:spTgt spid="396323"/>
                                        </p:tgtEl>
                                        <p:attrNameLst>
                                          <p:attrName>style.visibility</p:attrName>
                                        </p:attrNameLst>
                                      </p:cBhvr>
                                      <p:to>
                                        <p:strVal val="visible"/>
                                      </p:to>
                                    </p:set>
                                    <p:animEffect transition="in" filter="dissolve">
                                      <p:cBhvr>
                                        <p:cTn id="40" dur="500"/>
                                        <p:tgtEl>
                                          <p:spTgt spid="396323"/>
                                        </p:tgtEl>
                                      </p:cBhvr>
                                    </p:animEffect>
                                  </p:childTnLst>
                                </p:cTn>
                              </p:par>
                            </p:childTnLst>
                          </p:cTn>
                        </p:par>
                      </p:childTnLst>
                    </p:cTn>
                  </p:par>
                  <p:par>
                    <p:cTn id="41" fill="hold">
                      <p:stCondLst>
                        <p:cond delay="indefinite"/>
                      </p:stCondLst>
                      <p:childTnLst>
                        <p:par>
                          <p:cTn id="42" fill="hold">
                            <p:stCondLst>
                              <p:cond delay="0"/>
                            </p:stCondLst>
                            <p:childTnLst>
                              <p:par>
                                <p:cTn id="43" presetID="9" presetClass="entr" presetSubtype="0" fill="hold" grpId="0" nodeType="clickEffect">
                                  <p:stCondLst>
                                    <p:cond delay="0"/>
                                  </p:stCondLst>
                                  <p:childTnLst>
                                    <p:set>
                                      <p:cBhvr>
                                        <p:cTn id="44" dur="1" fill="hold">
                                          <p:stCondLst>
                                            <p:cond delay="0"/>
                                          </p:stCondLst>
                                        </p:cTn>
                                        <p:tgtEl>
                                          <p:spTgt spid="396325"/>
                                        </p:tgtEl>
                                        <p:attrNameLst>
                                          <p:attrName>style.visibility</p:attrName>
                                        </p:attrNameLst>
                                      </p:cBhvr>
                                      <p:to>
                                        <p:strVal val="visible"/>
                                      </p:to>
                                    </p:set>
                                    <p:animEffect transition="in" filter="dissolve">
                                      <p:cBhvr>
                                        <p:cTn id="45" dur="500"/>
                                        <p:tgtEl>
                                          <p:spTgt spid="396325"/>
                                        </p:tgtEl>
                                      </p:cBhvr>
                                    </p:animEffect>
                                  </p:childTnLst>
                                </p:cTn>
                              </p:par>
                            </p:childTnLst>
                          </p:cTn>
                        </p:par>
                      </p:childTnLst>
                    </p:cTn>
                  </p:par>
                  <p:par>
                    <p:cTn id="46" fill="hold">
                      <p:stCondLst>
                        <p:cond delay="indefinite"/>
                      </p:stCondLst>
                      <p:childTnLst>
                        <p:par>
                          <p:cTn id="47" fill="hold">
                            <p:stCondLst>
                              <p:cond delay="0"/>
                            </p:stCondLst>
                            <p:childTnLst>
                              <p:par>
                                <p:cTn id="48" presetID="1" presetClass="exit" presetSubtype="0" fill="hold" nodeType="clickEffect">
                                  <p:stCondLst>
                                    <p:cond delay="0"/>
                                  </p:stCondLst>
                                  <p:childTnLst>
                                    <p:set>
                                      <p:cBhvr>
                                        <p:cTn id="49" dur="1" fill="hold">
                                          <p:stCondLst>
                                            <p:cond delay="0"/>
                                          </p:stCondLst>
                                        </p:cTn>
                                        <p:tgtEl>
                                          <p:spTgt spid="396296"/>
                                        </p:tgtEl>
                                        <p:attrNameLst>
                                          <p:attrName>style.visibility</p:attrName>
                                        </p:attrNameLst>
                                      </p:cBhvr>
                                      <p:to>
                                        <p:strVal val="hidden"/>
                                      </p:to>
                                    </p:set>
                                  </p:childTnLst>
                                </p:cTn>
                              </p:par>
                            </p:childTnLst>
                          </p:cTn>
                        </p:par>
                      </p:childTnLst>
                    </p:cTn>
                  </p:par>
                  <p:par>
                    <p:cTn id="50" fill="hold">
                      <p:stCondLst>
                        <p:cond delay="indefinite"/>
                      </p:stCondLst>
                      <p:childTnLst>
                        <p:par>
                          <p:cTn id="51" fill="hold">
                            <p:stCondLst>
                              <p:cond delay="0"/>
                            </p:stCondLst>
                            <p:childTnLst>
                              <p:par>
                                <p:cTn id="52" presetID="9" presetClass="entr" presetSubtype="0" fill="hold" nodeType="clickEffect">
                                  <p:stCondLst>
                                    <p:cond delay="0"/>
                                  </p:stCondLst>
                                  <p:childTnLst>
                                    <p:set>
                                      <p:cBhvr>
                                        <p:cTn id="53" dur="1" fill="hold">
                                          <p:stCondLst>
                                            <p:cond delay="0"/>
                                          </p:stCondLst>
                                        </p:cTn>
                                        <p:tgtEl>
                                          <p:spTgt spid="396326"/>
                                        </p:tgtEl>
                                        <p:attrNameLst>
                                          <p:attrName>style.visibility</p:attrName>
                                        </p:attrNameLst>
                                      </p:cBhvr>
                                      <p:to>
                                        <p:strVal val="visible"/>
                                      </p:to>
                                    </p:set>
                                    <p:animEffect transition="in" filter="dissolve">
                                      <p:cBhvr>
                                        <p:cTn id="54" dur="500"/>
                                        <p:tgtEl>
                                          <p:spTgt spid="396326"/>
                                        </p:tgtEl>
                                      </p:cBhvr>
                                    </p:animEffect>
                                  </p:childTnLst>
                                </p:cTn>
                              </p:par>
                            </p:childTnLst>
                          </p:cTn>
                        </p:par>
                      </p:childTnLst>
                    </p:cTn>
                  </p:par>
                  <p:par>
                    <p:cTn id="55" fill="hold">
                      <p:stCondLst>
                        <p:cond delay="indefinite"/>
                      </p:stCondLst>
                      <p:childTnLst>
                        <p:par>
                          <p:cTn id="56" fill="hold">
                            <p:stCondLst>
                              <p:cond delay="0"/>
                            </p:stCondLst>
                            <p:childTnLst>
                              <p:par>
                                <p:cTn id="57" presetID="1" presetClass="exit" presetSubtype="0" fill="hold" grpId="1" nodeType="clickEffect">
                                  <p:stCondLst>
                                    <p:cond delay="0"/>
                                  </p:stCondLst>
                                  <p:childTnLst>
                                    <p:set>
                                      <p:cBhvr>
                                        <p:cTn id="58" dur="1" fill="hold">
                                          <p:stCondLst>
                                            <p:cond delay="0"/>
                                          </p:stCondLst>
                                        </p:cTn>
                                        <p:tgtEl>
                                          <p:spTgt spid="396323"/>
                                        </p:tgtEl>
                                        <p:attrNameLst>
                                          <p:attrName>style.visibility</p:attrName>
                                        </p:attrNameLst>
                                      </p:cBhvr>
                                      <p:to>
                                        <p:strVal val="hidden"/>
                                      </p:to>
                                    </p:set>
                                  </p:childTnLst>
                                </p:cTn>
                              </p:par>
                              <p:par>
                                <p:cTn id="59" presetID="1" presetClass="exit" presetSubtype="0" fill="hold" grpId="1" nodeType="withEffect">
                                  <p:stCondLst>
                                    <p:cond delay="0"/>
                                  </p:stCondLst>
                                  <p:childTnLst>
                                    <p:set>
                                      <p:cBhvr>
                                        <p:cTn id="60" dur="1" fill="hold">
                                          <p:stCondLst>
                                            <p:cond delay="0"/>
                                          </p:stCondLst>
                                        </p:cTn>
                                        <p:tgtEl>
                                          <p:spTgt spid="396325"/>
                                        </p:tgtEl>
                                        <p:attrNameLst>
                                          <p:attrName>style.visibility</p:attrName>
                                        </p:attrNameLst>
                                      </p:cBhvr>
                                      <p:to>
                                        <p:strVal val="hidden"/>
                                      </p:to>
                                    </p:set>
                                  </p:childTnLst>
                                </p:cTn>
                              </p:par>
                            </p:childTnLst>
                          </p:cTn>
                        </p:par>
                      </p:childTnLst>
                    </p:cTn>
                  </p:par>
                  <p:par>
                    <p:cTn id="61" fill="hold">
                      <p:stCondLst>
                        <p:cond delay="indefinite"/>
                      </p:stCondLst>
                      <p:childTnLst>
                        <p:par>
                          <p:cTn id="62" fill="hold">
                            <p:stCondLst>
                              <p:cond delay="0"/>
                            </p:stCondLst>
                            <p:childTnLst>
                              <p:par>
                                <p:cTn id="63" presetID="1" presetClass="exit" presetSubtype="0" fill="hold" nodeType="clickEffect">
                                  <p:stCondLst>
                                    <p:cond delay="0"/>
                                  </p:stCondLst>
                                  <p:childTnLst>
                                    <p:set>
                                      <p:cBhvr>
                                        <p:cTn id="64" dur="1" fill="hold">
                                          <p:stCondLst>
                                            <p:cond delay="0"/>
                                          </p:stCondLst>
                                        </p:cTn>
                                        <p:tgtEl>
                                          <p:spTgt spid="396326"/>
                                        </p:tgtEl>
                                        <p:attrNameLst>
                                          <p:attrName>style.visibility</p:attrName>
                                        </p:attrNameLst>
                                      </p:cBhvr>
                                      <p:to>
                                        <p:strVal val="hidden"/>
                                      </p:to>
                                    </p:set>
                                  </p:childTnLst>
                                </p:cTn>
                              </p:par>
                            </p:childTnLst>
                          </p:cTn>
                        </p:par>
                      </p:childTnLst>
                    </p:cTn>
                  </p:par>
                  <p:par>
                    <p:cTn id="65" fill="hold">
                      <p:stCondLst>
                        <p:cond delay="indefinite"/>
                      </p:stCondLst>
                      <p:childTnLst>
                        <p:par>
                          <p:cTn id="66" fill="hold">
                            <p:stCondLst>
                              <p:cond delay="0"/>
                            </p:stCondLst>
                            <p:childTnLst>
                              <p:par>
                                <p:cTn id="67" presetID="9" presetClass="entr" presetSubtype="0" fill="hold" nodeType="clickEffect">
                                  <p:stCondLst>
                                    <p:cond delay="0"/>
                                  </p:stCondLst>
                                  <p:childTnLst>
                                    <p:set>
                                      <p:cBhvr>
                                        <p:cTn id="68" dur="1" fill="hold">
                                          <p:stCondLst>
                                            <p:cond delay="0"/>
                                          </p:stCondLst>
                                        </p:cTn>
                                        <p:tgtEl>
                                          <p:spTgt spid="396295"/>
                                        </p:tgtEl>
                                        <p:attrNameLst>
                                          <p:attrName>style.visibility</p:attrName>
                                        </p:attrNameLst>
                                      </p:cBhvr>
                                      <p:to>
                                        <p:strVal val="visible"/>
                                      </p:to>
                                    </p:set>
                                    <p:animEffect transition="in" filter="dissolve">
                                      <p:cBhvr>
                                        <p:cTn id="69" dur="500"/>
                                        <p:tgtEl>
                                          <p:spTgt spid="396295"/>
                                        </p:tgtEl>
                                      </p:cBhvr>
                                    </p:animEffect>
                                  </p:childTnLst>
                                </p:cTn>
                              </p:par>
                            </p:childTnLst>
                          </p:cTn>
                        </p:par>
                      </p:childTnLst>
                    </p:cTn>
                  </p:par>
                  <p:par>
                    <p:cTn id="70" fill="hold">
                      <p:stCondLst>
                        <p:cond delay="indefinite"/>
                      </p:stCondLst>
                      <p:childTnLst>
                        <p:par>
                          <p:cTn id="71" fill="hold">
                            <p:stCondLst>
                              <p:cond delay="0"/>
                            </p:stCondLst>
                            <p:childTnLst>
                              <p:par>
                                <p:cTn id="72" presetID="9" presetClass="entr" presetSubtype="0" fill="hold" grpId="0" nodeType="clickEffect">
                                  <p:stCondLst>
                                    <p:cond delay="0"/>
                                  </p:stCondLst>
                                  <p:childTnLst>
                                    <p:set>
                                      <p:cBhvr>
                                        <p:cTn id="73" dur="1" fill="hold">
                                          <p:stCondLst>
                                            <p:cond delay="0"/>
                                          </p:stCondLst>
                                        </p:cTn>
                                        <p:tgtEl>
                                          <p:spTgt spid="396327"/>
                                        </p:tgtEl>
                                        <p:attrNameLst>
                                          <p:attrName>style.visibility</p:attrName>
                                        </p:attrNameLst>
                                      </p:cBhvr>
                                      <p:to>
                                        <p:strVal val="visible"/>
                                      </p:to>
                                    </p:set>
                                    <p:animEffect transition="in" filter="dissolve">
                                      <p:cBhvr>
                                        <p:cTn id="74" dur="500"/>
                                        <p:tgtEl>
                                          <p:spTgt spid="3963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6317" grpId="0"/>
      <p:bldP spid="396323" grpId="0"/>
      <p:bldP spid="396323" grpId="1"/>
      <p:bldP spid="396324" grpId="0"/>
      <p:bldP spid="396325" grpId="0"/>
      <p:bldP spid="396325" grpId="1"/>
      <p:bldP spid="396327"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37</a:t>
            </a:fld>
            <a:endParaRPr lang="zh-CN" altLang="en-US" sz="1400" b="1" dirty="0"/>
          </a:p>
        </p:txBody>
      </p:sp>
      <p:sp>
        <p:nvSpPr>
          <p:cNvPr id="64515" name="Text Box 4"/>
          <p:cNvSpPr>
            <a:spLocks noGrp="1"/>
          </p:cNvSpPr>
          <p:nvPr>
            <p:ph idx="1"/>
          </p:nvPr>
        </p:nvSpPr>
        <p:spPr>
          <a:xfrm>
            <a:off x="395288" y="1319213"/>
            <a:ext cx="8497887" cy="4611687"/>
          </a:xfrm>
        </p:spPr>
        <p:txBody>
          <a:bodyPr vert="horz" wrap="square" lIns="92075" tIns="46038" rIns="92075" bIns="46038" anchor="t"/>
          <a:lstStyle/>
          <a:p>
            <a:pPr algn="just">
              <a:spcBef>
                <a:spcPct val="50000"/>
              </a:spcBef>
              <a:buNone/>
            </a:pPr>
            <a:r>
              <a:rPr lang="zh-CN" altLang="en-US" b="1" dirty="0">
                <a:latin typeface="宋体" panose="02010600030101010101" pitchFamily="2" charset="-122"/>
              </a:rPr>
              <a:t>子程序参数传递两种方式：</a:t>
            </a:r>
            <a:r>
              <a:rPr lang="zh-CN" altLang="en-US" b="1" dirty="0">
                <a:solidFill>
                  <a:srgbClr val="003399"/>
                </a:solidFill>
                <a:latin typeface="宋体" panose="02010600030101010101" pitchFamily="2" charset="-122"/>
              </a:rPr>
              <a:t>按值传递</a:t>
            </a:r>
            <a:r>
              <a:rPr lang="zh-CN" altLang="en-US" b="1" dirty="0">
                <a:latin typeface="宋体" panose="02010600030101010101" pitchFamily="2" charset="-122"/>
              </a:rPr>
              <a:t>和</a:t>
            </a:r>
            <a:r>
              <a:rPr lang="zh-CN" altLang="en-US" b="1" dirty="0">
                <a:solidFill>
                  <a:srgbClr val="003399"/>
                </a:solidFill>
                <a:latin typeface="宋体" panose="02010600030101010101" pitchFamily="2" charset="-122"/>
              </a:rPr>
              <a:t>按引用传递</a:t>
            </a:r>
            <a:r>
              <a:rPr lang="zh-CN" altLang="en-US" b="1" dirty="0">
                <a:latin typeface="宋体" panose="02010600030101010101" pitchFamily="2" charset="-122"/>
              </a:rPr>
              <a:t>。</a:t>
            </a:r>
            <a:endParaRPr lang="zh-CN" altLang="en-US" b="1" dirty="0">
              <a:latin typeface="宋体" panose="02010600030101010101" pitchFamily="2" charset="-122"/>
              <a:cs typeface="Times New Roman" panose="02020603050405020304" pitchFamily="18" charset="0"/>
            </a:endParaRPr>
          </a:p>
          <a:p>
            <a:pPr algn="just">
              <a:spcBef>
                <a:spcPct val="50000"/>
              </a:spcBef>
              <a:buNone/>
            </a:pPr>
            <a:r>
              <a:rPr lang="zh-CN" altLang="en-US" b="1" i="1" dirty="0">
                <a:solidFill>
                  <a:srgbClr val="CC3300"/>
                </a:solidFill>
                <a:latin typeface="宋体" panose="02010600030101010101" pitchFamily="2" charset="-122"/>
              </a:rPr>
              <a:t>按值传递</a:t>
            </a:r>
            <a:r>
              <a:rPr lang="zh-CN" altLang="en-US" b="1" dirty="0">
                <a:solidFill>
                  <a:srgbClr val="CC3300"/>
                </a:solidFill>
                <a:latin typeface="宋体" panose="02010600030101010101" pitchFamily="2" charset="-122"/>
              </a:rPr>
              <a:t>：</a:t>
            </a:r>
            <a:r>
              <a:rPr lang="zh-CN" altLang="en-US" b="1" dirty="0">
                <a:latin typeface="宋体" panose="02010600030101010101" pitchFamily="2" charset="-122"/>
              </a:rPr>
              <a:t>实参的值被复制并置入被调用子程序的形参中。此方式下不管在被调用子程序中怎样操作并改变形参的值，在主调程序中的实参的值都是安全的未发生变化的。</a:t>
            </a:r>
          </a:p>
        </p:txBody>
      </p:sp>
      <p:sp>
        <p:nvSpPr>
          <p:cNvPr id="64516" name="Rectangle 1033"/>
          <p:cNvSpPr>
            <a:spLocks noGrp="1"/>
          </p:cNvSpPr>
          <p:nvPr>
            <p:ph type="title"/>
          </p:nvPr>
        </p:nvSpPr>
        <p:spPr>
          <a:xfrm>
            <a:off x="1371600" y="404813"/>
            <a:ext cx="7772400" cy="720725"/>
          </a:xfrm>
        </p:spPr>
        <p:txBody>
          <a:bodyPr vert="horz" wrap="square" lIns="91440" tIns="45720" rIns="91440" bIns="45720" anchor="ctr"/>
          <a:lstStyle/>
          <a:p>
            <a:pPr eaLnBrk="1" hangingPunct="1"/>
            <a:r>
              <a:rPr lang="en-US" altLang="zh-CN" b="1" dirty="0"/>
              <a:t>5.4.3    </a:t>
            </a:r>
            <a:r>
              <a:rPr lang="zh-CN" altLang="en-US" b="1" dirty="0"/>
              <a:t>函数的调用</a:t>
            </a:r>
          </a:p>
        </p:txBody>
      </p:sp>
      <p:sp>
        <p:nvSpPr>
          <p:cNvPr id="64517" name="Rectangle 1035"/>
          <p:cNvSpPr/>
          <p:nvPr/>
        </p:nvSpPr>
        <p:spPr>
          <a:xfrm>
            <a:off x="0" y="2752725"/>
            <a:ext cx="9144000" cy="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lnSpc>
                <a:spcPct val="90000"/>
              </a:lnSpc>
              <a:buNone/>
            </a:pPr>
            <a:endParaRPr lang="zh-CN" altLang="en-US" sz="2200" b="1" dirty="0"/>
          </a:p>
        </p:txBody>
      </p:sp>
      <p:graphicFrame>
        <p:nvGraphicFramePr>
          <p:cNvPr id="64518" name="Object 1034"/>
          <p:cNvGraphicFramePr>
            <a:graphicFrameLocks noChangeAspect="1"/>
          </p:cNvGraphicFramePr>
          <p:nvPr/>
        </p:nvGraphicFramePr>
        <p:xfrm>
          <a:off x="1258888" y="3860800"/>
          <a:ext cx="5905500" cy="2184400"/>
        </p:xfrm>
        <a:graphic>
          <a:graphicData uri="http://schemas.openxmlformats.org/presentationml/2006/ole">
            <mc:AlternateContent xmlns:mc="http://schemas.openxmlformats.org/markup-compatibility/2006">
              <mc:Choice xmlns:v="urn:schemas-microsoft-com:vml" Requires="v">
                <p:oleObj r:id="rId2" imgW="7044055" imgH="2618740" progId="Visio.Drawing.11">
                  <p:embed/>
                </p:oleObj>
              </mc:Choice>
              <mc:Fallback>
                <p:oleObj r:id="rId2" imgW="7044055" imgH="2618740" progId="Visio.Drawing.11">
                  <p:embed/>
                  <p:pic>
                    <p:nvPicPr>
                      <p:cNvPr id="64518" name="Object 1034"/>
                      <p:cNvPicPr/>
                      <p:nvPr/>
                    </p:nvPicPr>
                    <p:blipFill>
                      <a:blip r:embed="rId3"/>
                      <a:stretch>
                        <a:fillRect/>
                      </a:stretch>
                    </p:blipFill>
                    <p:spPr>
                      <a:xfrm>
                        <a:off x="1258888" y="3860800"/>
                        <a:ext cx="5905500" cy="2184400"/>
                      </a:xfrm>
                      <a:prstGeom prst="rect">
                        <a:avLst/>
                      </a:prstGeom>
                      <a:noFill/>
                      <a:ln w="38100">
                        <a:noFill/>
                        <a:miter/>
                      </a:ln>
                    </p:spPr>
                  </p:pic>
                </p:oleObj>
              </mc:Fallback>
            </mc:AlternateContent>
          </a:graphicData>
        </a:graphic>
      </p:graphicFrame>
      <p:sp>
        <p:nvSpPr>
          <p:cNvPr id="64519" name="Text Box 1036"/>
          <p:cNvSpPr txBox="1"/>
          <p:nvPr/>
        </p:nvSpPr>
        <p:spPr>
          <a:xfrm>
            <a:off x="3565525" y="6021388"/>
            <a:ext cx="4175125" cy="3937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spcBef>
                <a:spcPct val="50000"/>
              </a:spcBef>
              <a:buNone/>
            </a:pPr>
            <a:r>
              <a:rPr lang="zh-CN" altLang="en-US" sz="2200" b="1" dirty="0"/>
              <a:t>按值传递</a:t>
            </a:r>
          </a:p>
        </p:txBody>
      </p:sp>
      <p:sp>
        <p:nvSpPr>
          <p:cNvPr id="64520" name="Text Box 1037"/>
          <p:cNvSpPr txBox="1"/>
          <p:nvPr/>
        </p:nvSpPr>
        <p:spPr>
          <a:xfrm>
            <a:off x="5795963" y="4508500"/>
            <a:ext cx="2808287" cy="69532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spcBef>
                <a:spcPct val="50000"/>
              </a:spcBef>
              <a:buNone/>
            </a:pPr>
            <a:r>
              <a:rPr lang="zh-CN" altLang="en-US" sz="2200" b="1" dirty="0"/>
              <a:t>按值传递（将实参的值传递给形参）</a:t>
            </a:r>
          </a:p>
        </p:txBody>
      </p:sp>
      <p:sp>
        <p:nvSpPr>
          <p:cNvPr id="64521" name="Text Box 1038"/>
          <p:cNvSpPr txBox="1"/>
          <p:nvPr/>
        </p:nvSpPr>
        <p:spPr>
          <a:xfrm>
            <a:off x="2843213" y="4005263"/>
            <a:ext cx="936625" cy="393700"/>
          </a:xfrm>
          <a:prstGeom prst="rect">
            <a:avLst/>
          </a:prstGeom>
          <a:solidFill>
            <a:schemeClr val="hlink"/>
          </a:solid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spcBef>
                <a:spcPct val="50000"/>
              </a:spcBef>
              <a:buNone/>
            </a:pPr>
            <a:r>
              <a:rPr lang="zh-CN" altLang="en-US" sz="2200" b="1" dirty="0"/>
              <a:t>实参</a:t>
            </a:r>
          </a:p>
        </p:txBody>
      </p:sp>
      <p:sp>
        <p:nvSpPr>
          <p:cNvPr id="64522" name="Text Box 1039"/>
          <p:cNvSpPr txBox="1"/>
          <p:nvPr/>
        </p:nvSpPr>
        <p:spPr>
          <a:xfrm>
            <a:off x="5292725" y="4005263"/>
            <a:ext cx="936625" cy="393700"/>
          </a:xfrm>
          <a:prstGeom prst="rect">
            <a:avLst/>
          </a:prstGeom>
          <a:solidFill>
            <a:schemeClr val="hlink"/>
          </a:solid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spcBef>
                <a:spcPct val="50000"/>
              </a:spcBef>
              <a:buNone/>
            </a:pPr>
            <a:r>
              <a:rPr lang="zh-CN" altLang="en-US" sz="2200" b="1" dirty="0"/>
              <a:t>实参</a:t>
            </a:r>
          </a:p>
        </p:txBody>
      </p:sp>
      <p:sp>
        <p:nvSpPr>
          <p:cNvPr id="64523" name="Text Box 1040"/>
          <p:cNvSpPr txBox="1"/>
          <p:nvPr/>
        </p:nvSpPr>
        <p:spPr>
          <a:xfrm>
            <a:off x="2771775" y="5589588"/>
            <a:ext cx="936625" cy="393700"/>
          </a:xfrm>
          <a:prstGeom prst="rect">
            <a:avLst/>
          </a:prstGeom>
          <a:solidFill>
            <a:schemeClr val="hlink"/>
          </a:solid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spcBef>
                <a:spcPct val="50000"/>
              </a:spcBef>
              <a:buNone/>
            </a:pPr>
            <a:r>
              <a:rPr lang="zh-CN" altLang="en-US" sz="2200" b="1" dirty="0"/>
              <a:t>形参</a:t>
            </a:r>
          </a:p>
        </p:txBody>
      </p:sp>
      <p:sp>
        <p:nvSpPr>
          <p:cNvPr id="64524" name="Text Box 1041"/>
          <p:cNvSpPr txBox="1"/>
          <p:nvPr/>
        </p:nvSpPr>
        <p:spPr>
          <a:xfrm>
            <a:off x="5219700" y="5516563"/>
            <a:ext cx="936625" cy="393700"/>
          </a:xfrm>
          <a:prstGeom prst="rect">
            <a:avLst/>
          </a:prstGeom>
          <a:solidFill>
            <a:schemeClr val="hlink"/>
          </a:solid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spcBef>
                <a:spcPct val="50000"/>
              </a:spcBef>
              <a:buNone/>
            </a:pPr>
            <a:r>
              <a:rPr lang="zh-CN" altLang="en-US" sz="2200" b="1" dirty="0"/>
              <a:t>形参</a:t>
            </a:r>
          </a:p>
        </p:txBody>
      </p:sp>
    </p:spTree>
    <p:extLst>
      <p:ext uri="{BB962C8B-B14F-4D97-AF65-F5344CB8AC3E}">
        <p14:creationId xmlns:p14="http://schemas.microsoft.com/office/powerpoint/2010/main" val="3162023662"/>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38</a:t>
            </a:fld>
            <a:endParaRPr lang="zh-CN" altLang="en-US" sz="1400" b="1" dirty="0"/>
          </a:p>
        </p:txBody>
      </p:sp>
      <p:sp>
        <p:nvSpPr>
          <p:cNvPr id="65539" name="Rectangle 2"/>
          <p:cNvSpPr>
            <a:spLocks noGrp="1"/>
          </p:cNvSpPr>
          <p:nvPr>
            <p:ph type="title"/>
          </p:nvPr>
        </p:nvSpPr>
        <p:spPr>
          <a:xfrm>
            <a:off x="1371600" y="404813"/>
            <a:ext cx="7772400" cy="720725"/>
          </a:xfrm>
        </p:spPr>
        <p:txBody>
          <a:bodyPr vert="horz" wrap="square" lIns="91440" tIns="45720" rIns="91440" bIns="45720" anchor="ctr"/>
          <a:lstStyle/>
          <a:p>
            <a:pPr eaLnBrk="1" hangingPunct="1"/>
            <a:r>
              <a:rPr lang="en-US" altLang="zh-CN" b="1" dirty="0"/>
              <a:t>5.4.3    </a:t>
            </a:r>
            <a:r>
              <a:rPr lang="zh-CN" altLang="en-US" b="1" dirty="0"/>
              <a:t>函数的调用</a:t>
            </a:r>
          </a:p>
        </p:txBody>
      </p:sp>
      <p:graphicFrame>
        <p:nvGraphicFramePr>
          <p:cNvPr id="65540" name="Object 4"/>
          <p:cNvGraphicFramePr>
            <a:graphicFrameLocks noChangeAspect="1"/>
          </p:cNvGraphicFramePr>
          <p:nvPr/>
        </p:nvGraphicFramePr>
        <p:xfrm>
          <a:off x="2266950" y="3676650"/>
          <a:ext cx="6913563" cy="2560638"/>
        </p:xfrm>
        <a:graphic>
          <a:graphicData uri="http://schemas.openxmlformats.org/presentationml/2006/ole">
            <mc:AlternateContent xmlns:mc="http://schemas.openxmlformats.org/markup-compatibility/2006">
              <mc:Choice xmlns:v="urn:schemas-microsoft-com:vml" Requires="v">
                <p:oleObj r:id="rId2" imgW="7044055" imgH="2618740" progId="Visio.Drawing.11">
                  <p:embed/>
                </p:oleObj>
              </mc:Choice>
              <mc:Fallback>
                <p:oleObj r:id="rId2" imgW="7044055" imgH="2618740" progId="Visio.Drawing.11">
                  <p:embed/>
                  <p:pic>
                    <p:nvPicPr>
                      <p:cNvPr id="65540" name="Object 4"/>
                      <p:cNvPicPr/>
                      <p:nvPr/>
                    </p:nvPicPr>
                    <p:blipFill>
                      <a:blip r:embed="rId3"/>
                      <a:stretch>
                        <a:fillRect/>
                      </a:stretch>
                    </p:blipFill>
                    <p:spPr>
                      <a:xfrm>
                        <a:off x="2266950" y="3676650"/>
                        <a:ext cx="6913563" cy="2560638"/>
                      </a:xfrm>
                      <a:prstGeom prst="rect">
                        <a:avLst/>
                      </a:prstGeom>
                      <a:noFill/>
                      <a:ln w="38100">
                        <a:noFill/>
                        <a:miter/>
                      </a:ln>
                    </p:spPr>
                  </p:pic>
                </p:oleObj>
              </mc:Fallback>
            </mc:AlternateContent>
          </a:graphicData>
        </a:graphic>
      </p:graphicFrame>
      <p:sp>
        <p:nvSpPr>
          <p:cNvPr id="19461" name="Text Box 7"/>
          <p:cNvSpPr txBox="1"/>
          <p:nvPr/>
        </p:nvSpPr>
        <p:spPr>
          <a:xfrm>
            <a:off x="3779838" y="3789363"/>
            <a:ext cx="2232025" cy="2514600"/>
          </a:xfrm>
          <a:prstGeom prst="rect">
            <a:avLst/>
          </a:prstGeom>
          <a:solidFill>
            <a:srgbClr val="CCFFFF"/>
          </a:solidFill>
          <a:ln w="9525" cap="flat" cmpd="sng">
            <a:solidFill>
              <a:schemeClr val="accent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spcBef>
                <a:spcPct val="50000"/>
              </a:spcBef>
              <a:buNone/>
            </a:pPr>
            <a:r>
              <a:rPr lang="zh-CN" altLang="en-US" sz="2200" b="1" dirty="0"/>
              <a:t>按引用传递（函数调用时实参虽然写的是变量</a:t>
            </a:r>
            <a:r>
              <a:rPr lang="en-US" altLang="zh-CN" sz="2200" b="1" dirty="0"/>
              <a:t>max</a:t>
            </a:r>
            <a:r>
              <a:rPr lang="zh-CN" altLang="en-US" sz="2200" b="1" dirty="0"/>
              <a:t>，但实际传递的不是</a:t>
            </a:r>
            <a:r>
              <a:rPr lang="en-US" altLang="zh-CN" sz="2200" b="1" dirty="0"/>
              <a:t>max</a:t>
            </a:r>
            <a:r>
              <a:rPr lang="zh-CN" altLang="en-US" sz="2200" b="1" dirty="0"/>
              <a:t>的值，而是</a:t>
            </a:r>
            <a:r>
              <a:rPr lang="en-US" altLang="zh-CN" sz="2200" b="1" dirty="0"/>
              <a:t>max</a:t>
            </a:r>
            <a:r>
              <a:rPr lang="zh-CN" altLang="en-US" sz="2200" b="1" dirty="0"/>
              <a:t>的地址）</a:t>
            </a:r>
          </a:p>
        </p:txBody>
      </p:sp>
      <p:sp>
        <p:nvSpPr>
          <p:cNvPr id="65542" name="Text Box 8"/>
          <p:cNvSpPr txBox="1"/>
          <p:nvPr/>
        </p:nvSpPr>
        <p:spPr>
          <a:xfrm>
            <a:off x="2268538" y="4221163"/>
            <a:ext cx="1366837" cy="793750"/>
          </a:xfrm>
          <a:prstGeom prst="rect">
            <a:avLst/>
          </a:prstGeom>
          <a:solidFill>
            <a:schemeClr val="bg1"/>
          </a:solid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spcBef>
                <a:spcPct val="50000"/>
              </a:spcBef>
              <a:buNone/>
            </a:pPr>
            <a:r>
              <a:rPr lang="zh-CN" altLang="en-US" sz="2000" b="1" dirty="0"/>
              <a:t>主调程序</a:t>
            </a:r>
          </a:p>
          <a:p>
            <a:pPr marL="342900" lvl="0" indent="-342900" eaLnBrk="1" hangingPunct="1">
              <a:lnSpc>
                <a:spcPct val="90000"/>
              </a:lnSpc>
              <a:spcBef>
                <a:spcPct val="50000"/>
              </a:spcBef>
              <a:buNone/>
            </a:pPr>
            <a:r>
              <a:rPr lang="zh-CN" altLang="en-US" sz="2000" b="1" dirty="0"/>
              <a:t>（实参）</a:t>
            </a:r>
          </a:p>
        </p:txBody>
      </p:sp>
      <p:sp>
        <p:nvSpPr>
          <p:cNvPr id="65543" name="Text Box 9"/>
          <p:cNvSpPr txBox="1"/>
          <p:nvPr/>
        </p:nvSpPr>
        <p:spPr>
          <a:xfrm>
            <a:off x="2268538" y="5300663"/>
            <a:ext cx="1366837" cy="793750"/>
          </a:xfrm>
          <a:prstGeom prst="rect">
            <a:avLst/>
          </a:prstGeom>
          <a:solidFill>
            <a:schemeClr val="bg1"/>
          </a:solid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spcBef>
                <a:spcPct val="50000"/>
              </a:spcBef>
              <a:buNone/>
            </a:pPr>
            <a:r>
              <a:rPr lang="zh-CN" altLang="en-US" sz="2000" b="1" dirty="0"/>
              <a:t>子程序</a:t>
            </a:r>
          </a:p>
          <a:p>
            <a:pPr marL="342900" lvl="0" indent="-342900" eaLnBrk="1" hangingPunct="1">
              <a:lnSpc>
                <a:spcPct val="90000"/>
              </a:lnSpc>
              <a:spcBef>
                <a:spcPct val="50000"/>
              </a:spcBef>
              <a:buNone/>
            </a:pPr>
            <a:r>
              <a:rPr lang="en-US" altLang="zh-CN" sz="2000" b="1" dirty="0"/>
              <a:t> (</a:t>
            </a:r>
            <a:r>
              <a:rPr lang="zh-CN" altLang="en-US" sz="2000" b="1" dirty="0"/>
              <a:t>形参</a:t>
            </a:r>
            <a:r>
              <a:rPr lang="en-US" altLang="zh-CN" sz="2000" b="1" dirty="0"/>
              <a:t>)</a:t>
            </a:r>
          </a:p>
        </p:txBody>
      </p:sp>
      <p:sp>
        <p:nvSpPr>
          <p:cNvPr id="65544" name="Text Box 10"/>
          <p:cNvSpPr txBox="1"/>
          <p:nvPr/>
        </p:nvSpPr>
        <p:spPr>
          <a:xfrm>
            <a:off x="2339975" y="3789363"/>
            <a:ext cx="1008063" cy="393700"/>
          </a:xfrm>
          <a:prstGeom prst="rect">
            <a:avLst/>
          </a:prstGeom>
          <a:solidFill>
            <a:schemeClr val="bg1"/>
          </a:solid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spcBef>
                <a:spcPct val="50000"/>
              </a:spcBef>
              <a:buNone/>
            </a:pPr>
            <a:endParaRPr lang="zh-CN" altLang="en-US" sz="2200" b="1" dirty="0"/>
          </a:p>
        </p:txBody>
      </p:sp>
      <p:sp>
        <p:nvSpPr>
          <p:cNvPr id="65545" name="Rectangle 12"/>
          <p:cNvSpPr>
            <a:spLocks noGrp="1"/>
          </p:cNvSpPr>
          <p:nvPr>
            <p:ph idx="1"/>
          </p:nvPr>
        </p:nvSpPr>
        <p:spPr>
          <a:xfrm>
            <a:off x="323850" y="1196975"/>
            <a:ext cx="7772400" cy="4611688"/>
          </a:xfrm>
        </p:spPr>
        <p:txBody>
          <a:bodyPr vert="horz" wrap="square" lIns="91440" tIns="45720" rIns="91440" bIns="45720" anchor="t"/>
          <a:lstStyle/>
          <a:p>
            <a:pPr eaLnBrk="1" hangingPunct="1"/>
            <a:r>
              <a:rPr lang="zh-CN" altLang="en-US" b="1" i="1" dirty="0">
                <a:solidFill>
                  <a:srgbClr val="FF3300"/>
                </a:solidFill>
              </a:rPr>
              <a:t>如何解决函数的多返回值问题？</a:t>
            </a:r>
          </a:p>
          <a:p>
            <a:pPr eaLnBrk="1" hangingPunct="1"/>
            <a:r>
              <a:rPr lang="zh-CN" altLang="en-US" b="1" i="1" dirty="0"/>
              <a:t>按引用传递</a:t>
            </a:r>
            <a:r>
              <a:rPr lang="zh-CN" altLang="en-US" b="1" dirty="0"/>
              <a:t>：此时实参必须是变量，子程序调用时将</a:t>
            </a:r>
            <a:r>
              <a:rPr lang="zh-CN" altLang="en-US" b="1" dirty="0">
                <a:solidFill>
                  <a:srgbClr val="FF3300"/>
                </a:solidFill>
              </a:rPr>
              <a:t>实参的</a:t>
            </a:r>
            <a:r>
              <a:rPr lang="zh-CN" altLang="en-US" b="1" i="1" dirty="0">
                <a:solidFill>
                  <a:srgbClr val="FF3300"/>
                </a:solidFill>
              </a:rPr>
              <a:t>地址</a:t>
            </a:r>
            <a:r>
              <a:rPr lang="zh-CN" altLang="en-US" b="1" dirty="0"/>
              <a:t>而不是实参的值置入被调子程序的形参中。被调子程序对形参的操作实际上是对主调程序中实参的操作，从而向主调程序传回函数处理结果。</a:t>
            </a:r>
          </a:p>
        </p:txBody>
      </p:sp>
    </p:spTree>
    <p:extLst>
      <p:ext uri="{BB962C8B-B14F-4D97-AF65-F5344CB8AC3E}">
        <p14:creationId xmlns:p14="http://schemas.microsoft.com/office/powerpoint/2010/main" val="139277778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9461"/>
                                        </p:tgtEl>
                                        <p:attrNameLst>
                                          <p:attrName>style.visibility</p:attrName>
                                        </p:attrNameLst>
                                      </p:cBhvr>
                                      <p:to>
                                        <p:strVal val="visible"/>
                                      </p:to>
                                    </p:set>
                                    <p:animEffect transition="in" filter="fade">
                                      <p:cBhvr>
                                        <p:cTn id="7" dur="500"/>
                                        <p:tgtEl>
                                          <p:spTgt spid="194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61"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39</a:t>
            </a:fld>
            <a:endParaRPr lang="zh-CN" altLang="en-US" sz="1400" b="1" dirty="0"/>
          </a:p>
        </p:txBody>
      </p:sp>
      <p:sp>
        <p:nvSpPr>
          <p:cNvPr id="66563" name="Rectangle 2"/>
          <p:cNvSpPr>
            <a:spLocks noGrp="1"/>
          </p:cNvSpPr>
          <p:nvPr>
            <p:ph type="title"/>
          </p:nvPr>
        </p:nvSpPr>
        <p:spPr/>
        <p:txBody>
          <a:bodyPr vert="horz" wrap="square" lIns="91440" tIns="45720" rIns="91440" bIns="45720" anchor="ctr"/>
          <a:lstStyle/>
          <a:p>
            <a:pPr eaLnBrk="1" hangingPunct="1"/>
            <a:r>
              <a:rPr lang="en-US" altLang="zh-CN" b="1" dirty="0"/>
              <a:t>5.4.3    </a:t>
            </a:r>
            <a:r>
              <a:rPr lang="zh-CN" altLang="en-US" b="1" dirty="0"/>
              <a:t>函数的调用</a:t>
            </a:r>
          </a:p>
        </p:txBody>
      </p:sp>
      <p:sp>
        <p:nvSpPr>
          <p:cNvPr id="66564" name="AutoShape 5"/>
          <p:cNvSpPr/>
          <p:nvPr/>
        </p:nvSpPr>
        <p:spPr>
          <a:xfrm>
            <a:off x="684213" y="1557338"/>
            <a:ext cx="7775575" cy="3599854"/>
          </a:xfrm>
          <a:prstGeom prst="roundRect">
            <a:avLst>
              <a:gd name="adj" fmla="val 12963"/>
            </a:avLst>
          </a:prstGeom>
          <a:gradFill rotWithShape="0">
            <a:gsLst>
              <a:gs pos="0">
                <a:srgbClr val="ECFFEC"/>
              </a:gs>
              <a:gs pos="50000">
                <a:srgbClr val="D5FFD5"/>
              </a:gs>
              <a:gs pos="100000">
                <a:srgbClr val="ECFFEC"/>
              </a:gs>
            </a:gsLst>
            <a:lin ang="18900000" scaled="1"/>
            <a:tileRect/>
          </a:gradFill>
          <a:ln w="9525" cap="flat" cmpd="sng">
            <a:solidFill>
              <a:srgbClr val="990000"/>
            </a:solidFill>
            <a:prstDash val="solid"/>
            <a:headEnd type="none" w="med" len="med"/>
            <a:tailEnd type="none" w="med" len="med"/>
          </a:ln>
          <a:effectLst>
            <a:outerShdw dist="107763" dir="2699999" algn="ctr" rotWithShape="0">
              <a:schemeClr val="bg2"/>
            </a:outerShdw>
          </a:effectLst>
        </p:spPr>
        <p:txBody>
          <a:bodyPr wrap="none" anchor="ct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lnSpc>
                <a:spcPct val="90000"/>
              </a:lnSpc>
              <a:buNone/>
            </a:pPr>
            <a:endParaRPr lang="zh-CN" altLang="en-US" sz="2200" b="1" dirty="0"/>
          </a:p>
        </p:txBody>
      </p:sp>
      <p:sp>
        <p:nvSpPr>
          <p:cNvPr id="66565" name="Text Box 6"/>
          <p:cNvSpPr txBox="1"/>
          <p:nvPr/>
        </p:nvSpPr>
        <p:spPr>
          <a:xfrm>
            <a:off x="1082675" y="1760538"/>
            <a:ext cx="7131050" cy="3022366"/>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algn="just">
              <a:lnSpc>
                <a:spcPct val="90000"/>
              </a:lnSpc>
              <a:spcBef>
                <a:spcPct val="50000"/>
              </a:spcBef>
              <a:buNone/>
            </a:pPr>
            <a:r>
              <a:rPr lang="zh-CN" altLang="en-US" b="1" dirty="0">
                <a:latin typeface="宋体" panose="02010600030101010101" pitchFamily="2" charset="-122"/>
              </a:rPr>
              <a:t>注意：</a:t>
            </a:r>
            <a:r>
              <a:rPr lang="en-US" altLang="zh-CN" b="1" dirty="0">
                <a:latin typeface="宋体" panose="02010600030101010101" pitchFamily="2" charset="-122"/>
              </a:rPr>
              <a:t>C</a:t>
            </a:r>
            <a:r>
              <a:rPr lang="zh-CN" altLang="en-US" b="1" dirty="0">
                <a:latin typeface="宋体" panose="02010600030101010101" pitchFamily="2" charset="-122"/>
              </a:rPr>
              <a:t>语言中所有的调用都是</a:t>
            </a:r>
            <a:r>
              <a:rPr lang="zh-CN" altLang="en-US" b="1" dirty="0">
                <a:solidFill>
                  <a:schemeClr val="accent2"/>
                </a:solidFill>
                <a:latin typeface="宋体" panose="02010600030101010101" pitchFamily="2" charset="-122"/>
              </a:rPr>
              <a:t>传值调用</a:t>
            </a:r>
            <a:r>
              <a:rPr lang="zh-CN" altLang="en-US" dirty="0">
                <a:latin typeface="宋体" panose="02010600030101010101" pitchFamily="2" charset="-122"/>
              </a:rPr>
              <a:t>，</a:t>
            </a:r>
            <a:r>
              <a:rPr lang="zh-CN" altLang="en-US" b="1" dirty="0">
                <a:latin typeface="宋体" panose="02010600030101010101" pitchFamily="2" charset="-122"/>
              </a:rPr>
              <a:t>但是可以通过其他方式来实现函数的多返回值</a:t>
            </a:r>
            <a:r>
              <a:rPr lang="en-US" altLang="zh-CN" b="1" dirty="0">
                <a:latin typeface="宋体" panose="02010600030101010101" pitchFamily="2" charset="-122"/>
              </a:rPr>
              <a:t>(</a:t>
            </a:r>
            <a:r>
              <a:rPr lang="zh-CN" altLang="en-US" b="1" dirty="0">
                <a:latin typeface="宋体" panose="02010600030101010101" pitchFamily="2" charset="-122"/>
              </a:rPr>
              <a:t>即实参本身存放的就是某个变量的内存地址，将该地址传递给被调用函数后，被调用函数通过该地址来访问变量，将函数处理结果写入变量</a:t>
            </a:r>
            <a:r>
              <a:rPr lang="en-US" altLang="zh-CN" b="1" dirty="0">
                <a:latin typeface="宋体" panose="02010600030101010101" pitchFamily="2" charset="-122"/>
              </a:rPr>
              <a:t>)</a:t>
            </a:r>
            <a:r>
              <a:rPr lang="zh-CN" altLang="en-US" dirty="0">
                <a:latin typeface="宋体" panose="02010600030101010101" pitchFamily="2" charset="-122"/>
              </a:rPr>
              <a:t>。</a:t>
            </a:r>
            <a:r>
              <a:rPr lang="zh-CN" altLang="en-US" b="1" dirty="0">
                <a:latin typeface="宋体" panose="02010600030101010101" pitchFamily="2" charset="-122"/>
              </a:rPr>
              <a:t>留待学习指针时讲解。</a:t>
            </a:r>
            <a:endParaRPr lang="en-US" altLang="zh-CN" b="1" dirty="0">
              <a:latin typeface="宋体" panose="02010600030101010101" pitchFamily="2" charset="-122"/>
            </a:endParaRPr>
          </a:p>
          <a:p>
            <a:pPr marL="0" lvl="0" indent="0" algn="just">
              <a:lnSpc>
                <a:spcPct val="90000"/>
              </a:lnSpc>
              <a:spcBef>
                <a:spcPct val="50000"/>
              </a:spcBef>
              <a:buNone/>
            </a:pPr>
            <a:r>
              <a:rPr lang="zh-CN" altLang="en-US" b="1" dirty="0"/>
              <a:t>例：</a:t>
            </a:r>
            <a:r>
              <a:rPr lang="en-US" altLang="zh-CN" b="1" dirty="0" err="1"/>
              <a:t>scanf</a:t>
            </a:r>
            <a:r>
              <a:rPr lang="en-US" altLang="zh-CN" b="1" dirty="0"/>
              <a:t>("%</a:t>
            </a:r>
            <a:r>
              <a:rPr lang="en-US" altLang="zh-CN" b="1" dirty="0" err="1"/>
              <a:t>d%f</a:t>
            </a:r>
            <a:r>
              <a:rPr lang="en-US" altLang="zh-CN" b="1" dirty="0"/>
              <a:t>",&amp;</a:t>
            </a:r>
            <a:r>
              <a:rPr lang="en-US" altLang="zh-CN" b="1" dirty="0" err="1"/>
              <a:t>no,&amp;height</a:t>
            </a:r>
            <a:r>
              <a:rPr lang="en-US" altLang="zh-CN" b="1" dirty="0"/>
              <a:t>);</a:t>
            </a:r>
            <a:endParaRPr lang="zh-CN" altLang="en-US" b="1" dirty="0"/>
          </a:p>
        </p:txBody>
      </p:sp>
    </p:spTree>
    <p:extLst>
      <p:ext uri="{BB962C8B-B14F-4D97-AF65-F5344CB8AC3E}">
        <p14:creationId xmlns:p14="http://schemas.microsoft.com/office/powerpoint/2010/main" val="429560922"/>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40</a:t>
            </a:fld>
            <a:endParaRPr lang="zh-CN" altLang="en-US" sz="1400" b="1" dirty="0"/>
          </a:p>
        </p:txBody>
      </p:sp>
      <p:sp>
        <p:nvSpPr>
          <p:cNvPr id="38915" name="Rectangle 2"/>
          <p:cNvSpPr>
            <a:spLocks noGrp="1"/>
          </p:cNvSpPr>
          <p:nvPr>
            <p:ph type="title"/>
          </p:nvPr>
        </p:nvSpPr>
        <p:spPr/>
        <p:txBody>
          <a:bodyPr vert="horz" wrap="square" lIns="91440" tIns="45720" rIns="91440" bIns="45720" anchor="ctr"/>
          <a:lstStyle/>
          <a:p>
            <a:pPr eaLnBrk="1" hangingPunct="1"/>
            <a:r>
              <a:rPr lang="en-US" altLang="zh-CN" b="1" dirty="0"/>
              <a:t>5.4.3    </a:t>
            </a:r>
            <a:r>
              <a:rPr lang="zh-CN" altLang="en-US" b="1" dirty="0"/>
              <a:t>函数的调用</a:t>
            </a:r>
          </a:p>
        </p:txBody>
      </p:sp>
      <p:sp>
        <p:nvSpPr>
          <p:cNvPr id="38916" name="Text Box 4"/>
          <p:cNvSpPr txBox="1"/>
          <p:nvPr/>
        </p:nvSpPr>
        <p:spPr>
          <a:xfrm>
            <a:off x="180975" y="1268413"/>
            <a:ext cx="6264275" cy="489980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buClr>
                <a:schemeClr val="accent2"/>
              </a:buClr>
              <a:buSzPct val="75000"/>
              <a:buFont typeface="Monotype Sorts" charset="2"/>
              <a:buNone/>
            </a:pPr>
            <a:r>
              <a:rPr lang="en-US" altLang="zh-CN" sz="2000" dirty="0">
                <a:latin typeface="Consolas" panose="020B0609020204030204" pitchFamily="49" charset="0"/>
              </a:rPr>
              <a:t>int  square(int); /*</a:t>
            </a:r>
            <a:r>
              <a:rPr lang="zh-CN" altLang="en-US" sz="2000" dirty="0">
                <a:latin typeface="Consolas" panose="020B0609020204030204" pitchFamily="49" charset="0"/>
              </a:rPr>
              <a:t>函数原型*</a:t>
            </a:r>
            <a:r>
              <a:rPr lang="en-US" altLang="zh-CN" sz="2000" dirty="0">
                <a:latin typeface="Consolas" panose="020B0609020204030204" pitchFamily="49" charset="0"/>
              </a:rPr>
              <a:t>/</a:t>
            </a:r>
          </a:p>
          <a:p>
            <a:pPr marL="0" lvl="0" indent="0" eaLnBrk="1" hangingPunct="1">
              <a:buClr>
                <a:schemeClr val="accent2"/>
              </a:buClr>
              <a:buSzPct val="75000"/>
              <a:buFont typeface="Monotype Sorts" charset="2"/>
              <a:buNone/>
            </a:pPr>
            <a:r>
              <a:rPr lang="en-US" altLang="zh-CN" sz="2000" dirty="0">
                <a:latin typeface="Consolas" panose="020B0609020204030204" pitchFamily="49" charset="0"/>
              </a:rPr>
              <a:t>int main()</a:t>
            </a:r>
          </a:p>
          <a:p>
            <a:pPr marL="0" lvl="0" indent="0" eaLnBrk="1" hangingPunct="1">
              <a:buClr>
                <a:schemeClr val="accent2"/>
              </a:buClr>
              <a:buSzPct val="75000"/>
              <a:buFont typeface="Monotype Sorts" charset="2"/>
              <a:buNone/>
            </a:pPr>
            <a:r>
              <a:rPr lang="en-US" altLang="zh-CN" sz="2000" dirty="0">
                <a:latin typeface="Consolas" panose="020B0609020204030204" pitchFamily="49" charset="0"/>
              </a:rPr>
              <a:t>{</a:t>
            </a:r>
          </a:p>
          <a:p>
            <a:pPr marL="0" lvl="0" indent="0" eaLnBrk="1" hangingPunct="1">
              <a:buClr>
                <a:schemeClr val="accent2"/>
              </a:buClr>
              <a:buSzPct val="75000"/>
              <a:buFont typeface="Monotype Sorts" charset="2"/>
              <a:buNone/>
            </a:pPr>
            <a:r>
              <a:rPr lang="en-US" altLang="zh-CN" sz="2000" dirty="0">
                <a:latin typeface="Consolas" panose="020B0609020204030204" pitchFamily="49" charset="0"/>
              </a:rPr>
              <a:t>   int x;</a:t>
            </a:r>
          </a:p>
          <a:p>
            <a:pPr marL="0" lvl="0" indent="0" eaLnBrk="1" hangingPunct="1">
              <a:buClr>
                <a:schemeClr val="accent2"/>
              </a:buClr>
              <a:buSzPct val="75000"/>
              <a:buFont typeface="Monotype Sorts" charset="2"/>
              <a:buNone/>
            </a:pPr>
            <a:endParaRPr lang="en-US" altLang="zh-CN" sz="2000" dirty="0">
              <a:latin typeface="Consolas" panose="020B0609020204030204" pitchFamily="49" charset="0"/>
            </a:endParaRPr>
          </a:p>
          <a:p>
            <a:pPr marL="0" lvl="0" indent="0" eaLnBrk="1" hangingPunct="1">
              <a:buClr>
                <a:schemeClr val="accent2"/>
              </a:buClr>
              <a:buSzPct val="75000"/>
              <a:buFont typeface="Monotype Sorts" charset="2"/>
              <a:buNone/>
            </a:pPr>
            <a:r>
              <a:rPr lang="en-US" altLang="zh-CN" sz="2000" dirty="0">
                <a:latin typeface="Consolas" panose="020B0609020204030204" pitchFamily="49" charset="0"/>
              </a:rPr>
              <a:t>   for (x = 1; x &lt;= 10; x++)</a:t>
            </a:r>
          </a:p>
          <a:p>
            <a:pPr marL="0" lvl="0" indent="0" eaLnBrk="1" hangingPunct="1">
              <a:buClr>
                <a:schemeClr val="accent2"/>
              </a:buClr>
              <a:buSzPct val="75000"/>
              <a:buFont typeface="Monotype Sorts" charset="2"/>
              <a:buNone/>
            </a:pPr>
            <a:r>
              <a:rPr lang="en-US" altLang="zh-CN" sz="2000" dirty="0">
                <a:latin typeface="Consolas" panose="020B0609020204030204" pitchFamily="49" charset="0"/>
              </a:rPr>
              <a:t>    </a:t>
            </a:r>
            <a:r>
              <a:rPr lang="en-US" altLang="zh-CN" sz="2000" dirty="0" err="1">
                <a:latin typeface="Consolas" panose="020B0609020204030204" pitchFamily="49" charset="0"/>
              </a:rPr>
              <a:t>printf</a:t>
            </a:r>
            <a:r>
              <a:rPr lang="en-US" altLang="zh-CN" sz="2000" dirty="0">
                <a:latin typeface="Consolas" panose="020B0609020204030204" pitchFamily="49" charset="0"/>
              </a:rPr>
              <a:t>("%4d",</a:t>
            </a:r>
            <a:r>
              <a:rPr lang="en-US" altLang="zh-CN" sz="2000" dirty="0">
                <a:solidFill>
                  <a:srgbClr val="003399"/>
                </a:solidFill>
                <a:latin typeface="Consolas" panose="020B0609020204030204" pitchFamily="49" charset="0"/>
              </a:rPr>
              <a:t>square(2*x));</a:t>
            </a:r>
            <a:r>
              <a:rPr lang="en-US" altLang="zh-CN" sz="2000" dirty="0">
                <a:latin typeface="Consolas" panose="020B0609020204030204" pitchFamily="49" charset="0"/>
              </a:rPr>
              <a:t> </a:t>
            </a:r>
          </a:p>
          <a:p>
            <a:pPr marL="0" lvl="0" indent="0" eaLnBrk="1" hangingPunct="1">
              <a:buClr>
                <a:schemeClr val="accent2"/>
              </a:buClr>
              <a:buSzPct val="75000"/>
              <a:buFont typeface="Monotype Sorts" charset="2"/>
              <a:buNone/>
            </a:pPr>
            <a:r>
              <a:rPr lang="en-US" altLang="zh-CN" sz="2000" dirty="0">
                <a:latin typeface="Consolas" panose="020B0609020204030204" pitchFamily="49" charset="0"/>
              </a:rPr>
              <a:t>}</a:t>
            </a:r>
          </a:p>
          <a:p>
            <a:pPr marL="0" lvl="0" indent="0" eaLnBrk="1" hangingPunct="1">
              <a:spcBef>
                <a:spcPct val="0"/>
              </a:spcBef>
              <a:buNone/>
            </a:pPr>
            <a:endParaRPr lang="zh-CN" altLang="en-US" sz="2000" dirty="0">
              <a:latin typeface="Consolas" panose="020B0609020204030204" pitchFamily="49" charset="0"/>
            </a:endParaRPr>
          </a:p>
          <a:p>
            <a:pPr marL="0" lvl="0" indent="0" eaLnBrk="1" hangingPunct="1">
              <a:spcBef>
                <a:spcPct val="0"/>
              </a:spcBef>
              <a:buNone/>
            </a:pPr>
            <a:r>
              <a:rPr lang="en-US" altLang="zh-CN" sz="2000" dirty="0">
                <a:latin typeface="Consolas" panose="020B0609020204030204" pitchFamily="49" charset="0"/>
              </a:rPr>
              <a:t>int square(int y) /*</a:t>
            </a:r>
            <a:r>
              <a:rPr lang="zh-CN" altLang="en-US" sz="2000" dirty="0">
                <a:latin typeface="Consolas" panose="020B0609020204030204" pitchFamily="49" charset="0"/>
              </a:rPr>
              <a:t>函数定义*/ </a:t>
            </a:r>
            <a:endParaRPr lang="en-US" altLang="zh-CN" sz="2000" dirty="0">
              <a:latin typeface="Consolas" panose="020B0609020204030204" pitchFamily="49" charset="0"/>
            </a:endParaRPr>
          </a:p>
          <a:p>
            <a:pPr marL="0" lvl="0" indent="0" eaLnBrk="1" hangingPunct="1">
              <a:spcBef>
                <a:spcPct val="0"/>
              </a:spcBef>
              <a:buNone/>
            </a:pPr>
            <a:r>
              <a:rPr lang="en-US" altLang="zh-CN" sz="2000" dirty="0">
                <a:latin typeface="Consolas" panose="020B0609020204030204" pitchFamily="49" charset="0"/>
              </a:rPr>
              <a:t>{</a:t>
            </a:r>
          </a:p>
          <a:p>
            <a:pPr marL="0" lvl="0" indent="0" eaLnBrk="1" hangingPunct="1">
              <a:spcBef>
                <a:spcPct val="0"/>
              </a:spcBef>
              <a:buNone/>
            </a:pPr>
            <a:r>
              <a:rPr lang="en-US" altLang="zh-CN" sz="2000" dirty="0">
                <a:latin typeface="Consolas" panose="020B0609020204030204" pitchFamily="49" charset="0"/>
              </a:rPr>
              <a:t>      return (y * y);</a:t>
            </a:r>
          </a:p>
          <a:p>
            <a:pPr marL="0" lvl="0" indent="0" eaLnBrk="1" hangingPunct="1">
              <a:spcBef>
                <a:spcPct val="0"/>
              </a:spcBef>
              <a:buNone/>
            </a:pPr>
            <a:r>
              <a:rPr lang="en-US" altLang="zh-CN" sz="2000" dirty="0">
                <a:latin typeface="Consolas" panose="020B0609020204030204" pitchFamily="49" charset="0"/>
              </a:rPr>
              <a:t>}</a:t>
            </a:r>
          </a:p>
          <a:p>
            <a:pPr marL="0" lvl="0" indent="0" eaLnBrk="1" hangingPunct="1">
              <a:buClr>
                <a:schemeClr val="accent2"/>
              </a:buClr>
              <a:buSzPct val="75000"/>
              <a:buFont typeface="Monotype Sorts" charset="2"/>
              <a:buNone/>
            </a:pPr>
            <a:endParaRPr lang="en-US" altLang="zh-CN" sz="2200" b="1" dirty="0"/>
          </a:p>
        </p:txBody>
      </p:sp>
      <p:sp>
        <p:nvSpPr>
          <p:cNvPr id="38917" name="Rectangle 10"/>
          <p:cNvSpPr/>
          <p:nvPr/>
        </p:nvSpPr>
        <p:spPr>
          <a:xfrm>
            <a:off x="179388" y="4365625"/>
            <a:ext cx="4319017" cy="1368425"/>
          </a:xfrm>
          <a:prstGeom prst="rect">
            <a:avLst/>
          </a:prstGeom>
          <a:noFill/>
          <a:ln w="12700" cap="flat" cmpd="sng">
            <a:solidFill>
              <a:srgbClr val="FF0000"/>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algn="ctr" eaLnBrk="1" hangingPunct="1">
              <a:lnSpc>
                <a:spcPct val="90000"/>
              </a:lnSpc>
              <a:buNone/>
            </a:pPr>
            <a:endParaRPr lang="zh-CN" altLang="en-US" sz="2200" b="1" dirty="0"/>
          </a:p>
        </p:txBody>
      </p:sp>
      <p:sp>
        <p:nvSpPr>
          <p:cNvPr id="38918" name="Rectangle 11"/>
          <p:cNvSpPr/>
          <p:nvPr/>
        </p:nvSpPr>
        <p:spPr>
          <a:xfrm>
            <a:off x="180975" y="1700213"/>
            <a:ext cx="4319017" cy="2592387"/>
          </a:xfrm>
          <a:prstGeom prst="rect">
            <a:avLst/>
          </a:prstGeom>
          <a:noFill/>
          <a:ln w="12700" cap="flat" cmpd="sng">
            <a:solidFill>
              <a:schemeClr val="accent2"/>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algn="ctr" eaLnBrk="1" hangingPunct="1">
              <a:lnSpc>
                <a:spcPct val="90000"/>
              </a:lnSpc>
              <a:buNone/>
            </a:pPr>
            <a:endParaRPr lang="zh-CN" altLang="en-US" sz="2200" b="1" dirty="0"/>
          </a:p>
        </p:txBody>
      </p:sp>
      <p:sp>
        <p:nvSpPr>
          <p:cNvPr id="38919" name="Rectangle 12"/>
          <p:cNvSpPr/>
          <p:nvPr/>
        </p:nvSpPr>
        <p:spPr>
          <a:xfrm>
            <a:off x="180975" y="1266047"/>
            <a:ext cx="4391025" cy="364317"/>
          </a:xfrm>
          <a:prstGeom prst="rect">
            <a:avLst/>
          </a:prstGeom>
          <a:noFill/>
          <a:ln w="12700" cap="flat" cmpd="sng">
            <a:solidFill>
              <a:srgbClr val="990099"/>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algn="ctr" eaLnBrk="1" hangingPunct="1">
              <a:lnSpc>
                <a:spcPct val="90000"/>
              </a:lnSpc>
              <a:buNone/>
            </a:pPr>
            <a:endParaRPr lang="zh-CN" altLang="en-US" sz="2200" b="1" dirty="0"/>
          </a:p>
        </p:txBody>
      </p:sp>
      <p:sp>
        <p:nvSpPr>
          <p:cNvPr id="38920" name="Text Box 13"/>
          <p:cNvSpPr txBox="1"/>
          <p:nvPr/>
        </p:nvSpPr>
        <p:spPr>
          <a:xfrm>
            <a:off x="4716463" y="1196975"/>
            <a:ext cx="3384550" cy="388937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spcBef>
                <a:spcPct val="50000"/>
              </a:spcBef>
              <a:buNone/>
            </a:pPr>
            <a:r>
              <a:rPr lang="zh-CN" altLang="en-US" sz="2400" b="1" dirty="0"/>
              <a:t>函数原型的作用：是对被调用函数的</a:t>
            </a:r>
            <a:r>
              <a:rPr lang="zh-CN" altLang="en-US" sz="2400" b="1" dirty="0">
                <a:solidFill>
                  <a:srgbClr val="FF3300"/>
                </a:solidFill>
              </a:rPr>
              <a:t>接口声明，</a:t>
            </a:r>
            <a:r>
              <a:rPr lang="zh-CN" altLang="en-US" sz="2400" b="1" dirty="0"/>
              <a:t>它告诉编译器函数返回的数据类型、函数所要接收的参数个数、参数类型和参数顺序，编译器用函数原型校验函数调用是否正确。</a:t>
            </a:r>
          </a:p>
          <a:p>
            <a:pPr marL="342900" lvl="0" indent="-342900" eaLnBrk="1" hangingPunct="1">
              <a:lnSpc>
                <a:spcPct val="90000"/>
              </a:lnSpc>
              <a:spcBef>
                <a:spcPct val="50000"/>
              </a:spcBef>
              <a:buNone/>
            </a:pPr>
            <a:endParaRPr lang="zh-CN" altLang="en-US" sz="2400" b="1" dirty="0"/>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41</a:t>
            </a:fld>
            <a:endParaRPr lang="zh-CN" altLang="en-US" sz="1400" b="1" dirty="0"/>
          </a:p>
        </p:txBody>
      </p:sp>
      <p:sp>
        <p:nvSpPr>
          <p:cNvPr id="136196" name="Text Box 4"/>
          <p:cNvSpPr>
            <a:spLocks noGrp="1"/>
          </p:cNvSpPr>
          <p:nvPr>
            <p:ph idx="1"/>
          </p:nvPr>
        </p:nvSpPr>
        <p:spPr>
          <a:xfrm>
            <a:off x="395288" y="1319213"/>
            <a:ext cx="8062912" cy="4918075"/>
          </a:xfrm>
        </p:spPr>
        <p:txBody>
          <a:bodyPr vert="horz" wrap="square" lIns="92075" tIns="46038" rIns="92075" bIns="46038" anchor="t"/>
          <a:lstStyle/>
          <a:p>
            <a:pPr algn="just" eaLnBrk="1" hangingPunct="1">
              <a:lnSpc>
                <a:spcPct val="80000"/>
              </a:lnSpc>
              <a:buNone/>
            </a:pPr>
            <a:r>
              <a:rPr lang="zh-CN" altLang="en-US" sz="2400" b="1" dirty="0"/>
              <a:t>在Ｃ语言中，可以用以下几种方式调用函数：</a:t>
            </a:r>
          </a:p>
          <a:p>
            <a:pPr algn="just" eaLnBrk="1" hangingPunct="1">
              <a:lnSpc>
                <a:spcPct val="80000"/>
              </a:lnSpc>
              <a:buNone/>
            </a:pPr>
            <a:r>
              <a:rPr lang="zh-CN" altLang="en-US" sz="2400" b="1" dirty="0">
                <a:solidFill>
                  <a:srgbClr val="CC3300"/>
                </a:solidFill>
              </a:rPr>
              <a:t>对于有返回值的函数：</a:t>
            </a:r>
          </a:p>
          <a:p>
            <a:pPr algn="just" eaLnBrk="1" hangingPunct="1">
              <a:lnSpc>
                <a:spcPct val="80000"/>
              </a:lnSpc>
              <a:spcBef>
                <a:spcPct val="50000"/>
              </a:spcBef>
              <a:buNone/>
            </a:pPr>
            <a:r>
              <a:rPr lang="zh-CN" altLang="en-US" sz="2400" b="1" dirty="0"/>
              <a:t>（1）</a:t>
            </a:r>
            <a:r>
              <a:rPr lang="zh-CN" altLang="en-US" sz="2400" b="1" i="1" dirty="0">
                <a:solidFill>
                  <a:srgbClr val="003399"/>
                </a:solidFill>
              </a:rPr>
              <a:t>函数表达式</a:t>
            </a:r>
            <a:r>
              <a:rPr lang="zh-CN" altLang="en-US" sz="2400" b="1" dirty="0"/>
              <a:t>。函数作为表达式的一个操作数，出现在表达式中，此时先进行函数调用，然后函数返回值替代函数调用参与表达式运算。</a:t>
            </a:r>
          </a:p>
          <a:p>
            <a:pPr algn="just" eaLnBrk="1" hangingPunct="1">
              <a:lnSpc>
                <a:spcPct val="80000"/>
              </a:lnSpc>
              <a:spcBef>
                <a:spcPct val="50000"/>
              </a:spcBef>
              <a:buNone/>
            </a:pPr>
            <a:r>
              <a:rPr lang="zh-CN" altLang="en-US" sz="2400" b="1" dirty="0"/>
              <a:t>     如：</a:t>
            </a:r>
            <a:r>
              <a:rPr lang="en-US" altLang="zh-CN" sz="2400" b="1" dirty="0"/>
              <a:t>i = 2*</a:t>
            </a:r>
            <a:r>
              <a:rPr lang="en-US" altLang="zh-CN" sz="2400" b="1" dirty="0">
                <a:solidFill>
                  <a:srgbClr val="990099"/>
                </a:solidFill>
              </a:rPr>
              <a:t>max(x, y)</a:t>
            </a:r>
            <a:r>
              <a:rPr lang="en-US" altLang="zh-CN" sz="2400" b="1" dirty="0"/>
              <a:t>;   if (</a:t>
            </a:r>
            <a:r>
              <a:rPr lang="en-US" altLang="zh-CN" sz="2400" b="1" dirty="0">
                <a:solidFill>
                  <a:srgbClr val="990099"/>
                </a:solidFill>
              </a:rPr>
              <a:t>isPrim(n)</a:t>
            </a:r>
            <a:r>
              <a:rPr lang="en-US" altLang="zh-CN" sz="2400" b="1" dirty="0"/>
              <a:t>)</a:t>
            </a:r>
            <a:r>
              <a:rPr lang="en-US" altLang="zh-CN" sz="2400" b="1" dirty="0">
                <a:latin typeface="宋体" panose="02010600030101010101" pitchFamily="2" charset="-122"/>
              </a:rPr>
              <a:t>…</a:t>
            </a:r>
            <a:endParaRPr lang="zh-CN" altLang="en-US" sz="2400" b="1" dirty="0"/>
          </a:p>
          <a:p>
            <a:pPr algn="just" eaLnBrk="1" hangingPunct="1">
              <a:lnSpc>
                <a:spcPct val="80000"/>
              </a:lnSpc>
              <a:spcBef>
                <a:spcPct val="50000"/>
              </a:spcBef>
              <a:buNone/>
            </a:pPr>
            <a:r>
              <a:rPr lang="zh-CN" altLang="en-US" sz="2400" b="1" dirty="0"/>
              <a:t>（2）</a:t>
            </a:r>
            <a:r>
              <a:rPr lang="zh-CN" altLang="en-US" sz="2400" b="1" i="1" dirty="0">
                <a:solidFill>
                  <a:srgbClr val="003399"/>
                </a:solidFill>
              </a:rPr>
              <a:t>函数实参</a:t>
            </a:r>
            <a:r>
              <a:rPr lang="zh-CN" altLang="en-US" sz="2400" b="1" dirty="0"/>
              <a:t>。函数作为另一个函数调用的实际参数。这种情况是把该函数的返回值作为实参进行传送。如： </a:t>
            </a:r>
            <a:r>
              <a:rPr lang="en-US" altLang="zh-CN" sz="2400" b="1" dirty="0" err="1"/>
              <a:t>printf</a:t>
            </a:r>
            <a:r>
              <a:rPr lang="en-US" altLang="zh-CN" sz="2400" b="1" dirty="0"/>
              <a:t>(</a:t>
            </a:r>
            <a:r>
              <a:rPr lang="en-US" altLang="zh-CN" sz="2400" b="1" dirty="0">
                <a:latin typeface="宋体" panose="02010600030101010101" pitchFamily="2" charset="-122"/>
              </a:rPr>
              <a:t>"</a:t>
            </a:r>
            <a:r>
              <a:rPr lang="en-US" altLang="zh-CN" sz="2400" b="1" dirty="0"/>
              <a:t>the large number is %d</a:t>
            </a:r>
            <a:r>
              <a:rPr lang="en-US" altLang="zh-CN" sz="2400" b="1" dirty="0">
                <a:latin typeface="宋体" panose="02010600030101010101" pitchFamily="2" charset="-122"/>
              </a:rPr>
              <a:t>"</a:t>
            </a:r>
            <a:r>
              <a:rPr lang="zh-CN" altLang="en-US" sz="2400" b="1" dirty="0"/>
              <a:t>, </a:t>
            </a:r>
            <a:r>
              <a:rPr lang="en-US" altLang="zh-CN" sz="2400" b="1" dirty="0">
                <a:solidFill>
                  <a:srgbClr val="990099"/>
                </a:solidFill>
              </a:rPr>
              <a:t>max(x, y)</a:t>
            </a:r>
            <a:r>
              <a:rPr lang="en-US" altLang="zh-CN" sz="2400" b="1" dirty="0"/>
              <a:t>);</a:t>
            </a:r>
          </a:p>
          <a:p>
            <a:pPr algn="just" eaLnBrk="1" hangingPunct="1">
              <a:lnSpc>
                <a:spcPct val="80000"/>
              </a:lnSpc>
              <a:spcBef>
                <a:spcPct val="50000"/>
              </a:spcBef>
              <a:buNone/>
            </a:pPr>
            <a:r>
              <a:rPr lang="zh-CN" altLang="en-US" sz="2400" b="1" dirty="0">
                <a:solidFill>
                  <a:srgbClr val="CC3300"/>
                </a:solidFill>
              </a:rPr>
              <a:t>对于无返回值或者不需要使用返回值的函数：</a:t>
            </a:r>
          </a:p>
          <a:p>
            <a:pPr algn="just" eaLnBrk="1" hangingPunct="1">
              <a:lnSpc>
                <a:spcPct val="80000"/>
              </a:lnSpc>
              <a:spcBef>
                <a:spcPct val="50000"/>
              </a:spcBef>
              <a:buNone/>
            </a:pPr>
            <a:r>
              <a:rPr lang="zh-CN" altLang="en-US" sz="2400" b="1" dirty="0"/>
              <a:t>（3</a:t>
            </a:r>
            <a:r>
              <a:rPr lang="zh-CN" altLang="en-US" sz="2400" b="1" i="1" dirty="0"/>
              <a:t>）</a:t>
            </a:r>
            <a:r>
              <a:rPr lang="zh-CN" altLang="en-US" sz="2400" b="1" i="1" dirty="0">
                <a:solidFill>
                  <a:srgbClr val="003399"/>
                </a:solidFill>
              </a:rPr>
              <a:t>函数语句</a:t>
            </a:r>
            <a:r>
              <a:rPr lang="zh-CN" altLang="en-US" sz="2400" b="1" dirty="0"/>
              <a:t>。</a:t>
            </a:r>
            <a:r>
              <a:rPr lang="en-US" altLang="zh-CN" sz="2400" b="1" dirty="0"/>
              <a:t>C</a:t>
            </a:r>
            <a:r>
              <a:rPr lang="zh-CN" altLang="en-US" sz="2400" b="1" dirty="0"/>
              <a:t>语言中的函数可以只进行某些操作而不返回函数值，这时的函数调用可作为一条独立的语句。如：</a:t>
            </a:r>
            <a:r>
              <a:rPr lang="en-US" altLang="zh-CN" sz="2400" b="1" dirty="0" err="1"/>
              <a:t>printf</a:t>
            </a:r>
            <a:r>
              <a:rPr lang="en-US" altLang="zh-CN" sz="2400" b="1" dirty="0"/>
              <a:t>（</a:t>
            </a:r>
            <a:r>
              <a:rPr lang="en-US" altLang="zh-CN" sz="2400" b="1" dirty="0">
                <a:latin typeface="宋体" panose="02010600030101010101" pitchFamily="2" charset="-122"/>
              </a:rPr>
              <a:t>"</a:t>
            </a:r>
            <a:r>
              <a:rPr lang="en-US" altLang="zh-CN" sz="2400" b="1" dirty="0"/>
              <a:t>hello\n</a:t>
            </a:r>
            <a:r>
              <a:rPr lang="en-US" altLang="zh-CN" sz="2400" b="1" dirty="0">
                <a:latin typeface="宋体" panose="02010600030101010101" pitchFamily="2" charset="-122"/>
              </a:rPr>
              <a:t>"</a:t>
            </a:r>
            <a:r>
              <a:rPr lang="en-US" altLang="zh-CN" sz="2400" b="1" dirty="0"/>
              <a:t>）;</a:t>
            </a:r>
          </a:p>
          <a:p>
            <a:pPr eaLnBrk="1" hangingPunct="1">
              <a:lnSpc>
                <a:spcPct val="80000"/>
              </a:lnSpc>
              <a:spcBef>
                <a:spcPct val="50000"/>
              </a:spcBef>
              <a:buNone/>
            </a:pPr>
            <a:endParaRPr lang="zh-CN" altLang="en-US" sz="2400" b="1" dirty="0"/>
          </a:p>
        </p:txBody>
      </p:sp>
      <p:sp>
        <p:nvSpPr>
          <p:cNvPr id="40964" name="Rectangle 2"/>
          <p:cNvSpPr>
            <a:spLocks noGrp="1"/>
          </p:cNvSpPr>
          <p:nvPr>
            <p:ph type="title"/>
          </p:nvPr>
        </p:nvSpPr>
        <p:spPr>
          <a:xfrm>
            <a:off x="1371600" y="404813"/>
            <a:ext cx="7772400" cy="720725"/>
          </a:xfrm>
        </p:spPr>
        <p:txBody>
          <a:bodyPr vert="horz" wrap="square" lIns="91440" tIns="45720" rIns="91440" bIns="45720" anchor="ctr"/>
          <a:lstStyle/>
          <a:p>
            <a:pPr eaLnBrk="1" hangingPunct="1"/>
            <a:r>
              <a:rPr lang="en-US" altLang="zh-CN" b="1" dirty="0"/>
              <a:t>5.4.3    </a:t>
            </a:r>
            <a:r>
              <a:rPr lang="zh-CN" altLang="en-US" b="1" dirty="0"/>
              <a:t>函数的调用</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36196">
                                            <p:txEl>
                                              <p:pRg st="1" end="1"/>
                                            </p:txEl>
                                          </p:spTgt>
                                        </p:tgtEl>
                                        <p:attrNameLst>
                                          <p:attrName>style.visibility</p:attrName>
                                        </p:attrNameLst>
                                      </p:cBhvr>
                                      <p:to>
                                        <p:strVal val="visible"/>
                                      </p:to>
                                    </p:set>
                                    <p:animEffect transition="in" filter="dissolve">
                                      <p:cBhvr>
                                        <p:cTn id="7" dur="500"/>
                                        <p:tgtEl>
                                          <p:spTgt spid="136196">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36196">
                                            <p:txEl>
                                              <p:pRg st="5" end="5"/>
                                            </p:txEl>
                                          </p:spTgt>
                                        </p:tgtEl>
                                        <p:attrNameLst>
                                          <p:attrName>style.visibility</p:attrName>
                                        </p:attrNameLst>
                                      </p:cBhvr>
                                      <p:to>
                                        <p:strVal val="visible"/>
                                      </p:to>
                                    </p:set>
                                    <p:animEffect transition="in" filter="dissolve">
                                      <p:cBhvr>
                                        <p:cTn id="12" dur="500"/>
                                        <p:tgtEl>
                                          <p:spTgt spid="136196">
                                            <p:txEl>
                                              <p:pRg st="5" end="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36196">
                                            <p:txEl>
                                              <p:pRg st="2" end="2"/>
                                            </p:txEl>
                                          </p:spTgt>
                                        </p:tgtEl>
                                        <p:attrNameLst>
                                          <p:attrName>style.visibility</p:attrName>
                                        </p:attrNameLst>
                                      </p:cBhvr>
                                      <p:to>
                                        <p:strVal val="visible"/>
                                      </p:to>
                                    </p:set>
                                    <p:animEffect transition="in" filter="dissolve">
                                      <p:cBhvr>
                                        <p:cTn id="17" dur="500"/>
                                        <p:tgtEl>
                                          <p:spTgt spid="13619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136196">
                                            <p:txEl>
                                              <p:pRg st="3" end="3"/>
                                            </p:txEl>
                                          </p:spTgt>
                                        </p:tgtEl>
                                        <p:attrNameLst>
                                          <p:attrName>style.visibility</p:attrName>
                                        </p:attrNameLst>
                                      </p:cBhvr>
                                      <p:to>
                                        <p:strVal val="visible"/>
                                      </p:to>
                                    </p:set>
                                    <p:animEffect transition="in" filter="dissolve">
                                      <p:cBhvr>
                                        <p:cTn id="22" dur="500"/>
                                        <p:tgtEl>
                                          <p:spTgt spid="13619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136196">
                                            <p:txEl>
                                              <p:pRg st="4" end="4"/>
                                            </p:txEl>
                                          </p:spTgt>
                                        </p:tgtEl>
                                        <p:attrNameLst>
                                          <p:attrName>style.visibility</p:attrName>
                                        </p:attrNameLst>
                                      </p:cBhvr>
                                      <p:to>
                                        <p:strVal val="visible"/>
                                      </p:to>
                                    </p:set>
                                    <p:animEffect transition="in" filter="dissolve">
                                      <p:cBhvr>
                                        <p:cTn id="27" dur="500"/>
                                        <p:tgtEl>
                                          <p:spTgt spid="136196">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136196">
                                            <p:txEl>
                                              <p:pRg st="6" end="6"/>
                                            </p:txEl>
                                          </p:spTgt>
                                        </p:tgtEl>
                                        <p:attrNameLst>
                                          <p:attrName>style.visibility</p:attrName>
                                        </p:attrNameLst>
                                      </p:cBhvr>
                                      <p:to>
                                        <p:strVal val="visible"/>
                                      </p:to>
                                    </p:set>
                                    <p:animEffect transition="in" filter="dissolve">
                                      <p:cBhvr>
                                        <p:cTn id="32" dur="500"/>
                                        <p:tgtEl>
                                          <p:spTgt spid="136196">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42</a:t>
            </a:fld>
            <a:endParaRPr lang="zh-CN" altLang="en-US" sz="1400" b="1" dirty="0"/>
          </a:p>
        </p:txBody>
      </p:sp>
      <p:sp>
        <p:nvSpPr>
          <p:cNvPr id="44035" name="Rectangle 2"/>
          <p:cNvSpPr>
            <a:spLocks noGrp="1"/>
          </p:cNvSpPr>
          <p:nvPr>
            <p:ph type="title"/>
          </p:nvPr>
        </p:nvSpPr>
        <p:spPr/>
        <p:txBody>
          <a:bodyPr vert="horz" wrap="square" lIns="91440" tIns="45720" rIns="91440" bIns="45720" anchor="ctr"/>
          <a:lstStyle/>
          <a:p>
            <a:pPr eaLnBrk="1" hangingPunct="1"/>
            <a:r>
              <a:rPr lang="en-US" altLang="zh-CN" b="1" dirty="0"/>
              <a:t>5.4.3    </a:t>
            </a:r>
            <a:r>
              <a:rPr lang="zh-CN" altLang="en-US" b="1" dirty="0"/>
              <a:t>函数的调用</a:t>
            </a:r>
          </a:p>
        </p:txBody>
      </p:sp>
      <p:sp>
        <p:nvSpPr>
          <p:cNvPr id="44036" name="Rectangle 3"/>
          <p:cNvSpPr>
            <a:spLocks noGrp="1"/>
          </p:cNvSpPr>
          <p:nvPr>
            <p:ph idx="1"/>
          </p:nvPr>
        </p:nvSpPr>
        <p:spPr/>
        <p:txBody>
          <a:bodyPr vert="horz" wrap="square" lIns="91440" tIns="45720" rIns="91440" bIns="45720" anchor="t"/>
          <a:lstStyle/>
          <a:p>
            <a:pPr eaLnBrk="1" hangingPunct="1">
              <a:buNone/>
            </a:pPr>
            <a:r>
              <a:rPr lang="zh-CN" altLang="en-US" b="1" dirty="0"/>
              <a:t>练习</a:t>
            </a:r>
            <a:r>
              <a:rPr lang="en-US" altLang="zh-CN" b="1" dirty="0"/>
              <a:t>1. </a:t>
            </a:r>
            <a:r>
              <a:rPr lang="zh-CN" altLang="en-US" b="1" dirty="0"/>
              <a:t>假设函数接口定义为：</a:t>
            </a:r>
            <a:r>
              <a:rPr lang="en-US" altLang="zh-CN" b="1" dirty="0"/>
              <a:t>int function(int a,int b) </a:t>
            </a:r>
          </a:p>
          <a:p>
            <a:pPr eaLnBrk="1" hangingPunct="1">
              <a:buNone/>
            </a:pPr>
            <a:r>
              <a:rPr lang="en-US" altLang="zh-CN" b="1" dirty="0"/>
              <a:t>result</a:t>
            </a:r>
            <a:r>
              <a:rPr lang="zh-CN" altLang="en-US" b="1" dirty="0"/>
              <a:t>为整型变量，请判断下面对函数的调用是否正确：</a:t>
            </a:r>
          </a:p>
          <a:p>
            <a:pPr eaLnBrk="1" hangingPunct="1">
              <a:buNone/>
            </a:pPr>
            <a:r>
              <a:rPr lang="en-US" altLang="zh-CN" b="1" dirty="0"/>
              <a:t>1</a:t>
            </a:r>
            <a:r>
              <a:rPr lang="zh-CN" altLang="en-US" b="1" dirty="0"/>
              <a:t>）</a:t>
            </a:r>
            <a:r>
              <a:rPr lang="en-US" altLang="zh-CN" b="1" dirty="0"/>
              <a:t>result = int function(int a, int b);</a:t>
            </a:r>
          </a:p>
          <a:p>
            <a:pPr eaLnBrk="1" hangingPunct="1">
              <a:buNone/>
            </a:pPr>
            <a:r>
              <a:rPr lang="en-US" altLang="zh-CN" b="1" dirty="0"/>
              <a:t>2</a:t>
            </a:r>
            <a:r>
              <a:rPr lang="zh-CN" altLang="en-US" b="1" dirty="0"/>
              <a:t>）</a:t>
            </a:r>
            <a:r>
              <a:rPr lang="en-US" altLang="zh-CN" b="1" dirty="0"/>
              <a:t>result = function;</a:t>
            </a:r>
          </a:p>
          <a:p>
            <a:pPr eaLnBrk="1" hangingPunct="1">
              <a:buNone/>
            </a:pPr>
            <a:r>
              <a:rPr lang="en-US" altLang="zh-CN" b="1" dirty="0"/>
              <a:t>3</a:t>
            </a:r>
            <a:r>
              <a:rPr lang="zh-CN" altLang="en-US" b="1" dirty="0"/>
              <a:t>）</a:t>
            </a:r>
            <a:r>
              <a:rPr lang="en-US" altLang="zh-CN" b="1" dirty="0"/>
              <a:t>fuction(a,b);</a:t>
            </a:r>
            <a:endParaRPr lang="zh-CN" altLang="en-US" b="1" dirty="0"/>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43</a:t>
            </a:fld>
            <a:endParaRPr lang="zh-CN" altLang="en-US" sz="1400" b="1" dirty="0"/>
          </a:p>
        </p:txBody>
      </p:sp>
      <p:sp>
        <p:nvSpPr>
          <p:cNvPr id="45059" name="Rectangle 2"/>
          <p:cNvSpPr>
            <a:spLocks noGrp="1"/>
          </p:cNvSpPr>
          <p:nvPr>
            <p:ph type="title"/>
          </p:nvPr>
        </p:nvSpPr>
        <p:spPr/>
        <p:txBody>
          <a:bodyPr vert="horz" wrap="square" lIns="91440" tIns="45720" rIns="91440" bIns="45720" anchor="ctr"/>
          <a:lstStyle/>
          <a:p>
            <a:pPr eaLnBrk="1" hangingPunct="1"/>
            <a:r>
              <a:rPr lang="en-US" altLang="zh-CN" b="1" dirty="0"/>
              <a:t>5.4.3    </a:t>
            </a:r>
            <a:r>
              <a:rPr lang="zh-CN" altLang="en-US" b="1" dirty="0"/>
              <a:t>函数的调用</a:t>
            </a:r>
          </a:p>
        </p:txBody>
      </p:sp>
      <p:sp>
        <p:nvSpPr>
          <p:cNvPr id="271363" name="Rectangle 3"/>
          <p:cNvSpPr>
            <a:spLocks noGrp="1"/>
          </p:cNvSpPr>
          <p:nvPr>
            <p:ph idx="1"/>
          </p:nvPr>
        </p:nvSpPr>
        <p:spPr>
          <a:xfrm>
            <a:off x="685800" y="1319213"/>
            <a:ext cx="7989888" cy="5133975"/>
          </a:xfrm>
        </p:spPr>
        <p:txBody>
          <a:bodyPr vert="horz" wrap="square" lIns="91440" tIns="45720" rIns="91440" bIns="45720" anchor="t"/>
          <a:lstStyle/>
          <a:p>
            <a:pPr eaLnBrk="1" hangingPunct="1"/>
            <a:r>
              <a:rPr lang="zh-CN" altLang="en-US" b="1" dirty="0"/>
              <a:t>练习</a:t>
            </a:r>
            <a:r>
              <a:rPr lang="en-US" altLang="zh-CN" b="1" dirty="0"/>
              <a:t>2</a:t>
            </a:r>
            <a:r>
              <a:rPr lang="zh-CN" altLang="en-US" b="1" dirty="0"/>
              <a:t>：定义以下问题的函数头</a:t>
            </a:r>
          </a:p>
          <a:p>
            <a:pPr eaLnBrk="1" hangingPunct="1">
              <a:buNone/>
            </a:pPr>
            <a:r>
              <a:rPr lang="zh-CN" altLang="en-US" b="1" dirty="0"/>
              <a:t>    设计一函数，求一个正整数的长度；</a:t>
            </a:r>
          </a:p>
          <a:p>
            <a:pPr eaLnBrk="1" hangingPunct="1">
              <a:buNone/>
            </a:pPr>
            <a:r>
              <a:rPr lang="zh-CN" altLang="en-US" b="1" dirty="0"/>
              <a:t>               </a:t>
            </a:r>
            <a:r>
              <a:rPr lang="en-US" altLang="zh-CN" b="1" dirty="0"/>
              <a:t>int length(int n)</a:t>
            </a:r>
          </a:p>
          <a:p>
            <a:pPr eaLnBrk="1" hangingPunct="1">
              <a:buNone/>
            </a:pPr>
            <a:r>
              <a:rPr lang="en-US" altLang="zh-CN" b="1" dirty="0"/>
              <a:t>     </a:t>
            </a:r>
            <a:r>
              <a:rPr lang="zh-CN" altLang="en-US" b="1" dirty="0"/>
              <a:t>调用举例：输出变量</a:t>
            </a:r>
            <a:r>
              <a:rPr lang="en-US" altLang="zh-CN" b="1" dirty="0"/>
              <a:t>num</a:t>
            </a:r>
            <a:r>
              <a:rPr lang="zh-CN" altLang="en-US" b="1" dirty="0"/>
              <a:t>中数据的长度</a:t>
            </a:r>
          </a:p>
          <a:p>
            <a:pPr eaLnBrk="1" hangingPunct="1">
              <a:buNone/>
            </a:pPr>
            <a:r>
              <a:rPr lang="en-US" altLang="zh-CN" b="1" dirty="0"/>
              <a:t>      </a:t>
            </a:r>
            <a:r>
              <a:rPr lang="en-US" altLang="zh-CN" b="1" dirty="0" err="1">
                <a:solidFill>
                  <a:schemeClr val="accent2"/>
                </a:solidFill>
              </a:rPr>
              <a:t>printf</a:t>
            </a:r>
            <a:r>
              <a:rPr lang="en-US" altLang="zh-CN" b="1" dirty="0">
                <a:solidFill>
                  <a:schemeClr val="accent2"/>
                </a:solidFill>
              </a:rPr>
              <a:t>("the length of num is :%</a:t>
            </a:r>
            <a:r>
              <a:rPr lang="en-US" altLang="zh-CN" b="1" dirty="0" err="1">
                <a:solidFill>
                  <a:schemeClr val="accent2"/>
                </a:solidFill>
              </a:rPr>
              <a:t>d",length</a:t>
            </a:r>
            <a:r>
              <a:rPr lang="en-US" altLang="zh-CN" b="1" dirty="0">
                <a:solidFill>
                  <a:schemeClr val="accent2"/>
                </a:solidFill>
              </a:rPr>
              <a:t>(num));</a:t>
            </a:r>
          </a:p>
          <a:p>
            <a:pPr eaLnBrk="1" hangingPunct="1">
              <a:buNone/>
            </a:pPr>
            <a:r>
              <a:rPr lang="zh-CN" altLang="en-US" b="1" dirty="0"/>
              <a:t>    设计一函数，求三个整数中的最大值；</a:t>
            </a:r>
          </a:p>
          <a:p>
            <a:pPr eaLnBrk="1" hangingPunct="1">
              <a:buNone/>
            </a:pPr>
            <a:r>
              <a:rPr lang="zh-CN" altLang="en-US" b="1" dirty="0"/>
              <a:t>                </a:t>
            </a:r>
            <a:r>
              <a:rPr lang="en-US" altLang="zh-CN" b="1" dirty="0"/>
              <a:t>int max(int n1, int n2, int n3)</a:t>
            </a:r>
          </a:p>
          <a:p>
            <a:pPr eaLnBrk="1" hangingPunct="1">
              <a:buNone/>
            </a:pPr>
            <a:r>
              <a:rPr lang="zh-CN" altLang="en-US" b="1" dirty="0"/>
              <a:t>       调用举例：求</a:t>
            </a:r>
            <a:r>
              <a:rPr lang="en-US" altLang="zh-CN" b="1" dirty="0"/>
              <a:t>3</a:t>
            </a:r>
            <a:r>
              <a:rPr lang="zh-CN" altLang="en-US" b="1" dirty="0"/>
              <a:t>个变量的最大值</a:t>
            </a:r>
            <a:endParaRPr lang="en-US" altLang="zh-CN" b="1" dirty="0"/>
          </a:p>
          <a:p>
            <a:pPr eaLnBrk="1" hangingPunct="1">
              <a:buNone/>
            </a:pPr>
            <a:r>
              <a:rPr lang="zh-CN" altLang="en-US" b="1" dirty="0"/>
              <a:t>                 </a:t>
            </a:r>
            <a:r>
              <a:rPr lang="en-US" altLang="zh-CN" b="1" dirty="0">
                <a:solidFill>
                  <a:schemeClr val="accent2"/>
                </a:solidFill>
              </a:rPr>
              <a:t>maxNum=max(num1,num2,num3)</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71363">
                                            <p:txEl>
                                              <p:pRg st="2" end="2"/>
                                            </p:txEl>
                                          </p:spTgt>
                                        </p:tgtEl>
                                        <p:attrNameLst>
                                          <p:attrName>style.visibility</p:attrName>
                                        </p:attrNameLst>
                                      </p:cBhvr>
                                      <p:to>
                                        <p:strVal val="visible"/>
                                      </p:to>
                                    </p:set>
                                    <p:animEffect transition="in" filter="dissolve">
                                      <p:cBhvr>
                                        <p:cTn id="7" dur="500"/>
                                        <p:tgtEl>
                                          <p:spTgt spid="27136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71363">
                                            <p:txEl>
                                              <p:pRg st="3" end="3"/>
                                            </p:txEl>
                                          </p:spTgt>
                                        </p:tgtEl>
                                        <p:attrNameLst>
                                          <p:attrName>style.visibility</p:attrName>
                                        </p:attrNameLst>
                                      </p:cBhvr>
                                      <p:to>
                                        <p:strVal val="visible"/>
                                      </p:to>
                                    </p:set>
                                    <p:animEffect transition="in" filter="dissolve">
                                      <p:cBhvr>
                                        <p:cTn id="12" dur="500"/>
                                        <p:tgtEl>
                                          <p:spTgt spid="27136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271363">
                                            <p:txEl>
                                              <p:pRg st="4" end="4"/>
                                            </p:txEl>
                                          </p:spTgt>
                                        </p:tgtEl>
                                        <p:attrNameLst>
                                          <p:attrName>style.visibility</p:attrName>
                                        </p:attrNameLst>
                                      </p:cBhvr>
                                      <p:to>
                                        <p:strVal val="visible"/>
                                      </p:to>
                                    </p:set>
                                    <p:animEffect transition="in" filter="dissolve">
                                      <p:cBhvr>
                                        <p:cTn id="17" dur="500"/>
                                        <p:tgtEl>
                                          <p:spTgt spid="27136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271363">
                                            <p:txEl>
                                              <p:pRg st="6" end="6"/>
                                            </p:txEl>
                                          </p:spTgt>
                                        </p:tgtEl>
                                        <p:attrNameLst>
                                          <p:attrName>style.visibility</p:attrName>
                                        </p:attrNameLst>
                                      </p:cBhvr>
                                      <p:to>
                                        <p:strVal val="visible"/>
                                      </p:to>
                                    </p:set>
                                    <p:animEffect transition="in" filter="dissolve">
                                      <p:cBhvr>
                                        <p:cTn id="22" dur="500"/>
                                        <p:tgtEl>
                                          <p:spTgt spid="271363">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3" presetClass="entr" presetSubtype="16" fill="hold" nodeType="clickEffect">
                                  <p:stCondLst>
                                    <p:cond delay="0"/>
                                  </p:stCondLst>
                                  <p:childTnLst>
                                    <p:set>
                                      <p:cBhvr>
                                        <p:cTn id="26" dur="1" fill="hold">
                                          <p:stCondLst>
                                            <p:cond delay="0"/>
                                          </p:stCondLst>
                                        </p:cTn>
                                        <p:tgtEl>
                                          <p:spTgt spid="271363">
                                            <p:txEl>
                                              <p:pRg st="7" end="7"/>
                                            </p:txEl>
                                          </p:spTgt>
                                        </p:tgtEl>
                                        <p:attrNameLst>
                                          <p:attrName>style.visibility</p:attrName>
                                        </p:attrNameLst>
                                      </p:cBhvr>
                                      <p:to>
                                        <p:strVal val="visible"/>
                                      </p:to>
                                    </p:set>
                                    <p:animEffect transition="in" filter="plus(in)">
                                      <p:cBhvr>
                                        <p:cTn id="27" dur="1000"/>
                                        <p:tgtEl>
                                          <p:spTgt spid="271363">
                                            <p:txEl>
                                              <p:pRg st="7" end="7"/>
                                            </p:txEl>
                                          </p:spTgt>
                                        </p:tgtEl>
                                      </p:cBhvr>
                                    </p:animEffect>
                                  </p:childTnLst>
                                </p:cTn>
                              </p:par>
                              <p:par>
                                <p:cTn id="28" presetID="13" presetClass="entr" presetSubtype="16" fill="hold" nodeType="withEffect">
                                  <p:stCondLst>
                                    <p:cond delay="0"/>
                                  </p:stCondLst>
                                  <p:childTnLst>
                                    <p:set>
                                      <p:cBhvr>
                                        <p:cTn id="29" dur="1" fill="hold">
                                          <p:stCondLst>
                                            <p:cond delay="0"/>
                                          </p:stCondLst>
                                        </p:cTn>
                                        <p:tgtEl>
                                          <p:spTgt spid="271363">
                                            <p:txEl>
                                              <p:pRg st="8" end="8"/>
                                            </p:txEl>
                                          </p:spTgt>
                                        </p:tgtEl>
                                        <p:attrNameLst>
                                          <p:attrName>style.visibility</p:attrName>
                                        </p:attrNameLst>
                                      </p:cBhvr>
                                      <p:to>
                                        <p:strVal val="visible"/>
                                      </p:to>
                                    </p:set>
                                    <p:animEffect transition="in" filter="plus(in)">
                                      <p:cBhvr>
                                        <p:cTn id="30" dur="1000"/>
                                        <p:tgtEl>
                                          <p:spTgt spid="27136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灯片编号占位符 5"/>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44</a:t>
            </a:fld>
            <a:endParaRPr lang="zh-CN" altLang="en-US" sz="1400" b="1" dirty="0"/>
          </a:p>
        </p:txBody>
      </p:sp>
      <p:sp>
        <p:nvSpPr>
          <p:cNvPr id="52227" name="Rectangle 2"/>
          <p:cNvSpPr>
            <a:spLocks noGrp="1"/>
          </p:cNvSpPr>
          <p:nvPr>
            <p:ph type="title"/>
          </p:nvPr>
        </p:nvSpPr>
        <p:spPr/>
        <p:txBody>
          <a:bodyPr vert="horz" wrap="square" lIns="91440" tIns="45720" rIns="91440" bIns="45720" anchor="ctr"/>
          <a:lstStyle/>
          <a:p>
            <a:pPr eaLnBrk="1" hangingPunct="1"/>
            <a:r>
              <a:rPr lang="en-US" altLang="zh-CN" b="1" dirty="0"/>
              <a:t>5.4.3    </a:t>
            </a:r>
            <a:r>
              <a:rPr lang="zh-CN" altLang="en-US" b="1" dirty="0"/>
              <a:t>函数的调用</a:t>
            </a:r>
          </a:p>
        </p:txBody>
      </p:sp>
      <p:sp>
        <p:nvSpPr>
          <p:cNvPr id="52228" name="Text Box 4"/>
          <p:cNvSpPr>
            <a:spLocks noGrp="1"/>
          </p:cNvSpPr>
          <p:nvPr>
            <p:ph type="body" sz="half" idx="1"/>
          </p:nvPr>
        </p:nvSpPr>
        <p:spPr>
          <a:xfrm>
            <a:off x="685800" y="1319213"/>
            <a:ext cx="7847013" cy="4611687"/>
          </a:xfrm>
        </p:spPr>
        <p:txBody>
          <a:bodyPr vert="horz" wrap="square" lIns="91440" tIns="45720" rIns="91440" bIns="45720" anchor="t"/>
          <a:lstStyle/>
          <a:p>
            <a:pPr eaLnBrk="1" hangingPunct="1">
              <a:lnSpc>
                <a:spcPct val="90000"/>
              </a:lnSpc>
            </a:pPr>
            <a:r>
              <a:rPr lang="zh-CN" altLang="en-US" b="1" dirty="0"/>
              <a:t>如何确保能够逐层返回到上一级调用？</a:t>
            </a:r>
          </a:p>
          <a:p>
            <a:pPr lvl="1" eaLnBrk="1" hangingPunct="1">
              <a:lnSpc>
                <a:spcPct val="90000"/>
              </a:lnSpc>
            </a:pPr>
            <a:r>
              <a:rPr lang="zh-CN" altLang="en-US" b="1" dirty="0"/>
              <a:t>要想正确地返回，必须知道返回地址。如何获取返回地址？   </a:t>
            </a:r>
          </a:p>
          <a:p>
            <a:pPr eaLnBrk="1" hangingPunct="1">
              <a:lnSpc>
                <a:spcPct val="90000"/>
              </a:lnSpc>
            </a:pPr>
            <a:r>
              <a:rPr lang="zh-CN" altLang="en-US" b="1" dirty="0"/>
              <a:t>为何不同的函数可以使用同名的参数和变量？                    </a:t>
            </a:r>
          </a:p>
          <a:p>
            <a:pPr eaLnBrk="1" hangingPunct="1"/>
            <a:r>
              <a:rPr lang="zh-CN" altLang="en-US" b="1" dirty="0"/>
              <a:t>进一步剖析函数的调用过程。</a:t>
            </a:r>
          </a:p>
          <a:p>
            <a:pPr algn="just" eaLnBrk="1" hangingPunct="1">
              <a:lnSpc>
                <a:spcPct val="90000"/>
              </a:lnSpc>
              <a:spcBef>
                <a:spcPct val="50000"/>
              </a:spcBef>
              <a:buFont typeface="Wingdings" panose="05000000000000000000" pitchFamily="2" charset="2"/>
              <a:buNone/>
            </a:pPr>
            <a:endParaRPr lang="zh-CN" altLang="en-US" b="1" dirty="0"/>
          </a:p>
        </p:txBody>
      </p:sp>
      <p:graphicFrame>
        <p:nvGraphicFramePr>
          <p:cNvPr id="52229" name="Object 5"/>
          <p:cNvGraphicFramePr>
            <a:graphicFrameLocks noGrp="1" noChangeAspect="1"/>
          </p:cNvGraphicFramePr>
          <p:nvPr>
            <p:ph sz="half" idx="2"/>
          </p:nvPr>
        </p:nvGraphicFramePr>
        <p:xfrm>
          <a:off x="2987675" y="3429000"/>
          <a:ext cx="5040313" cy="2836863"/>
        </p:xfrm>
        <a:graphic>
          <a:graphicData uri="http://schemas.openxmlformats.org/presentationml/2006/ole">
            <mc:AlternateContent xmlns:mc="http://schemas.openxmlformats.org/markup-compatibility/2006">
              <mc:Choice xmlns:v="urn:schemas-microsoft-com:vml" Requires="v">
                <p:oleObj r:id="rId2" imgW="4639945" imgH="2618740" progId="Visio.Drawing.11">
                  <p:embed/>
                </p:oleObj>
              </mc:Choice>
              <mc:Fallback>
                <p:oleObj r:id="rId2" imgW="4639945" imgH="2618740" progId="Visio.Drawing.11">
                  <p:embed/>
                  <p:pic>
                    <p:nvPicPr>
                      <p:cNvPr id="0" name="图片 3083"/>
                      <p:cNvPicPr/>
                      <p:nvPr/>
                    </p:nvPicPr>
                    <p:blipFill>
                      <a:blip r:embed="rId3"/>
                      <a:srcRect/>
                      <a:stretch>
                        <a:fillRect/>
                      </a:stretch>
                    </p:blipFill>
                    <p:spPr>
                      <a:xfrm>
                        <a:off x="2987675" y="3429000"/>
                        <a:ext cx="5040313" cy="2836863"/>
                      </a:xfrm>
                      <a:prstGeom prst="rect">
                        <a:avLst/>
                      </a:prstGeom>
                      <a:noFill/>
                      <a:ln w="38100">
                        <a:miter/>
                      </a:ln>
                    </p:spPr>
                  </p:pic>
                </p:oleObj>
              </mc:Fallback>
            </mc:AlternateContent>
          </a:graphicData>
        </a:graphic>
      </p:graphicFrame>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45</a:t>
            </a:fld>
            <a:endParaRPr lang="zh-CN" altLang="en-US" sz="1400" b="1" dirty="0"/>
          </a:p>
        </p:txBody>
      </p:sp>
      <p:sp>
        <p:nvSpPr>
          <p:cNvPr id="54275" name="Rectangle 3"/>
          <p:cNvSpPr>
            <a:spLocks noGrp="1"/>
          </p:cNvSpPr>
          <p:nvPr>
            <p:ph idx="1"/>
          </p:nvPr>
        </p:nvSpPr>
        <p:spPr/>
        <p:txBody>
          <a:bodyPr vert="horz" wrap="square" lIns="91440" tIns="45720" rIns="91440" bIns="45720" anchor="t"/>
          <a:lstStyle/>
          <a:p>
            <a:pPr eaLnBrk="1" hangingPunct="1">
              <a:buNone/>
            </a:pPr>
            <a:endParaRPr lang="zh-CN" altLang="en-US" b="1" dirty="0">
              <a:solidFill>
                <a:srgbClr val="CC3300"/>
              </a:solidFill>
            </a:endParaRPr>
          </a:p>
          <a:p>
            <a:pPr eaLnBrk="1" hangingPunct="1"/>
            <a:r>
              <a:rPr lang="zh-CN" altLang="en-US" b="1" dirty="0">
                <a:solidFill>
                  <a:srgbClr val="CC3300"/>
                </a:solidFill>
              </a:rPr>
              <a:t>一个类比：装东西的箩筐</a:t>
            </a:r>
          </a:p>
          <a:p>
            <a:pPr eaLnBrk="1" hangingPunct="1">
              <a:buNone/>
            </a:pPr>
            <a:r>
              <a:rPr lang="zh-CN" altLang="en-US" b="1" dirty="0"/>
              <a:t>	箩筐：一个存放东西的容器，框底封了口。</a:t>
            </a:r>
          </a:p>
          <a:p>
            <a:pPr eaLnBrk="1" hangingPunct="1">
              <a:buNone/>
            </a:pPr>
            <a:r>
              <a:rPr lang="zh-CN" altLang="en-US" b="1" dirty="0"/>
              <a:t>    装东西：东西从箩筐口入；</a:t>
            </a:r>
          </a:p>
          <a:p>
            <a:pPr eaLnBrk="1" hangingPunct="1">
              <a:buNone/>
            </a:pPr>
            <a:r>
              <a:rPr lang="zh-CN" altLang="en-US" b="1" dirty="0"/>
              <a:t>    取东西：东西从箩筐口出，框顶的东西先被取出。即最先放入的东西最后才能取出；最后放入的东西最先取出（先进后出）。</a:t>
            </a:r>
          </a:p>
        </p:txBody>
      </p:sp>
      <p:sp>
        <p:nvSpPr>
          <p:cNvPr id="54276" name="Rectangle 4"/>
          <p:cNvSpPr>
            <a:spLocks noGrp="1"/>
          </p:cNvSpPr>
          <p:nvPr>
            <p:ph type="title"/>
          </p:nvPr>
        </p:nvSpPr>
        <p:spPr/>
        <p:txBody>
          <a:bodyPr vert="horz" wrap="square" lIns="91440" tIns="45720" rIns="91440" bIns="45720" anchor="ctr"/>
          <a:lstStyle/>
          <a:p>
            <a:pPr eaLnBrk="1" hangingPunct="1"/>
            <a:r>
              <a:rPr lang="en-US" altLang="zh-CN" b="1" dirty="0"/>
              <a:t>5.4.3    </a:t>
            </a:r>
            <a:r>
              <a:rPr lang="zh-CN" altLang="en-US" b="1" dirty="0"/>
              <a:t>函数的调用－栈区简介</a:t>
            </a:r>
          </a:p>
        </p:txBody>
      </p:sp>
      <p:sp>
        <p:nvSpPr>
          <p:cNvPr id="54277" name="Text Box 5"/>
          <p:cNvSpPr txBox="1"/>
          <p:nvPr/>
        </p:nvSpPr>
        <p:spPr>
          <a:xfrm>
            <a:off x="468313" y="1268413"/>
            <a:ext cx="6551612" cy="4762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spcBef>
                <a:spcPct val="50000"/>
              </a:spcBef>
              <a:buNone/>
            </a:pPr>
            <a:r>
              <a:rPr lang="zh-CN" altLang="en-US" b="1" dirty="0"/>
              <a:t>重点介绍和函数调用相关的</a:t>
            </a:r>
            <a:r>
              <a:rPr lang="zh-CN" altLang="en-US" b="1" dirty="0">
                <a:solidFill>
                  <a:srgbClr val="CC3300"/>
                </a:solidFill>
              </a:rPr>
              <a:t>栈区</a:t>
            </a:r>
            <a:r>
              <a:rPr lang="zh-CN" altLang="en-US" b="1" dirty="0"/>
              <a:t>：</a:t>
            </a:r>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灯片编号占位符 5"/>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46</a:t>
            </a:fld>
            <a:endParaRPr lang="zh-CN" altLang="en-US" sz="1400" b="1" dirty="0"/>
          </a:p>
        </p:txBody>
      </p:sp>
      <p:sp>
        <p:nvSpPr>
          <p:cNvPr id="53251" name="Rectangle 3"/>
          <p:cNvSpPr>
            <a:spLocks noGrp="1"/>
          </p:cNvSpPr>
          <p:nvPr>
            <p:ph type="body" sz="half" idx="1"/>
          </p:nvPr>
        </p:nvSpPr>
        <p:spPr>
          <a:xfrm>
            <a:off x="685800" y="1125538"/>
            <a:ext cx="7847013" cy="596900"/>
          </a:xfrm>
        </p:spPr>
        <p:txBody>
          <a:bodyPr vert="horz" wrap="square" lIns="91440" tIns="45720" rIns="91440" bIns="45720" anchor="t"/>
          <a:lstStyle/>
          <a:p>
            <a:pPr eaLnBrk="1" hangingPunct="1">
              <a:buNone/>
            </a:pPr>
            <a:r>
              <a:rPr lang="zh-CN" altLang="en-US" b="1" dirty="0"/>
              <a:t>数据在内存中的存储</a:t>
            </a:r>
          </a:p>
        </p:txBody>
      </p:sp>
      <p:graphicFrame>
        <p:nvGraphicFramePr>
          <p:cNvPr id="53252" name="Object 7"/>
          <p:cNvGraphicFramePr>
            <a:graphicFrameLocks noGrp="1" noChangeAspect="1"/>
          </p:cNvGraphicFramePr>
          <p:nvPr>
            <p:ph sz="half" idx="2"/>
          </p:nvPr>
        </p:nvGraphicFramePr>
        <p:xfrm>
          <a:off x="381000" y="1773238"/>
          <a:ext cx="3830638" cy="4464050"/>
        </p:xfrm>
        <a:graphic>
          <a:graphicData uri="http://schemas.openxmlformats.org/presentationml/2006/ole">
            <mc:AlternateContent xmlns:mc="http://schemas.openxmlformats.org/markup-compatibility/2006">
              <mc:Choice xmlns:v="urn:schemas-microsoft-com:vml" Requires="v">
                <p:oleObj r:id="rId2" imgW="3115945" imgH="3634740" progId="Visio.Drawing.11">
                  <p:embed/>
                </p:oleObj>
              </mc:Choice>
              <mc:Fallback>
                <p:oleObj r:id="rId2" imgW="3115945" imgH="3634740" progId="Visio.Drawing.11">
                  <p:embed/>
                  <p:pic>
                    <p:nvPicPr>
                      <p:cNvPr id="0" name="图片 3084"/>
                      <p:cNvPicPr/>
                      <p:nvPr/>
                    </p:nvPicPr>
                    <p:blipFill>
                      <a:blip r:embed="rId3"/>
                      <a:srcRect/>
                      <a:stretch>
                        <a:fillRect/>
                      </a:stretch>
                    </p:blipFill>
                    <p:spPr>
                      <a:xfrm>
                        <a:off x="381000" y="1773238"/>
                        <a:ext cx="3830638" cy="4464050"/>
                      </a:xfrm>
                      <a:prstGeom prst="rect">
                        <a:avLst/>
                      </a:prstGeom>
                      <a:noFill/>
                      <a:ln w="38100">
                        <a:miter/>
                      </a:ln>
                    </p:spPr>
                  </p:pic>
                </p:oleObj>
              </mc:Fallback>
            </mc:AlternateContent>
          </a:graphicData>
        </a:graphic>
      </p:graphicFrame>
      <p:sp>
        <p:nvSpPr>
          <p:cNvPr id="284682" name="Text Box 10"/>
          <p:cNvSpPr txBox="1"/>
          <p:nvPr/>
        </p:nvSpPr>
        <p:spPr>
          <a:xfrm>
            <a:off x="4356100" y="1196975"/>
            <a:ext cx="4787900" cy="498792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spcBef>
                <a:spcPct val="50000"/>
              </a:spcBef>
              <a:buNone/>
            </a:pPr>
            <a:r>
              <a:rPr lang="zh-CN" altLang="en-US" sz="2200" b="1" dirty="0"/>
              <a:t>系统区：用于存放系统软件和运行需要的数据，如操作系统。只要机器一运行，这部分空间就必须保留给系统软件使用</a:t>
            </a:r>
          </a:p>
          <a:p>
            <a:pPr marL="342900" lvl="0" indent="-342900" eaLnBrk="1" hangingPunct="1">
              <a:lnSpc>
                <a:spcPct val="90000"/>
              </a:lnSpc>
              <a:spcBef>
                <a:spcPct val="50000"/>
              </a:spcBef>
              <a:buNone/>
            </a:pPr>
            <a:r>
              <a:rPr lang="zh-CN" altLang="en-US" sz="2200" b="1" dirty="0"/>
              <a:t>用户程序代码区：存放用户程序代码</a:t>
            </a:r>
          </a:p>
          <a:p>
            <a:pPr marL="342900" lvl="0" indent="-342900" eaLnBrk="1" hangingPunct="1">
              <a:lnSpc>
                <a:spcPct val="90000"/>
              </a:lnSpc>
              <a:spcBef>
                <a:spcPct val="50000"/>
              </a:spcBef>
              <a:buNone/>
            </a:pPr>
            <a:r>
              <a:rPr lang="zh-CN" altLang="en-US" sz="2200" b="1" dirty="0"/>
              <a:t>静态存储区：存放程序运行期间不释放的数据（</a:t>
            </a:r>
            <a:r>
              <a:rPr lang="zh-CN" altLang="en-US" sz="2200" b="1" dirty="0">
                <a:solidFill>
                  <a:schemeClr val="accent2"/>
                </a:solidFill>
              </a:rPr>
              <a:t>静态局部变量</a:t>
            </a:r>
            <a:r>
              <a:rPr lang="zh-CN" altLang="en-US" sz="2200" b="1" dirty="0"/>
              <a:t>、</a:t>
            </a:r>
            <a:r>
              <a:rPr lang="zh-CN" altLang="en-US" sz="2200" b="1" dirty="0">
                <a:solidFill>
                  <a:schemeClr val="accent2"/>
                </a:solidFill>
              </a:rPr>
              <a:t>全局变量</a:t>
            </a:r>
            <a:r>
              <a:rPr lang="zh-CN" altLang="en-US" sz="2200" b="1" dirty="0"/>
              <a:t>）</a:t>
            </a:r>
          </a:p>
          <a:p>
            <a:pPr marL="342900" lvl="0" indent="-342900" eaLnBrk="1" hangingPunct="1">
              <a:lnSpc>
                <a:spcPct val="90000"/>
              </a:lnSpc>
              <a:spcBef>
                <a:spcPct val="50000"/>
              </a:spcBef>
              <a:buNone/>
            </a:pPr>
            <a:r>
              <a:rPr lang="zh-CN" altLang="en-US" sz="2200" b="1" dirty="0"/>
              <a:t>栈区：存放程序运行期间会被释放的数据（</a:t>
            </a:r>
            <a:r>
              <a:rPr lang="zh-CN" altLang="en-US" sz="2200" b="1" dirty="0">
                <a:solidFill>
                  <a:schemeClr val="accent2"/>
                </a:solidFill>
              </a:rPr>
              <a:t>函数参数</a:t>
            </a:r>
            <a:r>
              <a:rPr lang="zh-CN" altLang="en-US" sz="2200" b="1" dirty="0"/>
              <a:t>、</a:t>
            </a:r>
            <a:r>
              <a:rPr lang="zh-CN" altLang="en-US" sz="2200" b="1" dirty="0">
                <a:solidFill>
                  <a:schemeClr val="accent2"/>
                </a:solidFill>
              </a:rPr>
              <a:t>非静态局部变量</a:t>
            </a:r>
            <a:r>
              <a:rPr lang="zh-CN" altLang="en-US" sz="2200" b="1" dirty="0"/>
              <a:t>）以及活动的控制信息</a:t>
            </a:r>
          </a:p>
          <a:p>
            <a:pPr marL="342900" lvl="0" indent="-342900" eaLnBrk="1" hangingPunct="1">
              <a:lnSpc>
                <a:spcPct val="90000"/>
              </a:lnSpc>
              <a:spcBef>
                <a:spcPct val="50000"/>
              </a:spcBef>
              <a:buNone/>
            </a:pPr>
            <a:r>
              <a:rPr lang="zh-CN" altLang="en-US" sz="2200" b="1" dirty="0"/>
              <a:t>堆区：用户可以在程序运行过程中根据需要动态地进行存储空间的分配，这样的分配在堆区进行</a:t>
            </a:r>
          </a:p>
        </p:txBody>
      </p:sp>
      <p:sp>
        <p:nvSpPr>
          <p:cNvPr id="53254" name="Rectangle 14"/>
          <p:cNvSpPr>
            <a:spLocks noGrp="1"/>
          </p:cNvSpPr>
          <p:nvPr>
            <p:ph type="title"/>
          </p:nvPr>
        </p:nvSpPr>
        <p:spPr>
          <a:xfrm>
            <a:off x="1371600" y="404813"/>
            <a:ext cx="7772400" cy="720725"/>
          </a:xfrm>
        </p:spPr>
        <p:txBody>
          <a:bodyPr vert="horz" wrap="square" lIns="91440" tIns="45720" rIns="91440" bIns="45720" anchor="ctr"/>
          <a:lstStyle/>
          <a:p>
            <a:pPr eaLnBrk="1" hangingPunct="1"/>
            <a:r>
              <a:rPr lang="en-US" altLang="zh-CN" b="1" dirty="0"/>
              <a:t>5.4.3    </a:t>
            </a:r>
            <a:r>
              <a:rPr lang="zh-CN" altLang="en-US" b="1" dirty="0"/>
              <a:t>函数的调用</a:t>
            </a:r>
          </a:p>
        </p:txBody>
      </p:sp>
      <p:sp>
        <p:nvSpPr>
          <p:cNvPr id="53255" name="AutoShape 15"/>
          <p:cNvSpPr/>
          <p:nvPr/>
        </p:nvSpPr>
        <p:spPr>
          <a:xfrm>
            <a:off x="3492500" y="2060575"/>
            <a:ext cx="142875" cy="2016125"/>
          </a:xfrm>
          <a:prstGeom prst="rightBrace">
            <a:avLst>
              <a:gd name="adj1" fmla="val 117592"/>
              <a:gd name="adj2" fmla="val 50000"/>
            </a:avLst>
          </a:prstGeom>
          <a:noFill/>
          <a:ln w="9525" cap="flat" cmpd="sng">
            <a:solidFill>
              <a:srgbClr val="FF3300"/>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lnSpc>
                <a:spcPct val="90000"/>
              </a:lnSpc>
              <a:buNone/>
            </a:pPr>
            <a:endParaRPr lang="zh-CN" altLang="en-US" sz="2200" b="1" dirty="0"/>
          </a:p>
        </p:txBody>
      </p:sp>
      <p:sp>
        <p:nvSpPr>
          <p:cNvPr id="53256" name="Text Box 16"/>
          <p:cNvSpPr txBox="1"/>
          <p:nvPr/>
        </p:nvSpPr>
        <p:spPr>
          <a:xfrm>
            <a:off x="3276600" y="2205038"/>
            <a:ext cx="792163" cy="146526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spcBef>
                <a:spcPct val="50000"/>
              </a:spcBef>
              <a:buNone/>
            </a:pPr>
            <a:r>
              <a:rPr lang="zh-CN" altLang="en-US" sz="2000" b="1" dirty="0">
                <a:solidFill>
                  <a:srgbClr val="FF6600"/>
                </a:solidFill>
              </a:rPr>
              <a:t>     用户数据区</a:t>
            </a:r>
          </a:p>
        </p:txBody>
      </p:sp>
      <p:sp>
        <p:nvSpPr>
          <p:cNvPr id="284689" name="Oval 17"/>
          <p:cNvSpPr/>
          <p:nvPr/>
        </p:nvSpPr>
        <p:spPr>
          <a:xfrm>
            <a:off x="2484438" y="3284538"/>
            <a:ext cx="719137" cy="358775"/>
          </a:xfrm>
          <a:prstGeom prst="ellipse">
            <a:avLst/>
          </a:prstGeom>
          <a:noFill/>
          <a:ln w="28575" cap="flat" cmpd="sng">
            <a:solidFill>
              <a:srgbClr val="FF3300"/>
            </a:solidFill>
            <a:prstDash val="dash"/>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lnSpc>
                <a:spcPct val="90000"/>
              </a:lnSpc>
              <a:buNone/>
            </a:pPr>
            <a:endParaRPr lang="zh-CN" altLang="en-US" sz="2200" b="1" dirty="0"/>
          </a:p>
        </p:txBody>
      </p:sp>
      <p:sp>
        <p:nvSpPr>
          <p:cNvPr id="284690" name="Text Box 18"/>
          <p:cNvSpPr txBox="1"/>
          <p:nvPr/>
        </p:nvSpPr>
        <p:spPr>
          <a:xfrm>
            <a:off x="323850" y="0"/>
            <a:ext cx="3960813" cy="2752725"/>
          </a:xfrm>
          <a:prstGeom prst="rect">
            <a:avLst/>
          </a:prstGeom>
          <a:solidFill>
            <a:srgbClr val="CCFFCC"/>
          </a:solidFill>
          <a:ln w="9525" cap="flat" cmpd="sng">
            <a:solidFill>
              <a:srgbClr val="339966"/>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spcBef>
                <a:spcPct val="50000"/>
              </a:spcBef>
              <a:buNone/>
            </a:pPr>
            <a:r>
              <a:rPr lang="en-US" altLang="zh-CN" sz="2200" b="1" dirty="0"/>
              <a:t>int  num; //</a:t>
            </a:r>
            <a:r>
              <a:rPr lang="zh-CN" altLang="en-US" sz="2200" b="1" dirty="0"/>
              <a:t>全局变量</a:t>
            </a:r>
          </a:p>
          <a:p>
            <a:pPr marL="342900" lvl="0" indent="-342900" eaLnBrk="1" hangingPunct="1">
              <a:lnSpc>
                <a:spcPct val="90000"/>
              </a:lnSpc>
              <a:spcBef>
                <a:spcPct val="50000"/>
              </a:spcBef>
              <a:buNone/>
            </a:pPr>
            <a:r>
              <a:rPr lang="en-US" altLang="zh-CN" sz="2200" b="1" dirty="0"/>
              <a:t>void func(int n)</a:t>
            </a:r>
          </a:p>
          <a:p>
            <a:pPr marL="342900" lvl="0" indent="-342900" eaLnBrk="1" hangingPunct="1">
              <a:lnSpc>
                <a:spcPct val="90000"/>
              </a:lnSpc>
              <a:spcBef>
                <a:spcPct val="50000"/>
              </a:spcBef>
              <a:buNone/>
            </a:pPr>
            <a:r>
              <a:rPr lang="en-US" altLang="zh-CN" sz="2200" b="1" dirty="0"/>
              <a:t>{</a:t>
            </a:r>
          </a:p>
          <a:p>
            <a:pPr marL="342900" lvl="0" indent="-342900" eaLnBrk="1" hangingPunct="1">
              <a:lnSpc>
                <a:spcPct val="90000"/>
              </a:lnSpc>
              <a:spcBef>
                <a:spcPct val="50000"/>
              </a:spcBef>
              <a:buNone/>
            </a:pPr>
            <a:r>
              <a:rPr lang="en-US" altLang="zh-CN" sz="2200" b="1" dirty="0"/>
              <a:t>     int m;//</a:t>
            </a:r>
            <a:r>
              <a:rPr lang="zh-CN" altLang="en-US" sz="2200" b="1" dirty="0"/>
              <a:t>局部变量</a:t>
            </a:r>
          </a:p>
          <a:p>
            <a:pPr marL="342900" lvl="0" indent="-342900" eaLnBrk="1" hangingPunct="1">
              <a:lnSpc>
                <a:spcPct val="90000"/>
              </a:lnSpc>
              <a:spcBef>
                <a:spcPct val="50000"/>
              </a:spcBef>
              <a:buNone/>
            </a:pPr>
            <a:r>
              <a:rPr lang="en-US" altLang="zh-CN" sz="2200" b="1" dirty="0"/>
              <a:t>     </a:t>
            </a:r>
            <a:r>
              <a:rPr lang="en-US" altLang="zh-CN" sz="2200" b="1" dirty="0">
                <a:latin typeface="宋体" panose="02010600030101010101" pitchFamily="2" charset="-122"/>
              </a:rPr>
              <a:t>…</a:t>
            </a:r>
            <a:endParaRPr lang="en-US" altLang="zh-CN" sz="2200" b="1" dirty="0"/>
          </a:p>
          <a:p>
            <a:pPr marL="342900" lvl="0" indent="-342900" eaLnBrk="1" hangingPunct="1">
              <a:lnSpc>
                <a:spcPct val="90000"/>
              </a:lnSpc>
              <a:spcBef>
                <a:spcPct val="50000"/>
              </a:spcBef>
              <a:buNone/>
            </a:pPr>
            <a:r>
              <a:rPr lang="en-US" altLang="zh-CN" sz="2200" b="1" dirty="0"/>
              <a: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84682">
                                            <p:txEl>
                                              <p:pRg st="0" end="0"/>
                                            </p:txEl>
                                          </p:spTgt>
                                        </p:tgtEl>
                                        <p:attrNameLst>
                                          <p:attrName>style.visibility</p:attrName>
                                        </p:attrNameLst>
                                      </p:cBhvr>
                                      <p:to>
                                        <p:strVal val="visible"/>
                                      </p:to>
                                    </p:set>
                                    <p:animEffect transition="in" filter="dissolve">
                                      <p:cBhvr>
                                        <p:cTn id="7" dur="500"/>
                                        <p:tgtEl>
                                          <p:spTgt spid="28468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84682">
                                            <p:txEl>
                                              <p:pRg st="1" end="1"/>
                                            </p:txEl>
                                          </p:spTgt>
                                        </p:tgtEl>
                                        <p:attrNameLst>
                                          <p:attrName>style.visibility</p:attrName>
                                        </p:attrNameLst>
                                      </p:cBhvr>
                                      <p:to>
                                        <p:strVal val="visible"/>
                                      </p:to>
                                    </p:set>
                                    <p:animEffect transition="in" filter="dissolve">
                                      <p:cBhvr>
                                        <p:cTn id="12" dur="500"/>
                                        <p:tgtEl>
                                          <p:spTgt spid="28468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284682">
                                            <p:txEl>
                                              <p:pRg st="2" end="2"/>
                                            </p:txEl>
                                          </p:spTgt>
                                        </p:tgtEl>
                                        <p:attrNameLst>
                                          <p:attrName>style.visibility</p:attrName>
                                        </p:attrNameLst>
                                      </p:cBhvr>
                                      <p:to>
                                        <p:strVal val="visible"/>
                                      </p:to>
                                    </p:set>
                                    <p:animEffect transition="in" filter="dissolve">
                                      <p:cBhvr>
                                        <p:cTn id="17" dur="500"/>
                                        <p:tgtEl>
                                          <p:spTgt spid="28468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284690"/>
                                        </p:tgtEl>
                                        <p:attrNameLst>
                                          <p:attrName>style.visibility</p:attrName>
                                        </p:attrNameLst>
                                      </p:cBhvr>
                                      <p:to>
                                        <p:strVal val="visible"/>
                                      </p:to>
                                    </p:set>
                                    <p:animEffect transition="in" filter="dissolve">
                                      <p:cBhvr>
                                        <p:cTn id="22" dur="500"/>
                                        <p:tgtEl>
                                          <p:spTgt spid="284690"/>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xit" presetSubtype="10" fill="hold" grpId="1" nodeType="clickEffect">
                                  <p:stCondLst>
                                    <p:cond delay="0"/>
                                  </p:stCondLst>
                                  <p:childTnLst>
                                    <p:animEffect transition="out" filter="checkerboard(across)">
                                      <p:cBhvr>
                                        <p:cTn id="26" dur="500"/>
                                        <p:tgtEl>
                                          <p:spTgt spid="284690"/>
                                        </p:tgtEl>
                                      </p:cBhvr>
                                    </p:animEffect>
                                    <p:set>
                                      <p:cBhvr>
                                        <p:cTn id="27" dur="1" fill="hold">
                                          <p:stCondLst>
                                            <p:cond delay="499"/>
                                          </p:stCondLst>
                                        </p:cTn>
                                        <p:tgtEl>
                                          <p:spTgt spid="284690"/>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284682">
                                            <p:txEl>
                                              <p:pRg st="3" end="3"/>
                                            </p:txEl>
                                          </p:spTgt>
                                        </p:tgtEl>
                                        <p:attrNameLst>
                                          <p:attrName>style.visibility</p:attrName>
                                        </p:attrNameLst>
                                      </p:cBhvr>
                                      <p:to>
                                        <p:strVal val="visible"/>
                                      </p:to>
                                    </p:set>
                                    <p:animEffect transition="in" filter="dissolve">
                                      <p:cBhvr>
                                        <p:cTn id="32" dur="500"/>
                                        <p:tgtEl>
                                          <p:spTgt spid="284682">
                                            <p:txEl>
                                              <p:pRg st="3" end="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284682">
                                            <p:txEl>
                                              <p:pRg st="4" end="4"/>
                                            </p:txEl>
                                          </p:spTgt>
                                        </p:tgtEl>
                                        <p:attrNameLst>
                                          <p:attrName>style.visibility</p:attrName>
                                        </p:attrNameLst>
                                      </p:cBhvr>
                                      <p:to>
                                        <p:strVal val="visible"/>
                                      </p:to>
                                    </p:set>
                                    <p:animEffect transition="in" filter="dissolve">
                                      <p:cBhvr>
                                        <p:cTn id="37" dur="500"/>
                                        <p:tgtEl>
                                          <p:spTgt spid="284682">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284689"/>
                                        </p:tgtEl>
                                        <p:attrNameLst>
                                          <p:attrName>style.visibility</p:attrName>
                                        </p:attrNameLst>
                                      </p:cBhvr>
                                      <p:to>
                                        <p:strVal val="visible"/>
                                      </p:to>
                                    </p:set>
                                    <p:animEffect transition="in" filter="dissolve">
                                      <p:cBhvr>
                                        <p:cTn id="42" dur="500"/>
                                        <p:tgtEl>
                                          <p:spTgt spid="2846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4689" grpId="0" animBg="1"/>
      <p:bldP spid="284690" grpId="0" animBg="1"/>
      <p:bldP spid="284690" grpId="1"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灯片编号占位符 5"/>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47</a:t>
            </a:fld>
            <a:endParaRPr lang="zh-CN" altLang="en-US" sz="1400" b="1" dirty="0"/>
          </a:p>
        </p:txBody>
      </p:sp>
      <p:sp>
        <p:nvSpPr>
          <p:cNvPr id="55299" name="Rectangle 3"/>
          <p:cNvSpPr>
            <a:spLocks noGrp="1"/>
          </p:cNvSpPr>
          <p:nvPr>
            <p:ph type="body" sz="half" idx="1"/>
          </p:nvPr>
        </p:nvSpPr>
        <p:spPr>
          <a:xfrm>
            <a:off x="685800" y="1319213"/>
            <a:ext cx="7631113" cy="4611687"/>
          </a:xfrm>
        </p:spPr>
        <p:txBody>
          <a:bodyPr vert="horz" wrap="square" lIns="91440" tIns="45720" rIns="91440" bIns="45720" anchor="t"/>
          <a:lstStyle/>
          <a:p>
            <a:pPr eaLnBrk="1" hangingPunct="1"/>
            <a:r>
              <a:rPr lang="zh-CN" altLang="en-US" b="1" dirty="0">
                <a:solidFill>
                  <a:srgbClr val="CC3300"/>
                </a:solidFill>
              </a:rPr>
              <a:t>栈区</a:t>
            </a:r>
          </a:p>
          <a:p>
            <a:pPr eaLnBrk="1" hangingPunct="1"/>
            <a:r>
              <a:rPr lang="zh-CN" altLang="en-US" b="1" dirty="0"/>
              <a:t>一片存放用户数据的内存空间；一端</a:t>
            </a:r>
            <a:r>
              <a:rPr lang="en-US" altLang="zh-CN" b="1" dirty="0">
                <a:latin typeface="宋体" panose="02010600030101010101" pitchFamily="2" charset="-122"/>
              </a:rPr>
              <a:t>"</a:t>
            </a:r>
            <a:r>
              <a:rPr lang="zh-CN" altLang="en-US" b="1" dirty="0"/>
              <a:t>封</a:t>
            </a:r>
            <a:r>
              <a:rPr lang="en-US" altLang="zh-CN" b="1" dirty="0">
                <a:latin typeface="宋体" panose="02010600030101010101" pitchFamily="2" charset="-122"/>
              </a:rPr>
              <a:t>"</a:t>
            </a:r>
            <a:r>
              <a:rPr lang="zh-CN" altLang="en-US" b="1" dirty="0"/>
              <a:t>了口（栈底），一端</a:t>
            </a:r>
            <a:r>
              <a:rPr lang="en-US" altLang="zh-CN" b="1" dirty="0">
                <a:latin typeface="宋体" panose="02010600030101010101" pitchFamily="2" charset="-122"/>
              </a:rPr>
              <a:t>"</a:t>
            </a:r>
            <a:r>
              <a:rPr lang="zh-CN" altLang="en-US" b="1" dirty="0"/>
              <a:t>开</a:t>
            </a:r>
            <a:r>
              <a:rPr lang="en-US" altLang="zh-CN" b="1" dirty="0">
                <a:latin typeface="宋体" panose="02010600030101010101" pitchFamily="2" charset="-122"/>
              </a:rPr>
              <a:t>"</a:t>
            </a:r>
            <a:r>
              <a:rPr lang="zh-CN" altLang="en-US" b="1" dirty="0"/>
              <a:t>着口</a:t>
            </a:r>
            <a:r>
              <a:rPr lang="en-US" altLang="zh-CN" b="1" dirty="0"/>
              <a:t>(</a:t>
            </a:r>
            <a:r>
              <a:rPr lang="zh-CN" altLang="en-US" b="1" dirty="0"/>
              <a:t>栈顶</a:t>
            </a:r>
            <a:r>
              <a:rPr lang="en-US" altLang="zh-CN" b="1" dirty="0"/>
              <a:t>)</a:t>
            </a:r>
            <a:r>
              <a:rPr lang="zh-CN" altLang="en-US" b="1" dirty="0"/>
              <a:t>；</a:t>
            </a:r>
          </a:p>
          <a:p>
            <a:pPr eaLnBrk="1" hangingPunct="1"/>
            <a:r>
              <a:rPr lang="zh-CN" altLang="en-US" b="1" dirty="0">
                <a:solidFill>
                  <a:schemeClr val="accent2"/>
                </a:solidFill>
              </a:rPr>
              <a:t>保存数据</a:t>
            </a:r>
            <a:r>
              <a:rPr lang="zh-CN" altLang="en-US" b="1" dirty="0"/>
              <a:t>：数据只能从顶部（</a:t>
            </a:r>
            <a:r>
              <a:rPr lang="zh-CN" altLang="en-US" b="1" dirty="0">
                <a:solidFill>
                  <a:srgbClr val="FF6600"/>
                </a:solidFill>
              </a:rPr>
              <a:t>栈顶</a:t>
            </a:r>
            <a:r>
              <a:rPr lang="zh-CN" altLang="en-US" b="1" dirty="0"/>
              <a:t>）进入；</a:t>
            </a:r>
          </a:p>
          <a:p>
            <a:pPr eaLnBrk="1" hangingPunct="1"/>
            <a:r>
              <a:rPr lang="zh-CN" altLang="en-US" b="1" dirty="0">
                <a:solidFill>
                  <a:schemeClr val="accent2"/>
                </a:solidFill>
              </a:rPr>
              <a:t>取数据</a:t>
            </a:r>
            <a:r>
              <a:rPr lang="zh-CN" altLang="en-US" b="1" dirty="0"/>
              <a:t>：栈顶的数据先被取出，</a:t>
            </a:r>
            <a:r>
              <a:rPr lang="zh-CN" altLang="en-US" b="1" dirty="0">
                <a:solidFill>
                  <a:srgbClr val="FF6600"/>
                </a:solidFill>
              </a:rPr>
              <a:t>栈底</a:t>
            </a:r>
            <a:r>
              <a:rPr lang="zh-CN" altLang="en-US" b="1" dirty="0"/>
              <a:t>的数据最后被取出。即数据是</a:t>
            </a:r>
            <a:r>
              <a:rPr lang="en-US" altLang="zh-CN" b="1" dirty="0">
                <a:latin typeface="宋体" panose="02010600030101010101" pitchFamily="2" charset="-122"/>
              </a:rPr>
              <a:t>"</a:t>
            </a:r>
            <a:r>
              <a:rPr lang="zh-CN" altLang="en-US" b="1" dirty="0">
                <a:solidFill>
                  <a:srgbClr val="FF6600"/>
                </a:solidFill>
              </a:rPr>
              <a:t>先进后出</a:t>
            </a:r>
            <a:r>
              <a:rPr lang="en-US" altLang="zh-CN" b="1" dirty="0">
                <a:latin typeface="宋体" panose="02010600030101010101" pitchFamily="2" charset="-122"/>
              </a:rPr>
              <a:t>"</a:t>
            </a:r>
            <a:r>
              <a:rPr lang="zh-CN" altLang="en-US" b="1" dirty="0"/>
              <a:t>。数据的进入和退出均在栈顶进行。</a:t>
            </a:r>
          </a:p>
          <a:p>
            <a:pPr eaLnBrk="1" hangingPunct="1"/>
            <a:r>
              <a:rPr lang="zh-CN" altLang="en-US" b="1" dirty="0">
                <a:solidFill>
                  <a:schemeClr val="accent2"/>
                </a:solidFill>
              </a:rPr>
              <a:t>读数据</a:t>
            </a:r>
            <a:r>
              <a:rPr lang="zh-CN" altLang="en-US" b="1" dirty="0"/>
              <a:t>：只能读取</a:t>
            </a:r>
          </a:p>
          <a:p>
            <a:pPr eaLnBrk="1" hangingPunct="1">
              <a:buNone/>
            </a:pPr>
            <a:r>
              <a:rPr lang="zh-CN" altLang="en-US" b="1" dirty="0"/>
              <a:t>                  栈顶的数据</a:t>
            </a:r>
          </a:p>
          <a:p>
            <a:pPr eaLnBrk="1" hangingPunct="1"/>
            <a:endParaRPr lang="zh-CN" altLang="en-US" b="1" dirty="0"/>
          </a:p>
        </p:txBody>
      </p:sp>
      <p:graphicFrame>
        <p:nvGraphicFramePr>
          <p:cNvPr id="55300" name="Object 4"/>
          <p:cNvGraphicFramePr>
            <a:graphicFrameLocks noGrp="1" noChangeAspect="1"/>
          </p:cNvGraphicFramePr>
          <p:nvPr>
            <p:ph sz="half" idx="2"/>
          </p:nvPr>
        </p:nvGraphicFramePr>
        <p:xfrm>
          <a:off x="5292725" y="3971925"/>
          <a:ext cx="2663825" cy="2552700"/>
        </p:xfrm>
        <a:graphic>
          <a:graphicData uri="http://schemas.openxmlformats.org/presentationml/2006/ole">
            <mc:AlternateContent xmlns:mc="http://schemas.openxmlformats.org/markup-compatibility/2006">
              <mc:Choice xmlns:v="urn:schemas-microsoft-com:vml" Requires="v">
                <p:oleObj r:id="rId2" imgW="2766060" imgH="2653030" progId="Visio.Drawing.11">
                  <p:embed/>
                </p:oleObj>
              </mc:Choice>
              <mc:Fallback>
                <p:oleObj r:id="rId2" imgW="2766060" imgH="2653030" progId="Visio.Drawing.11">
                  <p:embed/>
                  <p:pic>
                    <p:nvPicPr>
                      <p:cNvPr id="0" name="图片 3085"/>
                      <p:cNvPicPr/>
                      <p:nvPr/>
                    </p:nvPicPr>
                    <p:blipFill>
                      <a:blip r:embed="rId3"/>
                      <a:srcRect/>
                      <a:stretch>
                        <a:fillRect/>
                      </a:stretch>
                    </p:blipFill>
                    <p:spPr>
                      <a:xfrm>
                        <a:off x="5292725" y="3971925"/>
                        <a:ext cx="2663825" cy="2552700"/>
                      </a:xfrm>
                      <a:prstGeom prst="rect">
                        <a:avLst/>
                      </a:prstGeom>
                      <a:noFill/>
                      <a:ln w="38100">
                        <a:miter/>
                      </a:ln>
                    </p:spPr>
                  </p:pic>
                </p:oleObj>
              </mc:Fallback>
            </mc:AlternateContent>
          </a:graphicData>
        </a:graphic>
      </p:graphicFrame>
      <p:sp>
        <p:nvSpPr>
          <p:cNvPr id="55301" name="Rectangle 7"/>
          <p:cNvSpPr>
            <a:spLocks noGrp="1"/>
          </p:cNvSpPr>
          <p:nvPr>
            <p:ph type="title"/>
          </p:nvPr>
        </p:nvSpPr>
        <p:spPr/>
        <p:txBody>
          <a:bodyPr vert="horz" wrap="square" lIns="91440" tIns="45720" rIns="91440" bIns="45720" anchor="ctr"/>
          <a:lstStyle/>
          <a:p>
            <a:pPr eaLnBrk="1" hangingPunct="1"/>
            <a:r>
              <a:rPr lang="en-US" altLang="zh-CN" b="1" dirty="0"/>
              <a:t>5.4.3    </a:t>
            </a:r>
            <a:r>
              <a:rPr lang="zh-CN" altLang="en-US" b="1" dirty="0"/>
              <a:t>函数的调用－栈区简介</a:t>
            </a:r>
          </a:p>
        </p:txBody>
      </p:sp>
      <p:sp>
        <p:nvSpPr>
          <p:cNvPr id="55302" name="Rectangle 9"/>
          <p:cNvSpPr/>
          <p:nvPr/>
        </p:nvSpPr>
        <p:spPr>
          <a:xfrm>
            <a:off x="7092950" y="4581525"/>
            <a:ext cx="1079500" cy="719138"/>
          </a:xfrm>
          <a:prstGeom prst="rect">
            <a:avLst/>
          </a:prstGeom>
          <a:solidFill>
            <a:schemeClr val="bg1"/>
          </a:solidFill>
          <a:ln w="9525">
            <a:noFill/>
          </a:ln>
        </p:spPr>
        <p:txBody>
          <a:bodyPr wrap="none" anchor="ct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lnSpc>
                <a:spcPct val="90000"/>
              </a:lnSpc>
              <a:buNone/>
            </a:pPr>
            <a:endParaRPr lang="zh-CN" altLang="en-US" sz="2200" b="1" dirty="0"/>
          </a:p>
        </p:txBody>
      </p:sp>
      <p:sp>
        <p:nvSpPr>
          <p:cNvPr id="55303" name="Line 10"/>
          <p:cNvSpPr/>
          <p:nvPr/>
        </p:nvSpPr>
        <p:spPr>
          <a:xfrm>
            <a:off x="6011863" y="4330700"/>
            <a:ext cx="288925" cy="288925"/>
          </a:xfrm>
          <a:prstGeom prst="line">
            <a:avLst/>
          </a:prstGeom>
          <a:ln w="28575" cap="flat" cmpd="sng">
            <a:solidFill>
              <a:schemeClr val="tx1"/>
            </a:solidFill>
            <a:prstDash val="solid"/>
            <a:headEnd type="none" w="med" len="med"/>
            <a:tailEnd type="triangle" w="med" len="med"/>
          </a:ln>
        </p:spPr>
      </p:sp>
      <p:sp>
        <p:nvSpPr>
          <p:cNvPr id="55304" name="Line 11"/>
          <p:cNvSpPr/>
          <p:nvPr/>
        </p:nvSpPr>
        <p:spPr>
          <a:xfrm flipV="1">
            <a:off x="6804025" y="4546600"/>
            <a:ext cx="73025" cy="433388"/>
          </a:xfrm>
          <a:prstGeom prst="line">
            <a:avLst/>
          </a:prstGeom>
          <a:ln w="28575" cap="flat" cmpd="sng">
            <a:solidFill>
              <a:schemeClr val="tx1"/>
            </a:solidFill>
            <a:prstDash val="solid"/>
            <a:headEnd type="none" w="med" len="med"/>
            <a:tailEnd type="triangle" w="med" len="med"/>
          </a:ln>
        </p:spPr>
      </p:sp>
      <p:sp>
        <p:nvSpPr>
          <p:cNvPr id="55305" name="Text Box 12"/>
          <p:cNvSpPr txBox="1"/>
          <p:nvPr/>
        </p:nvSpPr>
        <p:spPr>
          <a:xfrm>
            <a:off x="4716463" y="6092825"/>
            <a:ext cx="1008062" cy="366713"/>
          </a:xfrm>
          <a:prstGeom prst="rect">
            <a:avLst/>
          </a:prstGeom>
          <a:solidFill>
            <a:schemeClr val="bg1"/>
          </a:solid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algn="r" eaLnBrk="1" hangingPunct="1">
              <a:lnSpc>
                <a:spcPct val="90000"/>
              </a:lnSpc>
              <a:spcBef>
                <a:spcPct val="50000"/>
              </a:spcBef>
              <a:buNone/>
            </a:pPr>
            <a:r>
              <a:rPr lang="zh-CN" altLang="en-US" sz="2000" b="1" dirty="0"/>
              <a:t>栈底</a:t>
            </a:r>
          </a:p>
        </p:txBody>
      </p:sp>
      <p:sp>
        <p:nvSpPr>
          <p:cNvPr id="55306" name="Text Box 13"/>
          <p:cNvSpPr txBox="1"/>
          <p:nvPr/>
        </p:nvSpPr>
        <p:spPr>
          <a:xfrm>
            <a:off x="4716463" y="4868863"/>
            <a:ext cx="1008062" cy="366712"/>
          </a:xfrm>
          <a:prstGeom prst="rect">
            <a:avLst/>
          </a:prstGeom>
          <a:solidFill>
            <a:schemeClr val="bg1"/>
          </a:solid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algn="r" eaLnBrk="1" hangingPunct="1">
              <a:lnSpc>
                <a:spcPct val="90000"/>
              </a:lnSpc>
              <a:spcBef>
                <a:spcPct val="50000"/>
              </a:spcBef>
              <a:buNone/>
            </a:pPr>
            <a:r>
              <a:rPr lang="zh-CN" altLang="en-US" sz="2000" b="1" dirty="0"/>
              <a:t>栈顶</a:t>
            </a:r>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48</a:t>
            </a:fld>
            <a:endParaRPr lang="zh-CN" altLang="en-US" sz="1400" b="1" dirty="0"/>
          </a:p>
        </p:txBody>
      </p:sp>
      <p:sp>
        <p:nvSpPr>
          <p:cNvPr id="57347" name="Rectangle 4"/>
          <p:cNvSpPr>
            <a:spLocks noGrp="1"/>
          </p:cNvSpPr>
          <p:nvPr>
            <p:ph type="title"/>
          </p:nvPr>
        </p:nvSpPr>
        <p:spPr/>
        <p:txBody>
          <a:bodyPr vert="horz" wrap="square" lIns="91440" tIns="45720" rIns="91440" bIns="45720" anchor="ctr"/>
          <a:lstStyle/>
          <a:p>
            <a:pPr eaLnBrk="1" hangingPunct="1"/>
            <a:r>
              <a:rPr lang="zh-CN" altLang="en-US" b="1" dirty="0"/>
              <a:t>函数调用过程</a:t>
            </a:r>
            <a:r>
              <a:rPr lang="en-US" altLang="zh-CN" b="1" dirty="0"/>
              <a:t>-</a:t>
            </a:r>
            <a:r>
              <a:rPr lang="zh-CN" altLang="en-US" b="1" dirty="0"/>
              <a:t>开辟新的运行环境</a:t>
            </a:r>
          </a:p>
        </p:txBody>
      </p:sp>
      <p:graphicFrame>
        <p:nvGraphicFramePr>
          <p:cNvPr id="57348" name="Object 6"/>
          <p:cNvGraphicFramePr>
            <a:graphicFrameLocks noChangeAspect="1"/>
          </p:cNvGraphicFramePr>
          <p:nvPr/>
        </p:nvGraphicFramePr>
        <p:xfrm>
          <a:off x="5292725" y="981075"/>
          <a:ext cx="2619375" cy="5400675"/>
        </p:xfrm>
        <a:graphic>
          <a:graphicData uri="http://schemas.openxmlformats.org/presentationml/2006/ole">
            <mc:AlternateContent xmlns:mc="http://schemas.openxmlformats.org/markup-compatibility/2006">
              <mc:Choice xmlns:v="urn:schemas-microsoft-com:vml" Requires="v">
                <p:oleObj r:id="rId2" imgW="2099945" imgH="4323715" progId="Visio.Drawing.11">
                  <p:embed/>
                </p:oleObj>
              </mc:Choice>
              <mc:Fallback>
                <p:oleObj r:id="rId2" imgW="2099945" imgH="4323715" progId="Visio.Drawing.11">
                  <p:embed/>
                  <p:pic>
                    <p:nvPicPr>
                      <p:cNvPr id="0" name="图片 3089"/>
                      <p:cNvPicPr/>
                      <p:nvPr/>
                    </p:nvPicPr>
                    <p:blipFill>
                      <a:blip r:embed="rId3"/>
                      <a:stretch>
                        <a:fillRect/>
                      </a:stretch>
                    </p:blipFill>
                    <p:spPr>
                      <a:xfrm>
                        <a:off x="5292725" y="981075"/>
                        <a:ext cx="2619375" cy="5400675"/>
                      </a:xfrm>
                      <a:prstGeom prst="rect">
                        <a:avLst/>
                      </a:prstGeom>
                      <a:noFill/>
                      <a:ln w="38100">
                        <a:noFill/>
                        <a:miter/>
                      </a:ln>
                    </p:spPr>
                  </p:pic>
                </p:oleObj>
              </mc:Fallback>
            </mc:AlternateContent>
          </a:graphicData>
        </a:graphic>
      </p:graphicFrame>
      <p:sp>
        <p:nvSpPr>
          <p:cNvPr id="57349" name="Text Box 7"/>
          <p:cNvSpPr txBox="1"/>
          <p:nvPr/>
        </p:nvSpPr>
        <p:spPr>
          <a:xfrm>
            <a:off x="395288" y="1557338"/>
            <a:ext cx="4608512" cy="704850"/>
          </a:xfrm>
          <a:prstGeom prst="rect">
            <a:avLst/>
          </a:prstGeom>
          <a:solidFill>
            <a:srgbClr val="CCFFFF"/>
          </a:solidFill>
          <a:ln w="9525" cap="flat" cmpd="sng">
            <a:solidFill>
              <a:schemeClr val="accent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buNone/>
            </a:pPr>
            <a:r>
              <a:rPr lang="zh-CN" altLang="en-US" sz="2200" b="1" dirty="0"/>
              <a:t>运行环境即指函数执行时需要的数据空间。需要哪些数据空间？</a:t>
            </a:r>
          </a:p>
        </p:txBody>
      </p:sp>
      <p:sp>
        <p:nvSpPr>
          <p:cNvPr id="857096" name="Text Box 8"/>
          <p:cNvSpPr txBox="1"/>
          <p:nvPr/>
        </p:nvSpPr>
        <p:spPr>
          <a:xfrm>
            <a:off x="395288" y="2492375"/>
            <a:ext cx="4681537" cy="3552825"/>
          </a:xfrm>
          <a:prstGeom prst="rect">
            <a:avLst/>
          </a:prstGeom>
          <a:solidFill>
            <a:srgbClr val="CCFFFF"/>
          </a:solidFill>
          <a:ln w="9525" cap="flat" cmpd="sng">
            <a:solidFill>
              <a:srgbClr val="008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buNone/>
            </a:pPr>
            <a:r>
              <a:rPr lang="zh-CN" altLang="en-US" sz="2200" b="1" dirty="0"/>
              <a:t>函数执行时需要的数据空间</a:t>
            </a:r>
          </a:p>
          <a:p>
            <a:pPr marL="342900" lvl="0" indent="-342900" eaLnBrk="1" hangingPunct="1">
              <a:lnSpc>
                <a:spcPct val="90000"/>
              </a:lnSpc>
              <a:buNone/>
            </a:pPr>
            <a:r>
              <a:rPr lang="en-US" altLang="zh-CN" sz="2200" b="1" dirty="0"/>
              <a:t>     1. </a:t>
            </a:r>
            <a:r>
              <a:rPr lang="zh-CN" altLang="en-US" sz="2200" b="1" dirty="0"/>
              <a:t>生存期在本次函数执行过程中的</a:t>
            </a:r>
            <a:r>
              <a:rPr lang="zh-CN" altLang="en-US" sz="2200" b="1" dirty="0">
                <a:solidFill>
                  <a:schemeClr val="accent2"/>
                </a:solidFill>
              </a:rPr>
              <a:t>数据对象</a:t>
            </a:r>
            <a:r>
              <a:rPr lang="zh-CN" altLang="en-US" sz="2200" b="1" dirty="0"/>
              <a:t>，如</a:t>
            </a:r>
            <a:r>
              <a:rPr lang="zh-CN" altLang="en-US" sz="2200" b="1" dirty="0">
                <a:solidFill>
                  <a:schemeClr val="accent2"/>
                </a:solidFill>
              </a:rPr>
              <a:t>形参、局部变量</a:t>
            </a:r>
            <a:r>
              <a:rPr lang="zh-CN" altLang="en-US" sz="2200" b="1" dirty="0"/>
              <a:t>等；</a:t>
            </a:r>
          </a:p>
          <a:p>
            <a:pPr marL="342900" lvl="0" indent="-342900" eaLnBrk="1" hangingPunct="1">
              <a:lnSpc>
                <a:spcPct val="90000"/>
              </a:lnSpc>
              <a:buNone/>
            </a:pPr>
            <a:r>
              <a:rPr lang="en-US" altLang="zh-CN" sz="2200" b="1" dirty="0"/>
              <a:t>     2.</a:t>
            </a:r>
            <a:r>
              <a:rPr lang="zh-CN" altLang="en-US" sz="2200" b="1" dirty="0"/>
              <a:t>用以</a:t>
            </a:r>
            <a:r>
              <a:rPr lang="zh-CN" altLang="en-US" sz="2200" b="1" dirty="0">
                <a:solidFill>
                  <a:schemeClr val="accent2"/>
                </a:solidFill>
              </a:rPr>
              <a:t>管理函数调用过程</a:t>
            </a:r>
            <a:r>
              <a:rPr lang="zh-CN" altLang="en-US" sz="2200" b="1" dirty="0"/>
              <a:t>的信息。当函数</a:t>
            </a:r>
            <a:r>
              <a:rPr lang="en-US" altLang="zh-CN" sz="2200" b="1" dirty="0"/>
              <a:t>A</a:t>
            </a:r>
            <a:r>
              <a:rPr lang="zh-CN" altLang="en-US" sz="2200" b="1" dirty="0"/>
              <a:t>调用函数函数</a:t>
            </a:r>
            <a:r>
              <a:rPr lang="en-US" altLang="zh-CN" sz="2200" b="1" dirty="0"/>
              <a:t>B</a:t>
            </a:r>
            <a:r>
              <a:rPr lang="zh-CN" altLang="en-US" sz="2200" b="1" dirty="0"/>
              <a:t>时，函数</a:t>
            </a:r>
            <a:r>
              <a:rPr lang="en-US" altLang="zh-CN" sz="2200" b="1" dirty="0"/>
              <a:t>A</a:t>
            </a:r>
            <a:r>
              <a:rPr lang="zh-CN" altLang="en-US" sz="2200" b="1" dirty="0"/>
              <a:t>的运行被中断，</a:t>
            </a:r>
            <a:r>
              <a:rPr lang="zh-CN" altLang="en-US" sz="2200" b="1" dirty="0">
                <a:solidFill>
                  <a:schemeClr val="accent2"/>
                </a:solidFill>
              </a:rPr>
              <a:t>当前机器的状态信息</a:t>
            </a:r>
            <a:r>
              <a:rPr lang="zh-CN" altLang="en-US" sz="2200" b="1" dirty="0"/>
              <a:t>，如</a:t>
            </a:r>
            <a:r>
              <a:rPr lang="zh-CN" altLang="en-US" sz="2200" b="1" dirty="0">
                <a:solidFill>
                  <a:srgbClr val="FF3300"/>
                </a:solidFill>
              </a:rPr>
              <a:t>程序计数器</a:t>
            </a:r>
            <a:r>
              <a:rPr lang="zh-CN" altLang="en-US" sz="2200" b="1" dirty="0"/>
              <a:t>（返回地址）、</a:t>
            </a:r>
            <a:r>
              <a:rPr lang="zh-CN" altLang="en-US" sz="2200" b="1" dirty="0">
                <a:solidFill>
                  <a:srgbClr val="FF3300"/>
                </a:solidFill>
              </a:rPr>
              <a:t>寄存器</a:t>
            </a:r>
            <a:r>
              <a:rPr lang="zh-CN" altLang="en-US" sz="2200" b="1" dirty="0"/>
              <a:t>的值等都必须保存，以便调用结束后，能准确返回到函数</a:t>
            </a:r>
            <a:r>
              <a:rPr lang="en-US" altLang="zh-CN" sz="2200" b="1" dirty="0"/>
              <a:t>A</a:t>
            </a:r>
            <a:r>
              <a:rPr lang="zh-CN" altLang="en-US" sz="2200" b="1" dirty="0"/>
              <a:t>并继续正确执行。</a:t>
            </a:r>
          </a:p>
        </p:txBody>
      </p:sp>
      <p:sp>
        <p:nvSpPr>
          <p:cNvPr id="57351" name="AutoShape 9"/>
          <p:cNvSpPr/>
          <p:nvPr/>
        </p:nvSpPr>
        <p:spPr>
          <a:xfrm>
            <a:off x="7883525" y="1700213"/>
            <a:ext cx="433388" cy="3816350"/>
          </a:xfrm>
          <a:prstGeom prst="rightBracket">
            <a:avLst>
              <a:gd name="adj" fmla="val 73382"/>
            </a:avLst>
          </a:prstGeom>
          <a:noFill/>
          <a:ln w="28575" cap="flat" cmpd="sng">
            <a:solidFill>
              <a:srgbClr val="FF3300"/>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lnSpc>
                <a:spcPct val="90000"/>
              </a:lnSpc>
              <a:buNone/>
            </a:pPr>
            <a:endParaRPr lang="zh-CN" altLang="en-US" sz="2200" b="1" dirty="0"/>
          </a:p>
        </p:txBody>
      </p:sp>
      <p:sp>
        <p:nvSpPr>
          <p:cNvPr id="57352" name="AutoShape 10"/>
          <p:cNvSpPr/>
          <p:nvPr/>
        </p:nvSpPr>
        <p:spPr>
          <a:xfrm>
            <a:off x="7667625" y="2420938"/>
            <a:ext cx="217488" cy="2376487"/>
          </a:xfrm>
          <a:prstGeom prst="rightBracket">
            <a:avLst>
              <a:gd name="adj" fmla="val 91058"/>
            </a:avLst>
          </a:prstGeom>
          <a:noFill/>
          <a:ln w="28575" cap="flat" cmpd="sng">
            <a:solidFill>
              <a:schemeClr val="accent2"/>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lnSpc>
                <a:spcPct val="90000"/>
              </a:lnSpc>
              <a:buNone/>
            </a:pPr>
            <a:endParaRPr lang="zh-CN" altLang="en-US" sz="2200" b="1" dirty="0"/>
          </a:p>
        </p:txBody>
      </p:sp>
      <p:sp>
        <p:nvSpPr>
          <p:cNvPr id="57353" name="Rectangle 11"/>
          <p:cNvSpPr/>
          <p:nvPr/>
        </p:nvSpPr>
        <p:spPr>
          <a:xfrm>
            <a:off x="5508625" y="1527175"/>
            <a:ext cx="2159000" cy="358775"/>
          </a:xfrm>
          <a:prstGeom prst="rect">
            <a:avLst/>
          </a:prstGeom>
          <a:noFill/>
          <a:ln w="28575" cap="flat" cmpd="sng">
            <a:solidFill>
              <a:srgbClr val="FF0000"/>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lnSpc>
                <a:spcPct val="90000"/>
              </a:lnSpc>
              <a:buNone/>
            </a:pPr>
            <a:endParaRPr lang="zh-CN" altLang="en-US" sz="2200" b="1"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857096"/>
                                        </p:tgtEl>
                                        <p:attrNameLst>
                                          <p:attrName>style.visibility</p:attrName>
                                        </p:attrNameLst>
                                      </p:cBhvr>
                                      <p:to>
                                        <p:strVal val="visible"/>
                                      </p:to>
                                    </p:set>
                                    <p:animEffect transition="in" filter="diamond(in)">
                                      <p:cBhvr>
                                        <p:cTn id="7" dur="500"/>
                                        <p:tgtEl>
                                          <p:spTgt spid="8570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7096"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灯片编号占位符 5"/>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49</a:t>
            </a:fld>
            <a:endParaRPr lang="zh-CN" altLang="en-US" sz="1400" b="1" dirty="0"/>
          </a:p>
        </p:txBody>
      </p:sp>
      <p:sp>
        <p:nvSpPr>
          <p:cNvPr id="58371" name="Rectangle 5"/>
          <p:cNvSpPr>
            <a:spLocks noGrp="1"/>
          </p:cNvSpPr>
          <p:nvPr>
            <p:ph type="title"/>
          </p:nvPr>
        </p:nvSpPr>
        <p:spPr/>
        <p:txBody>
          <a:bodyPr vert="horz" wrap="square" lIns="91440" tIns="45720" rIns="91440" bIns="45720" anchor="ctr"/>
          <a:lstStyle/>
          <a:p>
            <a:pPr eaLnBrk="1" hangingPunct="1"/>
            <a:r>
              <a:rPr lang="en-US" altLang="zh-CN" b="1" dirty="0"/>
              <a:t>5.4.3    </a:t>
            </a:r>
            <a:r>
              <a:rPr lang="zh-CN" altLang="en-US" b="1" dirty="0"/>
              <a:t>函数调用过程</a:t>
            </a:r>
            <a:r>
              <a:rPr lang="en-US" altLang="zh-CN" b="1" dirty="0"/>
              <a:t>-</a:t>
            </a:r>
            <a:r>
              <a:rPr lang="zh-CN" altLang="en-US" b="1" dirty="0"/>
              <a:t>开辟新的运行环境</a:t>
            </a:r>
            <a:endParaRPr lang="en-US" altLang="zh-CN" b="1" dirty="0"/>
          </a:p>
        </p:txBody>
      </p:sp>
      <p:sp>
        <p:nvSpPr>
          <p:cNvPr id="58372" name="Rectangle 3"/>
          <p:cNvSpPr>
            <a:spLocks noGrp="1"/>
          </p:cNvSpPr>
          <p:nvPr>
            <p:ph type="body" sz="half" idx="1"/>
          </p:nvPr>
        </p:nvSpPr>
        <p:spPr>
          <a:xfrm>
            <a:off x="685800" y="1319213"/>
            <a:ext cx="8207375" cy="1462087"/>
          </a:xfrm>
        </p:spPr>
        <p:txBody>
          <a:bodyPr vert="horz" wrap="square" lIns="91440" tIns="45720" rIns="91440" bIns="45720" anchor="t"/>
          <a:lstStyle/>
          <a:p>
            <a:pPr eaLnBrk="1" hangingPunct="1">
              <a:lnSpc>
                <a:spcPct val="90000"/>
              </a:lnSpc>
            </a:pPr>
            <a:r>
              <a:rPr lang="zh-CN" altLang="en-US" sz="2400" b="1" dirty="0"/>
              <a:t>为方便，引入一个术语：</a:t>
            </a:r>
            <a:r>
              <a:rPr lang="en-US" altLang="zh-CN" sz="2400" b="1" dirty="0">
                <a:latin typeface="宋体" panose="02010600030101010101" pitchFamily="2" charset="-122"/>
              </a:rPr>
              <a:t>"</a:t>
            </a:r>
            <a:r>
              <a:rPr lang="zh-CN" altLang="en-US" sz="2400" b="1" dirty="0">
                <a:solidFill>
                  <a:srgbClr val="FF6600"/>
                </a:solidFill>
              </a:rPr>
              <a:t>函数的活动记录</a:t>
            </a:r>
            <a:r>
              <a:rPr lang="en-US" altLang="zh-CN" sz="2400" b="1" dirty="0">
                <a:latin typeface="宋体" panose="02010600030101010101" pitchFamily="2" charset="-122"/>
              </a:rPr>
              <a:t>"</a:t>
            </a:r>
            <a:r>
              <a:rPr lang="zh-CN" altLang="en-US" sz="2400" b="1" dirty="0"/>
              <a:t>。函数的活动记录是一段在</a:t>
            </a:r>
            <a:r>
              <a:rPr lang="zh-CN" altLang="en-US" sz="2400" b="1" dirty="0">
                <a:solidFill>
                  <a:schemeClr val="accent2"/>
                </a:solidFill>
              </a:rPr>
              <a:t>栈区</a:t>
            </a:r>
            <a:r>
              <a:rPr lang="zh-CN" altLang="en-US" sz="2400" b="1" dirty="0"/>
              <a:t>分配的连续的内存存储区，用以存放函数一次执行所需的数据。</a:t>
            </a:r>
          </a:p>
          <a:p>
            <a:pPr eaLnBrk="1" hangingPunct="1">
              <a:lnSpc>
                <a:spcPct val="90000"/>
              </a:lnSpc>
            </a:pPr>
            <a:r>
              <a:rPr lang="zh-CN" altLang="en-US" sz="2400" b="1" dirty="0"/>
              <a:t>开辟新的运行环境即指在</a:t>
            </a:r>
            <a:r>
              <a:rPr lang="zh-CN" altLang="en-US" sz="2400" b="1" dirty="0">
                <a:solidFill>
                  <a:schemeClr val="accent2"/>
                </a:solidFill>
              </a:rPr>
              <a:t>栈区的栈顶</a:t>
            </a:r>
            <a:r>
              <a:rPr lang="zh-CN" altLang="en-US" sz="2400" b="1" dirty="0"/>
              <a:t>创建一个函数活动记录。释放本函数的运行环境即指从栈顶将活动记录释放。</a:t>
            </a:r>
          </a:p>
        </p:txBody>
      </p:sp>
      <p:graphicFrame>
        <p:nvGraphicFramePr>
          <p:cNvPr id="58373" name="Object 4"/>
          <p:cNvGraphicFramePr>
            <a:graphicFrameLocks noGrp="1" noChangeAspect="1"/>
          </p:cNvGraphicFramePr>
          <p:nvPr>
            <p:ph sz="half" idx="2"/>
          </p:nvPr>
        </p:nvGraphicFramePr>
        <p:xfrm>
          <a:off x="4500563" y="2852738"/>
          <a:ext cx="3240087" cy="3041650"/>
        </p:xfrm>
        <a:graphic>
          <a:graphicData uri="http://schemas.openxmlformats.org/presentationml/2006/ole">
            <mc:AlternateContent xmlns:mc="http://schemas.openxmlformats.org/markup-compatibility/2006">
              <mc:Choice xmlns:v="urn:schemas-microsoft-com:vml" Requires="v">
                <p:oleObj r:id="rId2" imgW="2483485" imgH="2731770" progId="Visio.Drawing.11">
                  <p:embed/>
                </p:oleObj>
              </mc:Choice>
              <mc:Fallback>
                <p:oleObj r:id="rId2" imgW="2483485" imgH="2731770" progId="Visio.Drawing.11">
                  <p:embed/>
                  <p:pic>
                    <p:nvPicPr>
                      <p:cNvPr id="0" name="图片 3090"/>
                      <p:cNvPicPr/>
                      <p:nvPr/>
                    </p:nvPicPr>
                    <p:blipFill>
                      <a:blip r:embed="rId3"/>
                      <a:srcRect/>
                      <a:stretch>
                        <a:fillRect/>
                      </a:stretch>
                    </p:blipFill>
                    <p:spPr>
                      <a:xfrm>
                        <a:off x="4500563" y="2852738"/>
                        <a:ext cx="3240087" cy="3041650"/>
                      </a:xfrm>
                      <a:prstGeom prst="rect">
                        <a:avLst/>
                      </a:prstGeom>
                      <a:noFill/>
                      <a:ln w="38100">
                        <a:miter/>
                      </a:ln>
                    </p:spPr>
                  </p:pic>
                </p:oleObj>
              </mc:Fallback>
            </mc:AlternateContent>
          </a:graphicData>
        </a:graphic>
      </p:graphicFrame>
      <p:sp>
        <p:nvSpPr>
          <p:cNvPr id="58374" name="AutoShape 8"/>
          <p:cNvSpPr/>
          <p:nvPr/>
        </p:nvSpPr>
        <p:spPr>
          <a:xfrm>
            <a:off x="4573588" y="3373438"/>
            <a:ext cx="142875" cy="936625"/>
          </a:xfrm>
          <a:prstGeom prst="leftBrace">
            <a:avLst>
              <a:gd name="adj1" fmla="val 54629"/>
              <a:gd name="adj2" fmla="val 50000"/>
            </a:avLst>
          </a:prstGeom>
          <a:noFill/>
          <a:ln w="28575" cap="flat" cmpd="sng">
            <a:solidFill>
              <a:srgbClr val="FF3300"/>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lnSpc>
                <a:spcPct val="90000"/>
              </a:lnSpc>
              <a:buNone/>
            </a:pPr>
            <a:endParaRPr lang="zh-CN" altLang="en-US" sz="2200" b="1" dirty="0"/>
          </a:p>
        </p:txBody>
      </p:sp>
      <p:sp>
        <p:nvSpPr>
          <p:cNvPr id="58375" name="Text Box 9"/>
          <p:cNvSpPr txBox="1"/>
          <p:nvPr/>
        </p:nvSpPr>
        <p:spPr>
          <a:xfrm>
            <a:off x="2557463" y="3524250"/>
            <a:ext cx="2087562" cy="6413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spcBef>
                <a:spcPct val="50000"/>
              </a:spcBef>
              <a:buNone/>
            </a:pPr>
            <a:r>
              <a:rPr lang="zh-CN" altLang="en-US" sz="2000" b="1" dirty="0"/>
              <a:t>     被调用函数中的数据</a:t>
            </a:r>
          </a:p>
        </p:txBody>
      </p:sp>
      <p:sp>
        <p:nvSpPr>
          <p:cNvPr id="58376" name="AutoShape 10"/>
          <p:cNvSpPr/>
          <p:nvPr/>
        </p:nvSpPr>
        <p:spPr>
          <a:xfrm>
            <a:off x="4573588" y="4410075"/>
            <a:ext cx="142875" cy="936625"/>
          </a:xfrm>
          <a:prstGeom prst="leftBrace">
            <a:avLst>
              <a:gd name="adj1" fmla="val 54629"/>
              <a:gd name="adj2" fmla="val 50000"/>
            </a:avLst>
          </a:prstGeom>
          <a:noFill/>
          <a:ln w="28575" cap="flat" cmpd="sng">
            <a:solidFill>
              <a:srgbClr val="FF3300"/>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lnSpc>
                <a:spcPct val="90000"/>
              </a:lnSpc>
              <a:buNone/>
            </a:pPr>
            <a:endParaRPr lang="zh-CN" altLang="en-US" sz="2200" b="1" dirty="0"/>
          </a:p>
        </p:txBody>
      </p:sp>
      <p:sp>
        <p:nvSpPr>
          <p:cNvPr id="58377" name="Text Box 11"/>
          <p:cNvSpPr txBox="1"/>
          <p:nvPr/>
        </p:nvSpPr>
        <p:spPr>
          <a:xfrm>
            <a:off x="2555875" y="4430713"/>
            <a:ext cx="2087563" cy="915987"/>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spcBef>
                <a:spcPct val="50000"/>
              </a:spcBef>
              <a:buNone/>
            </a:pPr>
            <a:r>
              <a:rPr lang="zh-CN" altLang="en-US" sz="2000" b="1" dirty="0"/>
              <a:t>    现场信息，用于调用结束能正确返回</a:t>
            </a:r>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50</a:t>
            </a:fld>
            <a:endParaRPr lang="zh-CN" altLang="en-US" sz="1400" b="1" dirty="0"/>
          </a:p>
        </p:txBody>
      </p:sp>
      <p:sp>
        <p:nvSpPr>
          <p:cNvPr id="59395" name="Rectangle 6"/>
          <p:cNvSpPr>
            <a:spLocks noGrp="1"/>
          </p:cNvSpPr>
          <p:nvPr>
            <p:ph type="title"/>
          </p:nvPr>
        </p:nvSpPr>
        <p:spPr/>
        <p:txBody>
          <a:bodyPr vert="horz" wrap="square" lIns="91440" tIns="45720" rIns="91440" bIns="45720" anchor="ctr"/>
          <a:lstStyle/>
          <a:p>
            <a:pPr eaLnBrk="1" hangingPunct="1"/>
            <a:r>
              <a:rPr lang="en-US" altLang="zh-CN" b="1" dirty="0"/>
              <a:t>5.4.3    </a:t>
            </a:r>
            <a:r>
              <a:rPr lang="zh-CN" altLang="en-US" b="1" dirty="0"/>
              <a:t>函数调用过程</a:t>
            </a:r>
            <a:r>
              <a:rPr lang="en-US" altLang="zh-CN" b="1" dirty="0"/>
              <a:t>-</a:t>
            </a:r>
            <a:r>
              <a:rPr lang="zh-CN" altLang="en-US" b="1" dirty="0"/>
              <a:t>开辟新的运行环境</a:t>
            </a:r>
          </a:p>
        </p:txBody>
      </p:sp>
      <p:sp>
        <p:nvSpPr>
          <p:cNvPr id="59396" name="Text Box 4"/>
          <p:cNvSpPr txBox="1"/>
          <p:nvPr/>
        </p:nvSpPr>
        <p:spPr>
          <a:xfrm>
            <a:off x="468313" y="1422400"/>
            <a:ext cx="4679950" cy="4454525"/>
          </a:xfrm>
          <a:prstGeom prst="rect">
            <a:avLst/>
          </a:prstGeom>
          <a:solidFill>
            <a:srgbClr val="CCFFFF"/>
          </a:solidFill>
          <a:ln w="9525" cap="flat" cmpd="sng">
            <a:solidFill>
              <a:schemeClr val="accent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457200" lvl="0" indent="-457200" eaLnBrk="1" hangingPunct="1">
              <a:buClr>
                <a:schemeClr val="accent2"/>
              </a:buClr>
              <a:buSzPct val="75000"/>
              <a:buFont typeface="Monotype Sorts" charset="2"/>
              <a:buAutoNum type="arabicPeriod"/>
            </a:pPr>
            <a:r>
              <a:rPr lang="en-US" altLang="zh-CN" sz="2200" b="1" dirty="0"/>
              <a:t>int  square(int); /*</a:t>
            </a:r>
          </a:p>
          <a:p>
            <a:pPr marL="457200" lvl="0" indent="-457200" eaLnBrk="1" hangingPunct="1">
              <a:buClr>
                <a:schemeClr val="accent2"/>
              </a:buClr>
              <a:buSzPct val="75000"/>
              <a:buFont typeface="Monotype Sorts" charset="2"/>
              <a:buAutoNum type="arabicPeriod"/>
            </a:pPr>
            <a:r>
              <a:rPr lang="en-US" altLang="zh-CN" sz="2200" b="1" dirty="0"/>
              <a:t>main()</a:t>
            </a:r>
          </a:p>
          <a:p>
            <a:pPr marL="457200" lvl="0" indent="-457200" eaLnBrk="1" hangingPunct="1">
              <a:buClr>
                <a:schemeClr val="accent2"/>
              </a:buClr>
              <a:buSzPct val="75000"/>
              <a:buFont typeface="Monotype Sorts" charset="2"/>
              <a:buAutoNum type="arabicPeriod"/>
            </a:pPr>
            <a:r>
              <a:rPr lang="en-US" altLang="zh-CN" sz="2200" b="1" dirty="0"/>
              <a:t>{</a:t>
            </a:r>
          </a:p>
          <a:p>
            <a:pPr marL="457200" lvl="0" indent="-457200" eaLnBrk="1" hangingPunct="1">
              <a:buClr>
                <a:schemeClr val="accent2"/>
              </a:buClr>
              <a:buSzPct val="75000"/>
              <a:buFont typeface="Monotype Sorts" charset="2"/>
              <a:buAutoNum type="arabicPeriod"/>
            </a:pPr>
            <a:r>
              <a:rPr lang="en-US" altLang="zh-CN" sz="2200" b="1" dirty="0"/>
              <a:t>      int x;</a:t>
            </a:r>
          </a:p>
          <a:p>
            <a:pPr marL="457200" lvl="0" indent="-457200" eaLnBrk="1" hangingPunct="1">
              <a:buClr>
                <a:schemeClr val="accent2"/>
              </a:buClr>
              <a:buSzPct val="75000"/>
              <a:buFont typeface="Monotype Sorts" charset="2"/>
              <a:buAutoNum type="arabicPeriod"/>
            </a:pPr>
            <a:endParaRPr lang="en-US" altLang="zh-CN" sz="800" b="1" dirty="0"/>
          </a:p>
          <a:p>
            <a:pPr marL="457200" lvl="0" indent="-457200" eaLnBrk="1" hangingPunct="1">
              <a:buClr>
                <a:schemeClr val="accent2"/>
              </a:buClr>
              <a:buSzPct val="75000"/>
              <a:buFont typeface="Monotype Sorts" charset="2"/>
              <a:buAutoNum type="arabicPeriod"/>
            </a:pPr>
            <a:r>
              <a:rPr lang="en-US" altLang="zh-CN" sz="2200" b="1" dirty="0"/>
              <a:t>      for (x=1; x&lt;=10; x++)</a:t>
            </a:r>
          </a:p>
          <a:p>
            <a:pPr marL="457200" lvl="0" indent="-457200" eaLnBrk="1" hangingPunct="1">
              <a:buClr>
                <a:schemeClr val="accent2"/>
              </a:buClr>
              <a:buSzPct val="75000"/>
              <a:buFont typeface="Monotype Sorts" charset="2"/>
              <a:buAutoNum type="arabicPeriod"/>
            </a:pPr>
            <a:r>
              <a:rPr lang="en-US" altLang="zh-CN" sz="2200" b="1" dirty="0"/>
              <a:t>           </a:t>
            </a:r>
            <a:r>
              <a:rPr lang="en-US" altLang="zh-CN" sz="2200" b="1" dirty="0" err="1"/>
              <a:t>printf</a:t>
            </a:r>
            <a:r>
              <a:rPr lang="en-US" altLang="zh-CN" sz="2200" b="1" dirty="0"/>
              <a:t>("%4d",</a:t>
            </a:r>
            <a:r>
              <a:rPr lang="en-US" altLang="zh-CN" sz="2200" b="1" dirty="0">
                <a:solidFill>
                  <a:srgbClr val="003399"/>
                </a:solidFill>
              </a:rPr>
              <a:t>square(x));</a:t>
            </a:r>
            <a:r>
              <a:rPr lang="en-US" altLang="zh-CN" sz="2200" b="1" dirty="0"/>
              <a:t> </a:t>
            </a:r>
          </a:p>
          <a:p>
            <a:pPr marL="457200" lvl="0" indent="-457200" eaLnBrk="1" hangingPunct="1">
              <a:buClr>
                <a:schemeClr val="accent2"/>
              </a:buClr>
              <a:buSzPct val="75000"/>
              <a:buFont typeface="Monotype Sorts" charset="2"/>
              <a:buAutoNum type="arabicPeriod"/>
            </a:pPr>
            <a:r>
              <a:rPr lang="en-US" altLang="zh-CN" sz="2200" b="1" dirty="0"/>
              <a:t>}</a:t>
            </a:r>
          </a:p>
          <a:p>
            <a:pPr marL="457200" lvl="0" indent="-457200" eaLnBrk="1" hangingPunct="1">
              <a:spcBef>
                <a:spcPct val="0"/>
              </a:spcBef>
              <a:buAutoNum type="arabicPeriod"/>
            </a:pPr>
            <a:endParaRPr lang="zh-CN" altLang="en-US" sz="800" b="1" dirty="0"/>
          </a:p>
          <a:p>
            <a:pPr marL="457200" lvl="0" indent="-457200" eaLnBrk="1" hangingPunct="1">
              <a:spcBef>
                <a:spcPct val="0"/>
              </a:spcBef>
              <a:buAutoNum type="arabicPeriod"/>
            </a:pPr>
            <a:r>
              <a:rPr lang="en-US" altLang="zh-CN" sz="2200" b="1" dirty="0"/>
              <a:t>int square(int y) </a:t>
            </a:r>
            <a:r>
              <a:rPr lang="en-US" altLang="zh-CN" sz="1800" b="1" dirty="0"/>
              <a:t>/*</a:t>
            </a:r>
            <a:r>
              <a:rPr lang="zh-CN" altLang="en-US" sz="1800" b="1" dirty="0"/>
              <a:t>函数定义*/ </a:t>
            </a:r>
            <a:endParaRPr lang="en-US" altLang="zh-CN" sz="2200" b="1" dirty="0"/>
          </a:p>
          <a:p>
            <a:pPr marL="457200" lvl="0" indent="-457200" eaLnBrk="1" hangingPunct="1">
              <a:spcBef>
                <a:spcPct val="0"/>
              </a:spcBef>
              <a:buAutoNum type="arabicPeriod"/>
            </a:pPr>
            <a:r>
              <a:rPr lang="en-US" altLang="zh-CN" sz="2200" b="1" dirty="0"/>
              <a:t>{</a:t>
            </a:r>
          </a:p>
          <a:p>
            <a:pPr marL="457200" lvl="0" indent="-457200" eaLnBrk="1" hangingPunct="1">
              <a:spcBef>
                <a:spcPct val="0"/>
              </a:spcBef>
              <a:buAutoNum type="arabicPeriod"/>
            </a:pPr>
            <a:r>
              <a:rPr lang="en-US" altLang="zh-CN" sz="2200" b="1" dirty="0"/>
              <a:t>      return(y*y);</a:t>
            </a:r>
          </a:p>
          <a:p>
            <a:pPr marL="457200" lvl="0" indent="-457200" eaLnBrk="1" hangingPunct="1">
              <a:spcBef>
                <a:spcPct val="0"/>
              </a:spcBef>
              <a:buAutoNum type="arabicPeriod"/>
            </a:pPr>
            <a:r>
              <a:rPr lang="en-US" altLang="zh-CN" sz="2200" b="1" dirty="0"/>
              <a:t>}</a:t>
            </a:r>
          </a:p>
        </p:txBody>
      </p:sp>
      <p:sp>
        <p:nvSpPr>
          <p:cNvPr id="59397" name="Text Box 9"/>
          <p:cNvSpPr txBox="1"/>
          <p:nvPr/>
        </p:nvSpPr>
        <p:spPr>
          <a:xfrm>
            <a:off x="5651500" y="4076700"/>
            <a:ext cx="3132138" cy="173513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spcBef>
                <a:spcPct val="50000"/>
              </a:spcBef>
              <a:buNone/>
            </a:pPr>
            <a:r>
              <a:rPr lang="zh-CN" altLang="en-US" sz="2400" b="1" dirty="0"/>
              <a:t>    为简化起见，假设</a:t>
            </a:r>
            <a:r>
              <a:rPr lang="en-US" altLang="zh-CN" sz="2400" b="1" dirty="0"/>
              <a:t>square</a:t>
            </a:r>
            <a:r>
              <a:rPr lang="zh-CN" altLang="en-US" sz="2400" b="1" dirty="0"/>
              <a:t>函数的活动记录只包含分配给形参</a:t>
            </a:r>
            <a:r>
              <a:rPr lang="en-US" altLang="zh-CN" sz="2400" b="1" dirty="0"/>
              <a:t>y</a:t>
            </a:r>
            <a:r>
              <a:rPr lang="zh-CN" altLang="en-US" sz="2400" b="1" dirty="0"/>
              <a:t>和返回地址的存储空间</a:t>
            </a:r>
          </a:p>
        </p:txBody>
      </p:sp>
      <p:graphicFrame>
        <p:nvGraphicFramePr>
          <p:cNvPr id="59398" name="Object 11"/>
          <p:cNvGraphicFramePr>
            <a:graphicFrameLocks noGrp="1" noChangeAspect="1"/>
          </p:cNvGraphicFramePr>
          <p:nvPr>
            <p:ph idx="1"/>
          </p:nvPr>
        </p:nvGraphicFramePr>
        <p:xfrm>
          <a:off x="5651500" y="1125538"/>
          <a:ext cx="2682875" cy="2951162"/>
        </p:xfrm>
        <a:graphic>
          <a:graphicData uri="http://schemas.openxmlformats.org/presentationml/2006/ole">
            <mc:AlternateContent xmlns:mc="http://schemas.openxmlformats.org/markup-compatibility/2006">
              <mc:Choice xmlns:v="urn:schemas-microsoft-com:vml" Requires="v">
                <p:oleObj r:id="rId2" imgW="2483485" imgH="2731770" progId="Visio.Drawing.11">
                  <p:embed/>
                </p:oleObj>
              </mc:Choice>
              <mc:Fallback>
                <p:oleObj r:id="rId2" imgW="2483485" imgH="2731770" progId="Visio.Drawing.11">
                  <p:embed/>
                  <p:pic>
                    <p:nvPicPr>
                      <p:cNvPr id="0" name="图片 3091"/>
                      <p:cNvPicPr/>
                      <p:nvPr/>
                    </p:nvPicPr>
                    <p:blipFill>
                      <a:blip r:embed="rId3"/>
                      <a:srcRect/>
                      <a:stretch>
                        <a:fillRect/>
                      </a:stretch>
                    </p:blipFill>
                    <p:spPr>
                      <a:xfrm>
                        <a:off x="5651500" y="1125538"/>
                        <a:ext cx="2682875" cy="2951162"/>
                      </a:xfrm>
                      <a:prstGeom prst="rect">
                        <a:avLst/>
                      </a:prstGeom>
                      <a:noFill/>
                      <a:ln w="38100">
                        <a:miter/>
                      </a:ln>
                    </p:spPr>
                  </p:pic>
                </p:oleObj>
              </mc:Fallback>
            </mc:AlternateContent>
          </a:graphicData>
        </a:graphic>
      </p:graphicFrame>
      <p:sp>
        <p:nvSpPr>
          <p:cNvPr id="59399" name="Rectangle 13"/>
          <p:cNvSpPr/>
          <p:nvPr/>
        </p:nvSpPr>
        <p:spPr>
          <a:xfrm>
            <a:off x="5508625" y="2098675"/>
            <a:ext cx="465138" cy="3937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buNone/>
            </a:pPr>
            <a:r>
              <a:rPr lang="zh-CN" altLang="en-US" sz="2200" b="1" dirty="0"/>
              <a:t>√</a:t>
            </a:r>
          </a:p>
        </p:txBody>
      </p:sp>
      <p:sp>
        <p:nvSpPr>
          <p:cNvPr id="59400" name="Rectangle 14"/>
          <p:cNvSpPr/>
          <p:nvPr/>
        </p:nvSpPr>
        <p:spPr>
          <a:xfrm>
            <a:off x="5508625" y="3035300"/>
            <a:ext cx="465138" cy="3937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buNone/>
            </a:pPr>
            <a:r>
              <a:rPr lang="zh-CN" altLang="en-US" sz="2200" b="1" dirty="0"/>
              <a:t>√</a:t>
            </a:r>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灯片编号占位符 6"/>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51</a:t>
            </a:fld>
            <a:endParaRPr lang="zh-CN" altLang="en-US" sz="1400" b="1" dirty="0"/>
          </a:p>
        </p:txBody>
      </p:sp>
      <p:sp>
        <p:nvSpPr>
          <p:cNvPr id="60419" name="Rectangle 34"/>
          <p:cNvSpPr>
            <a:spLocks noGrp="1"/>
          </p:cNvSpPr>
          <p:nvPr>
            <p:ph type="title"/>
          </p:nvPr>
        </p:nvSpPr>
        <p:spPr>
          <a:xfrm>
            <a:off x="179388" y="0"/>
            <a:ext cx="8713787" cy="1341438"/>
          </a:xfrm>
          <a:solidFill>
            <a:schemeClr val="bg1">
              <a:alpha val="100000"/>
            </a:schemeClr>
          </a:solidFill>
        </p:spPr>
        <p:txBody>
          <a:bodyPr vert="horz" wrap="square" lIns="91440" tIns="45720" rIns="91440" bIns="45720" anchor="ctr"/>
          <a:lstStyle/>
          <a:p>
            <a:pPr eaLnBrk="1" hangingPunct="1"/>
            <a:r>
              <a:rPr lang="zh-CN" altLang="en-US" dirty="0"/>
              <a:t> </a:t>
            </a:r>
          </a:p>
        </p:txBody>
      </p:sp>
      <p:sp>
        <p:nvSpPr>
          <p:cNvPr id="60420" name="Rectangle 3"/>
          <p:cNvSpPr>
            <a:spLocks noGrp="1"/>
          </p:cNvSpPr>
          <p:nvPr>
            <p:ph type="body" sz="half" idx="1"/>
          </p:nvPr>
        </p:nvSpPr>
        <p:spPr>
          <a:solidFill>
            <a:schemeClr val="bg1">
              <a:alpha val="100000"/>
            </a:schemeClr>
          </a:solidFill>
        </p:spPr>
        <p:txBody>
          <a:bodyPr vert="horz" wrap="square" lIns="91440" tIns="45720" rIns="91440" bIns="45720" anchor="t"/>
          <a:lstStyle/>
          <a:p>
            <a:pPr eaLnBrk="1" hangingPunct="1">
              <a:buNone/>
            </a:pPr>
            <a:r>
              <a:rPr lang="en-US" altLang="zh-CN" sz="2400" dirty="0"/>
              <a:t> </a:t>
            </a:r>
          </a:p>
        </p:txBody>
      </p:sp>
      <p:sp>
        <p:nvSpPr>
          <p:cNvPr id="60421" name="Text Box 24"/>
          <p:cNvSpPr txBox="1"/>
          <p:nvPr/>
        </p:nvSpPr>
        <p:spPr>
          <a:xfrm>
            <a:off x="34925" y="1341438"/>
            <a:ext cx="4537075" cy="4454525"/>
          </a:xfrm>
          <a:prstGeom prst="rect">
            <a:avLst/>
          </a:prstGeom>
          <a:solidFill>
            <a:srgbClr val="CCFFFF"/>
          </a:solidFill>
          <a:ln w="9525" cap="flat" cmpd="sng">
            <a:solidFill>
              <a:schemeClr val="accent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457200" lvl="0" indent="-457200" eaLnBrk="1" hangingPunct="1">
              <a:buClr>
                <a:schemeClr val="accent2"/>
              </a:buClr>
              <a:buSzPct val="75000"/>
              <a:buFont typeface="Monotype Sorts" charset="2"/>
              <a:buAutoNum type="arabicPeriod"/>
            </a:pPr>
            <a:r>
              <a:rPr lang="en-US" altLang="zh-CN" sz="2200" b="1" dirty="0"/>
              <a:t>int  square(int); /*</a:t>
            </a:r>
          </a:p>
          <a:p>
            <a:pPr marL="457200" lvl="0" indent="-457200" eaLnBrk="1" hangingPunct="1">
              <a:buClr>
                <a:schemeClr val="accent2"/>
              </a:buClr>
              <a:buSzPct val="75000"/>
              <a:buFont typeface="Monotype Sorts" charset="2"/>
              <a:buAutoNum type="arabicPeriod"/>
            </a:pPr>
            <a:r>
              <a:rPr lang="en-US" altLang="zh-CN" sz="2200" b="1" dirty="0"/>
              <a:t>main()</a:t>
            </a:r>
          </a:p>
          <a:p>
            <a:pPr marL="457200" lvl="0" indent="-457200" eaLnBrk="1" hangingPunct="1">
              <a:buClr>
                <a:schemeClr val="accent2"/>
              </a:buClr>
              <a:buSzPct val="75000"/>
              <a:buFont typeface="Monotype Sorts" charset="2"/>
              <a:buAutoNum type="arabicPeriod"/>
            </a:pPr>
            <a:r>
              <a:rPr lang="en-US" altLang="zh-CN" sz="2200" b="1" dirty="0"/>
              <a:t>{</a:t>
            </a:r>
          </a:p>
          <a:p>
            <a:pPr marL="457200" lvl="0" indent="-457200" eaLnBrk="1" hangingPunct="1">
              <a:buClr>
                <a:schemeClr val="accent2"/>
              </a:buClr>
              <a:buSzPct val="75000"/>
              <a:buFont typeface="Monotype Sorts" charset="2"/>
              <a:buAutoNum type="arabicPeriod"/>
            </a:pPr>
            <a:r>
              <a:rPr lang="en-US" altLang="zh-CN" sz="2200" b="1" dirty="0"/>
              <a:t>      int x;</a:t>
            </a:r>
          </a:p>
          <a:p>
            <a:pPr marL="457200" lvl="0" indent="-457200" eaLnBrk="1" hangingPunct="1">
              <a:buClr>
                <a:schemeClr val="accent2"/>
              </a:buClr>
              <a:buSzPct val="75000"/>
              <a:buFont typeface="Monotype Sorts" charset="2"/>
              <a:buAutoNum type="arabicPeriod"/>
            </a:pPr>
            <a:endParaRPr lang="en-US" altLang="zh-CN" sz="800" b="1" dirty="0"/>
          </a:p>
          <a:p>
            <a:pPr marL="457200" lvl="0" indent="-457200" eaLnBrk="1" hangingPunct="1">
              <a:buClr>
                <a:schemeClr val="accent2"/>
              </a:buClr>
              <a:buSzPct val="75000"/>
              <a:buFont typeface="Monotype Sorts" charset="2"/>
              <a:buAutoNum type="arabicPeriod"/>
            </a:pPr>
            <a:r>
              <a:rPr lang="en-US" altLang="zh-CN" sz="2200" b="1" dirty="0"/>
              <a:t>      for (x=1; x&lt;=3; x++)</a:t>
            </a:r>
          </a:p>
          <a:p>
            <a:pPr marL="457200" lvl="0" indent="-457200" eaLnBrk="1" hangingPunct="1">
              <a:buClr>
                <a:schemeClr val="accent2"/>
              </a:buClr>
              <a:buSzPct val="75000"/>
              <a:buFont typeface="Monotype Sorts" charset="2"/>
              <a:buAutoNum type="arabicPeriod"/>
            </a:pPr>
            <a:r>
              <a:rPr lang="en-US" altLang="zh-CN" sz="2200" b="1" dirty="0"/>
              <a:t>           </a:t>
            </a:r>
            <a:r>
              <a:rPr lang="en-US" altLang="zh-CN" sz="2200" b="1" dirty="0" err="1"/>
              <a:t>printf</a:t>
            </a:r>
            <a:r>
              <a:rPr lang="en-US" altLang="zh-CN" sz="2200" b="1" dirty="0"/>
              <a:t>("%4d",</a:t>
            </a:r>
            <a:r>
              <a:rPr lang="en-US" altLang="zh-CN" sz="2200" b="1" dirty="0">
                <a:solidFill>
                  <a:srgbClr val="003399"/>
                </a:solidFill>
              </a:rPr>
              <a:t>square(x));</a:t>
            </a:r>
            <a:r>
              <a:rPr lang="en-US" altLang="zh-CN" sz="2200" b="1" dirty="0"/>
              <a:t> </a:t>
            </a:r>
          </a:p>
          <a:p>
            <a:pPr marL="457200" lvl="0" indent="-457200" eaLnBrk="1" hangingPunct="1">
              <a:buClr>
                <a:schemeClr val="accent2"/>
              </a:buClr>
              <a:buSzPct val="75000"/>
              <a:buFont typeface="Monotype Sorts" charset="2"/>
              <a:buAutoNum type="arabicPeriod"/>
            </a:pPr>
            <a:r>
              <a:rPr lang="en-US" altLang="zh-CN" sz="2200" b="1" dirty="0"/>
              <a:t>}</a:t>
            </a:r>
          </a:p>
          <a:p>
            <a:pPr marL="457200" lvl="0" indent="-457200" eaLnBrk="1" hangingPunct="1">
              <a:spcBef>
                <a:spcPct val="0"/>
              </a:spcBef>
              <a:buAutoNum type="arabicPeriod"/>
            </a:pPr>
            <a:endParaRPr lang="zh-CN" altLang="en-US" sz="800" b="1" dirty="0"/>
          </a:p>
          <a:p>
            <a:pPr marL="457200" lvl="0" indent="-457200" eaLnBrk="1" hangingPunct="1">
              <a:spcBef>
                <a:spcPct val="0"/>
              </a:spcBef>
              <a:buAutoNum type="arabicPeriod"/>
            </a:pPr>
            <a:r>
              <a:rPr lang="en-US" altLang="zh-CN" sz="2200" b="1" dirty="0"/>
              <a:t>int square(int y) </a:t>
            </a:r>
            <a:r>
              <a:rPr lang="en-US" altLang="zh-CN" sz="1800" b="1" dirty="0"/>
              <a:t>/*</a:t>
            </a:r>
            <a:r>
              <a:rPr lang="zh-CN" altLang="en-US" sz="1800" b="1" dirty="0"/>
              <a:t>函数定义*/ </a:t>
            </a:r>
            <a:endParaRPr lang="en-US" altLang="zh-CN" sz="2200" b="1" dirty="0"/>
          </a:p>
          <a:p>
            <a:pPr marL="457200" lvl="0" indent="-457200" eaLnBrk="1" hangingPunct="1">
              <a:spcBef>
                <a:spcPct val="0"/>
              </a:spcBef>
              <a:buAutoNum type="arabicPeriod"/>
            </a:pPr>
            <a:r>
              <a:rPr lang="en-US" altLang="zh-CN" sz="2200" b="1" dirty="0"/>
              <a:t>{</a:t>
            </a:r>
          </a:p>
          <a:p>
            <a:pPr marL="457200" lvl="0" indent="-457200" eaLnBrk="1" hangingPunct="1">
              <a:spcBef>
                <a:spcPct val="0"/>
              </a:spcBef>
              <a:buAutoNum type="arabicPeriod"/>
            </a:pPr>
            <a:r>
              <a:rPr lang="en-US" altLang="zh-CN" sz="2200" b="1" dirty="0"/>
              <a:t>      return(y*y);</a:t>
            </a:r>
          </a:p>
          <a:p>
            <a:pPr marL="457200" lvl="0" indent="-457200" eaLnBrk="1" hangingPunct="1">
              <a:spcBef>
                <a:spcPct val="0"/>
              </a:spcBef>
              <a:buAutoNum type="arabicPeriod"/>
            </a:pPr>
            <a:r>
              <a:rPr lang="en-US" altLang="zh-CN" sz="2200" b="1" dirty="0"/>
              <a:t>}</a:t>
            </a:r>
          </a:p>
        </p:txBody>
      </p:sp>
      <p:graphicFrame>
        <p:nvGraphicFramePr>
          <p:cNvPr id="362533" name="Object 37"/>
          <p:cNvGraphicFramePr>
            <a:graphicFrameLocks noChangeAspect="1"/>
          </p:cNvGraphicFramePr>
          <p:nvPr/>
        </p:nvGraphicFramePr>
        <p:xfrm>
          <a:off x="6408738" y="0"/>
          <a:ext cx="2771775" cy="1333500"/>
        </p:xfrm>
        <a:graphic>
          <a:graphicData uri="http://schemas.openxmlformats.org/presentationml/2006/ole">
            <mc:AlternateContent xmlns:mc="http://schemas.openxmlformats.org/markup-compatibility/2006">
              <mc:Choice xmlns:v="urn:schemas-microsoft-com:vml" Requires="v">
                <p:oleObj r:id="rId2" imgW="1986915" imgH="959485" progId="Visio.Drawing.11">
                  <p:embed/>
                </p:oleObj>
              </mc:Choice>
              <mc:Fallback>
                <p:oleObj r:id="rId2" imgW="1986915" imgH="959485" progId="Visio.Drawing.11">
                  <p:embed/>
                  <p:pic>
                    <p:nvPicPr>
                      <p:cNvPr id="0" name="图片 3092"/>
                      <p:cNvPicPr/>
                      <p:nvPr/>
                    </p:nvPicPr>
                    <p:blipFill>
                      <a:blip r:embed="rId3"/>
                      <a:stretch>
                        <a:fillRect/>
                      </a:stretch>
                    </p:blipFill>
                    <p:spPr>
                      <a:xfrm>
                        <a:off x="6408738" y="0"/>
                        <a:ext cx="2771775" cy="1333500"/>
                      </a:xfrm>
                      <a:prstGeom prst="rect">
                        <a:avLst/>
                      </a:prstGeom>
                      <a:noFill/>
                      <a:ln w="38100">
                        <a:noFill/>
                        <a:miter/>
                      </a:ln>
                    </p:spPr>
                  </p:pic>
                </p:oleObj>
              </mc:Fallback>
            </mc:AlternateContent>
          </a:graphicData>
        </a:graphic>
      </p:graphicFrame>
      <p:graphicFrame>
        <p:nvGraphicFramePr>
          <p:cNvPr id="362534" name="Object 38"/>
          <p:cNvGraphicFramePr>
            <a:graphicFrameLocks noChangeAspect="1"/>
          </p:cNvGraphicFramePr>
          <p:nvPr/>
        </p:nvGraphicFramePr>
        <p:xfrm>
          <a:off x="6696075" y="1628775"/>
          <a:ext cx="2305050" cy="2247900"/>
        </p:xfrm>
        <a:graphic>
          <a:graphicData uri="http://schemas.openxmlformats.org/presentationml/2006/ole">
            <mc:AlternateContent xmlns:mc="http://schemas.openxmlformats.org/markup-compatibility/2006">
              <mc:Choice xmlns:v="urn:schemas-microsoft-com:vml" Requires="v">
                <p:oleObj r:id="rId4" imgW="1840230" imgH="1795145" progId="Visio.Drawing.11">
                  <p:embed/>
                </p:oleObj>
              </mc:Choice>
              <mc:Fallback>
                <p:oleObj r:id="rId4" imgW="1840230" imgH="1795145" progId="Visio.Drawing.11">
                  <p:embed/>
                  <p:pic>
                    <p:nvPicPr>
                      <p:cNvPr id="0" name="图片 3093"/>
                      <p:cNvPicPr/>
                      <p:nvPr/>
                    </p:nvPicPr>
                    <p:blipFill>
                      <a:blip r:embed="rId5"/>
                      <a:stretch>
                        <a:fillRect/>
                      </a:stretch>
                    </p:blipFill>
                    <p:spPr>
                      <a:xfrm>
                        <a:off x="6696075" y="1628775"/>
                        <a:ext cx="2305050" cy="2247900"/>
                      </a:xfrm>
                      <a:prstGeom prst="rect">
                        <a:avLst/>
                      </a:prstGeom>
                      <a:noFill/>
                      <a:ln w="38100">
                        <a:noFill/>
                        <a:miter/>
                      </a:ln>
                    </p:spPr>
                  </p:pic>
                </p:oleObj>
              </mc:Fallback>
            </mc:AlternateContent>
          </a:graphicData>
        </a:graphic>
      </p:graphicFrame>
      <p:graphicFrame>
        <p:nvGraphicFramePr>
          <p:cNvPr id="362535" name="Object 39"/>
          <p:cNvGraphicFramePr>
            <a:graphicFrameLocks noChangeAspect="1"/>
          </p:cNvGraphicFramePr>
          <p:nvPr/>
        </p:nvGraphicFramePr>
        <p:xfrm>
          <a:off x="6985000" y="4149725"/>
          <a:ext cx="1944688" cy="1385888"/>
        </p:xfrm>
        <a:graphic>
          <a:graphicData uri="http://schemas.openxmlformats.org/presentationml/2006/ole">
            <mc:AlternateContent xmlns:mc="http://schemas.openxmlformats.org/markup-compatibility/2006">
              <mc:Choice xmlns:v="urn:schemas-microsoft-com:vml" Requires="v">
                <p:oleObj r:id="rId6" imgW="1602740" imgH="1140460" progId="Visio.Drawing.11">
                  <p:embed/>
                </p:oleObj>
              </mc:Choice>
              <mc:Fallback>
                <p:oleObj r:id="rId6" imgW="1602740" imgH="1140460" progId="Visio.Drawing.11">
                  <p:embed/>
                  <p:pic>
                    <p:nvPicPr>
                      <p:cNvPr id="0" name="图片 3096"/>
                      <p:cNvPicPr/>
                      <p:nvPr/>
                    </p:nvPicPr>
                    <p:blipFill>
                      <a:blip r:embed="rId7"/>
                      <a:stretch>
                        <a:fillRect/>
                      </a:stretch>
                    </p:blipFill>
                    <p:spPr>
                      <a:xfrm>
                        <a:off x="6985000" y="4149725"/>
                        <a:ext cx="1944688" cy="1385888"/>
                      </a:xfrm>
                      <a:prstGeom prst="rect">
                        <a:avLst/>
                      </a:prstGeom>
                      <a:noFill/>
                      <a:ln w="38100">
                        <a:noFill/>
                        <a:miter/>
                      </a:ln>
                    </p:spPr>
                  </p:pic>
                </p:oleObj>
              </mc:Fallback>
            </mc:AlternateContent>
          </a:graphicData>
        </a:graphic>
      </p:graphicFrame>
      <p:graphicFrame>
        <p:nvGraphicFramePr>
          <p:cNvPr id="362536" name="Object 40"/>
          <p:cNvGraphicFramePr>
            <a:graphicFrameLocks noChangeAspect="1"/>
          </p:cNvGraphicFramePr>
          <p:nvPr/>
        </p:nvGraphicFramePr>
        <p:xfrm>
          <a:off x="179388" y="215900"/>
          <a:ext cx="2303462" cy="981075"/>
        </p:xfrm>
        <a:graphic>
          <a:graphicData uri="http://schemas.openxmlformats.org/presentationml/2006/ole">
            <mc:AlternateContent xmlns:mc="http://schemas.openxmlformats.org/markup-compatibility/2006">
              <mc:Choice xmlns:v="urn:schemas-microsoft-com:vml" Requires="v">
                <p:oleObj r:id="rId8" imgW="1557655" imgH="666115" progId="Visio.Drawing.11">
                  <p:embed/>
                </p:oleObj>
              </mc:Choice>
              <mc:Fallback>
                <p:oleObj r:id="rId8" imgW="1557655" imgH="666115" progId="Visio.Drawing.11">
                  <p:embed/>
                  <p:pic>
                    <p:nvPicPr>
                      <p:cNvPr id="0" name="图片 3097"/>
                      <p:cNvPicPr/>
                      <p:nvPr/>
                    </p:nvPicPr>
                    <p:blipFill>
                      <a:blip r:embed="rId9"/>
                      <a:stretch>
                        <a:fillRect/>
                      </a:stretch>
                    </p:blipFill>
                    <p:spPr>
                      <a:xfrm>
                        <a:off x="179388" y="215900"/>
                        <a:ext cx="2303462" cy="981075"/>
                      </a:xfrm>
                      <a:prstGeom prst="rect">
                        <a:avLst/>
                      </a:prstGeom>
                      <a:noFill/>
                      <a:ln w="38100">
                        <a:noFill/>
                        <a:miter/>
                      </a:ln>
                    </p:spPr>
                  </p:pic>
                </p:oleObj>
              </mc:Fallback>
            </mc:AlternateContent>
          </a:graphicData>
        </a:graphic>
      </p:graphicFrame>
      <p:sp>
        <p:nvSpPr>
          <p:cNvPr id="60426" name="Rectangle 42"/>
          <p:cNvSpPr/>
          <p:nvPr/>
        </p:nvSpPr>
        <p:spPr>
          <a:xfrm>
            <a:off x="4498975" y="1341438"/>
            <a:ext cx="2160588" cy="4535487"/>
          </a:xfrm>
          <a:prstGeom prst="rect">
            <a:avLst/>
          </a:prstGeom>
          <a:solidFill>
            <a:srgbClr val="FFFF99"/>
          </a:solidFill>
          <a:ln w="9525" cap="flat" cmpd="sng">
            <a:solidFill>
              <a:srgbClr val="FF6600"/>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lnSpc>
                <a:spcPct val="90000"/>
              </a:lnSpc>
              <a:buNone/>
            </a:pPr>
            <a:endParaRPr lang="zh-CN" altLang="en-US" sz="2200" b="1" dirty="0"/>
          </a:p>
        </p:txBody>
      </p:sp>
      <p:sp>
        <p:nvSpPr>
          <p:cNvPr id="60427" name="Text Box 45"/>
          <p:cNvSpPr txBox="1"/>
          <p:nvPr/>
        </p:nvSpPr>
        <p:spPr>
          <a:xfrm>
            <a:off x="2411413" y="115888"/>
            <a:ext cx="1008062" cy="36671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spcBef>
                <a:spcPct val="50000"/>
              </a:spcBef>
              <a:buNone/>
            </a:pPr>
            <a:r>
              <a:rPr lang="zh-CN" altLang="en-US" sz="2000" b="1" dirty="0"/>
              <a:t>栈底</a:t>
            </a:r>
          </a:p>
        </p:txBody>
      </p:sp>
      <p:sp>
        <p:nvSpPr>
          <p:cNvPr id="362542" name="Text Box 46"/>
          <p:cNvSpPr txBox="1"/>
          <p:nvPr/>
        </p:nvSpPr>
        <p:spPr>
          <a:xfrm>
            <a:off x="5364163" y="685800"/>
            <a:ext cx="1008062" cy="36671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spcBef>
                <a:spcPct val="50000"/>
              </a:spcBef>
              <a:buNone/>
            </a:pPr>
            <a:r>
              <a:rPr lang="zh-CN" altLang="en-US" sz="2000" b="1" dirty="0"/>
              <a:t>栈底</a:t>
            </a:r>
          </a:p>
        </p:txBody>
      </p:sp>
      <p:graphicFrame>
        <p:nvGraphicFramePr>
          <p:cNvPr id="362547" name="Object 51"/>
          <p:cNvGraphicFramePr>
            <a:graphicFrameLocks noGrp="1" noChangeAspect="1"/>
          </p:cNvGraphicFramePr>
          <p:nvPr>
            <p:ph sz="quarter" idx="3"/>
          </p:nvPr>
        </p:nvGraphicFramePr>
        <p:xfrm>
          <a:off x="2987675" y="38100"/>
          <a:ext cx="2519363" cy="1303338"/>
        </p:xfrm>
        <a:graphic>
          <a:graphicData uri="http://schemas.openxmlformats.org/presentationml/2006/ole">
            <mc:AlternateContent xmlns:mc="http://schemas.openxmlformats.org/markup-compatibility/2006">
              <mc:Choice xmlns:v="urn:schemas-microsoft-com:vml" Requires="v">
                <p:oleObj r:id="rId10" imgW="1873885" imgH="982345" progId="Visio.Drawing.11">
                  <p:embed/>
                </p:oleObj>
              </mc:Choice>
              <mc:Fallback>
                <p:oleObj r:id="rId10" imgW="1873885" imgH="982345" progId="Visio.Drawing.11">
                  <p:embed/>
                  <p:pic>
                    <p:nvPicPr>
                      <p:cNvPr id="0" name="图片 3095"/>
                      <p:cNvPicPr/>
                      <p:nvPr/>
                    </p:nvPicPr>
                    <p:blipFill>
                      <a:blip r:embed="rId11"/>
                      <a:srcRect/>
                      <a:stretch>
                        <a:fillRect/>
                      </a:stretch>
                    </p:blipFill>
                    <p:spPr>
                      <a:xfrm>
                        <a:off x="2987675" y="38100"/>
                        <a:ext cx="2519363" cy="1303338"/>
                      </a:xfrm>
                      <a:prstGeom prst="rect">
                        <a:avLst/>
                      </a:prstGeom>
                      <a:noFill/>
                      <a:ln w="38100">
                        <a:miter/>
                      </a:ln>
                    </p:spPr>
                  </p:pic>
                </p:oleObj>
              </mc:Fallback>
            </mc:AlternateContent>
          </a:graphicData>
        </a:graphic>
      </p:graphicFrame>
      <p:graphicFrame>
        <p:nvGraphicFramePr>
          <p:cNvPr id="60430" name="Object 54"/>
          <p:cNvGraphicFramePr>
            <a:graphicFrameLocks noGrp="1" noChangeAspect="1"/>
          </p:cNvGraphicFramePr>
          <p:nvPr>
            <p:ph sz="quarter" idx="2"/>
          </p:nvPr>
        </p:nvGraphicFramePr>
        <p:xfrm>
          <a:off x="4356100" y="908050"/>
          <a:ext cx="2479675" cy="5113338"/>
        </p:xfrm>
        <a:graphic>
          <a:graphicData uri="http://schemas.openxmlformats.org/presentationml/2006/ole">
            <mc:AlternateContent xmlns:mc="http://schemas.openxmlformats.org/markup-compatibility/2006">
              <mc:Choice xmlns:v="urn:schemas-microsoft-com:vml" Requires="v">
                <p:oleObj r:id="rId12" imgW="2099945" imgH="4323715" progId="Visio.Drawing.11">
                  <p:embed/>
                </p:oleObj>
              </mc:Choice>
              <mc:Fallback>
                <p:oleObj r:id="rId12" imgW="2099945" imgH="4323715" progId="Visio.Drawing.11">
                  <p:embed/>
                  <p:pic>
                    <p:nvPicPr>
                      <p:cNvPr id="0" name="图片 3098"/>
                      <p:cNvPicPr/>
                      <p:nvPr/>
                    </p:nvPicPr>
                    <p:blipFill>
                      <a:blip r:embed="rId13"/>
                      <a:srcRect/>
                      <a:stretch>
                        <a:fillRect/>
                      </a:stretch>
                    </p:blipFill>
                    <p:spPr>
                      <a:xfrm>
                        <a:off x="4356100" y="908050"/>
                        <a:ext cx="2479675" cy="5113338"/>
                      </a:xfrm>
                      <a:prstGeom prst="rect">
                        <a:avLst/>
                      </a:prstGeom>
                      <a:noFill/>
                      <a:ln w="38100">
                        <a:miter/>
                      </a:ln>
                    </p:spPr>
                  </p:pic>
                </p:oleObj>
              </mc:Fallback>
            </mc:AlternateContent>
          </a:graphicData>
        </a:graphic>
      </p:graphicFrame>
      <p:sp>
        <p:nvSpPr>
          <p:cNvPr id="362551" name="AutoShape 55"/>
          <p:cNvSpPr/>
          <p:nvPr/>
        </p:nvSpPr>
        <p:spPr>
          <a:xfrm>
            <a:off x="4211638" y="1484313"/>
            <a:ext cx="360362" cy="215900"/>
          </a:xfrm>
          <a:prstGeom prst="rightArrow">
            <a:avLst>
              <a:gd name="adj1" fmla="val 50000"/>
              <a:gd name="adj2" fmla="val 41727"/>
            </a:avLst>
          </a:prstGeom>
          <a:solidFill>
            <a:srgbClr val="FF3300"/>
          </a:solidFill>
          <a:ln w="9525">
            <a:noFill/>
          </a:ln>
        </p:spPr>
        <p:txBody>
          <a:bodyPr wrap="none" anchor="ct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lnSpc>
                <a:spcPct val="90000"/>
              </a:lnSpc>
              <a:buNone/>
            </a:pPr>
            <a:endParaRPr lang="zh-CN" altLang="en-US" sz="2200" b="1" dirty="0"/>
          </a:p>
        </p:txBody>
      </p:sp>
      <p:sp>
        <p:nvSpPr>
          <p:cNvPr id="362553" name="AutoShape 57"/>
          <p:cNvSpPr/>
          <p:nvPr/>
        </p:nvSpPr>
        <p:spPr>
          <a:xfrm>
            <a:off x="4356100" y="2060575"/>
            <a:ext cx="215900" cy="431800"/>
          </a:xfrm>
          <a:prstGeom prst="leftBrace">
            <a:avLst>
              <a:gd name="adj1" fmla="val 16666"/>
              <a:gd name="adj2" fmla="val 50000"/>
            </a:avLst>
          </a:prstGeom>
          <a:noFill/>
          <a:ln w="28575" cap="flat" cmpd="sng">
            <a:solidFill>
              <a:srgbClr val="FF3300"/>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lnSpc>
                <a:spcPct val="90000"/>
              </a:lnSpc>
              <a:buNone/>
            </a:pPr>
            <a:endParaRPr lang="zh-CN" altLang="en-US" sz="2200" b="1" dirty="0"/>
          </a:p>
        </p:txBody>
      </p:sp>
      <p:sp>
        <p:nvSpPr>
          <p:cNvPr id="362554" name="AutoShape 58"/>
          <p:cNvSpPr/>
          <p:nvPr/>
        </p:nvSpPr>
        <p:spPr>
          <a:xfrm>
            <a:off x="4211638" y="3500438"/>
            <a:ext cx="360362" cy="215900"/>
          </a:xfrm>
          <a:prstGeom prst="rightArrow">
            <a:avLst>
              <a:gd name="adj1" fmla="val 50000"/>
              <a:gd name="adj2" fmla="val 41727"/>
            </a:avLst>
          </a:prstGeom>
          <a:solidFill>
            <a:srgbClr val="FF3300"/>
          </a:solidFill>
          <a:ln w="9525">
            <a:noFill/>
          </a:ln>
        </p:spPr>
        <p:txBody>
          <a:bodyPr wrap="none" anchor="ct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lnSpc>
                <a:spcPct val="90000"/>
              </a:lnSpc>
              <a:buNone/>
            </a:pPr>
            <a:endParaRPr lang="zh-CN" altLang="en-US" sz="2200" b="1" dirty="0"/>
          </a:p>
        </p:txBody>
      </p:sp>
      <p:sp>
        <p:nvSpPr>
          <p:cNvPr id="362555" name="Line 59"/>
          <p:cNvSpPr/>
          <p:nvPr/>
        </p:nvSpPr>
        <p:spPr>
          <a:xfrm>
            <a:off x="3059113" y="3933825"/>
            <a:ext cx="1225550" cy="0"/>
          </a:xfrm>
          <a:prstGeom prst="line">
            <a:avLst/>
          </a:prstGeom>
          <a:ln w="28575" cap="flat" cmpd="sng">
            <a:solidFill>
              <a:srgbClr val="FF3300"/>
            </a:solidFill>
            <a:prstDash val="solid"/>
            <a:headEnd type="none" w="med" len="med"/>
            <a:tailEnd type="none" w="med" len="med"/>
          </a:ln>
        </p:spPr>
      </p:sp>
      <p:sp>
        <p:nvSpPr>
          <p:cNvPr id="362556" name="AutoShape 60"/>
          <p:cNvSpPr/>
          <p:nvPr/>
        </p:nvSpPr>
        <p:spPr>
          <a:xfrm>
            <a:off x="250825" y="4508500"/>
            <a:ext cx="360363" cy="215900"/>
          </a:xfrm>
          <a:prstGeom prst="rightArrow">
            <a:avLst>
              <a:gd name="adj1" fmla="val 50000"/>
              <a:gd name="adj2" fmla="val 41727"/>
            </a:avLst>
          </a:prstGeom>
          <a:solidFill>
            <a:srgbClr val="FF3300"/>
          </a:solidFill>
          <a:ln w="9525">
            <a:noFill/>
          </a:ln>
        </p:spPr>
        <p:txBody>
          <a:bodyPr wrap="none" anchor="ct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lnSpc>
                <a:spcPct val="90000"/>
              </a:lnSpc>
              <a:buNone/>
            </a:pPr>
            <a:endParaRPr lang="zh-CN" altLang="en-US" sz="2200" b="1" dirty="0"/>
          </a:p>
        </p:txBody>
      </p:sp>
      <p:sp>
        <p:nvSpPr>
          <p:cNvPr id="362557" name="AutoShape 61"/>
          <p:cNvSpPr/>
          <p:nvPr/>
        </p:nvSpPr>
        <p:spPr>
          <a:xfrm>
            <a:off x="4211638" y="4365625"/>
            <a:ext cx="360362" cy="215900"/>
          </a:xfrm>
          <a:prstGeom prst="rightArrow">
            <a:avLst>
              <a:gd name="adj1" fmla="val 50000"/>
              <a:gd name="adj2" fmla="val 41727"/>
            </a:avLst>
          </a:prstGeom>
          <a:solidFill>
            <a:srgbClr val="FF3300"/>
          </a:solidFill>
          <a:ln w="9525">
            <a:noFill/>
          </a:ln>
        </p:spPr>
        <p:txBody>
          <a:bodyPr wrap="none" anchor="ct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lnSpc>
                <a:spcPct val="90000"/>
              </a:lnSpc>
              <a:buNone/>
            </a:pPr>
            <a:endParaRPr lang="zh-CN" altLang="en-US" sz="2200" b="1" dirty="0"/>
          </a:p>
        </p:txBody>
      </p:sp>
      <p:sp>
        <p:nvSpPr>
          <p:cNvPr id="362558" name="AutoShape 62"/>
          <p:cNvSpPr/>
          <p:nvPr/>
        </p:nvSpPr>
        <p:spPr>
          <a:xfrm>
            <a:off x="684213" y="3644900"/>
            <a:ext cx="360362" cy="215900"/>
          </a:xfrm>
          <a:prstGeom prst="rightArrow">
            <a:avLst>
              <a:gd name="adj1" fmla="val 50000"/>
              <a:gd name="adj2" fmla="val 41727"/>
            </a:avLst>
          </a:prstGeom>
          <a:solidFill>
            <a:srgbClr val="FF3300"/>
          </a:solidFill>
          <a:ln w="9525">
            <a:noFill/>
          </a:ln>
        </p:spPr>
        <p:txBody>
          <a:bodyPr wrap="none" anchor="ct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lnSpc>
                <a:spcPct val="90000"/>
              </a:lnSpc>
              <a:buNone/>
            </a:pPr>
            <a:endParaRPr lang="zh-CN" altLang="en-US" sz="2200" b="1" dirty="0"/>
          </a:p>
        </p:txBody>
      </p:sp>
      <p:sp>
        <p:nvSpPr>
          <p:cNvPr id="362559" name="AutoShape 63"/>
          <p:cNvSpPr/>
          <p:nvPr/>
        </p:nvSpPr>
        <p:spPr>
          <a:xfrm>
            <a:off x="3995738" y="5084763"/>
            <a:ext cx="360362" cy="215900"/>
          </a:xfrm>
          <a:prstGeom prst="rightArrow">
            <a:avLst>
              <a:gd name="adj1" fmla="val 50000"/>
              <a:gd name="adj2" fmla="val 41727"/>
            </a:avLst>
          </a:prstGeom>
          <a:solidFill>
            <a:srgbClr val="FF3300"/>
          </a:solidFill>
          <a:ln w="9525">
            <a:noFill/>
          </a:ln>
        </p:spPr>
        <p:txBody>
          <a:bodyPr wrap="none" anchor="ct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lnSpc>
                <a:spcPct val="90000"/>
              </a:lnSpc>
              <a:buNone/>
            </a:pPr>
            <a:endParaRPr lang="zh-CN" altLang="en-US" sz="2200" b="1" dirty="0"/>
          </a:p>
        </p:txBody>
      </p:sp>
      <p:sp>
        <p:nvSpPr>
          <p:cNvPr id="362560" name="AutoShape 64"/>
          <p:cNvSpPr/>
          <p:nvPr/>
        </p:nvSpPr>
        <p:spPr>
          <a:xfrm>
            <a:off x="4140200" y="5661025"/>
            <a:ext cx="360363" cy="215900"/>
          </a:xfrm>
          <a:prstGeom prst="rightArrow">
            <a:avLst>
              <a:gd name="adj1" fmla="val 50000"/>
              <a:gd name="adj2" fmla="val 41727"/>
            </a:avLst>
          </a:prstGeom>
          <a:solidFill>
            <a:srgbClr val="FF3300"/>
          </a:solidFill>
          <a:ln w="9525">
            <a:noFill/>
          </a:ln>
        </p:spPr>
        <p:txBody>
          <a:bodyPr wrap="none" anchor="ct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lnSpc>
                <a:spcPct val="90000"/>
              </a:lnSpc>
              <a:buNone/>
            </a:pPr>
            <a:endParaRPr lang="zh-CN" altLang="en-US" sz="2200" b="1" dirty="0"/>
          </a:p>
        </p:txBody>
      </p:sp>
      <p:sp>
        <p:nvSpPr>
          <p:cNvPr id="362562" name="Text Box 66"/>
          <p:cNvSpPr txBox="1"/>
          <p:nvPr/>
        </p:nvSpPr>
        <p:spPr>
          <a:xfrm>
            <a:off x="8027988" y="0"/>
            <a:ext cx="215900" cy="393700"/>
          </a:xfrm>
          <a:prstGeom prst="rect">
            <a:avLst/>
          </a:prstGeom>
          <a:solidFill>
            <a:schemeClr val="bg1"/>
          </a:solid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spcBef>
                <a:spcPct val="50000"/>
              </a:spcBef>
              <a:buNone/>
            </a:pPr>
            <a:endParaRPr lang="zh-CN" altLang="en-US" sz="2200" b="1" dirty="0"/>
          </a:p>
        </p:txBody>
      </p:sp>
      <p:sp>
        <p:nvSpPr>
          <p:cNvPr id="362563" name="Text Box 67"/>
          <p:cNvSpPr txBox="1"/>
          <p:nvPr/>
        </p:nvSpPr>
        <p:spPr>
          <a:xfrm>
            <a:off x="179388" y="6021388"/>
            <a:ext cx="8713787" cy="69532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spcBef>
                <a:spcPct val="50000"/>
              </a:spcBef>
              <a:buNone/>
            </a:pPr>
            <a:r>
              <a:rPr lang="zh-CN" altLang="en-US" sz="2200" b="1" dirty="0"/>
              <a:t>若把</a:t>
            </a:r>
            <a:r>
              <a:rPr lang="en-US" altLang="zh-CN" sz="2200" b="1" dirty="0"/>
              <a:t>main</a:t>
            </a:r>
            <a:r>
              <a:rPr lang="zh-CN" altLang="en-US" sz="2200" b="1" dirty="0"/>
              <a:t>中的变量改名为</a:t>
            </a:r>
            <a:r>
              <a:rPr lang="en-US" altLang="zh-CN" sz="2200" b="1" dirty="0"/>
              <a:t>y</a:t>
            </a:r>
            <a:r>
              <a:rPr lang="zh-CN" altLang="en-US" sz="2200" b="1" dirty="0"/>
              <a:t>，则由于其与</a:t>
            </a:r>
            <a:r>
              <a:rPr lang="en-US" altLang="zh-CN" sz="2200" b="1" dirty="0"/>
              <a:t>square</a:t>
            </a:r>
            <a:r>
              <a:rPr lang="zh-CN" altLang="en-US" sz="2200" b="1" dirty="0"/>
              <a:t>中的</a:t>
            </a:r>
            <a:r>
              <a:rPr lang="en-US" altLang="zh-CN" sz="2200" b="1" dirty="0"/>
              <a:t>y</a:t>
            </a:r>
            <a:r>
              <a:rPr lang="zh-CN" altLang="en-US" sz="2200" b="1" dirty="0"/>
              <a:t>占用不同内存，因此不会相互影响。</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62536"/>
                                        </p:tgtEl>
                                        <p:attrNameLst>
                                          <p:attrName>style.visibility</p:attrName>
                                        </p:attrNameLst>
                                      </p:cBhvr>
                                      <p:to>
                                        <p:strVal val="visible"/>
                                      </p:to>
                                    </p:set>
                                    <p:animEffect transition="in" filter="dissolve">
                                      <p:cBhvr>
                                        <p:cTn id="7" dur="500"/>
                                        <p:tgtEl>
                                          <p:spTgt spid="36253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62551"/>
                                        </p:tgtEl>
                                        <p:attrNameLst>
                                          <p:attrName>style.visibility</p:attrName>
                                        </p:attrNameLst>
                                      </p:cBhvr>
                                      <p:to>
                                        <p:strVal val="visible"/>
                                      </p:to>
                                    </p:set>
                                    <p:animEffect transition="in" filter="dissolve">
                                      <p:cBhvr>
                                        <p:cTn id="12" dur="500"/>
                                        <p:tgtEl>
                                          <p:spTgt spid="362551"/>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362542"/>
                                        </p:tgtEl>
                                        <p:attrNameLst>
                                          <p:attrName>style.visibility</p:attrName>
                                        </p:attrNameLst>
                                      </p:cBhvr>
                                      <p:to>
                                        <p:strVal val="visible"/>
                                      </p:to>
                                    </p:set>
                                    <p:animEffect transition="in" filter="dissolve">
                                      <p:cBhvr>
                                        <p:cTn id="17" dur="500"/>
                                        <p:tgtEl>
                                          <p:spTgt spid="362542"/>
                                        </p:tgtEl>
                                      </p:cBhvr>
                                    </p:animEffect>
                                  </p:childTnLst>
                                </p:cTn>
                              </p:par>
                              <p:par>
                                <p:cTn id="18" presetID="9" presetClass="entr" presetSubtype="0" fill="hold" nodeType="withEffect">
                                  <p:stCondLst>
                                    <p:cond delay="0"/>
                                  </p:stCondLst>
                                  <p:childTnLst>
                                    <p:set>
                                      <p:cBhvr>
                                        <p:cTn id="19" dur="1" fill="hold">
                                          <p:stCondLst>
                                            <p:cond delay="0"/>
                                          </p:stCondLst>
                                        </p:cTn>
                                        <p:tgtEl>
                                          <p:spTgt spid="362547"/>
                                        </p:tgtEl>
                                        <p:attrNameLst>
                                          <p:attrName>style.visibility</p:attrName>
                                        </p:attrNameLst>
                                      </p:cBhvr>
                                      <p:to>
                                        <p:strVal val="visible"/>
                                      </p:to>
                                    </p:set>
                                    <p:animEffect transition="in" filter="dissolve">
                                      <p:cBhvr>
                                        <p:cTn id="20" dur="500"/>
                                        <p:tgtEl>
                                          <p:spTgt spid="362547"/>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362553"/>
                                        </p:tgtEl>
                                        <p:attrNameLst>
                                          <p:attrName>style.visibility</p:attrName>
                                        </p:attrNameLst>
                                      </p:cBhvr>
                                      <p:to>
                                        <p:strVal val="visible"/>
                                      </p:to>
                                    </p:set>
                                    <p:animEffect transition="in" filter="dissolve">
                                      <p:cBhvr>
                                        <p:cTn id="25" dur="500"/>
                                        <p:tgtEl>
                                          <p:spTgt spid="362553"/>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nodeType="clickEffect">
                                  <p:stCondLst>
                                    <p:cond delay="0"/>
                                  </p:stCondLst>
                                  <p:childTnLst>
                                    <p:set>
                                      <p:cBhvr>
                                        <p:cTn id="29" dur="1" fill="hold">
                                          <p:stCondLst>
                                            <p:cond delay="0"/>
                                          </p:stCondLst>
                                        </p:cTn>
                                        <p:tgtEl>
                                          <p:spTgt spid="362533"/>
                                        </p:tgtEl>
                                        <p:attrNameLst>
                                          <p:attrName>style.visibility</p:attrName>
                                        </p:attrNameLst>
                                      </p:cBhvr>
                                      <p:to>
                                        <p:strVal val="visible"/>
                                      </p:to>
                                    </p:set>
                                    <p:animEffect transition="in" filter="dissolve">
                                      <p:cBhvr>
                                        <p:cTn id="30" dur="500"/>
                                        <p:tgtEl>
                                          <p:spTgt spid="362533"/>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grpId="0" nodeType="clickEffect">
                                  <p:stCondLst>
                                    <p:cond delay="0"/>
                                  </p:stCondLst>
                                  <p:childTnLst>
                                    <p:set>
                                      <p:cBhvr>
                                        <p:cTn id="34" dur="1" fill="hold">
                                          <p:stCondLst>
                                            <p:cond delay="0"/>
                                          </p:stCondLst>
                                        </p:cTn>
                                        <p:tgtEl>
                                          <p:spTgt spid="362554"/>
                                        </p:tgtEl>
                                        <p:attrNameLst>
                                          <p:attrName>style.visibility</p:attrName>
                                        </p:attrNameLst>
                                      </p:cBhvr>
                                      <p:to>
                                        <p:strVal val="visible"/>
                                      </p:to>
                                    </p:set>
                                    <p:animEffect transition="in" filter="dissolve">
                                      <p:cBhvr>
                                        <p:cTn id="35" dur="500"/>
                                        <p:tgtEl>
                                          <p:spTgt spid="362554"/>
                                        </p:tgtEl>
                                      </p:cBhvr>
                                    </p:animEffect>
                                  </p:childTnLst>
                                </p:cTn>
                              </p:par>
                            </p:childTnLst>
                          </p:cTn>
                        </p:par>
                      </p:childTnLst>
                    </p:cTn>
                  </p:par>
                  <p:par>
                    <p:cTn id="36" fill="hold">
                      <p:stCondLst>
                        <p:cond delay="indefinite"/>
                      </p:stCondLst>
                      <p:childTnLst>
                        <p:par>
                          <p:cTn id="37" fill="hold">
                            <p:stCondLst>
                              <p:cond delay="0"/>
                            </p:stCondLst>
                            <p:childTnLst>
                              <p:par>
                                <p:cTn id="38" presetID="1" presetClass="exit" presetSubtype="0" fill="hold" grpId="0" nodeType="clickEffect">
                                  <p:stCondLst>
                                    <p:cond delay="0"/>
                                  </p:stCondLst>
                                  <p:childTnLst>
                                    <p:set>
                                      <p:cBhvr>
                                        <p:cTn id="39" dur="1" fill="hold">
                                          <p:stCondLst>
                                            <p:cond delay="0"/>
                                          </p:stCondLst>
                                        </p:cTn>
                                        <p:tgtEl>
                                          <p:spTgt spid="362562"/>
                                        </p:tgtEl>
                                        <p:attrNameLst>
                                          <p:attrName>style.visibility</p:attrName>
                                        </p:attrNameLst>
                                      </p:cBhvr>
                                      <p:to>
                                        <p:strVal val="hidden"/>
                                      </p:to>
                                    </p:set>
                                  </p:childTnLst>
                                </p:cTn>
                              </p:par>
                            </p:childTnLst>
                          </p:cTn>
                        </p:par>
                      </p:childTnLst>
                    </p:cTn>
                  </p:par>
                  <p:par>
                    <p:cTn id="40" fill="hold">
                      <p:stCondLst>
                        <p:cond delay="indefinite"/>
                      </p:stCondLst>
                      <p:childTnLst>
                        <p:par>
                          <p:cTn id="41" fill="hold">
                            <p:stCondLst>
                              <p:cond delay="0"/>
                            </p:stCondLst>
                            <p:childTnLst>
                              <p:par>
                                <p:cTn id="42" presetID="9" presetClass="entr" presetSubtype="0" fill="hold" nodeType="clickEffect">
                                  <p:stCondLst>
                                    <p:cond delay="0"/>
                                  </p:stCondLst>
                                  <p:childTnLst>
                                    <p:set>
                                      <p:cBhvr>
                                        <p:cTn id="43" dur="1" fill="hold">
                                          <p:stCondLst>
                                            <p:cond delay="0"/>
                                          </p:stCondLst>
                                        </p:cTn>
                                        <p:tgtEl>
                                          <p:spTgt spid="362555"/>
                                        </p:tgtEl>
                                        <p:attrNameLst>
                                          <p:attrName>style.visibility</p:attrName>
                                        </p:attrNameLst>
                                      </p:cBhvr>
                                      <p:to>
                                        <p:strVal val="visible"/>
                                      </p:to>
                                    </p:set>
                                    <p:animEffect transition="in" filter="dissolve">
                                      <p:cBhvr>
                                        <p:cTn id="44" dur="500"/>
                                        <p:tgtEl>
                                          <p:spTgt spid="362555"/>
                                        </p:tgtEl>
                                      </p:cBhvr>
                                    </p:animEffect>
                                  </p:childTnLst>
                                </p:cTn>
                              </p:par>
                            </p:childTnLst>
                          </p:cTn>
                        </p:par>
                      </p:childTnLst>
                    </p:cTn>
                  </p:par>
                  <p:par>
                    <p:cTn id="45" fill="hold">
                      <p:stCondLst>
                        <p:cond delay="indefinite"/>
                      </p:stCondLst>
                      <p:childTnLst>
                        <p:par>
                          <p:cTn id="46" fill="hold">
                            <p:stCondLst>
                              <p:cond delay="0"/>
                            </p:stCondLst>
                            <p:childTnLst>
                              <p:par>
                                <p:cTn id="47" presetID="9" presetClass="entr" presetSubtype="0" fill="hold" grpId="0" nodeType="clickEffect">
                                  <p:stCondLst>
                                    <p:cond delay="0"/>
                                  </p:stCondLst>
                                  <p:childTnLst>
                                    <p:set>
                                      <p:cBhvr>
                                        <p:cTn id="48" dur="1" fill="hold">
                                          <p:stCondLst>
                                            <p:cond delay="0"/>
                                          </p:stCondLst>
                                        </p:cTn>
                                        <p:tgtEl>
                                          <p:spTgt spid="362556"/>
                                        </p:tgtEl>
                                        <p:attrNameLst>
                                          <p:attrName>style.visibility</p:attrName>
                                        </p:attrNameLst>
                                      </p:cBhvr>
                                      <p:to>
                                        <p:strVal val="visible"/>
                                      </p:to>
                                    </p:set>
                                    <p:animEffect transition="in" filter="dissolve">
                                      <p:cBhvr>
                                        <p:cTn id="49" dur="500"/>
                                        <p:tgtEl>
                                          <p:spTgt spid="362556"/>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xit" presetSubtype="0" fill="hold" grpId="1" nodeType="clickEffect">
                                  <p:stCondLst>
                                    <p:cond delay="0"/>
                                  </p:stCondLst>
                                  <p:childTnLst>
                                    <p:set>
                                      <p:cBhvr>
                                        <p:cTn id="53" dur="1" fill="hold">
                                          <p:stCondLst>
                                            <p:cond delay="0"/>
                                          </p:stCondLst>
                                        </p:cTn>
                                        <p:tgtEl>
                                          <p:spTgt spid="362551"/>
                                        </p:tgtEl>
                                        <p:attrNameLst>
                                          <p:attrName>style.visibility</p:attrName>
                                        </p:attrNameLst>
                                      </p:cBhvr>
                                      <p:to>
                                        <p:strVal val="hidden"/>
                                      </p:to>
                                    </p:set>
                                  </p:childTnLst>
                                </p:cTn>
                              </p:par>
                              <p:par>
                                <p:cTn id="54" presetID="1" presetClass="exit" presetSubtype="0" fill="hold" grpId="1" nodeType="withEffect">
                                  <p:stCondLst>
                                    <p:cond delay="0"/>
                                  </p:stCondLst>
                                  <p:childTnLst>
                                    <p:set>
                                      <p:cBhvr>
                                        <p:cTn id="55" dur="1" fill="hold">
                                          <p:stCondLst>
                                            <p:cond delay="0"/>
                                          </p:stCondLst>
                                        </p:cTn>
                                        <p:tgtEl>
                                          <p:spTgt spid="362553"/>
                                        </p:tgtEl>
                                        <p:attrNameLst>
                                          <p:attrName>style.visibility</p:attrName>
                                        </p:attrNameLst>
                                      </p:cBhvr>
                                      <p:to>
                                        <p:strVal val="hidden"/>
                                      </p:to>
                                    </p:set>
                                  </p:childTnLst>
                                </p:cTn>
                              </p:par>
                              <p:par>
                                <p:cTn id="56" presetID="1" presetClass="exit" presetSubtype="0" fill="hold" grpId="1" nodeType="withEffect">
                                  <p:stCondLst>
                                    <p:cond delay="0"/>
                                  </p:stCondLst>
                                  <p:childTnLst>
                                    <p:set>
                                      <p:cBhvr>
                                        <p:cTn id="57" dur="1" fill="hold">
                                          <p:stCondLst>
                                            <p:cond delay="0"/>
                                          </p:stCondLst>
                                        </p:cTn>
                                        <p:tgtEl>
                                          <p:spTgt spid="362554"/>
                                        </p:tgtEl>
                                        <p:attrNameLst>
                                          <p:attrName>style.visibility</p:attrName>
                                        </p:attrNameLst>
                                      </p:cBhvr>
                                      <p:to>
                                        <p:strVal val="hidden"/>
                                      </p:to>
                                    </p:set>
                                  </p:childTnLst>
                                </p:cTn>
                              </p:par>
                            </p:childTnLst>
                          </p:cTn>
                        </p:par>
                      </p:childTnLst>
                    </p:cTn>
                  </p:par>
                  <p:par>
                    <p:cTn id="58" fill="hold">
                      <p:stCondLst>
                        <p:cond delay="indefinite"/>
                      </p:stCondLst>
                      <p:childTnLst>
                        <p:par>
                          <p:cTn id="59" fill="hold">
                            <p:stCondLst>
                              <p:cond delay="0"/>
                            </p:stCondLst>
                            <p:childTnLst>
                              <p:par>
                                <p:cTn id="60" presetID="9" presetClass="entr" presetSubtype="0" fill="hold" grpId="2" nodeType="clickEffect">
                                  <p:stCondLst>
                                    <p:cond delay="0"/>
                                  </p:stCondLst>
                                  <p:childTnLst>
                                    <p:set>
                                      <p:cBhvr>
                                        <p:cTn id="61" dur="1" fill="hold">
                                          <p:stCondLst>
                                            <p:cond delay="0"/>
                                          </p:stCondLst>
                                        </p:cTn>
                                        <p:tgtEl>
                                          <p:spTgt spid="362551"/>
                                        </p:tgtEl>
                                        <p:attrNameLst>
                                          <p:attrName>style.visibility</p:attrName>
                                        </p:attrNameLst>
                                      </p:cBhvr>
                                      <p:to>
                                        <p:strVal val="visible"/>
                                      </p:to>
                                    </p:set>
                                    <p:animEffect transition="in" filter="dissolve">
                                      <p:cBhvr>
                                        <p:cTn id="62" dur="500"/>
                                        <p:tgtEl>
                                          <p:spTgt spid="362551"/>
                                        </p:tgtEl>
                                      </p:cBhvr>
                                    </p:animEffect>
                                  </p:childTnLst>
                                </p:cTn>
                              </p:par>
                              <p:par>
                                <p:cTn id="63" presetID="9" presetClass="entr" presetSubtype="0" fill="hold" grpId="2" nodeType="withEffect">
                                  <p:stCondLst>
                                    <p:cond delay="0"/>
                                  </p:stCondLst>
                                  <p:childTnLst>
                                    <p:set>
                                      <p:cBhvr>
                                        <p:cTn id="64" dur="1" fill="hold">
                                          <p:stCondLst>
                                            <p:cond delay="0"/>
                                          </p:stCondLst>
                                        </p:cTn>
                                        <p:tgtEl>
                                          <p:spTgt spid="362553"/>
                                        </p:tgtEl>
                                        <p:attrNameLst>
                                          <p:attrName>style.visibility</p:attrName>
                                        </p:attrNameLst>
                                      </p:cBhvr>
                                      <p:to>
                                        <p:strVal val="visible"/>
                                      </p:to>
                                    </p:set>
                                    <p:animEffect transition="in" filter="dissolve">
                                      <p:cBhvr>
                                        <p:cTn id="65" dur="500"/>
                                        <p:tgtEl>
                                          <p:spTgt spid="362553"/>
                                        </p:tgtEl>
                                      </p:cBhvr>
                                    </p:animEffect>
                                  </p:childTnLst>
                                </p:cTn>
                              </p:par>
                            </p:childTnLst>
                          </p:cTn>
                        </p:par>
                      </p:childTnLst>
                    </p:cTn>
                  </p:par>
                  <p:par>
                    <p:cTn id="66" fill="hold">
                      <p:stCondLst>
                        <p:cond delay="indefinite"/>
                      </p:stCondLst>
                      <p:childTnLst>
                        <p:par>
                          <p:cTn id="67" fill="hold">
                            <p:stCondLst>
                              <p:cond delay="0"/>
                            </p:stCondLst>
                            <p:childTnLst>
                              <p:par>
                                <p:cTn id="68" presetID="9" presetClass="entr" presetSubtype="0" fill="hold" nodeType="clickEffect">
                                  <p:stCondLst>
                                    <p:cond delay="0"/>
                                  </p:stCondLst>
                                  <p:childTnLst>
                                    <p:set>
                                      <p:cBhvr>
                                        <p:cTn id="69" dur="1" fill="hold">
                                          <p:stCondLst>
                                            <p:cond delay="0"/>
                                          </p:stCondLst>
                                        </p:cTn>
                                        <p:tgtEl>
                                          <p:spTgt spid="362534"/>
                                        </p:tgtEl>
                                        <p:attrNameLst>
                                          <p:attrName>style.visibility</p:attrName>
                                        </p:attrNameLst>
                                      </p:cBhvr>
                                      <p:to>
                                        <p:strVal val="visible"/>
                                      </p:to>
                                    </p:set>
                                    <p:animEffect transition="in" filter="dissolve">
                                      <p:cBhvr>
                                        <p:cTn id="70" dur="500"/>
                                        <p:tgtEl>
                                          <p:spTgt spid="362534"/>
                                        </p:tgtEl>
                                      </p:cBhvr>
                                    </p:animEffect>
                                  </p:childTnLst>
                                </p:cTn>
                              </p:par>
                            </p:childTnLst>
                          </p:cTn>
                        </p:par>
                      </p:childTnLst>
                    </p:cTn>
                  </p:par>
                  <p:par>
                    <p:cTn id="71" fill="hold">
                      <p:stCondLst>
                        <p:cond delay="indefinite"/>
                      </p:stCondLst>
                      <p:childTnLst>
                        <p:par>
                          <p:cTn id="72" fill="hold">
                            <p:stCondLst>
                              <p:cond delay="0"/>
                            </p:stCondLst>
                            <p:childTnLst>
                              <p:par>
                                <p:cTn id="73" presetID="9" presetClass="entr" presetSubtype="0" fill="hold" grpId="2" nodeType="clickEffect">
                                  <p:stCondLst>
                                    <p:cond delay="0"/>
                                  </p:stCondLst>
                                  <p:childTnLst>
                                    <p:set>
                                      <p:cBhvr>
                                        <p:cTn id="74" dur="1" fill="hold">
                                          <p:stCondLst>
                                            <p:cond delay="0"/>
                                          </p:stCondLst>
                                        </p:cTn>
                                        <p:tgtEl>
                                          <p:spTgt spid="362554"/>
                                        </p:tgtEl>
                                        <p:attrNameLst>
                                          <p:attrName>style.visibility</p:attrName>
                                        </p:attrNameLst>
                                      </p:cBhvr>
                                      <p:to>
                                        <p:strVal val="visible"/>
                                      </p:to>
                                    </p:set>
                                    <p:animEffect transition="in" filter="dissolve">
                                      <p:cBhvr>
                                        <p:cTn id="75" dur="500"/>
                                        <p:tgtEl>
                                          <p:spTgt spid="362554"/>
                                        </p:tgtEl>
                                      </p:cBhvr>
                                    </p:animEffect>
                                  </p:childTnLst>
                                </p:cTn>
                              </p:par>
                            </p:childTnLst>
                          </p:cTn>
                        </p:par>
                      </p:childTnLst>
                    </p:cTn>
                  </p:par>
                  <p:par>
                    <p:cTn id="76" fill="hold">
                      <p:stCondLst>
                        <p:cond delay="indefinite"/>
                      </p:stCondLst>
                      <p:childTnLst>
                        <p:par>
                          <p:cTn id="77" fill="hold">
                            <p:stCondLst>
                              <p:cond delay="0"/>
                            </p:stCondLst>
                            <p:childTnLst>
                              <p:par>
                                <p:cTn id="78" presetID="9" presetClass="entr" presetSubtype="0" fill="hold" grpId="0" nodeType="clickEffect">
                                  <p:stCondLst>
                                    <p:cond delay="0"/>
                                  </p:stCondLst>
                                  <p:childTnLst>
                                    <p:set>
                                      <p:cBhvr>
                                        <p:cTn id="79" dur="1" fill="hold">
                                          <p:stCondLst>
                                            <p:cond delay="0"/>
                                          </p:stCondLst>
                                        </p:cTn>
                                        <p:tgtEl>
                                          <p:spTgt spid="362557"/>
                                        </p:tgtEl>
                                        <p:attrNameLst>
                                          <p:attrName>style.visibility</p:attrName>
                                        </p:attrNameLst>
                                      </p:cBhvr>
                                      <p:to>
                                        <p:strVal val="visible"/>
                                      </p:to>
                                    </p:set>
                                    <p:animEffect transition="in" filter="dissolve">
                                      <p:cBhvr>
                                        <p:cTn id="80" dur="500"/>
                                        <p:tgtEl>
                                          <p:spTgt spid="362557"/>
                                        </p:tgtEl>
                                      </p:cBhvr>
                                    </p:animEffect>
                                  </p:childTnLst>
                                </p:cTn>
                              </p:par>
                            </p:childTnLst>
                          </p:cTn>
                        </p:par>
                      </p:childTnLst>
                    </p:cTn>
                  </p:par>
                  <p:par>
                    <p:cTn id="81" fill="hold">
                      <p:stCondLst>
                        <p:cond delay="indefinite"/>
                      </p:stCondLst>
                      <p:childTnLst>
                        <p:par>
                          <p:cTn id="82" fill="hold">
                            <p:stCondLst>
                              <p:cond delay="0"/>
                            </p:stCondLst>
                            <p:childTnLst>
                              <p:par>
                                <p:cTn id="83" presetID="1" presetClass="exit" presetSubtype="0" fill="hold" grpId="1" nodeType="clickEffect">
                                  <p:stCondLst>
                                    <p:cond delay="0"/>
                                  </p:stCondLst>
                                  <p:childTnLst>
                                    <p:set>
                                      <p:cBhvr>
                                        <p:cTn id="84" dur="1" fill="hold">
                                          <p:stCondLst>
                                            <p:cond delay="0"/>
                                          </p:stCondLst>
                                        </p:cTn>
                                        <p:tgtEl>
                                          <p:spTgt spid="362556"/>
                                        </p:tgtEl>
                                        <p:attrNameLst>
                                          <p:attrName>style.visibility</p:attrName>
                                        </p:attrNameLst>
                                      </p:cBhvr>
                                      <p:to>
                                        <p:strVal val="hidden"/>
                                      </p:to>
                                    </p:set>
                                  </p:childTnLst>
                                </p:cTn>
                              </p:par>
                            </p:childTnLst>
                          </p:cTn>
                        </p:par>
                      </p:childTnLst>
                    </p:cTn>
                  </p:par>
                  <p:par>
                    <p:cTn id="85" fill="hold">
                      <p:stCondLst>
                        <p:cond delay="indefinite"/>
                      </p:stCondLst>
                      <p:childTnLst>
                        <p:par>
                          <p:cTn id="86" fill="hold">
                            <p:stCondLst>
                              <p:cond delay="0"/>
                            </p:stCondLst>
                            <p:childTnLst>
                              <p:par>
                                <p:cTn id="87" presetID="9" presetClass="entr" presetSubtype="0" fill="hold" grpId="0" nodeType="clickEffect">
                                  <p:stCondLst>
                                    <p:cond delay="0"/>
                                  </p:stCondLst>
                                  <p:childTnLst>
                                    <p:set>
                                      <p:cBhvr>
                                        <p:cTn id="88" dur="1" fill="hold">
                                          <p:stCondLst>
                                            <p:cond delay="0"/>
                                          </p:stCondLst>
                                        </p:cTn>
                                        <p:tgtEl>
                                          <p:spTgt spid="362559"/>
                                        </p:tgtEl>
                                        <p:attrNameLst>
                                          <p:attrName>style.visibility</p:attrName>
                                        </p:attrNameLst>
                                      </p:cBhvr>
                                      <p:to>
                                        <p:strVal val="visible"/>
                                      </p:to>
                                    </p:set>
                                    <p:animEffect transition="in" filter="dissolve">
                                      <p:cBhvr>
                                        <p:cTn id="89" dur="500"/>
                                        <p:tgtEl>
                                          <p:spTgt spid="362559"/>
                                        </p:tgtEl>
                                      </p:cBhvr>
                                    </p:animEffect>
                                  </p:childTnLst>
                                </p:cTn>
                              </p:par>
                            </p:childTnLst>
                          </p:cTn>
                        </p:par>
                      </p:childTnLst>
                    </p:cTn>
                  </p:par>
                  <p:par>
                    <p:cTn id="90" fill="hold">
                      <p:stCondLst>
                        <p:cond delay="indefinite"/>
                      </p:stCondLst>
                      <p:childTnLst>
                        <p:par>
                          <p:cTn id="91" fill="hold">
                            <p:stCondLst>
                              <p:cond delay="0"/>
                            </p:stCondLst>
                            <p:childTnLst>
                              <p:par>
                                <p:cTn id="92" presetID="9" presetClass="entr" presetSubtype="0" fill="hold" nodeType="clickEffect">
                                  <p:stCondLst>
                                    <p:cond delay="0"/>
                                  </p:stCondLst>
                                  <p:childTnLst>
                                    <p:set>
                                      <p:cBhvr>
                                        <p:cTn id="93" dur="1" fill="hold">
                                          <p:stCondLst>
                                            <p:cond delay="0"/>
                                          </p:stCondLst>
                                        </p:cTn>
                                        <p:tgtEl>
                                          <p:spTgt spid="362535"/>
                                        </p:tgtEl>
                                        <p:attrNameLst>
                                          <p:attrName>style.visibility</p:attrName>
                                        </p:attrNameLst>
                                      </p:cBhvr>
                                      <p:to>
                                        <p:strVal val="visible"/>
                                      </p:to>
                                    </p:set>
                                    <p:animEffect transition="in" filter="dissolve">
                                      <p:cBhvr>
                                        <p:cTn id="94" dur="500"/>
                                        <p:tgtEl>
                                          <p:spTgt spid="362535"/>
                                        </p:tgtEl>
                                      </p:cBhvr>
                                    </p:animEffect>
                                  </p:childTnLst>
                                </p:cTn>
                              </p:par>
                            </p:childTnLst>
                          </p:cTn>
                        </p:par>
                      </p:childTnLst>
                    </p:cTn>
                  </p:par>
                  <p:par>
                    <p:cTn id="95" fill="hold">
                      <p:stCondLst>
                        <p:cond delay="indefinite"/>
                      </p:stCondLst>
                      <p:childTnLst>
                        <p:par>
                          <p:cTn id="96" fill="hold">
                            <p:stCondLst>
                              <p:cond delay="0"/>
                            </p:stCondLst>
                            <p:childTnLst>
                              <p:par>
                                <p:cTn id="97" presetID="9" presetClass="entr" presetSubtype="0" fill="hold" grpId="0" nodeType="clickEffect">
                                  <p:stCondLst>
                                    <p:cond delay="0"/>
                                  </p:stCondLst>
                                  <p:childTnLst>
                                    <p:set>
                                      <p:cBhvr>
                                        <p:cTn id="98" dur="1" fill="hold">
                                          <p:stCondLst>
                                            <p:cond delay="0"/>
                                          </p:stCondLst>
                                        </p:cTn>
                                        <p:tgtEl>
                                          <p:spTgt spid="362560"/>
                                        </p:tgtEl>
                                        <p:attrNameLst>
                                          <p:attrName>style.visibility</p:attrName>
                                        </p:attrNameLst>
                                      </p:cBhvr>
                                      <p:to>
                                        <p:strVal val="visible"/>
                                      </p:to>
                                    </p:set>
                                    <p:animEffect transition="in" filter="dissolve">
                                      <p:cBhvr>
                                        <p:cTn id="99" dur="500"/>
                                        <p:tgtEl>
                                          <p:spTgt spid="362560"/>
                                        </p:tgtEl>
                                      </p:cBhvr>
                                    </p:animEffect>
                                  </p:childTnLst>
                                </p:cTn>
                              </p:par>
                            </p:childTnLst>
                          </p:cTn>
                        </p:par>
                      </p:childTnLst>
                    </p:cTn>
                  </p:par>
                  <p:par>
                    <p:cTn id="100" fill="hold">
                      <p:stCondLst>
                        <p:cond delay="indefinite"/>
                      </p:stCondLst>
                      <p:childTnLst>
                        <p:par>
                          <p:cTn id="101" fill="hold">
                            <p:stCondLst>
                              <p:cond delay="0"/>
                            </p:stCondLst>
                            <p:childTnLst>
                              <p:par>
                                <p:cTn id="102" presetID="9" presetClass="entr" presetSubtype="0" fill="hold" grpId="0" nodeType="clickEffect">
                                  <p:stCondLst>
                                    <p:cond delay="0"/>
                                  </p:stCondLst>
                                  <p:childTnLst>
                                    <p:set>
                                      <p:cBhvr>
                                        <p:cTn id="103" dur="1" fill="hold">
                                          <p:stCondLst>
                                            <p:cond delay="0"/>
                                          </p:stCondLst>
                                        </p:cTn>
                                        <p:tgtEl>
                                          <p:spTgt spid="362558"/>
                                        </p:tgtEl>
                                        <p:attrNameLst>
                                          <p:attrName>style.visibility</p:attrName>
                                        </p:attrNameLst>
                                      </p:cBhvr>
                                      <p:to>
                                        <p:strVal val="visible"/>
                                      </p:to>
                                    </p:set>
                                    <p:animEffect transition="in" filter="dissolve">
                                      <p:cBhvr>
                                        <p:cTn id="104" dur="500"/>
                                        <p:tgtEl>
                                          <p:spTgt spid="362558"/>
                                        </p:tgtEl>
                                      </p:cBhvr>
                                    </p:animEffect>
                                  </p:childTnLst>
                                </p:cTn>
                              </p:par>
                            </p:childTnLst>
                          </p:cTn>
                        </p:par>
                      </p:childTnLst>
                    </p:cTn>
                  </p:par>
                  <p:par>
                    <p:cTn id="105" fill="hold">
                      <p:stCondLst>
                        <p:cond delay="indefinite"/>
                      </p:stCondLst>
                      <p:childTnLst>
                        <p:par>
                          <p:cTn id="106" fill="hold">
                            <p:stCondLst>
                              <p:cond delay="0"/>
                            </p:stCondLst>
                            <p:childTnLst>
                              <p:par>
                                <p:cTn id="107" presetID="9" presetClass="entr" presetSubtype="0" fill="hold" grpId="0" nodeType="clickEffect">
                                  <p:stCondLst>
                                    <p:cond delay="0"/>
                                  </p:stCondLst>
                                  <p:childTnLst>
                                    <p:set>
                                      <p:cBhvr>
                                        <p:cTn id="108" dur="1" fill="hold">
                                          <p:stCondLst>
                                            <p:cond delay="0"/>
                                          </p:stCondLst>
                                        </p:cTn>
                                        <p:tgtEl>
                                          <p:spTgt spid="362563"/>
                                        </p:tgtEl>
                                        <p:attrNameLst>
                                          <p:attrName>style.visibility</p:attrName>
                                        </p:attrNameLst>
                                      </p:cBhvr>
                                      <p:to>
                                        <p:strVal val="visible"/>
                                      </p:to>
                                    </p:set>
                                    <p:animEffect transition="in" filter="dissolve">
                                      <p:cBhvr>
                                        <p:cTn id="109" dur="500"/>
                                        <p:tgtEl>
                                          <p:spTgt spid="3625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2542" grpId="0"/>
      <p:bldP spid="362551" grpId="0" animBg="1"/>
      <p:bldP spid="362551" grpId="1" animBg="1"/>
      <p:bldP spid="362551" grpId="2" animBg="1"/>
      <p:bldP spid="362553" grpId="0" animBg="1"/>
      <p:bldP spid="362553" grpId="1" animBg="1"/>
      <p:bldP spid="362553" grpId="2" animBg="1"/>
      <p:bldP spid="362554" grpId="0" animBg="1"/>
      <p:bldP spid="362554" grpId="1" animBg="1"/>
      <p:bldP spid="362554" grpId="2" animBg="1"/>
      <p:bldP spid="362556" grpId="0" animBg="1"/>
      <p:bldP spid="362556" grpId="1" animBg="1"/>
      <p:bldP spid="362557" grpId="0" animBg="1"/>
      <p:bldP spid="362558" grpId="0" animBg="1"/>
      <p:bldP spid="362559" grpId="0" animBg="1"/>
      <p:bldP spid="362560" grpId="0" animBg="1"/>
      <p:bldP spid="362562" grpId="0" animBg="1"/>
      <p:bldP spid="362563"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52</a:t>
            </a:fld>
            <a:endParaRPr lang="zh-CN" altLang="en-US" sz="1400" b="1" dirty="0"/>
          </a:p>
        </p:txBody>
      </p:sp>
      <p:sp>
        <p:nvSpPr>
          <p:cNvPr id="67587" name="Rectangle 4"/>
          <p:cNvSpPr>
            <a:spLocks noGrp="1"/>
          </p:cNvSpPr>
          <p:nvPr>
            <p:ph idx="1"/>
          </p:nvPr>
        </p:nvSpPr>
        <p:spPr>
          <a:xfrm>
            <a:off x="685800" y="1319213"/>
            <a:ext cx="7772400" cy="5133975"/>
          </a:xfrm>
        </p:spPr>
        <p:txBody>
          <a:bodyPr vert="horz" wrap="square" lIns="92075" tIns="46038" rIns="92075" bIns="46038" anchor="t"/>
          <a:lstStyle/>
          <a:p>
            <a:pPr eaLnBrk="1" hangingPunct="1">
              <a:buNone/>
            </a:pPr>
            <a:r>
              <a:rPr lang="zh-CN" altLang="en-US" sz="2400" b="1" dirty="0"/>
              <a:t>5.</a:t>
            </a:r>
            <a:r>
              <a:rPr lang="en-US" altLang="zh-CN" sz="2400" b="1" dirty="0"/>
              <a:t>3</a:t>
            </a:r>
            <a:r>
              <a:rPr lang="zh-CN" altLang="en-US" sz="2400" b="1" dirty="0"/>
              <a:t>  子程序概念与设计</a:t>
            </a:r>
          </a:p>
          <a:p>
            <a:pPr eaLnBrk="1" hangingPunct="1">
              <a:buNone/>
            </a:pPr>
            <a:r>
              <a:rPr lang="zh-CN" altLang="en-US" sz="2400" b="1" dirty="0"/>
              <a:t>5.</a:t>
            </a:r>
            <a:r>
              <a:rPr lang="en-US" altLang="zh-CN" sz="2400" b="1" dirty="0"/>
              <a:t>4</a:t>
            </a:r>
            <a:r>
              <a:rPr lang="zh-CN" altLang="en-US" sz="2400" b="1" dirty="0"/>
              <a:t>  </a:t>
            </a:r>
            <a:r>
              <a:rPr lang="en-US" altLang="zh-CN" sz="2400" b="1" dirty="0"/>
              <a:t>C</a:t>
            </a:r>
            <a:r>
              <a:rPr lang="zh-CN" altLang="en-US" sz="2400" b="1" dirty="0"/>
              <a:t>语言的函数</a:t>
            </a:r>
          </a:p>
          <a:p>
            <a:pPr lvl="1" eaLnBrk="1" hangingPunct="1">
              <a:buNone/>
            </a:pPr>
            <a:r>
              <a:rPr lang="zh-CN" altLang="en-US" sz="2400" b="1" dirty="0">
                <a:latin typeface="黑体" panose="02010609060101010101" pitchFamily="49" charset="-122"/>
                <a:ea typeface="黑体" panose="02010609060101010101" pitchFamily="49" charset="-122"/>
              </a:rPr>
              <a:t>5.</a:t>
            </a:r>
            <a:r>
              <a:rPr lang="en-US" altLang="zh-CN" sz="2400" b="1" dirty="0">
                <a:latin typeface="黑体" panose="02010609060101010101" pitchFamily="49" charset="-122"/>
                <a:ea typeface="黑体" panose="02010609060101010101" pitchFamily="49" charset="-122"/>
              </a:rPr>
              <a:t>4</a:t>
            </a:r>
            <a:r>
              <a:rPr lang="zh-CN" altLang="en-US" sz="2400" b="1" dirty="0">
                <a:latin typeface="黑体" panose="02010609060101010101" pitchFamily="49" charset="-122"/>
                <a:ea typeface="黑体" panose="02010609060101010101" pitchFamily="49" charset="-122"/>
              </a:rPr>
              <a:t>.1  函数</a:t>
            </a:r>
          </a:p>
          <a:p>
            <a:pPr lvl="1" eaLnBrk="1" hangingPunct="1">
              <a:buNone/>
            </a:pPr>
            <a:r>
              <a:rPr lang="zh-CN" altLang="en-US" sz="2400" b="1" dirty="0">
                <a:latin typeface="黑体" panose="02010609060101010101" pitchFamily="49" charset="-122"/>
                <a:ea typeface="黑体" panose="02010609060101010101" pitchFamily="49" charset="-122"/>
              </a:rPr>
              <a:t>5.</a:t>
            </a:r>
            <a:r>
              <a:rPr lang="en-US" altLang="zh-CN" sz="2400" b="1" dirty="0">
                <a:latin typeface="黑体" panose="02010609060101010101" pitchFamily="49" charset="-122"/>
                <a:ea typeface="黑体" panose="02010609060101010101" pitchFamily="49" charset="-122"/>
              </a:rPr>
              <a:t>4</a:t>
            </a:r>
            <a:r>
              <a:rPr lang="zh-CN" altLang="en-US" sz="2400" b="1" dirty="0">
                <a:latin typeface="黑体" panose="02010609060101010101" pitchFamily="49" charset="-122"/>
                <a:ea typeface="黑体" panose="02010609060101010101" pitchFamily="49" charset="-122"/>
              </a:rPr>
              <a:t>.2  函数的定义</a:t>
            </a:r>
          </a:p>
          <a:p>
            <a:pPr lvl="1" eaLnBrk="1" hangingPunct="1">
              <a:buNone/>
            </a:pPr>
            <a:r>
              <a:rPr lang="zh-CN" altLang="en-US" sz="2400" b="1" dirty="0">
                <a:latin typeface="黑体" panose="02010609060101010101" pitchFamily="49" charset="-122"/>
                <a:ea typeface="黑体" panose="02010609060101010101" pitchFamily="49" charset="-122"/>
              </a:rPr>
              <a:t>5.</a:t>
            </a:r>
            <a:r>
              <a:rPr lang="en-US" altLang="zh-CN" sz="2400" b="1" dirty="0">
                <a:latin typeface="黑体" panose="02010609060101010101" pitchFamily="49" charset="-122"/>
                <a:ea typeface="黑体" panose="02010609060101010101" pitchFamily="49" charset="-122"/>
              </a:rPr>
              <a:t>4</a:t>
            </a:r>
            <a:r>
              <a:rPr lang="zh-CN" altLang="en-US" sz="2400" b="1" dirty="0">
                <a:latin typeface="黑体" panose="02010609060101010101" pitchFamily="49" charset="-122"/>
                <a:ea typeface="黑体" panose="02010609060101010101" pitchFamily="49" charset="-122"/>
              </a:rPr>
              <a:t>.</a:t>
            </a:r>
            <a:r>
              <a:rPr lang="en-US" altLang="zh-CN" sz="2400" b="1" dirty="0">
                <a:latin typeface="黑体" panose="02010609060101010101" pitchFamily="49" charset="-122"/>
                <a:ea typeface="黑体" panose="02010609060101010101" pitchFamily="49" charset="-122"/>
              </a:rPr>
              <a:t>3  </a:t>
            </a:r>
            <a:r>
              <a:rPr lang="zh-CN" altLang="en-US" sz="2400" b="1" dirty="0">
                <a:latin typeface="黑体" panose="02010609060101010101" pitchFamily="49" charset="-122"/>
                <a:ea typeface="黑体" panose="02010609060101010101" pitchFamily="49" charset="-122"/>
              </a:rPr>
              <a:t>函数的调用</a:t>
            </a:r>
          </a:p>
          <a:p>
            <a:pPr lvl="1" eaLnBrk="1" hangingPunct="1">
              <a:buNone/>
            </a:pPr>
            <a:r>
              <a:rPr lang="en-US" altLang="zh-CN" sz="2400" b="1" dirty="0">
                <a:solidFill>
                  <a:srgbClr val="FF0000"/>
                </a:solidFill>
                <a:latin typeface="黑体" panose="02010609060101010101" pitchFamily="49" charset="-122"/>
                <a:ea typeface="黑体" panose="02010609060101010101" pitchFamily="49" charset="-122"/>
              </a:rPr>
              <a:t>5.4.4  </a:t>
            </a:r>
            <a:r>
              <a:rPr lang="zh-CN" altLang="en-US" sz="2400" b="1" dirty="0">
                <a:solidFill>
                  <a:srgbClr val="FF0000"/>
                </a:solidFill>
                <a:latin typeface="黑体" panose="02010609060101010101" pitchFamily="49" charset="-122"/>
                <a:ea typeface="黑体" panose="02010609060101010101" pitchFamily="49" charset="-122"/>
              </a:rPr>
              <a:t>函数原型</a:t>
            </a:r>
          </a:p>
          <a:p>
            <a:pPr eaLnBrk="1" hangingPunct="1">
              <a:buNone/>
            </a:pPr>
            <a:r>
              <a:rPr lang="zh-CN" altLang="en-US" sz="2400" b="1" dirty="0"/>
              <a:t>5.</a:t>
            </a:r>
            <a:r>
              <a:rPr lang="en-US" altLang="zh-CN" sz="2400" b="1" dirty="0"/>
              <a:t>5</a:t>
            </a:r>
            <a:r>
              <a:rPr lang="zh-CN" altLang="en-US" sz="2400" b="1" dirty="0"/>
              <a:t>  头文件</a:t>
            </a:r>
          </a:p>
          <a:p>
            <a:pPr eaLnBrk="1" hangingPunct="1">
              <a:buNone/>
            </a:pPr>
            <a:r>
              <a:rPr lang="zh-CN" altLang="en-US" sz="2400" b="1" dirty="0"/>
              <a:t>5.</a:t>
            </a:r>
            <a:r>
              <a:rPr lang="en-US" altLang="zh-CN" sz="2400" b="1" dirty="0"/>
              <a:t>6</a:t>
            </a:r>
            <a:r>
              <a:rPr lang="zh-CN" altLang="en-US" sz="2400" b="1" dirty="0"/>
              <a:t>  函数应用举例</a:t>
            </a:r>
          </a:p>
        </p:txBody>
      </p:sp>
      <p:sp>
        <p:nvSpPr>
          <p:cNvPr id="67588" name="Rectangle 5"/>
          <p:cNvSpPr>
            <a:spLocks noGrp="1"/>
          </p:cNvSpPr>
          <p:nvPr>
            <p:ph type="title"/>
          </p:nvPr>
        </p:nvSpPr>
        <p:spPr/>
        <p:txBody>
          <a:bodyPr vert="horz" wrap="square" lIns="91440" tIns="45720" rIns="91440" bIns="45720" anchor="ctr"/>
          <a:lstStyle/>
          <a:p>
            <a:pPr eaLnBrk="1" hangingPunct="1"/>
            <a:r>
              <a:rPr lang="zh-CN" altLang="en-US" b="1" dirty="0"/>
              <a:t>提纲</a:t>
            </a:r>
          </a:p>
        </p:txBody>
      </p: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53</a:t>
            </a:fld>
            <a:endParaRPr lang="zh-CN" altLang="en-US" sz="1400" b="1" dirty="0"/>
          </a:p>
        </p:txBody>
      </p:sp>
      <p:sp>
        <p:nvSpPr>
          <p:cNvPr id="68611" name="Text Box 5"/>
          <p:cNvSpPr txBox="1"/>
          <p:nvPr/>
        </p:nvSpPr>
        <p:spPr>
          <a:xfrm>
            <a:off x="395288" y="1341438"/>
            <a:ext cx="8077200" cy="479266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spcBef>
                <a:spcPct val="50000"/>
              </a:spcBef>
              <a:buNone/>
            </a:pPr>
            <a:r>
              <a:rPr lang="zh-CN" altLang="en-US" b="1" dirty="0"/>
              <a:t>（1） </a:t>
            </a:r>
            <a:r>
              <a:rPr lang="en-US" altLang="zh-CN" b="1" dirty="0"/>
              <a:t>C</a:t>
            </a:r>
            <a:r>
              <a:rPr lang="zh-CN" altLang="en-US" b="1" dirty="0"/>
              <a:t>语言的原则（先声明、后使用）；</a:t>
            </a:r>
          </a:p>
          <a:p>
            <a:pPr marL="0" lvl="0" indent="0" eaLnBrk="1" hangingPunct="1">
              <a:spcBef>
                <a:spcPct val="50000"/>
              </a:spcBef>
              <a:buNone/>
            </a:pPr>
            <a:r>
              <a:rPr lang="zh-CN" altLang="en-US" b="1" dirty="0"/>
              <a:t>（</a:t>
            </a:r>
            <a:r>
              <a:rPr lang="en-US" altLang="zh-CN" b="1" dirty="0"/>
              <a:t>2</a:t>
            </a:r>
            <a:r>
              <a:rPr lang="zh-CN" altLang="en-US" b="1" dirty="0"/>
              <a:t>）函数原型的作用：函数原型是对被调用函数的</a:t>
            </a:r>
            <a:r>
              <a:rPr lang="zh-CN" altLang="en-US" b="1" dirty="0">
                <a:solidFill>
                  <a:srgbClr val="FF3300"/>
                </a:solidFill>
              </a:rPr>
              <a:t>接口声明，</a:t>
            </a:r>
            <a:r>
              <a:rPr lang="zh-CN" altLang="en-US" b="1" dirty="0"/>
              <a:t>它告诉编译器函数返回的数据类型、函数所要接收的参数个数、参数类型和参数顺序，编译器用函数原型校验函数调用是否正确。</a:t>
            </a:r>
          </a:p>
          <a:p>
            <a:pPr marL="0" lvl="0" indent="0" eaLnBrk="1" hangingPunct="1">
              <a:spcBef>
                <a:spcPct val="50000"/>
              </a:spcBef>
              <a:buNone/>
            </a:pPr>
            <a:r>
              <a:rPr lang="zh-CN" altLang="en-US" b="1" dirty="0"/>
              <a:t>（</a:t>
            </a:r>
            <a:r>
              <a:rPr lang="en-US" altLang="zh-CN" b="1" dirty="0"/>
              <a:t>3</a:t>
            </a:r>
            <a:r>
              <a:rPr lang="zh-CN" altLang="en-US" b="1" dirty="0"/>
              <a:t>）函数原型一般格式：</a:t>
            </a:r>
          </a:p>
          <a:p>
            <a:pPr marL="0" lvl="0" indent="0" algn="ctr" eaLnBrk="1" hangingPunct="1">
              <a:lnSpc>
                <a:spcPct val="120000"/>
              </a:lnSpc>
              <a:buClr>
                <a:schemeClr val="accent2"/>
              </a:buClr>
              <a:buSzPct val="75000"/>
              <a:buFont typeface="Monotype Sorts" charset="2"/>
              <a:buNone/>
            </a:pPr>
            <a:r>
              <a:rPr lang="zh-CN" altLang="en-US" b="1" dirty="0"/>
              <a:t>     </a:t>
            </a:r>
            <a:r>
              <a:rPr lang="zh-CN" altLang="en-US" b="1" dirty="0">
                <a:solidFill>
                  <a:srgbClr val="003399"/>
                </a:solidFill>
              </a:rPr>
              <a:t>返回值类型  函数名(数据类型[  参数名</a:t>
            </a:r>
            <a:r>
              <a:rPr lang="en-US" altLang="zh-CN" b="1" dirty="0">
                <a:solidFill>
                  <a:srgbClr val="003399"/>
                </a:solidFill>
              </a:rPr>
              <a:t>1][, </a:t>
            </a:r>
            <a:r>
              <a:rPr lang="zh-CN" altLang="en-US" b="1" dirty="0">
                <a:solidFill>
                  <a:srgbClr val="003399"/>
                </a:solidFill>
              </a:rPr>
              <a:t>数据类型[  参数名2]…])；</a:t>
            </a:r>
            <a:r>
              <a:rPr lang="zh-CN" altLang="en-US" b="1" i="1" dirty="0"/>
              <a:t>注意</a:t>
            </a:r>
            <a:r>
              <a:rPr lang="zh-CN" altLang="en-US" b="1" dirty="0"/>
              <a:t>：参数名可写可不写。</a:t>
            </a:r>
          </a:p>
          <a:p>
            <a:pPr marL="0" lvl="0" indent="0" eaLnBrk="1" hangingPunct="1">
              <a:lnSpc>
                <a:spcPct val="120000"/>
              </a:lnSpc>
              <a:buClr>
                <a:schemeClr val="accent2"/>
              </a:buClr>
              <a:buSzPct val="75000"/>
              <a:buFont typeface="Monotype Sorts" charset="2"/>
              <a:buNone/>
            </a:pPr>
            <a:r>
              <a:rPr lang="zh-CN" altLang="en-US" b="1" dirty="0"/>
              <a:t>           </a:t>
            </a:r>
          </a:p>
        </p:txBody>
      </p:sp>
      <p:sp>
        <p:nvSpPr>
          <p:cNvPr id="68612" name="Rectangle 1029"/>
          <p:cNvSpPr>
            <a:spLocks noGrp="1"/>
          </p:cNvSpPr>
          <p:nvPr>
            <p:ph type="title"/>
          </p:nvPr>
        </p:nvSpPr>
        <p:spPr>
          <a:xfrm>
            <a:off x="1371600" y="404813"/>
            <a:ext cx="7772400" cy="720725"/>
          </a:xfrm>
        </p:spPr>
        <p:txBody>
          <a:bodyPr vert="horz" wrap="square" lIns="91440" tIns="45720" rIns="91440" bIns="45720" anchor="ctr"/>
          <a:lstStyle/>
          <a:p>
            <a:pPr eaLnBrk="1" hangingPunct="1"/>
            <a:r>
              <a:rPr lang="en-US" altLang="zh-CN" b="1" dirty="0"/>
              <a:t>5.4.4    </a:t>
            </a:r>
            <a:r>
              <a:rPr lang="zh-CN" altLang="en-US" b="1" dirty="0"/>
              <a:t>函数的原型</a:t>
            </a:r>
          </a:p>
        </p:txBody>
      </p:sp>
      <p:sp>
        <p:nvSpPr>
          <p:cNvPr id="68613" name="Text Box 1030"/>
          <p:cNvSpPr txBox="1"/>
          <p:nvPr/>
        </p:nvSpPr>
        <p:spPr>
          <a:xfrm>
            <a:off x="250825" y="303213"/>
            <a:ext cx="5545138" cy="614362"/>
          </a:xfrm>
          <a:prstGeom prst="rect">
            <a:avLst/>
          </a:prstGeom>
          <a:solidFill>
            <a:srgbClr val="CCFFFF"/>
          </a:solidFill>
          <a:ln w="9525" cap="flat" cmpd="sng">
            <a:solidFill>
              <a:srgbClr val="008000"/>
            </a:solidFill>
            <a:prstDash val="solid"/>
            <a:miter/>
            <a:headEnd type="none" w="med" len="med"/>
            <a:tailEnd type="none" w="med" len="med"/>
          </a:ln>
          <a:effectLst>
            <a:prstShdw prst="shdw17" dist="17961" dir="13499999">
              <a:srgbClr val="004D00"/>
            </a:prstShdw>
          </a:effectLst>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lnSpc>
                <a:spcPct val="120000"/>
              </a:lnSpc>
              <a:buClr>
                <a:schemeClr val="accent2"/>
              </a:buClr>
              <a:buSzPct val="75000"/>
              <a:buFont typeface="Monotype Sorts" charset="2"/>
              <a:buNone/>
            </a:pPr>
            <a:r>
              <a:rPr lang="en-US" altLang="zh-CN" b="1" dirty="0"/>
              <a:t>float  square(float ); /*</a:t>
            </a:r>
            <a:r>
              <a:rPr lang="zh-CN" altLang="en-US" b="1" dirty="0"/>
              <a:t>函数原型*</a:t>
            </a:r>
            <a:r>
              <a:rPr lang="en-US" altLang="zh-CN" b="1" dirty="0"/>
              <a:t>/</a:t>
            </a:r>
          </a:p>
        </p:txBody>
      </p:sp>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54</a:t>
            </a:fld>
            <a:endParaRPr lang="zh-CN" altLang="en-US" sz="1400" b="1" dirty="0"/>
          </a:p>
        </p:txBody>
      </p:sp>
      <p:sp>
        <p:nvSpPr>
          <p:cNvPr id="69635" name="Rectangle 4"/>
          <p:cNvSpPr>
            <a:spLocks noGrp="1"/>
          </p:cNvSpPr>
          <p:nvPr>
            <p:ph idx="1"/>
          </p:nvPr>
        </p:nvSpPr>
        <p:spPr>
          <a:xfrm>
            <a:off x="250825" y="1319213"/>
            <a:ext cx="8207375" cy="4611687"/>
          </a:xfrm>
        </p:spPr>
        <p:txBody>
          <a:bodyPr vert="horz" wrap="square" lIns="91440" tIns="45720" rIns="91440" bIns="45720" anchor="t"/>
          <a:lstStyle/>
          <a:p>
            <a:pPr eaLnBrk="1" hangingPunct="1">
              <a:buNone/>
            </a:pPr>
            <a:r>
              <a:rPr lang="en-US" altLang="zh-CN" b="1" dirty="0"/>
              <a:t>（4）</a:t>
            </a:r>
            <a:r>
              <a:rPr lang="zh-CN" altLang="en-US" b="1" dirty="0"/>
              <a:t>函数原型的</a:t>
            </a:r>
            <a:r>
              <a:rPr lang="zh-CN" altLang="en-US" b="1" dirty="0">
                <a:solidFill>
                  <a:srgbClr val="FF0000"/>
                </a:solidFill>
              </a:rPr>
              <a:t>位置</a:t>
            </a:r>
            <a:r>
              <a:rPr lang="zh-CN" altLang="en-US" b="1" dirty="0"/>
              <a:t>：</a:t>
            </a:r>
            <a:endParaRPr lang="en-US" altLang="zh-CN" b="1" dirty="0"/>
          </a:p>
          <a:p>
            <a:pPr eaLnBrk="1" hangingPunct="1">
              <a:buNone/>
            </a:pPr>
            <a:r>
              <a:rPr lang="en-US" altLang="zh-CN" b="1" dirty="0"/>
              <a:t>	1</a:t>
            </a:r>
            <a:r>
              <a:rPr lang="zh-CN" altLang="en-US" b="1" dirty="0"/>
              <a:t>、可以放置在任何函数之外，出现在该函数原型之后的所有函数都可以调用对应的函数；</a:t>
            </a:r>
            <a:endParaRPr lang="en-US" altLang="zh-CN" b="1" dirty="0"/>
          </a:p>
          <a:p>
            <a:pPr eaLnBrk="1" hangingPunct="1">
              <a:buNone/>
            </a:pPr>
            <a:r>
              <a:rPr lang="en-US" altLang="zh-CN" b="1" dirty="0"/>
              <a:t>	2</a:t>
            </a:r>
            <a:r>
              <a:rPr lang="zh-CN" altLang="en-US" b="1" dirty="0"/>
              <a:t>、也可以放在某个函数中，此时只有该函数能够调用它；</a:t>
            </a:r>
            <a:endParaRPr lang="en-US" altLang="zh-CN" b="1" dirty="0"/>
          </a:p>
          <a:p>
            <a:pPr eaLnBrk="1" hangingPunct="1">
              <a:buNone/>
            </a:pPr>
            <a:r>
              <a:rPr lang="en-US" altLang="zh-CN" b="1" dirty="0"/>
              <a:t>	3</a:t>
            </a:r>
            <a:r>
              <a:rPr lang="zh-CN" altLang="en-US" b="1" dirty="0"/>
              <a:t>、从程序设计风格考虑，最好是将函数原型集中在一起，放在主函数之前。</a:t>
            </a:r>
          </a:p>
        </p:txBody>
      </p:sp>
      <p:sp>
        <p:nvSpPr>
          <p:cNvPr id="69636" name="Rectangle 5"/>
          <p:cNvSpPr>
            <a:spLocks noGrp="1"/>
          </p:cNvSpPr>
          <p:nvPr>
            <p:ph type="title"/>
          </p:nvPr>
        </p:nvSpPr>
        <p:spPr>
          <a:xfrm>
            <a:off x="1371600" y="404813"/>
            <a:ext cx="7467600" cy="720725"/>
          </a:xfrm>
        </p:spPr>
        <p:txBody>
          <a:bodyPr vert="horz" wrap="square" lIns="91440" tIns="45720" rIns="91440" bIns="45720" anchor="ctr"/>
          <a:lstStyle/>
          <a:p>
            <a:pPr eaLnBrk="1" hangingPunct="1"/>
            <a:r>
              <a:rPr lang="en-US" altLang="zh-CN" b="1" dirty="0"/>
              <a:t>5.4.4    </a:t>
            </a:r>
            <a:r>
              <a:rPr lang="zh-CN" altLang="en-US" b="1" dirty="0"/>
              <a:t>函数的原型</a:t>
            </a:r>
          </a:p>
        </p:txBody>
      </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55</a:t>
            </a:fld>
            <a:endParaRPr lang="zh-CN" altLang="en-US" sz="1400" b="1" dirty="0"/>
          </a:p>
        </p:txBody>
      </p:sp>
      <p:sp>
        <p:nvSpPr>
          <p:cNvPr id="70659" name="Text Box 4"/>
          <p:cNvSpPr txBox="1"/>
          <p:nvPr/>
        </p:nvSpPr>
        <p:spPr>
          <a:xfrm>
            <a:off x="304800" y="1222095"/>
            <a:ext cx="4411464" cy="5591175"/>
          </a:xfrm>
          <a:prstGeom prst="rect">
            <a:avLst/>
          </a:prstGeom>
          <a:noFill/>
          <a:ln w="9525" cap="flat" cmpd="sng">
            <a:solidFill>
              <a:srgbClr val="008000"/>
            </a:solidFill>
            <a:prstDash val="solid"/>
            <a:miter/>
            <a:headEnd type="none" w="med" len="med"/>
            <a:tailEnd type="none" w="med" len="med"/>
          </a:ln>
        </p:spPr>
        <p:txBody>
          <a:bodyPr wrap="square">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buClr>
                <a:schemeClr val="accent2"/>
              </a:buClr>
              <a:buSzPct val="75000"/>
              <a:buFont typeface="Monotype Sorts" charset="2"/>
              <a:buNone/>
            </a:pPr>
            <a:r>
              <a:rPr lang="en-US" altLang="zh-CN" sz="2400" dirty="0">
                <a:solidFill>
                  <a:srgbClr val="003399"/>
                </a:solidFill>
                <a:latin typeface="Consolas" panose="020B0609020204030204" pitchFamily="49" charset="0"/>
              </a:rPr>
              <a:t>/*square</a:t>
            </a:r>
            <a:r>
              <a:rPr lang="zh-CN" altLang="en-US" sz="2400" dirty="0">
                <a:solidFill>
                  <a:srgbClr val="003399"/>
                </a:solidFill>
                <a:latin typeface="Consolas" panose="020B0609020204030204" pitchFamily="49" charset="0"/>
              </a:rPr>
              <a:t>函数在</a:t>
            </a:r>
            <a:r>
              <a:rPr lang="en-US" altLang="zh-CN" sz="2400" dirty="0">
                <a:solidFill>
                  <a:srgbClr val="003399"/>
                </a:solidFill>
                <a:latin typeface="Consolas" panose="020B0609020204030204" pitchFamily="49" charset="0"/>
              </a:rPr>
              <a:t>main</a:t>
            </a:r>
            <a:r>
              <a:rPr lang="zh-CN" altLang="en-US" sz="2400" dirty="0">
                <a:solidFill>
                  <a:srgbClr val="003399"/>
                </a:solidFill>
                <a:latin typeface="Consolas" panose="020B0609020204030204" pitchFamily="49" charset="0"/>
              </a:rPr>
              <a:t>和</a:t>
            </a:r>
            <a:r>
              <a:rPr lang="en-US" altLang="zh-CN" sz="2400" dirty="0">
                <a:solidFill>
                  <a:srgbClr val="003399"/>
                </a:solidFill>
                <a:latin typeface="Consolas" panose="020B0609020204030204" pitchFamily="49" charset="0"/>
              </a:rPr>
              <a:t>fun</a:t>
            </a:r>
            <a:r>
              <a:rPr lang="zh-CN" altLang="en-US" sz="2400" dirty="0">
                <a:solidFill>
                  <a:srgbClr val="003399"/>
                </a:solidFill>
                <a:latin typeface="Consolas" panose="020B0609020204030204" pitchFamily="49" charset="0"/>
              </a:rPr>
              <a:t>中均可被调用*</a:t>
            </a:r>
            <a:r>
              <a:rPr lang="en-US" altLang="zh-CN" sz="2400" dirty="0">
                <a:solidFill>
                  <a:srgbClr val="003399"/>
                </a:solidFill>
                <a:latin typeface="Consolas" panose="020B0609020204030204" pitchFamily="49" charset="0"/>
              </a:rPr>
              <a:t>/</a:t>
            </a:r>
          </a:p>
          <a:p>
            <a:pPr marL="0" lvl="0" indent="0" eaLnBrk="1" hangingPunct="1">
              <a:buClr>
                <a:schemeClr val="accent2"/>
              </a:buClr>
              <a:buSzPct val="75000"/>
              <a:buFont typeface="Monotype Sorts" charset="2"/>
              <a:buNone/>
            </a:pPr>
            <a:r>
              <a:rPr lang="en-US" altLang="zh-CN" sz="2400" dirty="0">
                <a:solidFill>
                  <a:srgbClr val="003399"/>
                </a:solidFill>
                <a:latin typeface="Consolas" panose="020B0609020204030204" pitchFamily="49" charset="0"/>
              </a:rPr>
              <a:t>float  square(</a:t>
            </a:r>
            <a:r>
              <a:rPr lang="en-US" altLang="zh-CN" sz="2200" dirty="0">
                <a:solidFill>
                  <a:srgbClr val="003399"/>
                </a:solidFill>
                <a:latin typeface="Consolas" panose="020B0609020204030204" pitchFamily="49" charset="0"/>
              </a:rPr>
              <a:t>float</a:t>
            </a:r>
            <a:r>
              <a:rPr lang="en-US" altLang="zh-CN" sz="2400" dirty="0">
                <a:solidFill>
                  <a:srgbClr val="003399"/>
                </a:solidFill>
                <a:latin typeface="Consolas" panose="020B0609020204030204" pitchFamily="49" charset="0"/>
              </a:rPr>
              <a:t>); </a:t>
            </a:r>
          </a:p>
          <a:p>
            <a:pPr marL="0" lvl="0" indent="0" eaLnBrk="1" hangingPunct="1">
              <a:buClr>
                <a:schemeClr val="accent2"/>
              </a:buClr>
              <a:buSzPct val="75000"/>
              <a:buFont typeface="Monotype Sorts" charset="2"/>
              <a:buNone/>
            </a:pPr>
            <a:r>
              <a:rPr lang="en-US" altLang="zh-CN" sz="2400" dirty="0">
                <a:latin typeface="Consolas" panose="020B0609020204030204" pitchFamily="49" charset="0"/>
              </a:rPr>
              <a:t>int main()</a:t>
            </a:r>
          </a:p>
          <a:p>
            <a:pPr marL="0" lvl="0" indent="0" eaLnBrk="1" hangingPunct="1">
              <a:buClr>
                <a:schemeClr val="accent2"/>
              </a:buClr>
              <a:buSzPct val="75000"/>
              <a:buFont typeface="Monotype Sorts" charset="2"/>
              <a:buNone/>
            </a:pPr>
            <a:r>
              <a:rPr lang="en-US" altLang="zh-CN" sz="2400" dirty="0">
                <a:latin typeface="Consolas" panose="020B0609020204030204" pitchFamily="49" charset="0"/>
              </a:rPr>
              <a:t>{</a:t>
            </a:r>
          </a:p>
          <a:p>
            <a:pPr marL="0" lvl="0" indent="0" eaLnBrk="1" hangingPunct="1">
              <a:buClr>
                <a:schemeClr val="accent2"/>
              </a:buClr>
              <a:buSzPct val="75000"/>
              <a:buFont typeface="Monotype Sorts" charset="2"/>
              <a:buNone/>
            </a:pPr>
            <a:r>
              <a:rPr lang="en-US" altLang="zh-CN" sz="2400" dirty="0">
                <a:latin typeface="Consolas" panose="020B0609020204030204" pitchFamily="49" charset="0"/>
              </a:rPr>
              <a:t>   …</a:t>
            </a:r>
          </a:p>
          <a:p>
            <a:pPr marL="0" lvl="0" indent="0" eaLnBrk="1" hangingPunct="1">
              <a:buClr>
                <a:schemeClr val="accent2"/>
              </a:buClr>
              <a:buSzPct val="75000"/>
              <a:buFont typeface="Monotype Sorts" charset="2"/>
              <a:buNone/>
            </a:pPr>
            <a:r>
              <a:rPr lang="en-US" altLang="zh-CN" sz="2400" dirty="0">
                <a:latin typeface="Consolas" panose="020B0609020204030204" pitchFamily="49" charset="0"/>
              </a:rPr>
              <a:t>}</a:t>
            </a:r>
            <a:endParaRPr lang="zh-CN" altLang="en-US" sz="2400" dirty="0">
              <a:latin typeface="Consolas" panose="020B0609020204030204" pitchFamily="49" charset="0"/>
            </a:endParaRPr>
          </a:p>
          <a:p>
            <a:pPr marL="0" lvl="0" indent="0" eaLnBrk="1" hangingPunct="1">
              <a:spcBef>
                <a:spcPct val="0"/>
              </a:spcBef>
              <a:buNone/>
            </a:pPr>
            <a:r>
              <a:rPr lang="en-US" altLang="zh-CN" sz="2400" dirty="0">
                <a:latin typeface="Consolas" panose="020B0609020204030204" pitchFamily="49" charset="0"/>
              </a:rPr>
              <a:t>int fun()</a:t>
            </a:r>
          </a:p>
          <a:p>
            <a:pPr marL="0" lvl="0" indent="0" eaLnBrk="1" hangingPunct="1">
              <a:spcBef>
                <a:spcPct val="0"/>
              </a:spcBef>
              <a:buNone/>
            </a:pPr>
            <a:r>
              <a:rPr lang="en-US" altLang="zh-CN" sz="2400" dirty="0">
                <a:latin typeface="Consolas" panose="020B0609020204030204" pitchFamily="49" charset="0"/>
              </a:rPr>
              <a:t>{…</a:t>
            </a:r>
          </a:p>
          <a:p>
            <a:pPr marL="0" lvl="0" indent="0" eaLnBrk="1" hangingPunct="1">
              <a:spcBef>
                <a:spcPct val="0"/>
              </a:spcBef>
              <a:buNone/>
            </a:pPr>
            <a:r>
              <a:rPr lang="en-US" altLang="zh-CN" sz="2400" dirty="0">
                <a:latin typeface="Consolas" panose="020B0609020204030204" pitchFamily="49" charset="0"/>
              </a:rPr>
              <a:t>} </a:t>
            </a:r>
          </a:p>
          <a:p>
            <a:pPr marL="0" lvl="0" indent="0" eaLnBrk="1" hangingPunct="1">
              <a:lnSpc>
                <a:spcPct val="90000"/>
              </a:lnSpc>
              <a:buNone/>
            </a:pPr>
            <a:r>
              <a:rPr lang="en-US" altLang="zh-CN" sz="2200" dirty="0">
                <a:solidFill>
                  <a:schemeClr val="accent2"/>
                </a:solidFill>
                <a:latin typeface="Consolas" panose="020B0609020204030204" pitchFamily="49" charset="0"/>
              </a:rPr>
              <a:t>float square(float y)</a:t>
            </a:r>
          </a:p>
          <a:p>
            <a:pPr marL="0" lvl="0" indent="0" eaLnBrk="1" hangingPunct="1">
              <a:lnSpc>
                <a:spcPct val="90000"/>
              </a:lnSpc>
              <a:buNone/>
            </a:pPr>
            <a:r>
              <a:rPr lang="en-US" altLang="zh-CN" sz="2200" dirty="0">
                <a:solidFill>
                  <a:schemeClr val="accent2"/>
                </a:solidFill>
                <a:latin typeface="Consolas" panose="020B0609020204030204" pitchFamily="49" charset="0"/>
              </a:rPr>
              <a:t>{</a:t>
            </a:r>
          </a:p>
          <a:p>
            <a:pPr marL="0" lvl="0" indent="0" eaLnBrk="1" hangingPunct="1">
              <a:lnSpc>
                <a:spcPct val="90000"/>
              </a:lnSpc>
              <a:buNone/>
            </a:pPr>
            <a:r>
              <a:rPr lang="en-US" altLang="zh-CN" sz="2200" dirty="0">
                <a:solidFill>
                  <a:schemeClr val="accent2"/>
                </a:solidFill>
                <a:latin typeface="Consolas" panose="020B0609020204030204" pitchFamily="49" charset="0"/>
              </a:rPr>
              <a:t>      return(y*y);</a:t>
            </a:r>
          </a:p>
          <a:p>
            <a:pPr marL="0" lvl="0" indent="0" eaLnBrk="1" hangingPunct="1">
              <a:lnSpc>
                <a:spcPct val="90000"/>
              </a:lnSpc>
              <a:buNone/>
            </a:pPr>
            <a:r>
              <a:rPr lang="en-US" altLang="zh-CN" sz="2200" dirty="0">
                <a:solidFill>
                  <a:schemeClr val="accent2"/>
                </a:solidFill>
                <a:latin typeface="Consolas" panose="020B0609020204030204" pitchFamily="49" charset="0"/>
              </a:rPr>
              <a:t>}</a:t>
            </a:r>
            <a:endParaRPr lang="en-US" altLang="zh-CN" sz="2400" dirty="0">
              <a:solidFill>
                <a:schemeClr val="accent2"/>
              </a:solidFill>
              <a:latin typeface="Consolas" panose="020B0609020204030204" pitchFamily="49" charset="0"/>
            </a:endParaRPr>
          </a:p>
        </p:txBody>
      </p:sp>
      <p:sp>
        <p:nvSpPr>
          <p:cNvPr id="70660" name="Text Box 5"/>
          <p:cNvSpPr txBox="1"/>
          <p:nvPr/>
        </p:nvSpPr>
        <p:spPr>
          <a:xfrm>
            <a:off x="4821188" y="1207966"/>
            <a:ext cx="4226024" cy="5573834"/>
          </a:xfrm>
          <a:prstGeom prst="rect">
            <a:avLst/>
          </a:prstGeom>
          <a:noFill/>
          <a:ln w="9525" cap="flat" cmpd="sng">
            <a:solidFill>
              <a:srgbClr val="008000"/>
            </a:solidFill>
            <a:prstDash val="solid"/>
            <a:miter/>
            <a:headEnd type="none" w="med" len="med"/>
            <a:tailEnd type="none" w="med" len="med"/>
          </a:ln>
        </p:spPr>
        <p:txBody>
          <a:bodyPr wrap="square">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buClr>
                <a:schemeClr val="accent2"/>
              </a:buClr>
              <a:buSzPct val="75000"/>
              <a:buFont typeface="Monotype Sorts" charset="2"/>
              <a:buNone/>
            </a:pPr>
            <a:r>
              <a:rPr lang="en-US" altLang="zh-CN" sz="2400" dirty="0">
                <a:latin typeface="Consolas" panose="020B0609020204030204" pitchFamily="49" charset="0"/>
              </a:rPr>
              <a:t>int main()</a:t>
            </a:r>
          </a:p>
          <a:p>
            <a:pPr marL="0" lvl="0" indent="0" eaLnBrk="1" hangingPunct="1">
              <a:buClr>
                <a:schemeClr val="accent2"/>
              </a:buClr>
              <a:buSzPct val="75000"/>
              <a:buFont typeface="Monotype Sorts" charset="2"/>
              <a:buNone/>
            </a:pPr>
            <a:r>
              <a:rPr lang="en-US" altLang="zh-CN" sz="2400" dirty="0">
                <a:latin typeface="Consolas" panose="020B0609020204030204" pitchFamily="49" charset="0"/>
              </a:rPr>
              <a:t>{</a:t>
            </a:r>
          </a:p>
          <a:p>
            <a:pPr marL="0" lvl="0" indent="0" eaLnBrk="1" hangingPunct="1">
              <a:buClr>
                <a:schemeClr val="accent2"/>
              </a:buClr>
              <a:buSzPct val="75000"/>
              <a:buFont typeface="Monotype Sorts" charset="2"/>
              <a:buNone/>
            </a:pPr>
            <a:r>
              <a:rPr lang="en-US" altLang="zh-CN" sz="2200" dirty="0">
                <a:solidFill>
                  <a:srgbClr val="003399"/>
                </a:solidFill>
                <a:latin typeface="Consolas" panose="020B0609020204030204" pitchFamily="49" charset="0"/>
              </a:rPr>
              <a:t>/*square</a:t>
            </a:r>
            <a:r>
              <a:rPr lang="zh-CN" altLang="en-US" sz="2200" dirty="0">
                <a:solidFill>
                  <a:srgbClr val="003399"/>
                </a:solidFill>
                <a:latin typeface="Consolas" panose="020B0609020204030204" pitchFamily="49" charset="0"/>
              </a:rPr>
              <a:t>函数只能在</a:t>
            </a:r>
            <a:r>
              <a:rPr lang="en-US" altLang="zh-CN" sz="2200" dirty="0">
                <a:solidFill>
                  <a:srgbClr val="003399"/>
                </a:solidFill>
                <a:latin typeface="Consolas" panose="020B0609020204030204" pitchFamily="49" charset="0"/>
              </a:rPr>
              <a:t>main</a:t>
            </a:r>
            <a:r>
              <a:rPr lang="zh-CN" altLang="en-US" sz="2200" dirty="0">
                <a:solidFill>
                  <a:srgbClr val="003399"/>
                </a:solidFill>
                <a:latin typeface="Consolas" panose="020B0609020204030204" pitchFamily="49" charset="0"/>
              </a:rPr>
              <a:t>中被调用*</a:t>
            </a:r>
            <a:r>
              <a:rPr lang="en-US" altLang="zh-CN" sz="2200" dirty="0">
                <a:solidFill>
                  <a:srgbClr val="003399"/>
                </a:solidFill>
                <a:latin typeface="Consolas" panose="020B0609020204030204" pitchFamily="49" charset="0"/>
              </a:rPr>
              <a:t>/</a:t>
            </a:r>
            <a:endParaRPr lang="en-US" altLang="zh-CN" sz="2400" dirty="0">
              <a:solidFill>
                <a:srgbClr val="003399"/>
              </a:solidFill>
              <a:latin typeface="Consolas" panose="020B0609020204030204" pitchFamily="49" charset="0"/>
            </a:endParaRPr>
          </a:p>
          <a:p>
            <a:pPr marL="0" lvl="0" indent="0" eaLnBrk="1" hangingPunct="1">
              <a:buClr>
                <a:schemeClr val="accent2"/>
              </a:buClr>
              <a:buSzPct val="75000"/>
              <a:buFont typeface="Monotype Sorts" charset="2"/>
              <a:buNone/>
            </a:pPr>
            <a:r>
              <a:rPr lang="en-US" altLang="zh-CN" sz="2400" dirty="0">
                <a:solidFill>
                  <a:srgbClr val="003399"/>
                </a:solidFill>
                <a:latin typeface="Consolas" panose="020B0609020204030204" pitchFamily="49" charset="0"/>
              </a:rPr>
              <a:t>   </a:t>
            </a:r>
            <a:r>
              <a:rPr lang="en-US" altLang="zh-CN" sz="2200" dirty="0">
                <a:solidFill>
                  <a:srgbClr val="003399"/>
                </a:solidFill>
                <a:latin typeface="Consolas" panose="020B0609020204030204" pitchFamily="49" charset="0"/>
              </a:rPr>
              <a:t>float </a:t>
            </a:r>
            <a:r>
              <a:rPr lang="en-US" altLang="zh-CN" sz="2400" dirty="0">
                <a:solidFill>
                  <a:srgbClr val="003399"/>
                </a:solidFill>
                <a:latin typeface="Consolas" panose="020B0609020204030204" pitchFamily="49" charset="0"/>
              </a:rPr>
              <a:t>square(</a:t>
            </a:r>
            <a:r>
              <a:rPr lang="en-US" altLang="zh-CN" sz="2200" dirty="0">
                <a:solidFill>
                  <a:srgbClr val="003399"/>
                </a:solidFill>
                <a:latin typeface="Consolas" panose="020B0609020204030204" pitchFamily="49" charset="0"/>
              </a:rPr>
              <a:t>float</a:t>
            </a:r>
            <a:r>
              <a:rPr lang="en-US" altLang="zh-CN" sz="2400" dirty="0">
                <a:solidFill>
                  <a:srgbClr val="003399"/>
                </a:solidFill>
                <a:latin typeface="Consolas" panose="020B0609020204030204" pitchFamily="49" charset="0"/>
              </a:rPr>
              <a:t>); </a:t>
            </a:r>
          </a:p>
          <a:p>
            <a:pPr marL="0" lvl="0" indent="0" eaLnBrk="1" hangingPunct="1">
              <a:buClr>
                <a:schemeClr val="accent2"/>
              </a:buClr>
              <a:buSzPct val="75000"/>
              <a:buFont typeface="Monotype Sorts" charset="2"/>
              <a:buNone/>
            </a:pPr>
            <a:r>
              <a:rPr lang="en-US" altLang="zh-CN" sz="2400" dirty="0">
                <a:latin typeface="Consolas" panose="020B0609020204030204" pitchFamily="49" charset="0"/>
              </a:rPr>
              <a:t>  …</a:t>
            </a:r>
          </a:p>
          <a:p>
            <a:pPr marL="0" lvl="0" indent="0" eaLnBrk="1" hangingPunct="1">
              <a:buClr>
                <a:schemeClr val="accent2"/>
              </a:buClr>
              <a:buSzPct val="75000"/>
              <a:buFont typeface="Monotype Sorts" charset="2"/>
              <a:buNone/>
            </a:pPr>
            <a:r>
              <a:rPr lang="en-US" altLang="zh-CN" sz="2400" dirty="0">
                <a:latin typeface="Consolas" panose="020B0609020204030204" pitchFamily="49" charset="0"/>
              </a:rPr>
              <a:t>}</a:t>
            </a:r>
          </a:p>
          <a:p>
            <a:pPr marL="0" lvl="0" indent="0" eaLnBrk="1" hangingPunct="1">
              <a:lnSpc>
                <a:spcPct val="90000"/>
              </a:lnSpc>
              <a:buNone/>
            </a:pPr>
            <a:r>
              <a:rPr lang="en-US" altLang="zh-CN" sz="2200" dirty="0">
                <a:latin typeface="Consolas" panose="020B0609020204030204" pitchFamily="49" charset="0"/>
              </a:rPr>
              <a:t>int fun()</a:t>
            </a:r>
          </a:p>
          <a:p>
            <a:pPr marL="0" lvl="0" indent="0" eaLnBrk="1" hangingPunct="1">
              <a:lnSpc>
                <a:spcPct val="90000"/>
              </a:lnSpc>
              <a:buNone/>
            </a:pPr>
            <a:r>
              <a:rPr lang="en-US" altLang="zh-CN" sz="2200" dirty="0">
                <a:latin typeface="Consolas" panose="020B0609020204030204" pitchFamily="49" charset="0"/>
              </a:rPr>
              <a:t>{…</a:t>
            </a:r>
          </a:p>
          <a:p>
            <a:pPr marL="0" lvl="0" indent="0" eaLnBrk="1" hangingPunct="1">
              <a:lnSpc>
                <a:spcPct val="90000"/>
              </a:lnSpc>
              <a:buNone/>
            </a:pPr>
            <a:r>
              <a:rPr lang="en-US" altLang="zh-CN" sz="2200" dirty="0">
                <a:latin typeface="Consolas" panose="020B0609020204030204" pitchFamily="49" charset="0"/>
              </a:rPr>
              <a:t>}</a:t>
            </a:r>
            <a:endParaRPr lang="en-US" altLang="zh-CN" sz="2400" dirty="0">
              <a:latin typeface="Consolas" panose="020B0609020204030204" pitchFamily="49" charset="0"/>
            </a:endParaRPr>
          </a:p>
          <a:p>
            <a:pPr marL="0" lvl="0" indent="0" eaLnBrk="1" hangingPunct="1">
              <a:spcBef>
                <a:spcPct val="0"/>
              </a:spcBef>
              <a:buNone/>
            </a:pPr>
            <a:r>
              <a:rPr lang="en-US" altLang="zh-CN" sz="2200" dirty="0">
                <a:solidFill>
                  <a:schemeClr val="accent2"/>
                </a:solidFill>
                <a:latin typeface="Consolas" panose="020B0609020204030204" pitchFamily="49" charset="0"/>
              </a:rPr>
              <a:t>float</a:t>
            </a:r>
            <a:r>
              <a:rPr lang="en-US" altLang="zh-CN" sz="2400" dirty="0">
                <a:solidFill>
                  <a:schemeClr val="accent2"/>
                </a:solidFill>
                <a:latin typeface="Consolas" panose="020B0609020204030204" pitchFamily="49" charset="0"/>
              </a:rPr>
              <a:t> square(</a:t>
            </a:r>
            <a:r>
              <a:rPr lang="en-US" altLang="zh-CN" sz="2200" dirty="0">
                <a:solidFill>
                  <a:schemeClr val="accent2"/>
                </a:solidFill>
                <a:latin typeface="Consolas" panose="020B0609020204030204" pitchFamily="49" charset="0"/>
              </a:rPr>
              <a:t>float</a:t>
            </a:r>
            <a:r>
              <a:rPr lang="en-US" altLang="zh-CN" sz="2400" dirty="0">
                <a:solidFill>
                  <a:schemeClr val="accent2"/>
                </a:solidFill>
                <a:latin typeface="Consolas" panose="020B0609020204030204" pitchFamily="49" charset="0"/>
              </a:rPr>
              <a:t> y)</a:t>
            </a:r>
          </a:p>
          <a:p>
            <a:pPr marL="0" lvl="0" indent="0" eaLnBrk="1" hangingPunct="1">
              <a:spcBef>
                <a:spcPct val="0"/>
              </a:spcBef>
              <a:buNone/>
            </a:pPr>
            <a:r>
              <a:rPr lang="en-US" altLang="zh-CN" sz="2400" dirty="0">
                <a:solidFill>
                  <a:schemeClr val="accent2"/>
                </a:solidFill>
                <a:latin typeface="Consolas" panose="020B0609020204030204" pitchFamily="49" charset="0"/>
              </a:rPr>
              <a:t>{</a:t>
            </a:r>
          </a:p>
          <a:p>
            <a:pPr marL="0" lvl="0" indent="0" eaLnBrk="1" hangingPunct="1">
              <a:spcBef>
                <a:spcPct val="0"/>
              </a:spcBef>
              <a:buNone/>
            </a:pPr>
            <a:r>
              <a:rPr lang="en-US" altLang="zh-CN" sz="2400" dirty="0">
                <a:solidFill>
                  <a:schemeClr val="accent2"/>
                </a:solidFill>
                <a:latin typeface="Consolas" panose="020B0609020204030204" pitchFamily="49" charset="0"/>
              </a:rPr>
              <a:t>      return(y*y);</a:t>
            </a:r>
          </a:p>
          <a:p>
            <a:pPr marL="0" lvl="0" indent="0" eaLnBrk="1" hangingPunct="1">
              <a:spcBef>
                <a:spcPct val="0"/>
              </a:spcBef>
              <a:buNone/>
            </a:pPr>
            <a:r>
              <a:rPr lang="en-US" altLang="zh-CN" sz="2400" dirty="0">
                <a:solidFill>
                  <a:schemeClr val="accent2"/>
                </a:solidFill>
                <a:latin typeface="Consolas" panose="020B0609020204030204" pitchFamily="49" charset="0"/>
              </a:rPr>
              <a:t>}</a:t>
            </a:r>
          </a:p>
        </p:txBody>
      </p:sp>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56</a:t>
            </a:fld>
            <a:endParaRPr lang="zh-CN" altLang="en-US" sz="1400" b="1" dirty="0"/>
          </a:p>
        </p:txBody>
      </p:sp>
      <p:sp>
        <p:nvSpPr>
          <p:cNvPr id="71683" name="Rectangle 3"/>
          <p:cNvSpPr>
            <a:spLocks noGrp="1"/>
          </p:cNvSpPr>
          <p:nvPr>
            <p:ph idx="1"/>
          </p:nvPr>
        </p:nvSpPr>
        <p:spPr>
          <a:xfrm>
            <a:off x="250825" y="1319213"/>
            <a:ext cx="4968875" cy="4611687"/>
          </a:xfrm>
        </p:spPr>
        <p:txBody>
          <a:bodyPr vert="horz" wrap="square" lIns="91440" tIns="45720" rIns="91440" bIns="45720" anchor="t"/>
          <a:lstStyle/>
          <a:p>
            <a:pPr eaLnBrk="1" hangingPunct="1">
              <a:lnSpc>
                <a:spcPct val="120000"/>
              </a:lnSpc>
              <a:buClr>
                <a:schemeClr val="accent2"/>
              </a:buClr>
              <a:buSzPct val="75000"/>
              <a:buFont typeface="Monotype Sorts" charset="2"/>
              <a:buNone/>
            </a:pPr>
            <a:r>
              <a:rPr lang="zh-CN" altLang="en-US" b="1" dirty="0"/>
              <a:t>（</a:t>
            </a:r>
            <a:r>
              <a:rPr lang="en-US" altLang="zh-CN" b="1" dirty="0"/>
              <a:t>5</a:t>
            </a:r>
            <a:r>
              <a:rPr lang="zh-CN" altLang="en-US" b="1" dirty="0"/>
              <a:t>）当被调用函数的函数定义出现在该函数调用之前时，可以省略函数原型。因为在调用之前，编译系统已经知道了被调用函数的函数类型、参数个数、类型和顺序。</a:t>
            </a:r>
          </a:p>
        </p:txBody>
      </p:sp>
      <p:sp>
        <p:nvSpPr>
          <p:cNvPr id="71684" name="Rectangle 4"/>
          <p:cNvSpPr>
            <a:spLocks noGrp="1"/>
          </p:cNvSpPr>
          <p:nvPr>
            <p:ph type="title"/>
          </p:nvPr>
        </p:nvSpPr>
        <p:spPr>
          <a:xfrm>
            <a:off x="1079500" y="412750"/>
            <a:ext cx="7772400" cy="720725"/>
          </a:xfrm>
        </p:spPr>
        <p:txBody>
          <a:bodyPr vert="horz" wrap="square" lIns="91440" tIns="45720" rIns="91440" bIns="45720" anchor="ctr"/>
          <a:lstStyle/>
          <a:p>
            <a:pPr eaLnBrk="1" hangingPunct="1"/>
            <a:r>
              <a:rPr lang="en-US" altLang="zh-CN" b="1" dirty="0"/>
              <a:t>5.4.4    </a:t>
            </a:r>
            <a:r>
              <a:rPr lang="zh-CN" altLang="en-US" b="1" dirty="0"/>
              <a:t>函数的原型</a:t>
            </a:r>
          </a:p>
        </p:txBody>
      </p:sp>
      <p:sp>
        <p:nvSpPr>
          <p:cNvPr id="71685" name="Text Box 7"/>
          <p:cNvSpPr txBox="1"/>
          <p:nvPr/>
        </p:nvSpPr>
        <p:spPr>
          <a:xfrm>
            <a:off x="5580063" y="1628775"/>
            <a:ext cx="3095625" cy="4154984"/>
          </a:xfrm>
          <a:prstGeom prst="rect">
            <a:avLst/>
          </a:prstGeom>
          <a:solidFill>
            <a:srgbClr val="CCFFFF"/>
          </a:solidFill>
          <a:ln w="9525" cap="flat" cmpd="sng">
            <a:solidFill>
              <a:srgbClr val="008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lnSpc>
                <a:spcPct val="90000"/>
              </a:lnSpc>
              <a:buNone/>
            </a:pPr>
            <a:r>
              <a:rPr lang="en-US" altLang="zh-CN" sz="2400" dirty="0">
                <a:latin typeface="Consolas" panose="020B0609020204030204" pitchFamily="49" charset="0"/>
              </a:rPr>
              <a:t>/*</a:t>
            </a:r>
            <a:r>
              <a:rPr lang="zh-CN" altLang="en-US" sz="2400" dirty="0">
                <a:latin typeface="Consolas" panose="020B0609020204030204" pitchFamily="49" charset="0"/>
              </a:rPr>
              <a:t>函数定义*/ </a:t>
            </a:r>
          </a:p>
          <a:p>
            <a:pPr marL="0" lvl="0" indent="0" eaLnBrk="1" hangingPunct="1">
              <a:lnSpc>
                <a:spcPct val="90000"/>
              </a:lnSpc>
              <a:buNone/>
            </a:pPr>
            <a:r>
              <a:rPr lang="en-US" altLang="zh-CN" sz="2200" dirty="0">
                <a:latin typeface="Consolas" panose="020B0609020204030204" pitchFamily="49" charset="0"/>
              </a:rPr>
              <a:t>float </a:t>
            </a:r>
            <a:r>
              <a:rPr lang="en-US" altLang="zh-CN" sz="2400" dirty="0">
                <a:latin typeface="Consolas" panose="020B0609020204030204" pitchFamily="49" charset="0"/>
              </a:rPr>
              <a:t>square(</a:t>
            </a:r>
            <a:r>
              <a:rPr lang="en-US" altLang="zh-CN" sz="2200" dirty="0">
                <a:latin typeface="Consolas" panose="020B0609020204030204" pitchFamily="49" charset="0"/>
              </a:rPr>
              <a:t>float</a:t>
            </a:r>
            <a:r>
              <a:rPr lang="en-US" altLang="zh-CN" sz="2400" dirty="0">
                <a:latin typeface="Consolas" panose="020B0609020204030204" pitchFamily="49" charset="0"/>
              </a:rPr>
              <a:t> y)</a:t>
            </a:r>
          </a:p>
          <a:p>
            <a:pPr marL="0" lvl="0" indent="0" eaLnBrk="1" hangingPunct="1">
              <a:lnSpc>
                <a:spcPct val="90000"/>
              </a:lnSpc>
              <a:buNone/>
            </a:pPr>
            <a:r>
              <a:rPr lang="en-US" altLang="zh-CN" sz="2400" dirty="0">
                <a:latin typeface="Consolas" panose="020B0609020204030204" pitchFamily="49" charset="0"/>
              </a:rPr>
              <a:t>{</a:t>
            </a:r>
          </a:p>
          <a:p>
            <a:pPr marL="0" lvl="0" indent="0" eaLnBrk="1" hangingPunct="1">
              <a:lnSpc>
                <a:spcPct val="90000"/>
              </a:lnSpc>
              <a:buNone/>
            </a:pPr>
            <a:r>
              <a:rPr lang="en-US" altLang="zh-CN" sz="2400" dirty="0">
                <a:latin typeface="Consolas" panose="020B0609020204030204" pitchFamily="49" charset="0"/>
              </a:rPr>
              <a:t>      return(y*y);</a:t>
            </a:r>
          </a:p>
          <a:p>
            <a:pPr marL="0" lvl="0" indent="0" eaLnBrk="1" hangingPunct="1">
              <a:lnSpc>
                <a:spcPct val="90000"/>
              </a:lnSpc>
              <a:buNone/>
            </a:pPr>
            <a:r>
              <a:rPr lang="en-US" altLang="zh-CN" sz="2400" dirty="0">
                <a:latin typeface="Consolas" panose="020B0609020204030204" pitchFamily="49" charset="0"/>
              </a:rPr>
              <a:t>}</a:t>
            </a:r>
          </a:p>
          <a:p>
            <a:pPr marL="0" lvl="0" indent="0" eaLnBrk="1" hangingPunct="1">
              <a:buClr>
                <a:schemeClr val="accent2"/>
              </a:buClr>
              <a:buSzPct val="75000"/>
              <a:buFont typeface="Monotype Sorts" charset="2"/>
              <a:buNone/>
            </a:pPr>
            <a:r>
              <a:rPr lang="en-US" altLang="zh-CN" sz="2400" dirty="0">
                <a:latin typeface="Consolas" panose="020B0609020204030204" pitchFamily="49" charset="0"/>
              </a:rPr>
              <a:t>int main()</a:t>
            </a:r>
          </a:p>
          <a:p>
            <a:pPr marL="0" lvl="0" indent="0" eaLnBrk="1" hangingPunct="1">
              <a:buClr>
                <a:schemeClr val="accent2"/>
              </a:buClr>
              <a:buSzPct val="75000"/>
              <a:buFont typeface="Monotype Sorts" charset="2"/>
              <a:buNone/>
            </a:pPr>
            <a:r>
              <a:rPr lang="en-US" altLang="zh-CN" sz="2400" dirty="0">
                <a:latin typeface="Consolas" panose="020B0609020204030204" pitchFamily="49" charset="0"/>
              </a:rPr>
              <a:t>{</a:t>
            </a:r>
          </a:p>
          <a:p>
            <a:pPr marL="0" lvl="0" indent="0" eaLnBrk="1" hangingPunct="1">
              <a:buClr>
                <a:schemeClr val="accent2"/>
              </a:buClr>
              <a:buSzPct val="75000"/>
              <a:buFont typeface="Monotype Sorts" charset="2"/>
              <a:buNone/>
            </a:pPr>
            <a:r>
              <a:rPr lang="en-US" altLang="zh-CN" sz="2400" dirty="0">
                <a:latin typeface="Consolas" panose="020B0609020204030204" pitchFamily="49" charset="0"/>
              </a:rPr>
              <a:t>   …</a:t>
            </a:r>
          </a:p>
          <a:p>
            <a:pPr marL="0" lvl="0" indent="0" eaLnBrk="1" hangingPunct="1">
              <a:buClr>
                <a:schemeClr val="accent2"/>
              </a:buClr>
              <a:buSzPct val="75000"/>
              <a:buFont typeface="Monotype Sorts" charset="2"/>
              <a:buNone/>
            </a:pPr>
            <a:r>
              <a:rPr lang="en-US" altLang="zh-CN" sz="2400" dirty="0">
                <a:latin typeface="Consolas" panose="020B0609020204030204" pitchFamily="49" charset="0"/>
              </a:rPr>
              <a:t>}</a:t>
            </a:r>
          </a:p>
        </p:txBody>
      </p:sp>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57</a:t>
            </a:fld>
            <a:endParaRPr lang="zh-CN" altLang="en-US" sz="1400" b="1" dirty="0"/>
          </a:p>
        </p:txBody>
      </p:sp>
      <p:sp>
        <p:nvSpPr>
          <p:cNvPr id="72707" name="Rectangle 1027"/>
          <p:cNvSpPr>
            <a:spLocks noGrp="1"/>
          </p:cNvSpPr>
          <p:nvPr>
            <p:ph idx="1"/>
          </p:nvPr>
        </p:nvSpPr>
        <p:spPr>
          <a:xfrm>
            <a:off x="395288" y="1268413"/>
            <a:ext cx="3313112" cy="4800600"/>
          </a:xfrm>
        </p:spPr>
        <p:txBody>
          <a:bodyPr vert="horz" wrap="square" lIns="91440" tIns="45720" rIns="91440" bIns="45720" anchor="t"/>
          <a:lstStyle/>
          <a:p>
            <a:pPr algn="just" eaLnBrk="1" hangingPunct="1">
              <a:lnSpc>
                <a:spcPct val="120000"/>
              </a:lnSpc>
              <a:buNone/>
            </a:pPr>
            <a:r>
              <a:rPr lang="zh-CN" altLang="en-US" b="1" dirty="0"/>
              <a:t>（</a:t>
            </a:r>
            <a:r>
              <a:rPr lang="en-US" altLang="zh-CN" b="1" dirty="0"/>
              <a:t>6</a:t>
            </a:r>
            <a:r>
              <a:rPr lang="zh-CN" altLang="en-US" b="1" dirty="0"/>
              <a:t>）函数原型、函数定义、函数调用要保持一致。和函数原型不匹配的函数调用会导致语法错误；函数原型和函数定义不一致，也会产生错误。</a:t>
            </a:r>
          </a:p>
        </p:txBody>
      </p:sp>
      <p:sp>
        <p:nvSpPr>
          <p:cNvPr id="72708" name="Rectangle 1030"/>
          <p:cNvSpPr>
            <a:spLocks noGrp="1"/>
          </p:cNvSpPr>
          <p:nvPr>
            <p:ph type="title"/>
          </p:nvPr>
        </p:nvSpPr>
        <p:spPr>
          <a:xfrm>
            <a:off x="1258888" y="438150"/>
            <a:ext cx="7772400" cy="720725"/>
          </a:xfrm>
        </p:spPr>
        <p:txBody>
          <a:bodyPr vert="horz" wrap="square" lIns="91440" tIns="45720" rIns="91440" bIns="45720" anchor="ctr"/>
          <a:lstStyle/>
          <a:p>
            <a:pPr eaLnBrk="1" hangingPunct="1"/>
            <a:r>
              <a:rPr lang="en-US" altLang="zh-CN" b="1" dirty="0"/>
              <a:t>5.4.4    </a:t>
            </a:r>
            <a:r>
              <a:rPr lang="zh-CN" altLang="en-US" b="1" dirty="0"/>
              <a:t>函数的原型</a:t>
            </a:r>
          </a:p>
        </p:txBody>
      </p:sp>
      <p:sp>
        <p:nvSpPr>
          <p:cNvPr id="72709" name="Text Box 1031"/>
          <p:cNvSpPr txBox="1"/>
          <p:nvPr/>
        </p:nvSpPr>
        <p:spPr>
          <a:xfrm>
            <a:off x="3811588" y="1226460"/>
            <a:ext cx="5219700" cy="5306068"/>
          </a:xfrm>
          <a:prstGeom prst="rect">
            <a:avLst/>
          </a:prstGeom>
          <a:noFill/>
          <a:ln w="9525" cap="flat" cmpd="sng">
            <a:solidFill>
              <a:srgbClr val="008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lnSpc>
                <a:spcPct val="90000"/>
              </a:lnSpc>
              <a:buNone/>
            </a:pPr>
            <a:r>
              <a:rPr lang="en-US" altLang="zh-CN" sz="2200" dirty="0">
                <a:latin typeface="Consolas" panose="020B0609020204030204" pitchFamily="49" charset="0"/>
              </a:rPr>
              <a:t>#include&lt;stdio.h&gt;</a:t>
            </a:r>
          </a:p>
          <a:p>
            <a:pPr marL="0" lvl="0" indent="0" eaLnBrk="1" hangingPunct="1">
              <a:lnSpc>
                <a:spcPct val="90000"/>
              </a:lnSpc>
              <a:buNone/>
            </a:pPr>
            <a:r>
              <a:rPr lang="en-US" altLang="zh-CN" sz="2200" dirty="0">
                <a:solidFill>
                  <a:schemeClr val="accent2"/>
                </a:solidFill>
                <a:latin typeface="Consolas" panose="020B0609020204030204" pitchFamily="49" charset="0"/>
              </a:rPr>
              <a:t>float square(float y);//</a:t>
            </a:r>
            <a:r>
              <a:rPr lang="zh-CN" altLang="en-US" sz="2200" dirty="0">
                <a:solidFill>
                  <a:schemeClr val="accent2"/>
                </a:solidFill>
                <a:latin typeface="Consolas" panose="020B0609020204030204" pitchFamily="49" charset="0"/>
              </a:rPr>
              <a:t>函数原型</a:t>
            </a:r>
          </a:p>
          <a:p>
            <a:pPr marL="0" lvl="0" indent="0" eaLnBrk="1" hangingPunct="1">
              <a:lnSpc>
                <a:spcPct val="90000"/>
              </a:lnSpc>
              <a:buNone/>
            </a:pPr>
            <a:r>
              <a:rPr lang="en-US" altLang="zh-CN" sz="2200" dirty="0">
                <a:latin typeface="Consolas" panose="020B0609020204030204" pitchFamily="49" charset="0"/>
              </a:rPr>
              <a:t>int main()</a:t>
            </a:r>
          </a:p>
          <a:p>
            <a:pPr marL="0" lvl="0" indent="0" eaLnBrk="1" hangingPunct="1">
              <a:lnSpc>
                <a:spcPct val="90000"/>
              </a:lnSpc>
              <a:buNone/>
            </a:pPr>
            <a:r>
              <a:rPr lang="en-US" altLang="zh-CN" sz="2200" dirty="0">
                <a:latin typeface="Consolas" panose="020B0609020204030204" pitchFamily="49" charset="0"/>
              </a:rPr>
              <a:t>{</a:t>
            </a:r>
          </a:p>
          <a:p>
            <a:pPr marL="0" lvl="0" indent="0" eaLnBrk="1" hangingPunct="1">
              <a:lnSpc>
                <a:spcPct val="90000"/>
              </a:lnSpc>
              <a:buNone/>
            </a:pPr>
            <a:r>
              <a:rPr lang="en-US" altLang="zh-CN" sz="2200" dirty="0">
                <a:latin typeface="Consolas" panose="020B0609020204030204" pitchFamily="49" charset="0"/>
              </a:rPr>
              <a:t>      float x=2.5;</a:t>
            </a:r>
          </a:p>
          <a:p>
            <a:pPr marL="0" lvl="0" indent="0" eaLnBrk="1" hangingPunct="1">
              <a:lnSpc>
                <a:spcPct val="90000"/>
              </a:lnSpc>
              <a:buNone/>
            </a:pPr>
            <a:endParaRPr lang="en-US" altLang="zh-CN" sz="800" dirty="0">
              <a:latin typeface="Consolas" panose="020B0609020204030204" pitchFamily="49" charset="0"/>
            </a:endParaRPr>
          </a:p>
          <a:p>
            <a:pPr marL="0" lvl="0" indent="0" eaLnBrk="1" hangingPunct="1">
              <a:lnSpc>
                <a:spcPct val="90000"/>
              </a:lnSpc>
              <a:buNone/>
            </a:pPr>
            <a:r>
              <a:rPr lang="en-US" altLang="zh-CN" sz="2200" dirty="0">
                <a:latin typeface="Consolas" panose="020B0609020204030204" pitchFamily="49" charset="0"/>
              </a:rPr>
              <a:t>     </a:t>
            </a:r>
            <a:r>
              <a:rPr lang="en-US" altLang="zh-CN" sz="2200" dirty="0" err="1">
                <a:latin typeface="Consolas" panose="020B0609020204030204" pitchFamily="49" charset="0"/>
              </a:rPr>
              <a:t>printf</a:t>
            </a:r>
            <a:r>
              <a:rPr lang="en-US" altLang="zh-CN" sz="2200" dirty="0">
                <a:latin typeface="Consolas" panose="020B0609020204030204" pitchFamily="49" charset="0"/>
              </a:rPr>
              <a:t>("%.2f",</a:t>
            </a:r>
            <a:r>
              <a:rPr lang="en-US" altLang="zh-CN" sz="2200" dirty="0">
                <a:solidFill>
                  <a:srgbClr val="003399"/>
                </a:solidFill>
                <a:latin typeface="Consolas" panose="020B0609020204030204" pitchFamily="49" charset="0"/>
              </a:rPr>
              <a:t>square(x)</a:t>
            </a:r>
            <a:r>
              <a:rPr lang="en-US" altLang="zh-CN" sz="2200" dirty="0">
                <a:latin typeface="Consolas" panose="020B0609020204030204" pitchFamily="49" charset="0"/>
              </a:rPr>
              <a:t>); //</a:t>
            </a:r>
            <a:r>
              <a:rPr lang="zh-CN" altLang="en-US" sz="2200" dirty="0">
                <a:latin typeface="Consolas" panose="020B0609020204030204" pitchFamily="49" charset="0"/>
              </a:rPr>
              <a:t>函数调用</a:t>
            </a:r>
          </a:p>
          <a:p>
            <a:pPr marL="0" lvl="0" indent="0" eaLnBrk="1" hangingPunct="1">
              <a:lnSpc>
                <a:spcPct val="90000"/>
              </a:lnSpc>
              <a:buNone/>
            </a:pPr>
            <a:r>
              <a:rPr lang="en-US" altLang="zh-CN" sz="2200" dirty="0">
                <a:latin typeface="Consolas" panose="020B0609020204030204" pitchFamily="49" charset="0"/>
              </a:rPr>
              <a:t>     system("pause");</a:t>
            </a:r>
          </a:p>
          <a:p>
            <a:pPr marL="0" lvl="0" indent="0" eaLnBrk="1" hangingPunct="1">
              <a:lnSpc>
                <a:spcPct val="90000"/>
              </a:lnSpc>
              <a:buNone/>
            </a:pPr>
            <a:r>
              <a:rPr lang="en-US" altLang="zh-CN" sz="2200" dirty="0">
                <a:latin typeface="Consolas" panose="020B0609020204030204" pitchFamily="49" charset="0"/>
              </a:rPr>
              <a:t>}</a:t>
            </a:r>
          </a:p>
          <a:p>
            <a:pPr marL="0" lvl="0" indent="0" eaLnBrk="1" hangingPunct="1">
              <a:lnSpc>
                <a:spcPct val="90000"/>
              </a:lnSpc>
              <a:buNone/>
            </a:pPr>
            <a:r>
              <a:rPr lang="en-US" altLang="zh-CN" sz="2200" dirty="0">
                <a:latin typeface="Consolas" panose="020B0609020204030204" pitchFamily="49" charset="0"/>
              </a:rPr>
              <a:t>/*</a:t>
            </a:r>
            <a:r>
              <a:rPr lang="zh-CN" altLang="en-US" sz="2200" dirty="0">
                <a:latin typeface="Consolas" panose="020B0609020204030204" pitchFamily="49" charset="0"/>
              </a:rPr>
              <a:t>函数定义*</a:t>
            </a:r>
            <a:r>
              <a:rPr lang="en-US" altLang="zh-CN" sz="2200" dirty="0">
                <a:latin typeface="Consolas" panose="020B0609020204030204" pitchFamily="49" charset="0"/>
              </a:rPr>
              <a:t>/ </a:t>
            </a:r>
          </a:p>
          <a:p>
            <a:pPr marL="0" lvl="0" indent="0" eaLnBrk="1" hangingPunct="1">
              <a:lnSpc>
                <a:spcPct val="90000"/>
              </a:lnSpc>
              <a:buNone/>
            </a:pPr>
            <a:r>
              <a:rPr lang="en-US" altLang="zh-CN" sz="2200" dirty="0">
                <a:latin typeface="Consolas" panose="020B0609020204030204" pitchFamily="49" charset="0"/>
              </a:rPr>
              <a:t>float square(float y)</a:t>
            </a:r>
          </a:p>
          <a:p>
            <a:pPr marL="0" lvl="0" indent="0" eaLnBrk="1" hangingPunct="1">
              <a:lnSpc>
                <a:spcPct val="90000"/>
              </a:lnSpc>
              <a:buNone/>
            </a:pPr>
            <a:r>
              <a:rPr lang="en-US" altLang="zh-CN" sz="2200" dirty="0">
                <a:latin typeface="Consolas" panose="020B0609020204030204" pitchFamily="49" charset="0"/>
              </a:rPr>
              <a:t>{</a:t>
            </a:r>
          </a:p>
          <a:p>
            <a:pPr marL="0" lvl="0" indent="0" eaLnBrk="1" hangingPunct="1">
              <a:lnSpc>
                <a:spcPct val="90000"/>
              </a:lnSpc>
              <a:buNone/>
            </a:pPr>
            <a:r>
              <a:rPr lang="en-US" altLang="zh-CN" sz="2200" dirty="0">
                <a:latin typeface="Consolas" panose="020B0609020204030204" pitchFamily="49" charset="0"/>
              </a:rPr>
              <a:t>      return(y*y);</a:t>
            </a:r>
          </a:p>
          <a:p>
            <a:pPr marL="0" lvl="0" indent="0" eaLnBrk="1" hangingPunct="1">
              <a:lnSpc>
                <a:spcPct val="90000"/>
              </a:lnSpc>
              <a:buNone/>
            </a:pPr>
            <a:r>
              <a:rPr lang="en-US" altLang="zh-CN" sz="2200" dirty="0">
                <a:latin typeface="Consolas" panose="020B0609020204030204" pitchFamily="49" charset="0"/>
              </a:rPr>
              <a:t>}</a:t>
            </a:r>
            <a:endParaRPr lang="en-US" altLang="zh-CN" sz="2400" dirty="0">
              <a:latin typeface="Consolas" panose="020B0609020204030204" pitchFamily="49" charset="0"/>
            </a:endParaRPr>
          </a:p>
        </p:txBody>
      </p:sp>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58</a:t>
            </a:fld>
            <a:endParaRPr lang="zh-CN" altLang="en-US" sz="1400" b="1" dirty="0"/>
          </a:p>
        </p:txBody>
      </p:sp>
      <p:sp>
        <p:nvSpPr>
          <p:cNvPr id="73731" name="Rectangle 4"/>
          <p:cNvSpPr>
            <a:spLocks noGrp="1"/>
          </p:cNvSpPr>
          <p:nvPr>
            <p:ph idx="1"/>
          </p:nvPr>
        </p:nvSpPr>
        <p:spPr>
          <a:xfrm>
            <a:off x="395288" y="1268413"/>
            <a:ext cx="8424862" cy="4800600"/>
          </a:xfrm>
        </p:spPr>
        <p:txBody>
          <a:bodyPr vert="horz" wrap="square" lIns="91440" tIns="45720" rIns="91440" bIns="45720" anchor="t"/>
          <a:lstStyle/>
          <a:p>
            <a:pPr eaLnBrk="1" hangingPunct="1">
              <a:buNone/>
            </a:pPr>
            <a:r>
              <a:rPr lang="zh-CN" altLang="en-US" b="1" dirty="0"/>
              <a:t>（</a:t>
            </a:r>
            <a:r>
              <a:rPr lang="en-US" altLang="zh-CN" b="1" dirty="0"/>
              <a:t>7</a:t>
            </a:r>
            <a:r>
              <a:rPr lang="zh-CN" altLang="en-US" b="1" dirty="0"/>
              <a:t>）如果程序中没有包含函数原型，则编译器就会用第一次出现的该函数（函数定义或函数调用）来构造函数原型。默认情况下，编译器假定函数的返回类型为</a:t>
            </a:r>
            <a:r>
              <a:rPr lang="en-US" altLang="zh-CN" b="1" dirty="0"/>
              <a:t>int</a:t>
            </a:r>
            <a:r>
              <a:rPr lang="zh-CN" altLang="en-US" b="1" dirty="0"/>
              <a:t>类型，而对参数不作任何假定。</a:t>
            </a:r>
          </a:p>
        </p:txBody>
      </p:sp>
      <p:sp>
        <p:nvSpPr>
          <p:cNvPr id="73732" name="Rectangle 5"/>
          <p:cNvSpPr>
            <a:spLocks noGrp="1"/>
          </p:cNvSpPr>
          <p:nvPr>
            <p:ph type="title"/>
          </p:nvPr>
        </p:nvSpPr>
        <p:spPr>
          <a:xfrm>
            <a:off x="1187450" y="420688"/>
            <a:ext cx="7772400" cy="720725"/>
          </a:xfrm>
        </p:spPr>
        <p:txBody>
          <a:bodyPr vert="horz" wrap="square" lIns="91440" tIns="45720" rIns="91440" bIns="45720" anchor="ctr"/>
          <a:lstStyle/>
          <a:p>
            <a:pPr eaLnBrk="1" hangingPunct="1"/>
            <a:r>
              <a:rPr lang="en-US" altLang="zh-CN" b="1" dirty="0"/>
              <a:t>5.4.4    </a:t>
            </a:r>
            <a:r>
              <a:rPr lang="zh-CN" altLang="en-US" b="1" dirty="0"/>
              <a:t>函数的原型</a:t>
            </a:r>
          </a:p>
        </p:txBody>
      </p:sp>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59</a:t>
            </a:fld>
            <a:endParaRPr lang="zh-CN" altLang="en-US" sz="1400" b="1" dirty="0"/>
          </a:p>
        </p:txBody>
      </p:sp>
      <p:sp>
        <p:nvSpPr>
          <p:cNvPr id="277508" name="Text Box 4"/>
          <p:cNvSpPr txBox="1"/>
          <p:nvPr/>
        </p:nvSpPr>
        <p:spPr>
          <a:xfrm>
            <a:off x="251520" y="1419226"/>
            <a:ext cx="4464496" cy="4801314"/>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lnSpc>
                <a:spcPct val="90000"/>
              </a:lnSpc>
              <a:buNone/>
            </a:pPr>
            <a:r>
              <a:rPr lang="en-US" altLang="zh-CN" sz="2000" dirty="0">
                <a:latin typeface="Consolas" panose="020B0609020204030204" pitchFamily="49" charset="0"/>
              </a:rPr>
              <a:t>#include&lt;stdio.h&gt;</a:t>
            </a:r>
          </a:p>
          <a:p>
            <a:pPr marL="0" lvl="0" indent="0" eaLnBrk="1" hangingPunct="1">
              <a:lnSpc>
                <a:spcPct val="90000"/>
              </a:lnSpc>
              <a:buNone/>
            </a:pPr>
            <a:r>
              <a:rPr lang="en-US" altLang="zh-CN" sz="2000" dirty="0">
                <a:latin typeface="Consolas" panose="020B0609020204030204" pitchFamily="49" charset="0"/>
              </a:rPr>
              <a:t>int main()</a:t>
            </a:r>
          </a:p>
          <a:p>
            <a:pPr marL="0" lvl="0" indent="0" eaLnBrk="1" hangingPunct="1">
              <a:lnSpc>
                <a:spcPct val="90000"/>
              </a:lnSpc>
              <a:buNone/>
            </a:pPr>
            <a:r>
              <a:rPr lang="en-US" altLang="zh-CN" sz="2000" dirty="0">
                <a:latin typeface="Consolas" panose="020B0609020204030204" pitchFamily="49" charset="0"/>
              </a:rPr>
              <a:t>{</a:t>
            </a:r>
          </a:p>
          <a:p>
            <a:pPr marL="0" lvl="0" indent="0" eaLnBrk="1" hangingPunct="1">
              <a:lnSpc>
                <a:spcPct val="90000"/>
              </a:lnSpc>
              <a:buNone/>
            </a:pPr>
            <a:r>
              <a:rPr lang="en-US" altLang="zh-CN" sz="2000" dirty="0">
                <a:latin typeface="Consolas" panose="020B0609020204030204" pitchFamily="49" charset="0"/>
              </a:rPr>
              <a:t>      float x=2.5;</a:t>
            </a:r>
          </a:p>
          <a:p>
            <a:pPr marL="0" lvl="0" indent="0" eaLnBrk="1" hangingPunct="1">
              <a:lnSpc>
                <a:spcPct val="90000"/>
              </a:lnSpc>
              <a:buNone/>
            </a:pPr>
            <a:endParaRPr lang="en-US" altLang="zh-CN" sz="2000" dirty="0">
              <a:latin typeface="Consolas" panose="020B0609020204030204" pitchFamily="49" charset="0"/>
            </a:endParaRPr>
          </a:p>
          <a:p>
            <a:pPr marL="0" lvl="0" indent="0" eaLnBrk="1" hangingPunct="1">
              <a:lnSpc>
                <a:spcPct val="90000"/>
              </a:lnSpc>
              <a:buNone/>
            </a:pPr>
            <a:r>
              <a:rPr lang="en-US" altLang="zh-CN" sz="2000" dirty="0">
                <a:solidFill>
                  <a:srgbClr val="FF6600"/>
                </a:solidFill>
                <a:latin typeface="Consolas" panose="020B0609020204030204" pitchFamily="49" charset="0"/>
              </a:rPr>
              <a:t>     </a:t>
            </a:r>
            <a:r>
              <a:rPr lang="en-US" altLang="zh-CN" sz="2000" dirty="0" err="1">
                <a:solidFill>
                  <a:srgbClr val="003399"/>
                </a:solidFill>
                <a:latin typeface="Consolas" panose="020B0609020204030204" pitchFamily="49" charset="0"/>
              </a:rPr>
              <a:t>printf</a:t>
            </a:r>
            <a:r>
              <a:rPr lang="en-US" altLang="zh-CN" sz="2000" dirty="0">
                <a:solidFill>
                  <a:srgbClr val="003399"/>
                </a:solidFill>
                <a:latin typeface="Consolas" panose="020B0609020204030204" pitchFamily="49" charset="0"/>
              </a:rPr>
              <a:t>("%.2f",square(x)); </a:t>
            </a:r>
          </a:p>
          <a:p>
            <a:pPr marL="0" lvl="0" indent="0" eaLnBrk="1" hangingPunct="1">
              <a:lnSpc>
                <a:spcPct val="90000"/>
              </a:lnSpc>
              <a:buNone/>
            </a:pPr>
            <a:r>
              <a:rPr lang="en-US" altLang="zh-CN" sz="2000" dirty="0">
                <a:latin typeface="Consolas" panose="020B0609020204030204" pitchFamily="49" charset="0"/>
              </a:rPr>
              <a:t>     return 0;</a:t>
            </a:r>
          </a:p>
          <a:p>
            <a:pPr marL="0" lvl="0" indent="0" eaLnBrk="1" hangingPunct="1">
              <a:lnSpc>
                <a:spcPct val="90000"/>
              </a:lnSpc>
              <a:buNone/>
            </a:pPr>
            <a:r>
              <a:rPr lang="en-US" altLang="zh-CN" sz="2000" dirty="0">
                <a:latin typeface="Consolas" panose="020B0609020204030204" pitchFamily="49" charset="0"/>
              </a:rPr>
              <a:t>}</a:t>
            </a:r>
          </a:p>
          <a:p>
            <a:pPr marL="0" lvl="0" indent="0" eaLnBrk="1" hangingPunct="1">
              <a:lnSpc>
                <a:spcPct val="90000"/>
              </a:lnSpc>
              <a:buNone/>
            </a:pPr>
            <a:r>
              <a:rPr lang="en-US" altLang="zh-CN" sz="2000" dirty="0">
                <a:latin typeface="Consolas" panose="020B0609020204030204" pitchFamily="49" charset="0"/>
              </a:rPr>
              <a:t>/*</a:t>
            </a:r>
            <a:r>
              <a:rPr lang="zh-CN" altLang="en-US" sz="2000" dirty="0">
                <a:latin typeface="Consolas" panose="020B0609020204030204" pitchFamily="49" charset="0"/>
              </a:rPr>
              <a:t>函数定义*</a:t>
            </a:r>
            <a:r>
              <a:rPr lang="en-US" altLang="zh-CN" sz="2000" dirty="0">
                <a:latin typeface="Consolas" panose="020B0609020204030204" pitchFamily="49" charset="0"/>
              </a:rPr>
              <a:t>/ </a:t>
            </a:r>
          </a:p>
          <a:p>
            <a:pPr marL="0" lvl="0" indent="0" eaLnBrk="1" hangingPunct="1">
              <a:lnSpc>
                <a:spcPct val="90000"/>
              </a:lnSpc>
              <a:buNone/>
            </a:pPr>
            <a:r>
              <a:rPr lang="en-US" altLang="zh-CN" sz="2000" dirty="0">
                <a:latin typeface="Consolas" panose="020B0609020204030204" pitchFamily="49" charset="0"/>
              </a:rPr>
              <a:t>float square(float y)</a:t>
            </a:r>
          </a:p>
          <a:p>
            <a:pPr marL="0" lvl="0" indent="0" eaLnBrk="1" hangingPunct="1">
              <a:lnSpc>
                <a:spcPct val="90000"/>
              </a:lnSpc>
              <a:buNone/>
            </a:pPr>
            <a:r>
              <a:rPr lang="en-US" altLang="zh-CN" sz="2000" dirty="0">
                <a:latin typeface="Consolas" panose="020B0609020204030204" pitchFamily="49" charset="0"/>
              </a:rPr>
              <a:t>{</a:t>
            </a:r>
          </a:p>
          <a:p>
            <a:pPr marL="0" lvl="0" indent="0" eaLnBrk="1" hangingPunct="1">
              <a:lnSpc>
                <a:spcPct val="90000"/>
              </a:lnSpc>
              <a:buNone/>
            </a:pPr>
            <a:r>
              <a:rPr lang="en-US" altLang="zh-CN" sz="2000" dirty="0">
                <a:latin typeface="Consolas" panose="020B0609020204030204" pitchFamily="49" charset="0"/>
              </a:rPr>
              <a:t>      return(y*y);</a:t>
            </a:r>
          </a:p>
          <a:p>
            <a:pPr marL="0" lvl="0" indent="0" eaLnBrk="1" hangingPunct="1">
              <a:lnSpc>
                <a:spcPct val="90000"/>
              </a:lnSpc>
              <a:buNone/>
            </a:pPr>
            <a:r>
              <a:rPr lang="en-US" altLang="zh-CN" sz="2000" dirty="0">
                <a:latin typeface="Consolas" panose="020B0609020204030204" pitchFamily="49" charset="0"/>
              </a:rPr>
              <a:t>}</a:t>
            </a:r>
          </a:p>
          <a:p>
            <a:pPr marL="0" lvl="0" indent="0" eaLnBrk="1" hangingPunct="1">
              <a:buClr>
                <a:schemeClr val="accent2"/>
              </a:buClr>
              <a:buSzPct val="75000"/>
              <a:buFont typeface="Monotype Sorts" charset="2"/>
              <a:buNone/>
            </a:pPr>
            <a:endParaRPr lang="en-US" altLang="zh-CN" sz="2000" dirty="0">
              <a:latin typeface="Consolas" panose="020B0609020204030204" pitchFamily="49" charset="0"/>
            </a:endParaRPr>
          </a:p>
        </p:txBody>
      </p:sp>
      <p:sp>
        <p:nvSpPr>
          <p:cNvPr id="74756" name="Rectangle 5"/>
          <p:cNvSpPr>
            <a:spLocks noGrp="1"/>
          </p:cNvSpPr>
          <p:nvPr>
            <p:ph type="title"/>
          </p:nvPr>
        </p:nvSpPr>
        <p:spPr/>
        <p:txBody>
          <a:bodyPr vert="horz" wrap="square" lIns="91440" tIns="45720" rIns="91440" bIns="45720" anchor="ctr"/>
          <a:lstStyle/>
          <a:p>
            <a:pPr eaLnBrk="1" hangingPunct="1"/>
            <a:r>
              <a:rPr lang="en-US" altLang="zh-CN" b="1" dirty="0"/>
              <a:t>5.2.4    </a:t>
            </a:r>
            <a:r>
              <a:rPr lang="zh-CN" altLang="en-US" b="1" dirty="0"/>
              <a:t>函数的原型</a:t>
            </a:r>
          </a:p>
        </p:txBody>
      </p:sp>
      <p:sp>
        <p:nvSpPr>
          <p:cNvPr id="277510" name="Text Box 6"/>
          <p:cNvSpPr txBox="1"/>
          <p:nvPr/>
        </p:nvSpPr>
        <p:spPr>
          <a:xfrm>
            <a:off x="5291138" y="1484313"/>
            <a:ext cx="3744912" cy="4410075"/>
          </a:xfrm>
          <a:prstGeom prst="rect">
            <a:avLst/>
          </a:prstGeom>
          <a:solidFill>
            <a:srgbClr val="CCFFFF"/>
          </a:solidFill>
          <a:ln w="9525" cap="flat" cmpd="sng">
            <a:solidFill>
              <a:srgbClr val="008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spcBef>
                <a:spcPct val="50000"/>
              </a:spcBef>
              <a:buNone/>
            </a:pPr>
            <a:r>
              <a:rPr lang="zh-CN" altLang="en-US" sz="2400" b="1" dirty="0"/>
              <a:t>编译到蓝色行时报错：</a:t>
            </a:r>
            <a:r>
              <a:rPr lang="en-US" altLang="zh-CN" sz="2400" b="1" dirty="0"/>
              <a:t>conflicting types for square</a:t>
            </a:r>
            <a:r>
              <a:rPr lang="zh-CN" altLang="en-US" sz="2400" b="1" dirty="0"/>
              <a:t>。</a:t>
            </a:r>
          </a:p>
          <a:p>
            <a:pPr marL="342900" lvl="0" indent="-342900" eaLnBrk="1" hangingPunct="1">
              <a:lnSpc>
                <a:spcPct val="90000"/>
              </a:lnSpc>
              <a:spcBef>
                <a:spcPct val="50000"/>
              </a:spcBef>
              <a:buNone/>
            </a:pPr>
            <a:r>
              <a:rPr lang="zh-CN" altLang="en-US" sz="2400" b="1" dirty="0"/>
              <a:t>错误原因：当自上而下对源程序编译时，编译到蓝色字体那一行，编译器会默认</a:t>
            </a:r>
            <a:r>
              <a:rPr lang="en-US" altLang="zh-CN" sz="2400" b="1" dirty="0"/>
              <a:t>square(x)</a:t>
            </a:r>
            <a:r>
              <a:rPr lang="zh-CN" altLang="en-US" sz="2400" b="1" dirty="0"/>
              <a:t>函数返回值类型是</a:t>
            </a:r>
            <a:r>
              <a:rPr lang="en-US" altLang="zh-CN" sz="2400" b="1" dirty="0"/>
              <a:t>int</a:t>
            </a:r>
            <a:r>
              <a:rPr lang="zh-CN" altLang="en-US" sz="2400" b="1" dirty="0"/>
              <a:t>型，从而和后面的</a:t>
            </a:r>
            <a:r>
              <a:rPr lang="en-US" altLang="zh-CN" sz="2400" b="1" dirty="0"/>
              <a:t>float</a:t>
            </a:r>
            <a:r>
              <a:rPr lang="zh-CN" altLang="en-US" sz="2400" b="1" dirty="0"/>
              <a:t>冲突。</a:t>
            </a:r>
          </a:p>
          <a:p>
            <a:pPr marL="342900" lvl="0" indent="-342900" eaLnBrk="1" hangingPunct="1">
              <a:lnSpc>
                <a:spcPct val="90000"/>
              </a:lnSpc>
              <a:spcBef>
                <a:spcPct val="50000"/>
              </a:spcBef>
              <a:buNone/>
            </a:pPr>
            <a:r>
              <a:rPr lang="zh-CN" altLang="en-US" sz="2400" b="1" dirty="0">
                <a:solidFill>
                  <a:srgbClr val="003399"/>
                </a:solidFill>
              </a:rPr>
              <a:t>解决方法：在函数调用前使用函数原型对函数进行声明。</a:t>
            </a:r>
          </a:p>
        </p:txBody>
      </p:sp>
      <p:sp>
        <p:nvSpPr>
          <p:cNvPr id="277512" name="Text Box 8"/>
          <p:cNvSpPr txBox="1"/>
          <p:nvPr/>
        </p:nvSpPr>
        <p:spPr>
          <a:xfrm>
            <a:off x="250032" y="5865496"/>
            <a:ext cx="6913562" cy="941796"/>
          </a:xfrm>
          <a:prstGeom prst="rect">
            <a:avLst/>
          </a:prstGeom>
          <a:solidFill>
            <a:srgbClr val="CCFFFF"/>
          </a:solidFill>
          <a:ln w="9525" cap="flat" cmpd="sng">
            <a:solidFill>
              <a:srgbClr val="008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spcBef>
                <a:spcPct val="50000"/>
              </a:spcBef>
              <a:buNone/>
            </a:pPr>
            <a:r>
              <a:rPr lang="zh-CN" altLang="en-US" sz="2400" b="1" dirty="0"/>
              <a:t>思考：编译器为何不会提示</a:t>
            </a:r>
            <a:r>
              <a:rPr lang="en-US" altLang="zh-CN" sz="2400" b="1" dirty="0"/>
              <a:t>printf</a:t>
            </a:r>
            <a:r>
              <a:rPr lang="zh-CN" altLang="en-US" sz="2400" b="1" dirty="0"/>
              <a:t>未定义呢？</a:t>
            </a:r>
          </a:p>
          <a:p>
            <a:pPr marL="342900" lvl="0" indent="-342900" eaLnBrk="1" hangingPunct="1">
              <a:lnSpc>
                <a:spcPct val="90000"/>
              </a:lnSpc>
              <a:spcBef>
                <a:spcPct val="50000"/>
              </a:spcBef>
              <a:buNone/>
            </a:pPr>
            <a:r>
              <a:rPr lang="zh-CN" altLang="en-US" sz="2400" b="1" dirty="0"/>
              <a:t>在文件</a:t>
            </a:r>
            <a:r>
              <a:rPr lang="en-US" altLang="zh-CN" sz="2400" b="1" dirty="0"/>
              <a:t>stdio.h</a:t>
            </a:r>
            <a:r>
              <a:rPr lang="zh-CN" altLang="en-US" sz="2400" b="1" dirty="0"/>
              <a:t>中已经给出了函数原型</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77510"/>
                                        </p:tgtEl>
                                        <p:attrNameLst>
                                          <p:attrName>style.visibility</p:attrName>
                                        </p:attrNameLst>
                                      </p:cBhvr>
                                      <p:to>
                                        <p:strVal val="visible"/>
                                      </p:to>
                                    </p:set>
                                    <p:animEffect transition="in" filter="box(in)">
                                      <p:cBhvr>
                                        <p:cTn id="7" dur="500"/>
                                        <p:tgtEl>
                                          <p:spTgt spid="27751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77512"/>
                                        </p:tgtEl>
                                        <p:attrNameLst>
                                          <p:attrName>style.visibility</p:attrName>
                                        </p:attrNameLst>
                                      </p:cBhvr>
                                      <p:to>
                                        <p:strVal val="visible"/>
                                      </p:to>
                                    </p:set>
                                    <p:animEffect transition="in" filter="dissolve">
                                      <p:cBhvr>
                                        <p:cTn id="12" dur="500"/>
                                        <p:tgtEl>
                                          <p:spTgt spid="277512"/>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grpId="1" nodeType="clickEffect">
                                  <p:stCondLst>
                                    <p:cond delay="0"/>
                                  </p:stCondLst>
                                  <p:childTnLst>
                                    <p:set>
                                      <p:cBhvr>
                                        <p:cTn id="16" dur="1" fill="hold">
                                          <p:stCondLst>
                                            <p:cond delay="0"/>
                                          </p:stCondLst>
                                        </p:cTn>
                                        <p:tgtEl>
                                          <p:spTgt spid="27751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7510" grpId="0" animBg="1"/>
      <p:bldP spid="277512" grpId="0" animBg="1"/>
      <p:bldP spid="277512" grpId="1"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60</a:t>
            </a:fld>
            <a:endParaRPr lang="zh-CN" altLang="en-US" sz="1400" b="1" dirty="0"/>
          </a:p>
        </p:txBody>
      </p:sp>
      <p:sp>
        <p:nvSpPr>
          <p:cNvPr id="75779" name="Rectangle 3"/>
          <p:cNvSpPr>
            <a:spLocks noGrp="1"/>
          </p:cNvSpPr>
          <p:nvPr>
            <p:ph idx="1"/>
          </p:nvPr>
        </p:nvSpPr>
        <p:spPr>
          <a:xfrm>
            <a:off x="395288" y="1196975"/>
            <a:ext cx="8137525" cy="4114800"/>
          </a:xfrm>
        </p:spPr>
        <p:txBody>
          <a:bodyPr vert="horz" wrap="square" lIns="91440" tIns="45720" rIns="91440" bIns="45720" anchor="t"/>
          <a:lstStyle/>
          <a:p>
            <a:pPr algn="just" eaLnBrk="1" hangingPunct="1">
              <a:lnSpc>
                <a:spcPct val="120000"/>
              </a:lnSpc>
              <a:buNone/>
            </a:pPr>
            <a:r>
              <a:rPr lang="zh-CN" altLang="en-US" b="1" dirty="0"/>
              <a:t>（</a:t>
            </a:r>
            <a:r>
              <a:rPr lang="en-US" altLang="zh-CN" b="1" dirty="0"/>
              <a:t>8</a:t>
            </a:r>
            <a:r>
              <a:rPr lang="zh-CN" altLang="en-US" b="1" dirty="0"/>
              <a:t>）函数原型可以用来强制转换参数类型。</a:t>
            </a:r>
          </a:p>
          <a:p>
            <a:pPr eaLnBrk="1" hangingPunct="1">
              <a:buNone/>
            </a:pPr>
            <a:r>
              <a:rPr lang="zh-CN" altLang="en-US" sz="2400" b="1" dirty="0"/>
              <a:t>	在函数调用之前，和函数原型中的参数类型不完全一致的实参值会被转换为合适的类型。</a:t>
            </a:r>
          </a:p>
          <a:p>
            <a:pPr eaLnBrk="1" hangingPunct="1">
              <a:buNone/>
            </a:pPr>
            <a:r>
              <a:rPr lang="zh-CN" altLang="en-US" sz="2400" b="1" dirty="0"/>
              <a:t>	如： </a:t>
            </a:r>
            <a:r>
              <a:rPr lang="en-US" altLang="zh-CN" sz="2400" b="1" dirty="0"/>
              <a:t>sqrt</a:t>
            </a:r>
            <a:r>
              <a:rPr lang="zh-CN" altLang="en-US" sz="2400" b="1" dirty="0"/>
              <a:t> 的参数类型是</a:t>
            </a:r>
            <a:r>
              <a:rPr lang="en-US" altLang="zh-CN" sz="2400" b="1" dirty="0"/>
              <a:t>double，</a:t>
            </a:r>
            <a:r>
              <a:rPr lang="zh-CN" altLang="en-US" sz="2400" b="1" dirty="0"/>
              <a:t>进行如下调用</a:t>
            </a:r>
            <a:r>
              <a:rPr lang="en-US" altLang="zh-CN" sz="2400" b="1" dirty="0" err="1"/>
              <a:t>printf</a:t>
            </a:r>
            <a:r>
              <a:rPr lang="en-US" altLang="zh-CN" sz="2400" b="1" dirty="0"/>
              <a:t>(</a:t>
            </a:r>
            <a:r>
              <a:rPr lang="en-US" altLang="zh-CN" sz="2400" b="1" dirty="0">
                <a:latin typeface="宋体" panose="02010600030101010101" pitchFamily="2" charset="-122"/>
              </a:rPr>
              <a:t>"</a:t>
            </a:r>
            <a:r>
              <a:rPr lang="en-US" altLang="zh-CN" sz="2400" b="1" dirty="0"/>
              <a:t>%.3f\</a:t>
            </a:r>
            <a:r>
              <a:rPr lang="en-US" altLang="zh-CN" sz="2400" b="1" dirty="0" err="1"/>
              <a:t>n</a:t>
            </a:r>
            <a:r>
              <a:rPr lang="en-US" altLang="zh-CN" sz="2400" b="1" dirty="0" err="1">
                <a:latin typeface="宋体" panose="02010600030101010101" pitchFamily="2" charset="-122"/>
              </a:rPr>
              <a:t>"</a:t>
            </a:r>
            <a:r>
              <a:rPr lang="en-US" altLang="zh-CN" sz="2400" b="1" dirty="0" err="1"/>
              <a:t>,sqrt</a:t>
            </a:r>
            <a:r>
              <a:rPr lang="en-US" altLang="zh-CN" sz="2400" b="1" dirty="0"/>
              <a:t>(4))</a:t>
            </a:r>
            <a:r>
              <a:rPr lang="zh-CN" altLang="en-US" sz="2400" b="1" dirty="0"/>
              <a:t>时，在将4传递给</a:t>
            </a:r>
            <a:r>
              <a:rPr lang="en-US" altLang="zh-CN" sz="2400" b="1" dirty="0"/>
              <a:t>sqrt</a:t>
            </a:r>
            <a:r>
              <a:rPr lang="zh-CN" altLang="en-US" sz="2400" b="1" dirty="0"/>
              <a:t>之前先转换为</a:t>
            </a:r>
            <a:r>
              <a:rPr lang="en-US" altLang="zh-CN" sz="2400" b="1" dirty="0"/>
              <a:t>double</a:t>
            </a:r>
            <a:r>
              <a:rPr lang="zh-CN" altLang="en-US" sz="2400" b="1" dirty="0"/>
              <a:t>类型的值4.0</a:t>
            </a:r>
            <a:r>
              <a:rPr lang="en-US" altLang="zh-CN" sz="2400" b="1" dirty="0"/>
              <a:t>;</a:t>
            </a:r>
          </a:p>
          <a:p>
            <a:pPr eaLnBrk="1" hangingPunct="1">
              <a:buNone/>
            </a:pPr>
            <a:endParaRPr lang="en-US" altLang="zh-CN" sz="2400" b="1" dirty="0"/>
          </a:p>
          <a:p>
            <a:pPr eaLnBrk="1" hangingPunct="1">
              <a:buNone/>
            </a:pPr>
            <a:r>
              <a:rPr lang="zh-CN" altLang="en-US" sz="2400" b="1" dirty="0"/>
              <a:t>	参数类型的转换有可能是低类型向高类型转换，也可能是高类型向低类型转换。高类型向低类型转换可能会导致不正确的结果（如</a:t>
            </a:r>
            <a:r>
              <a:rPr lang="en-US" altLang="zh-CN" sz="2400" b="1" dirty="0"/>
              <a:t>long</a:t>
            </a:r>
            <a:r>
              <a:rPr lang="zh-CN" altLang="en-US" sz="2400" b="1" dirty="0"/>
              <a:t>类型向</a:t>
            </a:r>
            <a:r>
              <a:rPr lang="en-US" altLang="zh-CN" sz="2400" b="1" dirty="0"/>
              <a:t>short</a:t>
            </a:r>
            <a:r>
              <a:rPr lang="zh-CN" altLang="en-US" sz="2400" b="1" dirty="0"/>
              <a:t>类型的转换）。</a:t>
            </a:r>
          </a:p>
        </p:txBody>
      </p:sp>
      <p:sp>
        <p:nvSpPr>
          <p:cNvPr id="75780" name="Rectangle 1032"/>
          <p:cNvSpPr>
            <a:spLocks noGrp="1"/>
          </p:cNvSpPr>
          <p:nvPr>
            <p:ph type="title"/>
          </p:nvPr>
        </p:nvSpPr>
        <p:spPr>
          <a:xfrm>
            <a:off x="1066800" y="476250"/>
            <a:ext cx="7772400" cy="720725"/>
          </a:xfrm>
        </p:spPr>
        <p:txBody>
          <a:bodyPr vert="horz" wrap="square" lIns="91440" tIns="45720" rIns="91440" bIns="45720" anchor="ctr"/>
          <a:lstStyle/>
          <a:p>
            <a:pPr eaLnBrk="1" hangingPunct="1"/>
            <a:r>
              <a:rPr lang="en-US" altLang="zh-CN" b="1" dirty="0"/>
              <a:t>5.4.4    </a:t>
            </a:r>
            <a:r>
              <a:rPr lang="zh-CN" altLang="en-US" b="1" dirty="0"/>
              <a:t>函数的原型</a:t>
            </a:r>
          </a:p>
        </p:txBody>
      </p:sp>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61</a:t>
            </a:fld>
            <a:endParaRPr lang="zh-CN" altLang="en-US" sz="1400" b="1" dirty="0"/>
          </a:p>
        </p:txBody>
      </p:sp>
      <p:sp>
        <p:nvSpPr>
          <p:cNvPr id="6147" name="Rectangle 5"/>
          <p:cNvSpPr>
            <a:spLocks noGrp="1" noChangeArrowheads="1"/>
          </p:cNvSpPr>
          <p:nvPr>
            <p:ph idx="1"/>
          </p:nvPr>
        </p:nvSpPr>
        <p:spPr>
          <a:xfrm>
            <a:off x="1116013" y="2133600"/>
            <a:ext cx="7342188" cy="3797300"/>
          </a:xfrm>
        </p:spPr>
        <p:txBody>
          <a:bodyPr vert="horz" wrap="square" lIns="92075" tIns="46038" rIns="92075" bIns="46038" numCol="1" anchor="t" anchorCtr="0" compatLnSpc="1"/>
          <a:lstStyle/>
          <a:p>
            <a:pPr marL="342900" marR="0" lvl="0" indent="-342900" algn="l" defTabSz="914400" rtl="0" eaLnBrk="1" fontAlgn="base" latinLnBrk="0" hangingPunct="1">
              <a:lnSpc>
                <a:spcPct val="100000"/>
              </a:lnSpc>
              <a:spcBef>
                <a:spcPct val="20000"/>
              </a:spcBef>
              <a:spcAft>
                <a:spcPct val="0"/>
              </a:spcAft>
              <a:buClrTx/>
              <a:buSzTx/>
              <a:buFontTx/>
              <a:buNone/>
              <a:defRPr/>
            </a:pPr>
            <a:r>
              <a:rPr kumimoji="1" lang="zh-CN" altLang="en-US" sz="2800" b="1" i="0" u="none" strike="noStrike" kern="0" cap="none" spc="0" normalizeH="0" baseline="0" noProof="0" dirty="0">
                <a:ln>
                  <a:noFill/>
                </a:ln>
                <a:solidFill>
                  <a:schemeClr val="tx1"/>
                </a:solidFill>
                <a:effectLst/>
                <a:uLnTx/>
                <a:uFillTx/>
                <a:latin typeface="+mn-lt"/>
                <a:ea typeface="+mn-ea"/>
                <a:cs typeface="+mn-cs"/>
              </a:rPr>
              <a:t>5.</a:t>
            </a:r>
            <a:r>
              <a:rPr kumimoji="1" lang="en-US" altLang="zh-CN" sz="2800" b="1" i="0" u="none" strike="noStrike" kern="0" cap="none" spc="0" normalizeH="0" baseline="0" noProof="0" dirty="0">
                <a:ln>
                  <a:noFill/>
                </a:ln>
                <a:solidFill>
                  <a:schemeClr val="tx1"/>
                </a:solidFill>
                <a:effectLst/>
                <a:uLnTx/>
                <a:uFillTx/>
                <a:latin typeface="+mn-lt"/>
                <a:ea typeface="+mn-ea"/>
                <a:cs typeface="+mn-cs"/>
              </a:rPr>
              <a:t>3</a:t>
            </a:r>
            <a:r>
              <a:rPr kumimoji="1" lang="zh-CN" altLang="en-US" sz="2800" b="1" i="0" u="none" strike="noStrike" kern="0" cap="none" spc="0" normalizeH="0" baseline="0" noProof="0" dirty="0">
                <a:ln>
                  <a:noFill/>
                </a:ln>
                <a:solidFill>
                  <a:schemeClr val="tx1"/>
                </a:solidFill>
                <a:effectLst/>
                <a:uLnTx/>
                <a:uFillTx/>
                <a:latin typeface="+mn-ea"/>
                <a:ea typeface="+mn-ea"/>
                <a:cs typeface="+mn-cs"/>
              </a:rPr>
              <a:t> 子程序概念及设计</a:t>
            </a:r>
          </a:p>
          <a:p>
            <a:pPr marL="342900" marR="0" lvl="0" indent="-342900" algn="l" defTabSz="914400" rtl="0" eaLnBrk="1" fontAlgn="base" latinLnBrk="0" hangingPunct="1">
              <a:lnSpc>
                <a:spcPct val="100000"/>
              </a:lnSpc>
              <a:spcBef>
                <a:spcPct val="20000"/>
              </a:spcBef>
              <a:spcAft>
                <a:spcPct val="0"/>
              </a:spcAft>
              <a:buClrTx/>
              <a:buSzTx/>
              <a:buFontTx/>
              <a:buNone/>
              <a:defRPr/>
            </a:pPr>
            <a:r>
              <a:rPr kumimoji="1" lang="zh-CN" altLang="en-US" sz="2800" b="1" i="0" u="none" strike="noStrike" kern="0" cap="none" spc="0" normalizeH="0" baseline="0" noProof="0" dirty="0">
                <a:ln>
                  <a:noFill/>
                </a:ln>
                <a:solidFill>
                  <a:schemeClr val="tx1"/>
                </a:solidFill>
                <a:effectLst/>
                <a:uLnTx/>
                <a:uFillTx/>
                <a:latin typeface="+mn-lt"/>
                <a:ea typeface="+mn-ea"/>
                <a:cs typeface="+mn-cs"/>
              </a:rPr>
              <a:t>5.</a:t>
            </a:r>
            <a:r>
              <a:rPr kumimoji="1" lang="en-US" altLang="zh-CN" sz="2800" b="1" i="0" u="none" strike="noStrike" kern="0" cap="none" spc="0" normalizeH="0" baseline="0" noProof="0" dirty="0">
                <a:ln>
                  <a:noFill/>
                </a:ln>
                <a:solidFill>
                  <a:schemeClr val="tx1"/>
                </a:solidFill>
                <a:effectLst/>
                <a:uLnTx/>
                <a:uFillTx/>
                <a:latin typeface="+mn-lt"/>
                <a:ea typeface="+mn-ea"/>
                <a:cs typeface="+mn-cs"/>
              </a:rPr>
              <a:t>4</a:t>
            </a:r>
            <a:r>
              <a:rPr kumimoji="1" lang="zh-CN" altLang="en-US" sz="2800" b="1" i="0" u="none" strike="noStrike" kern="0" cap="none" spc="0" normalizeH="0" baseline="0" noProof="0" dirty="0">
                <a:ln>
                  <a:noFill/>
                </a:ln>
                <a:solidFill>
                  <a:schemeClr val="tx1"/>
                </a:solidFill>
                <a:effectLst/>
                <a:uLnTx/>
                <a:uFillTx/>
                <a:latin typeface="+mn-lt"/>
                <a:ea typeface="+mn-ea"/>
                <a:cs typeface="+mn-cs"/>
              </a:rPr>
              <a:t>  </a:t>
            </a:r>
            <a:r>
              <a:rPr kumimoji="1" lang="en-US" altLang="zh-CN" sz="2800" b="1" i="0" u="none" strike="noStrike" kern="0" cap="none" spc="0" normalizeH="0" baseline="0" noProof="0" dirty="0">
                <a:ln>
                  <a:noFill/>
                </a:ln>
                <a:solidFill>
                  <a:schemeClr val="tx1"/>
                </a:solidFill>
                <a:effectLst/>
                <a:uLnTx/>
                <a:uFillTx/>
                <a:latin typeface="+mn-lt"/>
                <a:ea typeface="+mn-ea"/>
                <a:cs typeface="+mn-cs"/>
              </a:rPr>
              <a:t>C</a:t>
            </a:r>
            <a:r>
              <a:rPr kumimoji="1" lang="zh-CN" altLang="en-US" sz="2800" b="1" i="0" u="none" strike="noStrike" kern="0" cap="none" spc="0" normalizeH="0" baseline="0" noProof="0" dirty="0">
                <a:ln>
                  <a:noFill/>
                </a:ln>
                <a:solidFill>
                  <a:schemeClr val="tx1"/>
                </a:solidFill>
                <a:effectLst/>
                <a:uLnTx/>
                <a:uFillTx/>
                <a:latin typeface="+mn-lt"/>
                <a:ea typeface="+mn-ea"/>
                <a:cs typeface="+mn-cs"/>
              </a:rPr>
              <a:t>语言的函数</a:t>
            </a:r>
            <a:endParaRPr kumimoji="1" lang="en-US" altLang="zh-CN" sz="2800" b="1"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None/>
              <a:defRPr/>
            </a:pPr>
            <a:r>
              <a:rPr kumimoji="1" lang="zh-CN" altLang="en-US" sz="28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5.</a:t>
            </a:r>
            <a:r>
              <a:rPr kumimoji="1" lang="en-US" altLang="zh-CN" sz="28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5</a:t>
            </a:r>
            <a:r>
              <a:rPr kumimoji="1" lang="zh-CN" altLang="en-US" sz="28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  头文件</a:t>
            </a:r>
          </a:p>
          <a:p>
            <a:pPr marL="342900" marR="0" lvl="0" indent="-342900" algn="l" defTabSz="914400" rtl="0" eaLnBrk="1" fontAlgn="base" latinLnBrk="0" hangingPunct="1">
              <a:lnSpc>
                <a:spcPct val="100000"/>
              </a:lnSpc>
              <a:spcBef>
                <a:spcPct val="20000"/>
              </a:spcBef>
              <a:spcAft>
                <a:spcPct val="0"/>
              </a:spcAft>
              <a:buClrTx/>
              <a:buSzTx/>
              <a:buFontTx/>
              <a:buNone/>
              <a:defRPr/>
            </a:pPr>
            <a:r>
              <a:rPr kumimoji="1" lang="zh-CN" altLang="en-US" sz="2800" b="1" i="0" u="none" strike="noStrike" kern="0" cap="none" spc="0" normalizeH="0" baseline="0" noProof="0" dirty="0">
                <a:ln>
                  <a:noFill/>
                </a:ln>
                <a:solidFill>
                  <a:schemeClr val="tx1"/>
                </a:solidFill>
                <a:effectLst/>
                <a:uLnTx/>
                <a:uFillTx/>
                <a:latin typeface="+mn-lt"/>
                <a:ea typeface="+mn-ea"/>
                <a:cs typeface="+mn-cs"/>
              </a:rPr>
              <a:t>5.</a:t>
            </a:r>
            <a:r>
              <a:rPr kumimoji="1" lang="en-US" altLang="zh-CN" sz="2800" b="1" i="0" u="none" strike="noStrike" kern="0" cap="none" spc="0" normalizeH="0" baseline="0" noProof="0" dirty="0">
                <a:ln>
                  <a:noFill/>
                </a:ln>
                <a:solidFill>
                  <a:schemeClr val="tx1"/>
                </a:solidFill>
                <a:effectLst/>
                <a:uLnTx/>
                <a:uFillTx/>
                <a:latin typeface="+mn-lt"/>
                <a:ea typeface="+mn-ea"/>
                <a:cs typeface="+mn-cs"/>
              </a:rPr>
              <a:t>6</a:t>
            </a:r>
            <a:r>
              <a:rPr kumimoji="1" lang="zh-CN" altLang="en-US" sz="2800" b="1" i="0" u="none" strike="noStrike" kern="0" cap="none" spc="0" normalizeH="0" baseline="0" noProof="0" dirty="0">
                <a:ln>
                  <a:noFill/>
                </a:ln>
                <a:solidFill>
                  <a:schemeClr val="tx1"/>
                </a:solidFill>
                <a:effectLst/>
                <a:uLnTx/>
                <a:uFillTx/>
                <a:latin typeface="+mn-lt"/>
                <a:ea typeface="+mn-ea"/>
                <a:cs typeface="+mn-cs"/>
              </a:rPr>
              <a:t>  函数应用举例</a:t>
            </a:r>
          </a:p>
        </p:txBody>
      </p:sp>
      <p:sp>
        <p:nvSpPr>
          <p:cNvPr id="76804" name="Rectangle 7"/>
          <p:cNvSpPr>
            <a:spLocks noGrp="1"/>
          </p:cNvSpPr>
          <p:nvPr>
            <p:ph type="title"/>
          </p:nvPr>
        </p:nvSpPr>
        <p:spPr/>
        <p:txBody>
          <a:bodyPr vert="horz" wrap="square" lIns="91440" tIns="45720" rIns="91440" bIns="45720" anchor="ctr"/>
          <a:lstStyle/>
          <a:p>
            <a:pPr eaLnBrk="1" hangingPunct="1"/>
            <a:r>
              <a:rPr lang="zh-CN" altLang="en-US" b="1" dirty="0"/>
              <a:t>提纲</a:t>
            </a:r>
          </a:p>
        </p:txBody>
      </p:sp>
      <p:pic>
        <p:nvPicPr>
          <p:cNvPr id="76805" name="Picture 2053" descr="页面"/>
          <p:cNvPicPr>
            <a:picLocks noChangeAspect="1"/>
          </p:cNvPicPr>
          <p:nvPr/>
        </p:nvPicPr>
        <p:blipFill>
          <a:blip r:embed="rId2"/>
          <a:stretch>
            <a:fillRect/>
          </a:stretch>
        </p:blipFill>
        <p:spPr>
          <a:xfrm>
            <a:off x="6659563" y="5157788"/>
            <a:ext cx="1676400" cy="573087"/>
          </a:xfrm>
          <a:prstGeom prst="rect">
            <a:avLst/>
          </a:prstGeom>
          <a:noFill/>
          <a:ln w="9525">
            <a:noFill/>
          </a:ln>
        </p:spPr>
      </p:pic>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62</a:t>
            </a:fld>
            <a:endParaRPr lang="zh-CN" altLang="en-US" sz="1400" b="1" dirty="0"/>
          </a:p>
        </p:txBody>
      </p:sp>
      <p:sp>
        <p:nvSpPr>
          <p:cNvPr id="77827" name="Rectangle 2"/>
          <p:cNvSpPr>
            <a:spLocks noGrp="1"/>
          </p:cNvSpPr>
          <p:nvPr>
            <p:ph type="title"/>
          </p:nvPr>
        </p:nvSpPr>
        <p:spPr/>
        <p:txBody>
          <a:bodyPr vert="horz" wrap="square" lIns="91440" tIns="45720" rIns="91440" bIns="45720" anchor="ctr"/>
          <a:lstStyle/>
          <a:p>
            <a:pPr eaLnBrk="1" hangingPunct="1"/>
            <a:r>
              <a:rPr lang="en-US" altLang="zh-CN" b="1" dirty="0"/>
              <a:t>5.5    </a:t>
            </a:r>
            <a:r>
              <a:rPr lang="zh-CN" altLang="en-US" b="1" dirty="0"/>
              <a:t>头文件</a:t>
            </a:r>
          </a:p>
        </p:txBody>
      </p:sp>
      <p:sp>
        <p:nvSpPr>
          <p:cNvPr id="77828" name="Rectangle 3"/>
          <p:cNvSpPr>
            <a:spLocks noGrp="1"/>
          </p:cNvSpPr>
          <p:nvPr>
            <p:ph idx="1"/>
          </p:nvPr>
        </p:nvSpPr>
        <p:spPr>
          <a:xfrm>
            <a:off x="685800" y="1319213"/>
            <a:ext cx="7772400" cy="4918075"/>
          </a:xfrm>
        </p:spPr>
        <p:txBody>
          <a:bodyPr vert="horz" wrap="square" lIns="91440" tIns="45720" rIns="91440" bIns="45720" anchor="t"/>
          <a:lstStyle/>
          <a:p>
            <a:pPr eaLnBrk="1" hangingPunct="1">
              <a:lnSpc>
                <a:spcPct val="90000"/>
              </a:lnSpc>
            </a:pPr>
            <a:r>
              <a:rPr lang="zh-CN" altLang="en-US" b="1" dirty="0"/>
              <a:t>对于一些通用的函数（如输入输出函数、数学函数等），可能在不同的程序中都会用到。</a:t>
            </a:r>
          </a:p>
          <a:p>
            <a:pPr eaLnBrk="1" hangingPunct="1">
              <a:lnSpc>
                <a:spcPct val="90000"/>
              </a:lnSpc>
            </a:pPr>
            <a:r>
              <a:rPr lang="zh-CN" altLang="en-US" b="1" dirty="0"/>
              <a:t>为了使用这些函数，需要在程序中说明其函数原型。</a:t>
            </a:r>
          </a:p>
          <a:p>
            <a:pPr lvl="2" eaLnBrk="1" hangingPunct="1">
              <a:lnSpc>
                <a:spcPct val="90000"/>
              </a:lnSpc>
            </a:pPr>
            <a:r>
              <a:rPr lang="zh-CN" altLang="en-US" b="1" dirty="0"/>
              <a:t>一种方式是在程序中逐个写出函数原型；</a:t>
            </a:r>
          </a:p>
          <a:p>
            <a:pPr lvl="3" eaLnBrk="1" hangingPunct="1">
              <a:lnSpc>
                <a:spcPct val="90000"/>
              </a:lnSpc>
            </a:pPr>
            <a:r>
              <a:rPr lang="en-US" altLang="zh-CN" b="1" dirty="0"/>
              <a:t>double sqrt(double x) ;</a:t>
            </a:r>
          </a:p>
          <a:p>
            <a:pPr lvl="3" eaLnBrk="1" hangingPunct="1">
              <a:lnSpc>
                <a:spcPct val="90000"/>
              </a:lnSpc>
            </a:pPr>
            <a:r>
              <a:rPr lang="en-US" altLang="zh-CN" b="1" dirty="0"/>
              <a:t>double fabs(double x) ;</a:t>
            </a:r>
          </a:p>
          <a:p>
            <a:pPr lvl="2" eaLnBrk="1" hangingPunct="1">
              <a:lnSpc>
                <a:spcPct val="90000"/>
              </a:lnSpc>
            </a:pPr>
            <a:r>
              <a:rPr lang="zh-CN" altLang="en-US" b="1" dirty="0"/>
              <a:t>另一种方式是将这些函数原型集中在一起，形成</a:t>
            </a:r>
            <a:r>
              <a:rPr lang="en-US" altLang="zh-CN" b="1" dirty="0"/>
              <a:t>.h</a:t>
            </a:r>
            <a:r>
              <a:rPr lang="zh-CN" altLang="en-US" b="1" dirty="0"/>
              <a:t>头文件</a:t>
            </a:r>
            <a:r>
              <a:rPr lang="en-US" altLang="zh-CN" b="1" dirty="0"/>
              <a:t>,</a:t>
            </a:r>
            <a:r>
              <a:rPr lang="zh-CN" altLang="en-US" b="1" dirty="0"/>
              <a:t>然后在程序中直接包含这些头文件。</a:t>
            </a:r>
          </a:p>
          <a:p>
            <a:pPr lvl="3" eaLnBrk="1" hangingPunct="1">
              <a:lnSpc>
                <a:spcPct val="90000"/>
              </a:lnSpc>
            </a:pPr>
            <a:r>
              <a:rPr lang="en-US" altLang="zh-CN" b="1" dirty="0"/>
              <a:t>#include&lt;math.h&gt;</a:t>
            </a:r>
          </a:p>
        </p:txBody>
      </p:sp>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63</a:t>
            </a:fld>
            <a:endParaRPr lang="zh-CN" altLang="en-US" sz="1400" b="1" dirty="0"/>
          </a:p>
        </p:txBody>
      </p:sp>
      <p:sp>
        <p:nvSpPr>
          <p:cNvPr id="91141" name="Text Box 5"/>
          <p:cNvSpPr txBox="1"/>
          <p:nvPr/>
        </p:nvSpPr>
        <p:spPr>
          <a:xfrm>
            <a:off x="684213" y="1341438"/>
            <a:ext cx="8077200" cy="485457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spcBef>
                <a:spcPct val="50000"/>
              </a:spcBef>
              <a:buNone/>
            </a:pPr>
            <a:r>
              <a:rPr lang="zh-CN" altLang="en-US" sz="2600" b="1" dirty="0"/>
              <a:t>每一个标准库都有一个相应的头文件,文件扩展名为.</a:t>
            </a:r>
            <a:r>
              <a:rPr lang="en-US" altLang="zh-CN" sz="2600" b="1" dirty="0"/>
              <a:t>h（</a:t>
            </a:r>
            <a:r>
              <a:rPr lang="zh-CN" altLang="en-US" sz="2600" b="1" dirty="0"/>
              <a:t>如</a:t>
            </a:r>
            <a:r>
              <a:rPr lang="en-US" altLang="zh-CN" sz="2600" b="1" dirty="0"/>
              <a:t>stdio.h</a:t>
            </a:r>
            <a:r>
              <a:rPr lang="zh-CN" altLang="en-US" sz="2600" b="1" dirty="0"/>
              <a:t>，</a:t>
            </a:r>
            <a:r>
              <a:rPr lang="zh-CN" altLang="en-US" sz="2600" b="1" dirty="0">
                <a:hlinkClick r:id="rId2" action="ppaction://hlinkfile"/>
              </a:rPr>
              <a:t>示例</a:t>
            </a:r>
            <a:r>
              <a:rPr lang="en-US" altLang="zh-CN" sz="2600" b="1" dirty="0"/>
              <a:t>)。</a:t>
            </a:r>
            <a:r>
              <a:rPr lang="zh-CN" altLang="en-US" sz="2600" b="1" dirty="0"/>
              <a:t>该头文件包含了该库中所有函数的原型以及这些函数所需的所有常量和数据类型的定义。</a:t>
            </a:r>
          </a:p>
          <a:p>
            <a:pPr marL="0" lvl="0" indent="0" eaLnBrk="1" hangingPunct="1">
              <a:spcBef>
                <a:spcPct val="50000"/>
              </a:spcBef>
              <a:buNone/>
            </a:pPr>
            <a:r>
              <a:rPr lang="zh-CN" altLang="en-US" sz="2600" b="1" dirty="0"/>
              <a:t>程序员可以根据需要自己建立头文件，使用</a:t>
            </a:r>
            <a:r>
              <a:rPr lang="en-US" altLang="zh-CN" sz="2600" b="1" dirty="0"/>
              <a:t>include</a:t>
            </a:r>
            <a:r>
              <a:rPr lang="zh-CN" altLang="en-US" sz="2600" b="1" dirty="0"/>
              <a:t>命令可以把程序员定义的头文件包含到程序中，如：#</a:t>
            </a:r>
            <a:r>
              <a:rPr lang="en-US" altLang="zh-CN" sz="2600" b="1" dirty="0"/>
              <a:t>include "</a:t>
            </a:r>
            <a:r>
              <a:rPr lang="en-US" altLang="zh-CN" sz="2600" b="1" dirty="0" err="1"/>
              <a:t>square.h</a:t>
            </a:r>
            <a:r>
              <a:rPr lang="en-US" altLang="zh-CN" sz="2600" b="1" dirty="0"/>
              <a:t>"</a:t>
            </a:r>
          </a:p>
          <a:p>
            <a:pPr marL="0" lvl="0" indent="0" eaLnBrk="1" hangingPunct="1">
              <a:spcBef>
                <a:spcPct val="50000"/>
              </a:spcBef>
              <a:buNone/>
            </a:pPr>
            <a:r>
              <a:rPr lang="zh-CN" altLang="en-US" sz="2600" b="1" i="1" dirty="0"/>
              <a:t>注意</a:t>
            </a:r>
            <a:r>
              <a:rPr lang="zh-CN" altLang="en-US" sz="2600" b="1" dirty="0"/>
              <a:t>：</a:t>
            </a:r>
          </a:p>
          <a:p>
            <a:pPr marL="0" lvl="0" indent="0" eaLnBrk="1" hangingPunct="1">
              <a:spcBef>
                <a:spcPct val="50000"/>
              </a:spcBef>
              <a:buNone/>
            </a:pPr>
            <a:r>
              <a:rPr lang="zh-CN" altLang="en-US" sz="2600" b="1" dirty="0"/>
              <a:t>#</a:t>
            </a:r>
            <a:r>
              <a:rPr lang="en-US" altLang="zh-CN" sz="2600" b="1" dirty="0"/>
              <a:t>include&lt;stdio.h&gt;</a:t>
            </a:r>
            <a:r>
              <a:rPr lang="zh-CN" altLang="en-US" sz="2600" b="1" dirty="0"/>
              <a:t>包含标准库的头文件</a:t>
            </a:r>
          </a:p>
          <a:p>
            <a:pPr marL="0" lvl="0" indent="0" eaLnBrk="1" hangingPunct="1">
              <a:spcBef>
                <a:spcPct val="50000"/>
              </a:spcBef>
              <a:buNone/>
            </a:pPr>
            <a:r>
              <a:rPr lang="zh-CN" altLang="en-US" sz="2600" b="1" dirty="0"/>
              <a:t>#</a:t>
            </a:r>
            <a:r>
              <a:rPr lang="en-US" altLang="zh-CN" sz="2600" b="1" dirty="0"/>
              <a:t>include "</a:t>
            </a:r>
            <a:r>
              <a:rPr lang="en-US" altLang="zh-CN" sz="2600" b="1" dirty="0" err="1"/>
              <a:t>square.h</a:t>
            </a:r>
            <a:r>
              <a:rPr lang="en-US" altLang="zh-CN" sz="2600" b="1" dirty="0"/>
              <a:t>"</a:t>
            </a:r>
            <a:r>
              <a:rPr lang="zh-CN" altLang="en-US" sz="2600" b="1" dirty="0"/>
              <a:t> 包含程序员自定义的头文件</a:t>
            </a:r>
          </a:p>
        </p:txBody>
      </p:sp>
      <p:sp>
        <p:nvSpPr>
          <p:cNvPr id="78852" name="Rectangle 2"/>
          <p:cNvSpPr>
            <a:spLocks noGrp="1"/>
          </p:cNvSpPr>
          <p:nvPr>
            <p:ph type="title"/>
          </p:nvPr>
        </p:nvSpPr>
        <p:spPr>
          <a:xfrm>
            <a:off x="1371600" y="404813"/>
            <a:ext cx="7772400" cy="720725"/>
          </a:xfrm>
        </p:spPr>
        <p:txBody>
          <a:bodyPr vert="horz" wrap="square" lIns="91440" tIns="45720" rIns="91440" bIns="45720" anchor="ctr"/>
          <a:lstStyle/>
          <a:p>
            <a:pPr eaLnBrk="1" hangingPunct="1"/>
            <a:r>
              <a:rPr lang="en-US" altLang="zh-CN" b="1" dirty="0"/>
              <a:t>5.3    </a:t>
            </a:r>
            <a:r>
              <a:rPr lang="zh-CN" altLang="en-US" b="1" dirty="0"/>
              <a:t>头文件</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91141">
                                            <p:txEl>
                                              <p:pRg st="1" end="1"/>
                                            </p:txEl>
                                          </p:spTgt>
                                        </p:tgtEl>
                                        <p:attrNameLst>
                                          <p:attrName>style.visibility</p:attrName>
                                        </p:attrNameLst>
                                      </p:cBhvr>
                                      <p:to>
                                        <p:strVal val="visible"/>
                                      </p:to>
                                    </p:set>
                                    <p:animEffect transition="in" filter="dissolve">
                                      <p:cBhvr>
                                        <p:cTn id="7" dur="500"/>
                                        <p:tgtEl>
                                          <p:spTgt spid="91141">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91141">
                                            <p:txEl>
                                              <p:pRg st="2" end="2"/>
                                            </p:txEl>
                                          </p:spTgt>
                                        </p:tgtEl>
                                        <p:attrNameLst>
                                          <p:attrName>style.visibility</p:attrName>
                                        </p:attrNameLst>
                                      </p:cBhvr>
                                      <p:to>
                                        <p:strVal val="visible"/>
                                      </p:to>
                                    </p:set>
                                    <p:animEffect transition="in" filter="dissolve">
                                      <p:cBhvr>
                                        <p:cTn id="12" dur="500"/>
                                        <p:tgtEl>
                                          <p:spTgt spid="91141">
                                            <p:txEl>
                                              <p:pRg st="2" end="2"/>
                                            </p:txEl>
                                          </p:spTgt>
                                        </p:tgtEl>
                                      </p:cBhvr>
                                    </p:animEffect>
                                  </p:childTnLst>
                                </p:cTn>
                              </p:par>
                              <p:par>
                                <p:cTn id="13" presetID="9" presetClass="entr" presetSubtype="0" fill="hold" nodeType="withEffect">
                                  <p:stCondLst>
                                    <p:cond delay="0"/>
                                  </p:stCondLst>
                                  <p:childTnLst>
                                    <p:set>
                                      <p:cBhvr>
                                        <p:cTn id="14" dur="1" fill="hold">
                                          <p:stCondLst>
                                            <p:cond delay="0"/>
                                          </p:stCondLst>
                                        </p:cTn>
                                        <p:tgtEl>
                                          <p:spTgt spid="91141">
                                            <p:txEl>
                                              <p:pRg st="3" end="3"/>
                                            </p:txEl>
                                          </p:spTgt>
                                        </p:tgtEl>
                                        <p:attrNameLst>
                                          <p:attrName>style.visibility</p:attrName>
                                        </p:attrNameLst>
                                      </p:cBhvr>
                                      <p:to>
                                        <p:strVal val="visible"/>
                                      </p:to>
                                    </p:set>
                                    <p:animEffect transition="in" filter="dissolve">
                                      <p:cBhvr>
                                        <p:cTn id="15" dur="500"/>
                                        <p:tgtEl>
                                          <p:spTgt spid="91141">
                                            <p:txEl>
                                              <p:pRg st="3" end="3"/>
                                            </p:txEl>
                                          </p:spTgt>
                                        </p:tgtEl>
                                      </p:cBhvr>
                                    </p:animEffect>
                                  </p:childTnLst>
                                </p:cTn>
                              </p:par>
                              <p:par>
                                <p:cTn id="16" presetID="9" presetClass="entr" presetSubtype="0" fill="hold" nodeType="withEffect">
                                  <p:stCondLst>
                                    <p:cond delay="0"/>
                                  </p:stCondLst>
                                  <p:childTnLst>
                                    <p:set>
                                      <p:cBhvr>
                                        <p:cTn id="17" dur="1" fill="hold">
                                          <p:stCondLst>
                                            <p:cond delay="0"/>
                                          </p:stCondLst>
                                        </p:cTn>
                                        <p:tgtEl>
                                          <p:spTgt spid="91141">
                                            <p:txEl>
                                              <p:pRg st="4" end="4"/>
                                            </p:txEl>
                                          </p:spTgt>
                                        </p:tgtEl>
                                        <p:attrNameLst>
                                          <p:attrName>style.visibility</p:attrName>
                                        </p:attrNameLst>
                                      </p:cBhvr>
                                      <p:to>
                                        <p:strVal val="visible"/>
                                      </p:to>
                                    </p:set>
                                    <p:animEffect transition="in" filter="dissolve">
                                      <p:cBhvr>
                                        <p:cTn id="18" dur="500"/>
                                        <p:tgtEl>
                                          <p:spTgt spid="9114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math.h</a:t>
            </a:r>
            <a:r>
              <a:rPr lang="zh-CN" altLang="en-US"/>
              <a:t>中函数原型</a:t>
            </a:r>
          </a:p>
        </p:txBody>
      </p:sp>
      <p:sp>
        <p:nvSpPr>
          <p:cNvPr id="3" name="内容占位符 2"/>
          <p:cNvSpPr>
            <a:spLocks noGrp="1"/>
          </p:cNvSpPr>
          <p:nvPr>
            <p:ph idx="1"/>
          </p:nvPr>
        </p:nvSpPr>
        <p:spPr>
          <a:xfrm>
            <a:off x="343535" y="1230313"/>
            <a:ext cx="7772400" cy="4611687"/>
          </a:xfrm>
        </p:spPr>
        <p:txBody>
          <a:bodyPr/>
          <a:lstStyle/>
          <a:p>
            <a:pPr marL="0" indent="0">
              <a:buNone/>
            </a:pPr>
            <a:r>
              <a:rPr lang="zh-CN" altLang="en-US"/>
              <a:t>_CRTIMP double __cdecl sin (double);</a:t>
            </a:r>
          </a:p>
          <a:p>
            <a:pPr marL="0" indent="0">
              <a:buNone/>
            </a:pPr>
            <a:r>
              <a:rPr lang="zh-CN" altLang="en-US"/>
              <a:t>_CRTIMP double __cdecl cos (double);</a:t>
            </a:r>
          </a:p>
          <a:p>
            <a:pPr marL="0" indent="0">
              <a:buNone/>
            </a:pPr>
            <a:r>
              <a:rPr lang="zh-CN" altLang="en-US"/>
              <a:t>_CRTIMP double __cdecl tan (double);</a:t>
            </a:r>
          </a:p>
          <a:p>
            <a:pPr marL="0" indent="0">
              <a:buNone/>
            </a:pPr>
            <a:r>
              <a:rPr lang="zh-CN" altLang="en-US"/>
              <a:t>_CRTIMP double __cdecl exp (double);</a:t>
            </a:r>
          </a:p>
          <a:p>
            <a:pPr marL="0" indent="0">
              <a:buNone/>
            </a:pPr>
            <a:r>
              <a:rPr lang="zh-CN" altLang="en-US"/>
              <a:t>_CRTIMP double __cdecl log (double);</a:t>
            </a:r>
          </a:p>
          <a:p>
            <a:pPr marL="0" indent="0">
              <a:buNone/>
            </a:pPr>
            <a:r>
              <a:rPr lang="zh-CN" altLang="en-US"/>
              <a:t>_CRTIMP double __cdecl log10 (double);</a:t>
            </a:r>
          </a:p>
          <a:p>
            <a:pPr marL="0" indent="0">
              <a:buNone/>
            </a:pPr>
            <a:r>
              <a:rPr lang="zh-CN" altLang="en-US"/>
              <a:t>_CRTIMP	double __cdecl pow (double, double);</a:t>
            </a:r>
          </a:p>
          <a:p>
            <a:pPr marL="0" indent="0">
              <a:buNone/>
            </a:pPr>
            <a:r>
              <a:rPr lang="zh-CN" altLang="en-US"/>
              <a:t>_CRTIMP double __cdecl sqrt (double);</a:t>
            </a:r>
          </a:p>
          <a:p>
            <a:pPr marL="0" indent="0">
              <a:buNone/>
            </a:pPr>
            <a:r>
              <a:rPr lang="zh-CN" altLang="en-US"/>
              <a:t>_CRTIMP double __cdecl ceil (double);</a:t>
            </a:r>
          </a:p>
          <a:p>
            <a:pPr marL="0" indent="0">
              <a:buNone/>
            </a:pPr>
            <a:r>
              <a:rPr lang="zh-CN" altLang="en-US"/>
              <a:t>_CRTIMP double __cdecl floor (double);</a:t>
            </a:r>
          </a:p>
          <a:p>
            <a:pPr marL="0" indent="0">
              <a:buNone/>
            </a:pPr>
            <a:r>
              <a:rPr lang="zh-CN" altLang="en-US"/>
              <a:t>_CRTIMP double __cdecl fabs (double);</a:t>
            </a:r>
          </a:p>
        </p:txBody>
      </p:sp>
    </p:spTree>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自定义头文件</a:t>
            </a:r>
          </a:p>
        </p:txBody>
      </p:sp>
      <p:sp>
        <p:nvSpPr>
          <p:cNvPr id="3" name="内容占位符 2"/>
          <p:cNvSpPr>
            <a:spLocks noGrp="1"/>
          </p:cNvSpPr>
          <p:nvPr>
            <p:ph idx="1"/>
          </p:nvPr>
        </p:nvSpPr>
        <p:spPr/>
        <p:txBody>
          <a:bodyPr/>
          <a:lstStyle/>
          <a:p>
            <a:r>
              <a:rPr lang="zh-CN" altLang="en-US"/>
              <a:t>文件名 </a:t>
            </a:r>
            <a:r>
              <a:rPr lang="en-US" altLang="zh-CN"/>
              <a:t>mylib.h</a:t>
            </a:r>
          </a:p>
          <a:p>
            <a:pPr marL="0" indent="0">
              <a:buNone/>
            </a:pPr>
            <a:r>
              <a:rPr lang="en-US" altLang="zh-CN">
                <a:solidFill>
                  <a:srgbClr val="0070C0"/>
                </a:solidFill>
              </a:rPr>
              <a:t>long long power(int,int);</a:t>
            </a:r>
          </a:p>
          <a:p>
            <a:pPr marL="0" indent="0">
              <a:buNone/>
            </a:pPr>
            <a:r>
              <a:rPr lang="en-US" altLang="zh-CN">
                <a:solidFill>
                  <a:srgbClr val="0070C0"/>
                </a:solidFill>
              </a:rPr>
              <a:t>int max(int,int);</a:t>
            </a:r>
          </a:p>
          <a:p>
            <a:pPr marL="0" indent="0">
              <a:buNone/>
            </a:pPr>
            <a:r>
              <a:rPr lang="en-US" altLang="zh-CN">
                <a:solidFill>
                  <a:srgbClr val="0070C0"/>
                </a:solidFill>
              </a:rPr>
              <a:t>int judgePrime(int);</a:t>
            </a:r>
          </a:p>
          <a:p>
            <a:pPr marL="0" indent="0">
              <a:buNone/>
            </a:pPr>
            <a:r>
              <a:rPr lang="en-US" altLang="zh-CN">
                <a:solidFill>
                  <a:srgbClr val="0070C0"/>
                </a:solidFill>
              </a:rPr>
              <a:t>int getNumLen(int);</a:t>
            </a:r>
          </a:p>
          <a:p>
            <a:pPr marL="0" indent="0">
              <a:buNone/>
            </a:pPr>
            <a:r>
              <a:rPr lang="en-US" altLang="zh-CN">
                <a:solidFill>
                  <a:srgbClr val="0070C0"/>
                </a:solidFill>
              </a:rPr>
              <a:t>int reverseNum(int);</a:t>
            </a:r>
          </a:p>
          <a:p>
            <a:pPr marL="0" indent="0">
              <a:buNone/>
            </a:pPr>
            <a:r>
              <a:rPr lang="en-US" altLang="zh-CN">
                <a:solidFill>
                  <a:srgbClr val="0070C0"/>
                </a:solidFill>
              </a:rPr>
              <a:t>int judgeTriangle(int,int,int);</a:t>
            </a:r>
            <a:endParaRPr lang="en-US" altLang="zh-CN"/>
          </a:p>
          <a:p>
            <a:pPr marL="0" indent="0">
              <a:buNone/>
            </a:pPr>
            <a:endParaRPr lang="en-US" altLang="zh-CN"/>
          </a:p>
        </p:txBody>
      </p:sp>
    </p:spTree>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66</a:t>
            </a:fld>
            <a:endParaRPr lang="zh-CN" altLang="en-US" sz="1400" b="1" dirty="0"/>
          </a:p>
        </p:txBody>
      </p:sp>
      <p:sp>
        <p:nvSpPr>
          <p:cNvPr id="6147" name="Rectangle 5"/>
          <p:cNvSpPr>
            <a:spLocks noGrp="1" noChangeArrowheads="1"/>
          </p:cNvSpPr>
          <p:nvPr>
            <p:ph idx="1"/>
          </p:nvPr>
        </p:nvSpPr>
        <p:spPr>
          <a:xfrm>
            <a:off x="1116013" y="2133600"/>
            <a:ext cx="7342188" cy="3797300"/>
          </a:xfrm>
        </p:spPr>
        <p:txBody>
          <a:bodyPr vert="horz" wrap="square" lIns="92075" tIns="46038" rIns="92075" bIns="46038" numCol="1" anchor="t" anchorCtr="0" compatLnSpc="1"/>
          <a:lstStyle/>
          <a:p>
            <a:pPr marL="342900" marR="0" lvl="0" indent="-342900" algn="l" defTabSz="914400" rtl="0" eaLnBrk="1" fontAlgn="base" latinLnBrk="0" hangingPunct="1">
              <a:lnSpc>
                <a:spcPct val="100000"/>
              </a:lnSpc>
              <a:spcBef>
                <a:spcPct val="20000"/>
              </a:spcBef>
              <a:spcAft>
                <a:spcPct val="0"/>
              </a:spcAft>
              <a:buClrTx/>
              <a:buSzTx/>
              <a:buFontTx/>
              <a:buNone/>
              <a:defRPr/>
            </a:pPr>
            <a:r>
              <a:rPr kumimoji="1" lang="zh-CN" altLang="en-US" sz="2800" b="1" i="0" u="none" strike="noStrike" kern="0" cap="none" spc="0" normalizeH="0" baseline="0" noProof="0" dirty="0">
                <a:ln>
                  <a:noFill/>
                </a:ln>
                <a:solidFill>
                  <a:schemeClr val="tx1"/>
                </a:solidFill>
                <a:effectLst/>
                <a:uLnTx/>
                <a:uFillTx/>
                <a:latin typeface="+mn-lt"/>
                <a:ea typeface="+mn-ea"/>
                <a:cs typeface="+mn-cs"/>
              </a:rPr>
              <a:t>5.</a:t>
            </a:r>
            <a:r>
              <a:rPr kumimoji="1" lang="en-US" altLang="zh-CN" sz="2800" b="1" i="0" u="none" strike="noStrike" kern="0" cap="none" spc="0" normalizeH="0" baseline="0" noProof="0" dirty="0">
                <a:ln>
                  <a:noFill/>
                </a:ln>
                <a:solidFill>
                  <a:schemeClr val="tx1"/>
                </a:solidFill>
                <a:effectLst/>
                <a:uLnTx/>
                <a:uFillTx/>
                <a:latin typeface="+mn-lt"/>
                <a:ea typeface="+mn-ea"/>
                <a:cs typeface="+mn-cs"/>
              </a:rPr>
              <a:t>3</a:t>
            </a:r>
            <a:r>
              <a:rPr kumimoji="1" lang="zh-CN" altLang="en-US" sz="2800" b="1" i="0" u="none" strike="noStrike" kern="0" cap="none" spc="0" normalizeH="0" baseline="0" noProof="0" dirty="0">
                <a:ln>
                  <a:noFill/>
                </a:ln>
                <a:solidFill>
                  <a:schemeClr val="tx1"/>
                </a:solidFill>
                <a:effectLst/>
                <a:uLnTx/>
                <a:uFillTx/>
                <a:latin typeface="+mn-ea"/>
                <a:ea typeface="+mn-ea"/>
                <a:cs typeface="+mn-cs"/>
              </a:rPr>
              <a:t> 子程序概念及设计</a:t>
            </a:r>
          </a:p>
          <a:p>
            <a:pPr marL="342900" marR="0" lvl="0" indent="-342900" algn="l" defTabSz="914400" rtl="0" eaLnBrk="1" fontAlgn="base" latinLnBrk="0" hangingPunct="1">
              <a:lnSpc>
                <a:spcPct val="100000"/>
              </a:lnSpc>
              <a:spcBef>
                <a:spcPct val="20000"/>
              </a:spcBef>
              <a:spcAft>
                <a:spcPct val="0"/>
              </a:spcAft>
              <a:buClrTx/>
              <a:buSzTx/>
              <a:buFontTx/>
              <a:buNone/>
              <a:defRPr/>
            </a:pPr>
            <a:r>
              <a:rPr kumimoji="1" lang="zh-CN" altLang="en-US" sz="2800" b="1" i="0" u="none" strike="noStrike" kern="0" cap="none" spc="0" normalizeH="0" baseline="0" noProof="0" dirty="0">
                <a:ln>
                  <a:noFill/>
                </a:ln>
                <a:solidFill>
                  <a:schemeClr val="tx1"/>
                </a:solidFill>
                <a:effectLst/>
                <a:uLnTx/>
                <a:uFillTx/>
                <a:latin typeface="+mn-lt"/>
                <a:ea typeface="+mn-ea"/>
                <a:cs typeface="+mn-cs"/>
              </a:rPr>
              <a:t>5.</a:t>
            </a:r>
            <a:r>
              <a:rPr kumimoji="1" lang="en-US" altLang="zh-CN" sz="2800" b="1" i="0" u="none" strike="noStrike" kern="0" cap="none" spc="0" normalizeH="0" baseline="0" noProof="0" dirty="0">
                <a:ln>
                  <a:noFill/>
                </a:ln>
                <a:solidFill>
                  <a:schemeClr val="tx1"/>
                </a:solidFill>
                <a:effectLst/>
                <a:uLnTx/>
                <a:uFillTx/>
                <a:latin typeface="+mn-lt"/>
                <a:ea typeface="+mn-ea"/>
                <a:cs typeface="+mn-cs"/>
              </a:rPr>
              <a:t>4</a:t>
            </a:r>
            <a:r>
              <a:rPr kumimoji="1" lang="zh-CN" altLang="en-US" sz="2800" b="1" i="0" u="none" strike="noStrike" kern="0" cap="none" spc="0" normalizeH="0" baseline="0" noProof="0" dirty="0">
                <a:ln>
                  <a:noFill/>
                </a:ln>
                <a:solidFill>
                  <a:schemeClr val="tx1"/>
                </a:solidFill>
                <a:effectLst/>
                <a:uLnTx/>
                <a:uFillTx/>
                <a:latin typeface="+mn-lt"/>
                <a:ea typeface="+mn-ea"/>
                <a:cs typeface="+mn-cs"/>
              </a:rPr>
              <a:t>  </a:t>
            </a:r>
            <a:r>
              <a:rPr kumimoji="1" lang="en-US" altLang="zh-CN" sz="2800" b="1" i="0" u="none" strike="noStrike" kern="0" cap="none" spc="0" normalizeH="0" baseline="0" noProof="0" dirty="0">
                <a:ln>
                  <a:noFill/>
                </a:ln>
                <a:solidFill>
                  <a:schemeClr val="tx1"/>
                </a:solidFill>
                <a:effectLst/>
                <a:uLnTx/>
                <a:uFillTx/>
                <a:latin typeface="+mn-lt"/>
                <a:ea typeface="+mn-ea"/>
                <a:cs typeface="+mn-cs"/>
              </a:rPr>
              <a:t>C</a:t>
            </a:r>
            <a:r>
              <a:rPr kumimoji="1" lang="zh-CN" altLang="en-US" sz="2800" b="1" i="0" u="none" strike="noStrike" kern="0" cap="none" spc="0" normalizeH="0" baseline="0" noProof="0" dirty="0">
                <a:ln>
                  <a:noFill/>
                </a:ln>
                <a:solidFill>
                  <a:schemeClr val="tx1"/>
                </a:solidFill>
                <a:effectLst/>
                <a:uLnTx/>
                <a:uFillTx/>
                <a:latin typeface="+mn-lt"/>
                <a:ea typeface="+mn-ea"/>
                <a:cs typeface="+mn-cs"/>
              </a:rPr>
              <a:t>语言的函数</a:t>
            </a:r>
            <a:endParaRPr kumimoji="1" lang="en-US" altLang="zh-CN" sz="2800" b="1"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None/>
              <a:defRPr/>
            </a:pPr>
            <a:r>
              <a:rPr kumimoji="1" lang="zh-CN" altLang="en-US" sz="2800" b="1" i="0" u="none" strike="noStrike" kern="0" cap="none" spc="0" normalizeH="0" baseline="0" noProof="0" dirty="0">
                <a:ln>
                  <a:noFill/>
                </a:ln>
                <a:solidFill>
                  <a:schemeClr val="tx2"/>
                </a:solidFill>
                <a:effectLst/>
                <a:uLnTx/>
                <a:uFillTx/>
                <a:latin typeface="+mj-lt"/>
                <a:ea typeface="+mn-ea"/>
                <a:cs typeface="+mn-cs"/>
              </a:rPr>
              <a:t>5.</a:t>
            </a:r>
            <a:r>
              <a:rPr kumimoji="1" lang="en-US" altLang="zh-CN" sz="2800" b="1" i="0" u="none" strike="noStrike" kern="0" cap="none" spc="0" normalizeH="0" baseline="0" noProof="0" dirty="0">
                <a:ln>
                  <a:noFill/>
                </a:ln>
                <a:solidFill>
                  <a:schemeClr val="tx2"/>
                </a:solidFill>
                <a:effectLst/>
                <a:uLnTx/>
                <a:uFillTx/>
                <a:latin typeface="+mj-lt"/>
                <a:ea typeface="+mn-ea"/>
                <a:cs typeface="+mn-cs"/>
              </a:rPr>
              <a:t>5</a:t>
            </a:r>
            <a:r>
              <a:rPr kumimoji="1" lang="zh-CN" altLang="en-US" sz="2800" b="1" i="0" u="none" strike="noStrike" kern="0" cap="none" spc="0" normalizeH="0" baseline="0" noProof="0" dirty="0">
                <a:ln>
                  <a:noFill/>
                </a:ln>
                <a:solidFill>
                  <a:schemeClr val="tx2"/>
                </a:solidFill>
                <a:effectLst/>
                <a:uLnTx/>
                <a:uFillTx/>
                <a:latin typeface="+mn-ea"/>
                <a:ea typeface="+mn-ea"/>
                <a:cs typeface="+mn-cs"/>
              </a:rPr>
              <a:t>  头文件</a:t>
            </a:r>
          </a:p>
          <a:p>
            <a:pPr marL="342900" marR="0" lvl="0" indent="-342900" algn="l" defTabSz="914400" rtl="0" eaLnBrk="1" fontAlgn="base" latinLnBrk="0" hangingPunct="1">
              <a:lnSpc>
                <a:spcPct val="100000"/>
              </a:lnSpc>
              <a:spcBef>
                <a:spcPct val="20000"/>
              </a:spcBef>
              <a:spcAft>
                <a:spcPct val="0"/>
              </a:spcAft>
              <a:buClrTx/>
              <a:buSzTx/>
              <a:buFontTx/>
              <a:buNone/>
              <a:defRPr/>
            </a:pPr>
            <a:r>
              <a:rPr kumimoji="1" lang="zh-CN" altLang="en-US" sz="28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5.</a:t>
            </a:r>
            <a:r>
              <a:rPr kumimoji="1" lang="en-US" altLang="zh-CN" sz="28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6</a:t>
            </a:r>
            <a:r>
              <a:rPr kumimoji="1" lang="zh-CN" altLang="en-US" sz="28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  函数应用举例</a:t>
            </a:r>
          </a:p>
        </p:txBody>
      </p:sp>
      <p:sp>
        <p:nvSpPr>
          <p:cNvPr id="79876" name="Rectangle 7"/>
          <p:cNvSpPr>
            <a:spLocks noGrp="1"/>
          </p:cNvSpPr>
          <p:nvPr>
            <p:ph type="title"/>
          </p:nvPr>
        </p:nvSpPr>
        <p:spPr/>
        <p:txBody>
          <a:bodyPr vert="horz" wrap="square" lIns="91440" tIns="45720" rIns="91440" bIns="45720" anchor="ctr"/>
          <a:lstStyle/>
          <a:p>
            <a:pPr eaLnBrk="1" hangingPunct="1"/>
            <a:r>
              <a:rPr lang="zh-CN" altLang="en-US" b="1" dirty="0"/>
              <a:t>提纲</a:t>
            </a:r>
          </a:p>
        </p:txBody>
      </p:sp>
      <p:pic>
        <p:nvPicPr>
          <p:cNvPr id="79877" name="Picture 2053" descr="页面"/>
          <p:cNvPicPr>
            <a:picLocks noChangeAspect="1"/>
          </p:cNvPicPr>
          <p:nvPr/>
        </p:nvPicPr>
        <p:blipFill>
          <a:blip r:embed="rId2"/>
          <a:stretch>
            <a:fillRect/>
          </a:stretch>
        </p:blipFill>
        <p:spPr>
          <a:xfrm>
            <a:off x="6659563" y="5157788"/>
            <a:ext cx="1676400" cy="573087"/>
          </a:xfrm>
          <a:prstGeom prst="rect">
            <a:avLst/>
          </a:prstGeom>
          <a:noFill/>
          <a:ln w="9525">
            <a:noFill/>
          </a:ln>
        </p:spPr>
      </p:pic>
    </p:spTree>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灯片编号占位符 4"/>
          <p:cNvSpPr>
            <a:spLocks noGrp="1"/>
          </p:cNvSpPr>
          <p:nvPr>
            <p:ph type="sldNum" sz="quarter" idx="11"/>
          </p:nvPr>
        </p:nvSpPr>
        <p:spPr/>
        <p:txBody>
          <a:bodyPr wrap="square" lIns="91440" tIns="45720" rIns="91440" bIns="45720" anchor="t"/>
          <a:lstStyle/>
          <a:p>
            <a:pPr marL="0" marR="0" lvl="0" indent="0" algn="r" defTabSz="914400" rtl="0" eaLnBrk="1" fontAlgn="base" latinLnBrk="0" hangingPunct="1">
              <a:lnSpc>
                <a:spcPct val="100000"/>
              </a:lnSpc>
              <a:spcBef>
                <a:spcPct val="50000"/>
              </a:spcBef>
              <a:spcAft>
                <a:spcPct val="0"/>
              </a:spcAft>
              <a:buClrTx/>
              <a:buSzTx/>
              <a:buFontTx/>
              <a:buNone/>
              <a:tabLst/>
              <a:defRPr/>
            </a:pPr>
            <a:fld id="{9A0DB2DC-4C9A-4742-B13C-FB6460FD3503}" type="slidenum">
              <a:rPr kumimoji="0" lang="zh-CN" altLang="en-US" sz="14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50000"/>
                </a:spcBef>
                <a:spcAft>
                  <a:spcPct val="0"/>
                </a:spcAft>
                <a:buClrTx/>
                <a:buSzTx/>
                <a:buFontTx/>
                <a:buNone/>
                <a:tabLst/>
                <a:defRPr/>
              </a:pPr>
              <a:t>67</a:t>
            </a:fld>
            <a:endParaRPr kumimoji="0" lang="zh-CN" altLang="en-US" sz="14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2290" name="Rectangle 4"/>
          <p:cNvSpPr>
            <a:spLocks noGrp="1"/>
          </p:cNvSpPr>
          <p:nvPr>
            <p:ph type="title"/>
          </p:nvPr>
        </p:nvSpPr>
        <p:spPr>
          <a:xfrm>
            <a:off x="2353310" y="405130"/>
            <a:ext cx="6682740" cy="720725"/>
          </a:xfrm>
        </p:spPr>
        <p:txBody>
          <a:bodyPr wrap="square" lIns="91440" tIns="45720" rIns="91440" bIns="45720" anchor="ctr"/>
          <a:lstStyle/>
          <a:p>
            <a:pPr algn="l" eaLnBrk="1" hangingPunct="1"/>
            <a:r>
              <a:rPr lang="zh-CN" dirty="0">
                <a:sym typeface="+mn-ea"/>
              </a:rPr>
              <a:t>实验</a:t>
            </a:r>
            <a:r>
              <a:rPr lang="en-US" altLang="zh-CN" dirty="0">
                <a:sym typeface="+mn-ea"/>
              </a:rPr>
              <a:t>4-2:</a:t>
            </a:r>
            <a:r>
              <a:rPr lang="zh-CN" dirty="0"/>
              <a:t>验证哥德巴赫猜想</a:t>
            </a:r>
            <a:endParaRPr dirty="0"/>
          </a:p>
        </p:txBody>
      </p:sp>
      <p:sp>
        <p:nvSpPr>
          <p:cNvPr id="12291" name="Rectangle 5"/>
          <p:cNvSpPr>
            <a:spLocks noGrp="1"/>
          </p:cNvSpPr>
          <p:nvPr>
            <p:ph idx="1"/>
          </p:nvPr>
        </p:nvSpPr>
        <p:spPr>
          <a:xfrm>
            <a:off x="542925" y="1261745"/>
            <a:ext cx="7918450" cy="5062538"/>
          </a:xfrm>
        </p:spPr>
        <p:txBody>
          <a:bodyPr wrap="square" lIns="91440" tIns="45720" rIns="91440" bIns="45720" anchor="t"/>
          <a:lstStyle/>
          <a:p>
            <a:pPr eaLnBrk="1" fontAlgn="base" hangingPunct="1">
              <a:lnSpc>
                <a:spcPct val="90000"/>
              </a:lnSpc>
            </a:pPr>
            <a:r>
              <a:rPr lang="en-US" altLang="zh-CN" b="1" dirty="0">
                <a:sym typeface="+mn-ea"/>
              </a:rPr>
              <a:t>num = i + (num - i)</a:t>
            </a:r>
            <a:r>
              <a:rPr lang="zh-CN" altLang="en-US" b="1" dirty="0">
                <a:sym typeface="+mn-ea"/>
              </a:rPr>
              <a:t>，对</a:t>
            </a:r>
            <a:r>
              <a:rPr lang="en-US" altLang="zh-CN" b="1" dirty="0">
                <a:sym typeface="+mn-ea"/>
              </a:rPr>
              <a:t>i</a:t>
            </a:r>
            <a:r>
              <a:rPr lang="zh-CN" altLang="en-US" b="1" dirty="0">
                <a:sym typeface="+mn-ea"/>
              </a:rPr>
              <a:t>可能的取值进行穷举，筛选素数。</a:t>
            </a:r>
            <a:r>
              <a:rPr lang="zh-CN" altLang="en-US" b="1" dirty="0"/>
              <a:t>主函数</a:t>
            </a:r>
            <a:r>
              <a:rPr lang="en-US" altLang="zh-CN" b="1" dirty="0"/>
              <a:t>NS</a:t>
            </a:r>
            <a:r>
              <a:rPr lang="zh-CN" altLang="en-US" b="1" dirty="0"/>
              <a:t>图，和子函数</a:t>
            </a:r>
            <a:r>
              <a:rPr lang="en-US" altLang="zh-CN" b="1" dirty="0"/>
              <a:t>NS</a:t>
            </a:r>
            <a:r>
              <a:rPr lang="zh-CN" altLang="en-US" b="1" dirty="0"/>
              <a:t>图</a:t>
            </a:r>
          </a:p>
          <a:p>
            <a:pPr eaLnBrk="1" hangingPunct="1">
              <a:buNone/>
            </a:pPr>
            <a:r>
              <a:rPr lang="en-US" altLang="zh-CN" sz="3200" b="1" dirty="0"/>
              <a:t>						int isPrime(int n)</a:t>
            </a:r>
          </a:p>
        </p:txBody>
      </p:sp>
      <p:sp>
        <p:nvSpPr>
          <p:cNvPr id="472119" name="AutoShape 55"/>
          <p:cNvSpPr/>
          <p:nvPr/>
        </p:nvSpPr>
        <p:spPr>
          <a:xfrm>
            <a:off x="4102735" y="3997008"/>
            <a:ext cx="1152525" cy="431800"/>
          </a:xfrm>
          <a:prstGeom prst="rightArrow">
            <a:avLst>
              <a:gd name="adj1" fmla="val 50000"/>
              <a:gd name="adj2" fmla="val 66159"/>
            </a:avLst>
          </a:prstGeom>
          <a:noFill/>
          <a:ln w="9525" cap="flat" cmpd="sng">
            <a:solidFill>
              <a:schemeClr val="tx1"/>
            </a:solidFill>
            <a:prstDash val="solid"/>
            <a:miter/>
            <a:headEnd type="none" w="med" len="med"/>
            <a:tailEnd type="none" w="med" len="me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nvGrpSpPr>
          <p:cNvPr id="38" name="Group 13">
            <a:extLst>
              <a:ext uri="{FF2B5EF4-FFF2-40B4-BE49-F238E27FC236}">
                <a16:creationId xmlns:a16="http://schemas.microsoft.com/office/drawing/2014/main" id="{E050B07A-73AA-42F8-B4BD-7AF3CB841556}"/>
              </a:ext>
            </a:extLst>
          </p:cNvPr>
          <p:cNvGrpSpPr/>
          <p:nvPr/>
        </p:nvGrpSpPr>
        <p:grpSpPr>
          <a:xfrm>
            <a:off x="5255260" y="2771458"/>
            <a:ext cx="3313113" cy="2601758"/>
            <a:chOff x="567" y="2341"/>
            <a:chExt cx="2087" cy="1316"/>
          </a:xfrm>
        </p:grpSpPr>
        <p:sp>
          <p:nvSpPr>
            <p:cNvPr id="39" name="Rectangle 14">
              <a:extLst>
                <a:ext uri="{FF2B5EF4-FFF2-40B4-BE49-F238E27FC236}">
                  <a16:creationId xmlns:a16="http://schemas.microsoft.com/office/drawing/2014/main" id="{F225157A-A387-4CEC-A44C-EE07B2102976}"/>
                </a:ext>
              </a:extLst>
            </p:cNvPr>
            <p:cNvSpPr/>
            <p:nvPr/>
          </p:nvSpPr>
          <p:spPr>
            <a:xfrm>
              <a:off x="567" y="2341"/>
              <a:ext cx="2086" cy="226"/>
            </a:xfrm>
            <a:prstGeom prst="rect">
              <a:avLst/>
            </a:prstGeom>
            <a:solidFill>
              <a:schemeClr val="hlink"/>
            </a:solidFill>
            <a:ln w="9525" cap="flat" cmpd="sng">
              <a:solidFill>
                <a:schemeClr val="tx1"/>
              </a:solidFill>
              <a:prstDash val="solid"/>
              <a:miter/>
              <a:headEnd type="none" w="med" len="med"/>
              <a:tailEnd type="none" w="med" len="med"/>
            </a:ln>
          </p:spPr>
          <p:txBody>
            <a:bodyPr wrap="none" anchor="ctr"/>
            <a:lstStyle/>
            <a:p>
              <a:pPr marL="342900" marR="0" lvl="0" indent="-342900" algn="ctr" defTabSz="914400" rtl="0" eaLnBrk="1" fontAlgn="base" latinLnBrk="0" hangingPunct="1">
                <a:lnSpc>
                  <a:spcPct val="100000"/>
                </a:lnSpc>
                <a:spcBef>
                  <a:spcPct val="0"/>
                </a:spcBef>
                <a:spcAft>
                  <a:spcPct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a:t>
              </a: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isPrim</a:t>
              </a:r>
              <a:r>
                <a:rPr kumimoji="0" lang="zh-CN" altLang="en-US"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2</a:t>
              </a: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j;</a:t>
              </a:r>
            </a:p>
          </p:txBody>
        </p:sp>
        <p:sp>
          <p:nvSpPr>
            <p:cNvPr id="40" name="Rectangle 15">
              <a:extLst>
                <a:ext uri="{FF2B5EF4-FFF2-40B4-BE49-F238E27FC236}">
                  <a16:creationId xmlns:a16="http://schemas.microsoft.com/office/drawing/2014/main" id="{4C01B6A8-EA24-47E6-BD50-3C9EDCFB5718}"/>
                </a:ext>
              </a:extLst>
            </p:cNvPr>
            <p:cNvSpPr/>
            <p:nvPr/>
          </p:nvSpPr>
          <p:spPr>
            <a:xfrm>
              <a:off x="567" y="2568"/>
              <a:ext cx="2086" cy="1089"/>
            </a:xfrm>
            <a:prstGeom prst="rect">
              <a:avLst/>
            </a:prstGeom>
            <a:solidFill>
              <a:schemeClr val="hlink"/>
            </a:solidFill>
            <a:ln w="9525" cap="flat" cmpd="sng">
              <a:solidFill>
                <a:schemeClr val="tx1"/>
              </a:solidFill>
              <a:prstDash val="solid"/>
              <a:miter/>
              <a:headEnd type="none" w="med" len="med"/>
              <a:tailEnd type="none" w="med" len="me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41" name="Line 16">
              <a:extLst>
                <a:ext uri="{FF2B5EF4-FFF2-40B4-BE49-F238E27FC236}">
                  <a16:creationId xmlns:a16="http://schemas.microsoft.com/office/drawing/2014/main" id="{92639C9F-29E2-4D5D-B79E-4CD4423E5C50}"/>
                </a:ext>
              </a:extLst>
            </p:cNvPr>
            <p:cNvSpPr/>
            <p:nvPr/>
          </p:nvSpPr>
          <p:spPr>
            <a:xfrm>
              <a:off x="703" y="2795"/>
              <a:ext cx="1950" cy="0"/>
            </a:xfrm>
            <a:prstGeom prst="line">
              <a:avLst/>
            </a:prstGeom>
            <a:ln w="9525" cap="flat" cmpd="sng">
              <a:solidFill>
                <a:schemeClr val="tx1"/>
              </a:solidFill>
              <a:prstDash val="solid"/>
              <a:round/>
              <a:headEnd type="none" w="med" len="med"/>
              <a:tailEnd type="none" w="med" len="me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42" name="Line 17">
              <a:extLst>
                <a:ext uri="{FF2B5EF4-FFF2-40B4-BE49-F238E27FC236}">
                  <a16:creationId xmlns:a16="http://schemas.microsoft.com/office/drawing/2014/main" id="{2FD20B0A-C6FC-4A42-B33E-D02C76A756B8}"/>
                </a:ext>
              </a:extLst>
            </p:cNvPr>
            <p:cNvSpPr/>
            <p:nvPr/>
          </p:nvSpPr>
          <p:spPr>
            <a:xfrm>
              <a:off x="703" y="2795"/>
              <a:ext cx="0" cy="590"/>
            </a:xfrm>
            <a:prstGeom prst="line">
              <a:avLst/>
            </a:prstGeom>
            <a:ln w="9525" cap="flat" cmpd="sng">
              <a:solidFill>
                <a:schemeClr val="tx1"/>
              </a:solidFill>
              <a:prstDash val="solid"/>
              <a:round/>
              <a:headEnd type="none" w="med" len="med"/>
              <a:tailEnd type="none" w="med" len="me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43" name="Text Box 18">
              <a:extLst>
                <a:ext uri="{FF2B5EF4-FFF2-40B4-BE49-F238E27FC236}">
                  <a16:creationId xmlns:a16="http://schemas.microsoft.com/office/drawing/2014/main" id="{C9C64D43-9247-406B-80C4-43172F99C7F6}"/>
                </a:ext>
              </a:extLst>
            </p:cNvPr>
            <p:cNvSpPr txBox="1"/>
            <p:nvPr/>
          </p:nvSpPr>
          <p:spPr>
            <a:xfrm>
              <a:off x="612" y="2564"/>
              <a:ext cx="2041" cy="202"/>
            </a:xfrm>
            <a:prstGeom prst="rect">
              <a:avLst/>
            </a:prstGeom>
            <a:noFill/>
            <a:ln w="9525">
              <a:noFill/>
            </a:ln>
          </p:spPr>
          <p:txBody>
            <a:bodyPr anchor="t">
              <a:spAutoFit/>
            </a:bodyPr>
            <a:lstStyle/>
            <a:p>
              <a:pPr marL="342900" marR="0" lvl="0" indent="-342900" algn="ctr" defTabSz="914400" rtl="0" eaLnBrk="1" fontAlgn="base" latinLnBrk="0" hangingPunct="1">
                <a:lnSpc>
                  <a:spcPct val="100000"/>
                </a:lnSpc>
                <a:spcBef>
                  <a:spcPct val="50000"/>
                </a:spcBef>
                <a:spcAft>
                  <a:spcPct val="0"/>
                </a:spcAft>
                <a:buClrTx/>
                <a:buSzTx/>
                <a:buFontTx/>
                <a:buNone/>
                <a:tabLst/>
                <a:defRPr/>
              </a:pPr>
              <a:r>
                <a:rPr kumimoji="0" lang="en-US" altLang="zh-CN"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j&lt;= sqrt(n)</a:t>
              </a:r>
              <a:r>
                <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且</a:t>
              </a:r>
              <a:r>
                <a:rPr kumimoji="0" lang="en-US" altLang="zh-CN" sz="2000" b="0" i="0" u="none" strike="noStrike" kern="12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mn-cs"/>
                </a:rPr>
                <a:t>isPrim</a:t>
              </a:r>
              <a:r>
                <a:rPr kumimoji="0" lang="en-US" altLang="zh-CN" sz="2000" b="0"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a:t>
              </a:r>
              <a:r>
                <a:rPr kumimoji="0" lang="en-US" altLang="zh-CN"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a:t>
              </a:r>
              <a:endParaRPr kumimoji="0" lang="en-US" altLang="zh-CN" sz="2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44" name="Line 19">
              <a:extLst>
                <a:ext uri="{FF2B5EF4-FFF2-40B4-BE49-F238E27FC236}">
                  <a16:creationId xmlns:a16="http://schemas.microsoft.com/office/drawing/2014/main" id="{7BA4AAFB-68F3-4BA9-8D0F-83AE568C6DE9}"/>
                </a:ext>
              </a:extLst>
            </p:cNvPr>
            <p:cNvSpPr/>
            <p:nvPr/>
          </p:nvSpPr>
          <p:spPr>
            <a:xfrm>
              <a:off x="703" y="3113"/>
              <a:ext cx="1950" cy="0"/>
            </a:xfrm>
            <a:prstGeom prst="line">
              <a:avLst/>
            </a:prstGeom>
            <a:ln w="9525" cap="flat" cmpd="sng">
              <a:solidFill>
                <a:schemeClr val="tx1"/>
              </a:solidFill>
              <a:prstDash val="solid"/>
              <a:round/>
              <a:headEnd type="none" w="med" len="med"/>
              <a:tailEnd type="none" w="med" len="me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45" name="Line 20">
              <a:extLst>
                <a:ext uri="{FF2B5EF4-FFF2-40B4-BE49-F238E27FC236}">
                  <a16:creationId xmlns:a16="http://schemas.microsoft.com/office/drawing/2014/main" id="{80068F9D-DE55-4F16-A889-0798D1A59D92}"/>
                </a:ext>
              </a:extLst>
            </p:cNvPr>
            <p:cNvSpPr/>
            <p:nvPr/>
          </p:nvSpPr>
          <p:spPr>
            <a:xfrm flipH="1" flipV="1">
              <a:off x="703" y="2795"/>
              <a:ext cx="726" cy="318"/>
            </a:xfrm>
            <a:prstGeom prst="line">
              <a:avLst/>
            </a:prstGeom>
            <a:ln w="9525" cap="flat" cmpd="sng">
              <a:solidFill>
                <a:schemeClr val="tx1"/>
              </a:solidFill>
              <a:prstDash val="solid"/>
              <a:round/>
              <a:headEnd type="none" w="med" len="med"/>
              <a:tailEnd type="none" w="med" len="me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46" name="Line 21">
              <a:extLst>
                <a:ext uri="{FF2B5EF4-FFF2-40B4-BE49-F238E27FC236}">
                  <a16:creationId xmlns:a16="http://schemas.microsoft.com/office/drawing/2014/main" id="{82FBA9EA-D6F7-453E-884C-2445B9E5620D}"/>
                </a:ext>
              </a:extLst>
            </p:cNvPr>
            <p:cNvSpPr/>
            <p:nvPr/>
          </p:nvSpPr>
          <p:spPr>
            <a:xfrm flipV="1">
              <a:off x="1429" y="2795"/>
              <a:ext cx="1224" cy="318"/>
            </a:xfrm>
            <a:prstGeom prst="line">
              <a:avLst/>
            </a:prstGeom>
            <a:ln w="9525" cap="flat" cmpd="sng">
              <a:solidFill>
                <a:schemeClr val="tx1"/>
              </a:solidFill>
              <a:prstDash val="solid"/>
              <a:round/>
              <a:headEnd type="none" w="med" len="med"/>
              <a:tailEnd type="none" w="med" len="me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47" name="Text Box 22">
              <a:extLst>
                <a:ext uri="{FF2B5EF4-FFF2-40B4-BE49-F238E27FC236}">
                  <a16:creationId xmlns:a16="http://schemas.microsoft.com/office/drawing/2014/main" id="{2A6FE6AE-7667-4FE0-9488-8D38491C0A05}"/>
                </a:ext>
              </a:extLst>
            </p:cNvPr>
            <p:cNvSpPr txBox="1"/>
            <p:nvPr/>
          </p:nvSpPr>
          <p:spPr>
            <a:xfrm>
              <a:off x="827" y="2804"/>
              <a:ext cx="1270" cy="202"/>
            </a:xfrm>
            <a:prstGeom prst="rect">
              <a:avLst/>
            </a:prstGeom>
            <a:noFill/>
            <a:ln w="9525">
              <a:noFill/>
            </a:ln>
          </p:spPr>
          <p:txBody>
            <a:bodyPr anchor="t">
              <a:spAutoFit/>
            </a:bodyPr>
            <a:lstStyle/>
            <a:p>
              <a:pPr marL="342900" marR="0" lvl="0" indent="-342900" algn="ctr" defTabSz="914400" rtl="0" eaLnBrk="1" fontAlgn="base" latinLnBrk="0" hangingPunct="1">
                <a:lnSpc>
                  <a:spcPct val="100000"/>
                </a:lnSpc>
                <a:spcBef>
                  <a:spcPct val="50000"/>
                </a:spcBef>
                <a:spcAft>
                  <a:spcPct val="0"/>
                </a:spcAft>
                <a:buClrTx/>
                <a:buSzTx/>
                <a:buFontTx/>
                <a:buNone/>
                <a:tabLst/>
                <a:defRPr/>
              </a:pPr>
              <a:r>
                <a:rPr kumimoji="0" lang="en-US" altLang="zh-CN"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   n</a:t>
              </a:r>
              <a:r>
                <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被</a:t>
              </a:r>
              <a:r>
                <a:rPr kumimoji="0" lang="en-US" altLang="zh-CN"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j</a:t>
              </a:r>
              <a:r>
                <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整除</a:t>
              </a:r>
              <a:endParaRPr kumimoji="0" lang="en-US" altLang="zh-CN"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48" name="Text Box 23">
              <a:extLst>
                <a:ext uri="{FF2B5EF4-FFF2-40B4-BE49-F238E27FC236}">
                  <a16:creationId xmlns:a16="http://schemas.microsoft.com/office/drawing/2014/main" id="{751C146D-A5B3-4695-9066-D28EF42ADF90}"/>
                </a:ext>
              </a:extLst>
            </p:cNvPr>
            <p:cNvSpPr txBox="1"/>
            <p:nvPr/>
          </p:nvSpPr>
          <p:spPr>
            <a:xfrm>
              <a:off x="703" y="2886"/>
              <a:ext cx="227" cy="202"/>
            </a:xfrm>
            <a:prstGeom prst="rect">
              <a:avLst/>
            </a:prstGeom>
            <a:noFill/>
            <a:ln w="9525">
              <a:noFill/>
            </a:ln>
          </p:spPr>
          <p:txBody>
            <a:bodyPr anchor="t">
              <a:spAutoFit/>
            </a:bodyPr>
            <a:lstStyle/>
            <a:p>
              <a:pPr marL="342900" marR="0" lvl="0" indent="-342900" algn="ctr" defTabSz="914400" rtl="0" eaLnBrk="1" fontAlgn="base" latinLnBrk="0" hangingPunct="1">
                <a:lnSpc>
                  <a:spcPct val="100000"/>
                </a:lnSpc>
                <a:spcBef>
                  <a:spcPct val="50000"/>
                </a:spcBef>
                <a:spcAft>
                  <a:spcPct val="0"/>
                </a:spcAft>
                <a:buClrTx/>
                <a:buSzTx/>
                <a:buFontTx/>
                <a:buNone/>
                <a:tabLst/>
                <a:defRPr/>
              </a:pPr>
              <a:r>
                <a:rPr kumimoji="0" lang="en-US" altLang="zh-CN"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N</a:t>
              </a:r>
              <a:endParaRPr kumimoji="0" lang="en-US" altLang="zh-CN" sz="2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49" name="Text Box 24">
              <a:extLst>
                <a:ext uri="{FF2B5EF4-FFF2-40B4-BE49-F238E27FC236}">
                  <a16:creationId xmlns:a16="http://schemas.microsoft.com/office/drawing/2014/main" id="{72749365-401A-4B52-B86D-EBE947EB09B0}"/>
                </a:ext>
              </a:extLst>
            </p:cNvPr>
            <p:cNvSpPr txBox="1"/>
            <p:nvPr/>
          </p:nvSpPr>
          <p:spPr>
            <a:xfrm>
              <a:off x="2200" y="2840"/>
              <a:ext cx="454" cy="202"/>
            </a:xfrm>
            <a:prstGeom prst="rect">
              <a:avLst/>
            </a:prstGeom>
            <a:noFill/>
            <a:ln w="9525">
              <a:noFill/>
            </a:ln>
          </p:spPr>
          <p:txBody>
            <a:bodyPr anchor="t">
              <a:spAutoFit/>
            </a:bodyPr>
            <a:lstStyle/>
            <a:p>
              <a:pPr marL="342900" marR="0" lvl="0" indent="-342900" algn="ctr" defTabSz="914400" rtl="0" eaLnBrk="1" fontAlgn="base" latinLnBrk="0" hangingPunct="1">
                <a:lnSpc>
                  <a:spcPct val="100000"/>
                </a:lnSpc>
                <a:spcBef>
                  <a:spcPct val="50000"/>
                </a:spcBef>
                <a:spcAft>
                  <a:spcPct val="0"/>
                </a:spcAft>
                <a:buClrTx/>
                <a:buSzTx/>
                <a:buFontTx/>
                <a:buNone/>
                <a:tabLst/>
                <a:defRPr/>
              </a:pPr>
              <a:r>
                <a:rPr kumimoji="0" lang="en-US" altLang="zh-CN"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Y</a:t>
              </a:r>
              <a:endParaRPr kumimoji="0" lang="en-US" altLang="zh-CN" sz="2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0" name="Line 25">
              <a:extLst>
                <a:ext uri="{FF2B5EF4-FFF2-40B4-BE49-F238E27FC236}">
                  <a16:creationId xmlns:a16="http://schemas.microsoft.com/office/drawing/2014/main" id="{40886B32-0C84-4A84-972A-1C0E8221050C}"/>
                </a:ext>
              </a:extLst>
            </p:cNvPr>
            <p:cNvSpPr/>
            <p:nvPr/>
          </p:nvSpPr>
          <p:spPr>
            <a:xfrm>
              <a:off x="1429" y="3113"/>
              <a:ext cx="0" cy="272"/>
            </a:xfrm>
            <a:prstGeom prst="line">
              <a:avLst/>
            </a:prstGeom>
            <a:ln w="9525" cap="flat" cmpd="sng">
              <a:solidFill>
                <a:schemeClr val="tx1"/>
              </a:solidFill>
              <a:prstDash val="solid"/>
              <a:round/>
              <a:headEnd type="none" w="med" len="med"/>
              <a:tailEnd type="none" w="med" len="me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1" name="Rectangle 26">
              <a:extLst>
                <a:ext uri="{FF2B5EF4-FFF2-40B4-BE49-F238E27FC236}">
                  <a16:creationId xmlns:a16="http://schemas.microsoft.com/office/drawing/2014/main" id="{46071DF0-07D7-450A-9018-87DCD9E64F9A}"/>
                </a:ext>
              </a:extLst>
            </p:cNvPr>
            <p:cNvSpPr/>
            <p:nvPr/>
          </p:nvSpPr>
          <p:spPr>
            <a:xfrm>
              <a:off x="703" y="3113"/>
              <a:ext cx="726" cy="272"/>
            </a:xfrm>
            <a:prstGeom prst="rect">
              <a:avLst/>
            </a:prstGeom>
            <a:noFill/>
            <a:ln w="9525" cap="flat" cmpd="sng">
              <a:solidFill>
                <a:schemeClr val="tx1"/>
              </a:solidFill>
              <a:prstDash val="solid"/>
              <a:miter/>
              <a:headEnd type="none" w="med" len="med"/>
              <a:tailEnd type="none" w="med" len="med"/>
            </a:ln>
          </p:spPr>
          <p:txBody>
            <a:bodyPr wrap="none" anchor="ctr"/>
            <a:lstStyle/>
            <a:p>
              <a:pPr marL="342900" marR="0" lvl="0" indent="-342900" algn="ctr" defTabSz="914400" rtl="0" eaLnBrk="1" fontAlgn="base" latinLnBrk="0" hangingPunct="1">
                <a:lnSpc>
                  <a:spcPct val="100000"/>
                </a:lnSpc>
                <a:spcBef>
                  <a:spcPct val="0"/>
                </a:spcBef>
                <a:spcAft>
                  <a:spcPct val="0"/>
                </a:spcAft>
                <a:buClrTx/>
                <a:buSzTx/>
                <a:buFontTx/>
                <a:buNone/>
                <a:tabLst/>
                <a:defRPr/>
              </a:pPr>
              <a:r>
                <a:rPr kumimoji="0" lang="en-US" altLang="zh-CN"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j+1</a:t>
              </a:r>
              <a:r>
                <a:rPr kumimoji="0" lang="en-US" altLang="zh-CN"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r>
                <a:rPr kumimoji="0" lang="en-US" altLang="zh-CN"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j</a:t>
              </a:r>
              <a:endParaRPr kumimoji="0" lang="en-US" altLang="zh-CN" sz="2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2" name="Rectangle 27">
              <a:extLst>
                <a:ext uri="{FF2B5EF4-FFF2-40B4-BE49-F238E27FC236}">
                  <a16:creationId xmlns:a16="http://schemas.microsoft.com/office/drawing/2014/main" id="{2E481174-D62B-4737-A6C5-A2CBDB2D91DA}"/>
                </a:ext>
              </a:extLst>
            </p:cNvPr>
            <p:cNvSpPr/>
            <p:nvPr/>
          </p:nvSpPr>
          <p:spPr>
            <a:xfrm>
              <a:off x="1429" y="3113"/>
              <a:ext cx="1224" cy="272"/>
            </a:xfrm>
            <a:prstGeom prst="rect">
              <a:avLst/>
            </a:prstGeom>
            <a:noFill/>
            <a:ln w="9525" cap="flat" cmpd="sng">
              <a:solidFill>
                <a:schemeClr val="tx1"/>
              </a:solidFill>
              <a:prstDash val="solid"/>
              <a:miter/>
              <a:headEnd type="none" w="med" len="med"/>
              <a:tailEnd type="none" w="med" len="med"/>
            </a:ln>
          </p:spPr>
          <p:txBody>
            <a:bodyPr wrap="none" anchor="ctr"/>
            <a:lstStyle/>
            <a:p>
              <a:pPr marL="342900" marR="0" lvl="0" indent="-342900" algn="ctr" defTabSz="914400" rtl="0" eaLnBrk="1" fontAlgn="base" latinLnBrk="0" hangingPunct="1">
                <a:lnSpc>
                  <a:spcPct val="100000"/>
                </a:lnSpc>
                <a:spcBef>
                  <a:spcPct val="0"/>
                </a:spcBef>
                <a:spcAft>
                  <a:spcPct val="0"/>
                </a:spcAft>
                <a:buClrTx/>
                <a:buSzTx/>
                <a:buFontTx/>
                <a:buNone/>
                <a:tabLst/>
                <a:defRPr/>
              </a:pPr>
              <a:r>
                <a:rPr kumimoji="0" lang="en-US" altLang="zh-CN"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0</a:t>
              </a:r>
              <a:r>
                <a:rPr kumimoji="0" lang="en-US" altLang="zh-CN"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r>
                <a:rPr kumimoji="0" lang="en-US" altLang="zh-CN"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isPrim</a:t>
              </a:r>
              <a:endParaRPr kumimoji="0" lang="en-US" altLang="zh-CN" sz="2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3" name="Rectangle 28">
              <a:extLst>
                <a:ext uri="{FF2B5EF4-FFF2-40B4-BE49-F238E27FC236}">
                  <a16:creationId xmlns:a16="http://schemas.microsoft.com/office/drawing/2014/main" id="{F680B6B2-3CFC-4A8B-B60E-68895603D258}"/>
                </a:ext>
              </a:extLst>
            </p:cNvPr>
            <p:cNvSpPr/>
            <p:nvPr/>
          </p:nvSpPr>
          <p:spPr>
            <a:xfrm>
              <a:off x="567" y="3385"/>
              <a:ext cx="2086" cy="272"/>
            </a:xfrm>
            <a:prstGeom prst="rect">
              <a:avLst/>
            </a:prstGeom>
            <a:noFill/>
            <a:ln w="9525" cap="flat" cmpd="sng">
              <a:solidFill>
                <a:schemeClr val="tx1"/>
              </a:solidFill>
              <a:prstDash val="solid"/>
              <a:miter/>
              <a:headEnd type="none" w="med" len="med"/>
              <a:tailEnd type="none" w="med" len="med"/>
            </a:ln>
          </p:spPr>
          <p:txBody>
            <a:bodyPr wrap="none" anchor="ctr"/>
            <a:lstStyle/>
            <a:p>
              <a:pPr marL="342900" marR="0" lvl="0" indent="-342900" algn="ctr" defTabSz="914400" rtl="0" eaLnBrk="1" fontAlgn="base" latinLnBrk="0" hangingPunct="1">
                <a:lnSpc>
                  <a:spcPct val="100000"/>
                </a:lnSpc>
                <a:spcBef>
                  <a:spcPct val="0"/>
                </a:spcBef>
                <a:spcAft>
                  <a:spcPct val="0"/>
                </a:spcAft>
                <a:buClrTx/>
                <a:buSzTx/>
                <a:buFontTx/>
                <a:buNone/>
                <a:tabLst/>
                <a:defRPr/>
              </a:pPr>
              <a:r>
                <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返回 </a:t>
              </a:r>
              <a:r>
                <a:rPr kumimoji="0" lang="en-US" altLang="zh-CN" sz="2000" b="0" i="0" u="none" strike="noStrike" kern="12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mn-cs"/>
                </a:rPr>
                <a:t>isPrim</a:t>
              </a:r>
              <a:endParaRPr kumimoji="0" lang="en-US" altLang="zh-CN" sz="2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grpSp>
        <p:nvGrpSpPr>
          <p:cNvPr id="54" name="组合 53">
            <a:extLst>
              <a:ext uri="{FF2B5EF4-FFF2-40B4-BE49-F238E27FC236}">
                <a16:creationId xmlns:a16="http://schemas.microsoft.com/office/drawing/2014/main" id="{0B3CA318-BC17-4D7F-A841-6DE1581C1095}"/>
              </a:ext>
            </a:extLst>
          </p:cNvPr>
          <p:cNvGrpSpPr/>
          <p:nvPr/>
        </p:nvGrpSpPr>
        <p:grpSpPr>
          <a:xfrm>
            <a:off x="257810" y="2302510"/>
            <a:ext cx="3667760" cy="4145915"/>
            <a:chOff x="406" y="3626"/>
            <a:chExt cx="5776" cy="6529"/>
          </a:xfrm>
        </p:grpSpPr>
        <p:sp>
          <p:nvSpPr>
            <p:cNvPr id="55" name="Rectangle 5">
              <a:extLst>
                <a:ext uri="{FF2B5EF4-FFF2-40B4-BE49-F238E27FC236}">
                  <a16:creationId xmlns:a16="http://schemas.microsoft.com/office/drawing/2014/main" id="{CA73FE57-FF76-4DF4-82F6-FA0319D939DB}"/>
                </a:ext>
              </a:extLst>
            </p:cNvPr>
            <p:cNvSpPr/>
            <p:nvPr/>
          </p:nvSpPr>
          <p:spPr>
            <a:xfrm>
              <a:off x="406" y="4463"/>
              <a:ext cx="5774" cy="837"/>
            </a:xfrm>
            <a:prstGeom prst="rect">
              <a:avLst/>
            </a:prstGeom>
            <a:noFill/>
            <a:ln w="9525" cap="flat" cmpd="sng">
              <a:solidFill>
                <a:schemeClr val="tx1"/>
              </a:solidFill>
              <a:prstDash val="solid"/>
              <a:miter/>
              <a:headEnd type="none" w="med" len="med"/>
              <a:tailEnd type="none" w="med" len="med"/>
            </a:ln>
          </p:spPr>
          <p:txBody>
            <a:bodyPr wrap="none" anchor="ctr"/>
            <a:lstStyle/>
            <a:p>
              <a:pPr marL="342900" marR="0" lvl="0" indent="-342900" algn="ctr" defTabSz="914400" rtl="0" eaLnBrk="1" fontAlgn="base" latinLnBrk="0" hangingPunct="1">
                <a:lnSpc>
                  <a:spcPct val="100000"/>
                </a:lnSpc>
                <a:spcBef>
                  <a:spcPct val="0"/>
                </a:spcBef>
                <a:spcAft>
                  <a:spcPct val="0"/>
                </a:spcAft>
                <a:buClrTx/>
                <a:buSzTx/>
                <a:buFontTx/>
                <a:buNone/>
                <a:tabLst/>
                <a:defRPr/>
              </a:pPr>
              <a:r>
                <a:rPr kumimoji="0" lang="en-US" altLang="zh-CN"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2</a:t>
              </a:r>
              <a:r>
                <a:rPr kumimoji="0" lang="en-US" altLang="zh-CN"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r>
                <a:rPr kumimoji="0" lang="en-US" altLang="zh-CN"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i</a:t>
              </a:r>
              <a:endParaRPr kumimoji="0" lang="en-US" altLang="zh-CN" sz="2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6" name="Rectangle 6">
              <a:extLst>
                <a:ext uri="{FF2B5EF4-FFF2-40B4-BE49-F238E27FC236}">
                  <a16:creationId xmlns:a16="http://schemas.microsoft.com/office/drawing/2014/main" id="{FA8B6E79-6840-4006-B1A2-D7FF7E3026ED}"/>
                </a:ext>
              </a:extLst>
            </p:cNvPr>
            <p:cNvSpPr/>
            <p:nvPr/>
          </p:nvSpPr>
          <p:spPr>
            <a:xfrm>
              <a:off x="406" y="5300"/>
              <a:ext cx="5776" cy="4855"/>
            </a:xfrm>
            <a:prstGeom prst="rect">
              <a:avLst/>
            </a:prstGeom>
            <a:noFill/>
            <a:ln w="9525" cap="flat" cmpd="sng">
              <a:solidFill>
                <a:schemeClr val="tx1"/>
              </a:solidFill>
              <a:prstDash val="solid"/>
              <a:miter/>
              <a:headEnd type="none" w="med" len="med"/>
              <a:tailEnd type="none" w="med" len="me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7" name="Line 7">
              <a:extLst>
                <a:ext uri="{FF2B5EF4-FFF2-40B4-BE49-F238E27FC236}">
                  <a16:creationId xmlns:a16="http://schemas.microsoft.com/office/drawing/2014/main" id="{A40CBA23-60B8-413D-94C3-29A57236FE60}"/>
                </a:ext>
              </a:extLst>
            </p:cNvPr>
            <p:cNvSpPr/>
            <p:nvPr/>
          </p:nvSpPr>
          <p:spPr>
            <a:xfrm>
              <a:off x="1536" y="6136"/>
              <a:ext cx="4195" cy="0"/>
            </a:xfrm>
            <a:prstGeom prst="line">
              <a:avLst/>
            </a:prstGeom>
            <a:ln w="9525" cap="flat" cmpd="sng">
              <a:solidFill>
                <a:schemeClr val="tx1"/>
              </a:solidFill>
              <a:prstDash val="solid"/>
              <a:round/>
              <a:headEnd type="none" w="med" len="med"/>
              <a:tailEnd type="none" w="med" len="me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8" name="Text Box 9">
              <a:extLst>
                <a:ext uri="{FF2B5EF4-FFF2-40B4-BE49-F238E27FC236}">
                  <a16:creationId xmlns:a16="http://schemas.microsoft.com/office/drawing/2014/main" id="{9A0BFFBF-AE2A-4B48-9C6B-25D06207239F}"/>
                </a:ext>
              </a:extLst>
            </p:cNvPr>
            <p:cNvSpPr txBox="1"/>
            <p:nvPr/>
          </p:nvSpPr>
          <p:spPr>
            <a:xfrm>
              <a:off x="1308" y="5438"/>
              <a:ext cx="4423" cy="628"/>
            </a:xfrm>
            <a:prstGeom prst="rect">
              <a:avLst/>
            </a:prstGeom>
            <a:noFill/>
            <a:ln w="9525">
              <a:noFill/>
            </a:ln>
          </p:spPr>
          <p:txBody>
            <a:bodyPr anchor="t">
              <a:spAutoFit/>
            </a:bodyPr>
            <a:lstStyle/>
            <a:p>
              <a:pPr marL="342900" marR="0" lvl="0" indent="-342900" algn="ctr" defTabSz="914400" rtl="0" eaLnBrk="1" fontAlgn="base" latinLnBrk="0" hangingPunct="1">
                <a:lnSpc>
                  <a:spcPct val="100000"/>
                </a:lnSpc>
                <a:spcBef>
                  <a:spcPct val="50000"/>
                </a:spcBef>
                <a:spcAft>
                  <a:spcPct val="0"/>
                </a:spcAft>
                <a:buClrTx/>
                <a:buSzTx/>
                <a:buFontTx/>
                <a:buNone/>
                <a:tabLst/>
                <a:defRPr/>
              </a:pPr>
              <a:r>
                <a:rPr kumimoji="0" lang="en-US" altLang="zh-CN" sz="2000" b="0" i="0" u="none" strike="noStrike" kern="12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mn-cs"/>
                </a:rPr>
                <a:t>i</a:t>
              </a:r>
              <a:r>
                <a:rPr kumimoji="0" lang="en-US" altLang="zh-CN"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&lt;=num/2</a:t>
              </a:r>
              <a:endParaRPr kumimoji="0" lang="en-US" altLang="zh-CN" sz="2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9" name="Rectangle 10">
              <a:extLst>
                <a:ext uri="{FF2B5EF4-FFF2-40B4-BE49-F238E27FC236}">
                  <a16:creationId xmlns:a16="http://schemas.microsoft.com/office/drawing/2014/main" id="{50656F23-0019-4F74-8745-18072520D8C2}"/>
                </a:ext>
              </a:extLst>
            </p:cNvPr>
            <p:cNvSpPr/>
            <p:nvPr/>
          </p:nvSpPr>
          <p:spPr>
            <a:xfrm>
              <a:off x="1114" y="6136"/>
              <a:ext cx="5067" cy="1236"/>
            </a:xfrm>
            <a:prstGeom prst="rect">
              <a:avLst/>
            </a:prstGeom>
            <a:solidFill>
              <a:srgbClr val="FFFF99"/>
            </a:solidFill>
            <a:ln w="9525" cap="flat" cmpd="sng">
              <a:solidFill>
                <a:schemeClr val="tx1"/>
              </a:solidFill>
              <a:prstDash val="solid"/>
              <a:miter/>
              <a:headEnd type="none" w="med" len="med"/>
              <a:tailEnd type="none" w="med" len="med"/>
            </a:ln>
          </p:spPr>
          <p:txBody>
            <a:bodyPr wrap="none" anchor="ctr"/>
            <a:lstStyle/>
            <a:p>
              <a:pPr marL="342900" marR="0" lvl="0" indent="-342900" algn="ctr" defTabSz="914400" rtl="0" eaLnBrk="1" fontAlgn="base" latinLnBrk="0" hangingPunct="1">
                <a:lnSpc>
                  <a:spcPct val="100000"/>
                </a:lnSpc>
                <a:spcBef>
                  <a:spcPct val="0"/>
                </a:spcBef>
                <a:spcAft>
                  <a:spcPct val="0"/>
                </a:spcAft>
                <a:buClrTx/>
                <a:buSzTx/>
                <a:buFontTx/>
                <a:buNone/>
                <a:tabLst/>
                <a:defRPr/>
              </a:pPr>
              <a:r>
                <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判断 </a:t>
              </a:r>
              <a:r>
                <a:rPr kumimoji="0" lang="en-US" altLang="zh-CN" sz="2000" b="0" i="0" u="none" strike="noStrike" kern="12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mn-cs"/>
                </a:rPr>
                <a:t>i</a:t>
              </a:r>
              <a:r>
                <a:rPr kumimoji="0" lang="en-US" altLang="zh-CN"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 </a:t>
              </a: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a:p>
              <a:pPr marL="342900" marR="0" lvl="0" indent="-342900" algn="ctr" defTabSz="914400" rtl="0" eaLnBrk="1" fontAlgn="base" latinLnBrk="0" hangingPunct="1">
                <a:lnSpc>
                  <a:spcPct val="100000"/>
                </a:lnSpc>
                <a:spcBef>
                  <a:spcPct val="0"/>
                </a:spcBef>
                <a:spcAft>
                  <a:spcPct val="0"/>
                </a:spcAft>
                <a:buClrTx/>
                <a:buSzTx/>
                <a:buFontTx/>
                <a:buNone/>
                <a:tabLst/>
                <a:defRPr/>
              </a:pPr>
              <a:r>
                <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0" lang="en-US" altLang="zh-CN"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Y         </a:t>
              </a:r>
              <a:r>
                <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为素数          </a:t>
              </a:r>
              <a:r>
                <a:rPr kumimoji="0" lang="en-US" altLang="zh-CN"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N</a:t>
              </a:r>
            </a:p>
          </p:txBody>
        </p:sp>
        <p:sp>
          <p:nvSpPr>
            <p:cNvPr id="60" name="Rectangle 11">
              <a:extLst>
                <a:ext uri="{FF2B5EF4-FFF2-40B4-BE49-F238E27FC236}">
                  <a16:creationId xmlns:a16="http://schemas.microsoft.com/office/drawing/2014/main" id="{57A0E5AE-6111-4060-8CE4-5923793B9BC2}"/>
                </a:ext>
              </a:extLst>
            </p:cNvPr>
            <p:cNvSpPr/>
            <p:nvPr/>
          </p:nvSpPr>
          <p:spPr>
            <a:xfrm>
              <a:off x="1115" y="8539"/>
              <a:ext cx="2591" cy="918"/>
            </a:xfrm>
            <a:prstGeom prst="rect">
              <a:avLst/>
            </a:prstGeom>
            <a:noFill/>
            <a:ln w="9525" cap="flat" cmpd="sng">
              <a:solidFill>
                <a:schemeClr val="tx1"/>
              </a:solidFill>
              <a:prstDash val="solid"/>
              <a:miter/>
              <a:headEnd type="none" w="med" len="med"/>
              <a:tailEnd type="none" w="med" len="med"/>
            </a:ln>
          </p:spPr>
          <p:txBody>
            <a:bodyPr wrap="none" anchor="ctr"/>
            <a:lstStyle/>
            <a:p>
              <a:pPr marL="342900" marR="0" lvl="0" indent="-342900" algn="ctr" defTabSz="914400" rtl="0" eaLnBrk="1" fontAlgn="base" latinLnBrk="0" hangingPunct="1">
                <a:lnSpc>
                  <a:spcPct val="100000"/>
                </a:lnSpc>
                <a:spcBef>
                  <a:spcPct val="0"/>
                </a:spcBef>
                <a:spcAft>
                  <a:spcPct val="0"/>
                </a:spcAft>
                <a:buClrTx/>
                <a:buSzTx/>
                <a:buFontTx/>
                <a:buNone/>
                <a:tabLst/>
                <a:defRPr/>
              </a:pPr>
              <a:r>
                <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打印</a:t>
              </a:r>
              <a:r>
                <a:rPr kumimoji="0" lang="en-US" altLang="zh-CN" sz="2000" b="0" i="0" u="none" strike="noStrike" kern="12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mn-cs"/>
                </a:rPr>
                <a:t>i</a:t>
              </a:r>
              <a:r>
                <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和</a:t>
              </a:r>
              <a:r>
                <a:rPr kumimoji="0" lang="en-US" altLang="zh-CN"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num-</a:t>
              </a:r>
              <a:r>
                <a:rPr kumimoji="0" lang="en-US" altLang="zh-CN" sz="2000" b="0" i="0" u="none" strike="noStrike" kern="12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mn-cs"/>
                </a:rPr>
                <a:t>i</a:t>
              </a:r>
              <a:endParaRPr kumimoji="0" lang="en-US" altLang="zh-CN"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1" name="Rectangle 12">
              <a:extLst>
                <a:ext uri="{FF2B5EF4-FFF2-40B4-BE49-F238E27FC236}">
                  <a16:creationId xmlns:a16="http://schemas.microsoft.com/office/drawing/2014/main" id="{7C37B635-DE86-4721-A580-104C318A8BEE}"/>
                </a:ext>
              </a:extLst>
            </p:cNvPr>
            <p:cNvSpPr/>
            <p:nvPr/>
          </p:nvSpPr>
          <p:spPr>
            <a:xfrm>
              <a:off x="1115" y="9457"/>
              <a:ext cx="5067" cy="698"/>
            </a:xfrm>
            <a:prstGeom prst="rect">
              <a:avLst/>
            </a:prstGeom>
            <a:noFill/>
            <a:ln w="9525" cap="flat" cmpd="sng">
              <a:solidFill>
                <a:schemeClr val="tx1"/>
              </a:solidFill>
              <a:prstDash val="solid"/>
              <a:miter/>
              <a:headEnd type="none" w="med" len="med"/>
              <a:tailEnd type="none" w="med" len="med"/>
            </a:ln>
          </p:spPr>
          <p:txBody>
            <a:bodyPr wrap="none" anchor="ctr"/>
            <a:lstStyle/>
            <a:p>
              <a:pPr marL="342900" marR="0" lvl="0" indent="-342900" algn="ctr" defTabSz="914400" rtl="0" eaLnBrk="1" fontAlgn="base" latinLnBrk="0" hangingPunct="1">
                <a:lnSpc>
                  <a:spcPct val="100000"/>
                </a:lnSpc>
                <a:spcBef>
                  <a:spcPct val="0"/>
                </a:spcBef>
                <a:spcAft>
                  <a:spcPct val="0"/>
                </a:spcAft>
                <a:buClrTx/>
                <a:buSzTx/>
                <a:buFontTx/>
                <a:buNone/>
                <a:tabLst/>
                <a:defRPr/>
              </a:pPr>
              <a:r>
                <a:rPr kumimoji="0" lang="en-US" altLang="zh-CN"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i+1</a:t>
              </a:r>
              <a:r>
                <a:rPr kumimoji="0" lang="en-US" altLang="zh-CN"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 </a:t>
              </a:r>
              <a:r>
                <a:rPr kumimoji="0" lang="en-US" altLang="zh-CN" sz="2000" b="0" i="0" u="none" strike="noStrike" kern="12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i</a:t>
              </a: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2" name="Rectangle 59">
              <a:extLst>
                <a:ext uri="{FF2B5EF4-FFF2-40B4-BE49-F238E27FC236}">
                  <a16:creationId xmlns:a16="http://schemas.microsoft.com/office/drawing/2014/main" id="{47418AB1-223C-4BB2-BE19-1CDBA811F6F6}"/>
                </a:ext>
              </a:extLst>
            </p:cNvPr>
            <p:cNvSpPr/>
            <p:nvPr/>
          </p:nvSpPr>
          <p:spPr>
            <a:xfrm>
              <a:off x="406" y="3626"/>
              <a:ext cx="5773" cy="837"/>
            </a:xfrm>
            <a:prstGeom prst="rect">
              <a:avLst/>
            </a:prstGeom>
            <a:noFill/>
            <a:ln w="9525" cap="flat" cmpd="sng">
              <a:solidFill>
                <a:schemeClr val="tx1"/>
              </a:solidFill>
              <a:prstDash val="solid"/>
              <a:miter/>
              <a:headEnd type="none" w="med" len="med"/>
              <a:tailEnd type="none" w="med" len="med"/>
            </a:ln>
          </p:spPr>
          <p:txBody>
            <a:bodyPr wrap="none" anchor="ctr"/>
            <a:lstStyle/>
            <a:p>
              <a:pPr marL="342900" marR="0" lvl="0" indent="-342900" algn="ctr" defTabSz="914400" rtl="0" eaLnBrk="1" fontAlgn="base" latinLnBrk="0" hangingPunct="1">
                <a:lnSpc>
                  <a:spcPct val="100000"/>
                </a:lnSpc>
                <a:spcBef>
                  <a:spcPct val="0"/>
                </a:spcBef>
                <a:spcAft>
                  <a:spcPct val="0"/>
                </a:spcAft>
                <a:buClrTx/>
                <a:buSzTx/>
                <a:buFontTx/>
                <a:buNone/>
                <a:tabLst/>
                <a:defRPr/>
              </a:pPr>
              <a:r>
                <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读入整数</a:t>
              </a:r>
              <a:r>
                <a:rPr kumimoji="0" lang="en-US" altLang="zh-CN"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num</a:t>
              </a:r>
            </a:p>
          </p:txBody>
        </p:sp>
        <p:cxnSp>
          <p:nvCxnSpPr>
            <p:cNvPr id="63" name="直接连接符 62">
              <a:extLst>
                <a:ext uri="{FF2B5EF4-FFF2-40B4-BE49-F238E27FC236}">
                  <a16:creationId xmlns:a16="http://schemas.microsoft.com/office/drawing/2014/main" id="{71D63D6F-B092-42D1-BA3A-389BFC61AE24}"/>
                </a:ext>
              </a:extLst>
            </p:cNvPr>
            <p:cNvCxnSpPr/>
            <p:nvPr/>
          </p:nvCxnSpPr>
          <p:spPr>
            <a:xfrm>
              <a:off x="1076" y="6194"/>
              <a:ext cx="3629" cy="1134"/>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4" name="直接连接符 63">
              <a:extLst>
                <a:ext uri="{FF2B5EF4-FFF2-40B4-BE49-F238E27FC236}">
                  <a16:creationId xmlns:a16="http://schemas.microsoft.com/office/drawing/2014/main" id="{757122D7-BB34-48CF-AC86-754DDA27C9D8}"/>
                </a:ext>
              </a:extLst>
            </p:cNvPr>
            <p:cNvCxnSpPr/>
            <p:nvPr/>
          </p:nvCxnSpPr>
          <p:spPr>
            <a:xfrm flipH="1">
              <a:off x="4705" y="6237"/>
              <a:ext cx="1383" cy="1178"/>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65" name="Rectangle 11">
              <a:extLst>
                <a:ext uri="{FF2B5EF4-FFF2-40B4-BE49-F238E27FC236}">
                  <a16:creationId xmlns:a16="http://schemas.microsoft.com/office/drawing/2014/main" id="{622B2869-A1F0-400F-843A-B3375F35D962}"/>
                </a:ext>
              </a:extLst>
            </p:cNvPr>
            <p:cNvSpPr/>
            <p:nvPr/>
          </p:nvSpPr>
          <p:spPr>
            <a:xfrm>
              <a:off x="4705" y="7352"/>
              <a:ext cx="1477" cy="2105"/>
            </a:xfrm>
            <a:prstGeom prst="rect">
              <a:avLst/>
            </a:prstGeom>
            <a:noFill/>
            <a:ln w="9525" cap="flat" cmpd="sng">
              <a:solidFill>
                <a:schemeClr val="tx1"/>
              </a:solidFill>
              <a:prstDash val="solid"/>
              <a:miter/>
              <a:headEnd type="none" w="med" len="med"/>
              <a:tailEnd type="none" w="med" len="med"/>
            </a:ln>
          </p:spPr>
          <p:txBody>
            <a:bodyPr wrap="none" anchor="ctr"/>
            <a:lstStyle/>
            <a:p>
              <a:pPr marL="342900" marR="0" lvl="0" indent="-342900" algn="ctr" defTabSz="914400" rtl="0" eaLnBrk="1" fontAlgn="base" latinLnBrk="0" hangingPunct="1">
                <a:lnSpc>
                  <a:spcPct val="100000"/>
                </a:lnSpc>
                <a:spcBef>
                  <a:spcPct val="0"/>
                </a:spcBef>
                <a:spcAft>
                  <a:spcPct val="0"/>
                </a:spcAft>
                <a:buClrTx/>
                <a:buSzTx/>
                <a:buFontTx/>
                <a:buNone/>
                <a:tabLst/>
                <a:defRPr/>
              </a:pPr>
              <a:endParaRPr kumimoji="0" lang="en-US" altLang="zh-CN" sz="20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6" name="Rectangle 10">
              <a:extLst>
                <a:ext uri="{FF2B5EF4-FFF2-40B4-BE49-F238E27FC236}">
                  <a16:creationId xmlns:a16="http://schemas.microsoft.com/office/drawing/2014/main" id="{196484F2-8566-447A-9B90-589A207573A7}"/>
                </a:ext>
              </a:extLst>
            </p:cNvPr>
            <p:cNvSpPr/>
            <p:nvPr/>
          </p:nvSpPr>
          <p:spPr>
            <a:xfrm>
              <a:off x="1100" y="7302"/>
              <a:ext cx="3604" cy="1236"/>
            </a:xfrm>
            <a:prstGeom prst="rect">
              <a:avLst/>
            </a:prstGeom>
            <a:solidFill>
              <a:srgbClr val="FFFF99"/>
            </a:solidFill>
            <a:ln w="9525" cap="flat" cmpd="sng">
              <a:solidFill>
                <a:schemeClr val="tx1"/>
              </a:solidFill>
              <a:prstDash val="solid"/>
              <a:miter/>
              <a:headEnd type="none" w="med" len="med"/>
              <a:tailEnd type="none" w="med" len="med"/>
            </a:ln>
          </p:spPr>
          <p:txBody>
            <a:bodyPr wrap="none" anchor="ctr"/>
            <a:lstStyle/>
            <a:p>
              <a:pPr marL="342900" marR="0" lvl="0" indent="-342900" algn="ctr" defTabSz="914400" rtl="0" eaLnBrk="1" fontAlgn="base" latinLnBrk="0" hangingPunct="1">
                <a:lnSpc>
                  <a:spcPct val="100000"/>
                </a:lnSpc>
                <a:spcBef>
                  <a:spcPct val="0"/>
                </a:spcBef>
                <a:spcAft>
                  <a:spcPct val="0"/>
                </a:spcAft>
                <a:buClrTx/>
                <a:buSzTx/>
                <a:buFontTx/>
                <a:buNone/>
                <a:tabLst/>
                <a:defRPr/>
              </a:pPr>
              <a:r>
                <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判断</a:t>
              </a:r>
              <a:r>
                <a:rPr kumimoji="0" lang="en-US" altLang="zh-CN"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num-</a:t>
              </a:r>
              <a:r>
                <a:rPr kumimoji="0" lang="en-US" altLang="zh-CN" sz="2000" b="0" i="0" u="none" strike="noStrike" kern="12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mn-cs"/>
                </a:rPr>
                <a:t>i</a:t>
              </a:r>
              <a:r>
                <a:rPr kumimoji="0" lang="en-US" altLang="zh-CN"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 </a:t>
              </a: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a:p>
              <a:pPr marL="342900" marR="0" lvl="0" indent="-342900" algn="ctr" defTabSz="914400" rtl="0" eaLnBrk="1" fontAlgn="base" latinLnBrk="0" hangingPunct="1">
                <a:lnSpc>
                  <a:spcPct val="100000"/>
                </a:lnSpc>
                <a:spcBef>
                  <a:spcPct val="0"/>
                </a:spcBef>
                <a:spcAft>
                  <a:spcPct val="0"/>
                </a:spcAft>
                <a:buClrTx/>
                <a:buSzTx/>
                <a:buFontTx/>
                <a:buNone/>
                <a:tabLst/>
                <a:defRPr/>
              </a:pPr>
              <a:r>
                <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0" lang="en-US" altLang="zh-CN"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Y         </a:t>
              </a:r>
              <a:r>
                <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为素数     </a:t>
              </a:r>
              <a:r>
                <a:rPr kumimoji="0" lang="en-US" altLang="zh-CN"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N</a:t>
              </a:r>
            </a:p>
          </p:txBody>
        </p:sp>
        <p:cxnSp>
          <p:nvCxnSpPr>
            <p:cNvPr id="67" name="直接连接符 66">
              <a:extLst>
                <a:ext uri="{FF2B5EF4-FFF2-40B4-BE49-F238E27FC236}">
                  <a16:creationId xmlns:a16="http://schemas.microsoft.com/office/drawing/2014/main" id="{862E4D07-3D61-4AB7-94BB-AC7749F06E2A}"/>
                </a:ext>
              </a:extLst>
            </p:cNvPr>
            <p:cNvCxnSpPr/>
            <p:nvPr/>
          </p:nvCxnSpPr>
          <p:spPr>
            <a:xfrm>
              <a:off x="1088" y="7302"/>
              <a:ext cx="2483" cy="1160"/>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8" name="直接连接符 67">
              <a:extLst>
                <a:ext uri="{FF2B5EF4-FFF2-40B4-BE49-F238E27FC236}">
                  <a16:creationId xmlns:a16="http://schemas.microsoft.com/office/drawing/2014/main" id="{40C8AF20-4342-4343-8622-63BF4DCFD3F3}"/>
                </a:ext>
              </a:extLst>
            </p:cNvPr>
            <p:cNvCxnSpPr/>
            <p:nvPr/>
          </p:nvCxnSpPr>
          <p:spPr>
            <a:xfrm flipH="1">
              <a:off x="3684" y="7302"/>
              <a:ext cx="1020" cy="1160"/>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69" name="Rectangle 11">
              <a:extLst>
                <a:ext uri="{FF2B5EF4-FFF2-40B4-BE49-F238E27FC236}">
                  <a16:creationId xmlns:a16="http://schemas.microsoft.com/office/drawing/2014/main" id="{443F9063-109E-4A7B-9ACA-8C976AC144E7}"/>
                </a:ext>
              </a:extLst>
            </p:cNvPr>
            <p:cNvSpPr/>
            <p:nvPr/>
          </p:nvSpPr>
          <p:spPr>
            <a:xfrm>
              <a:off x="3684" y="8539"/>
              <a:ext cx="1019" cy="918"/>
            </a:xfrm>
            <a:prstGeom prst="rect">
              <a:avLst/>
            </a:prstGeom>
            <a:noFill/>
            <a:ln w="9525" cap="flat" cmpd="sng">
              <a:solidFill>
                <a:schemeClr val="tx1"/>
              </a:solidFill>
              <a:prstDash val="solid"/>
              <a:miter/>
              <a:headEnd type="none" w="med" len="med"/>
              <a:tailEnd type="none" w="med" len="med"/>
            </a:ln>
          </p:spPr>
          <p:txBody>
            <a:bodyPr wrap="none" anchor="ctr"/>
            <a:lstStyle/>
            <a:p>
              <a:pPr marL="342900" marR="0" lvl="0" indent="-342900" algn="ctr" defTabSz="914400" rtl="0" eaLnBrk="1" fontAlgn="base" latinLnBrk="0" hangingPunct="1">
                <a:lnSpc>
                  <a:spcPct val="100000"/>
                </a:lnSpc>
                <a:spcBef>
                  <a:spcPct val="0"/>
                </a:spcBef>
                <a:spcAft>
                  <a:spcPct val="0"/>
                </a:spcAft>
                <a:buClrTx/>
                <a:buSzTx/>
                <a:buFontTx/>
                <a:buNone/>
                <a:tabLst/>
                <a:defRPr/>
              </a:pPr>
              <a:endParaRPr kumimoji="0" lang="en-US" altLang="zh-CN" sz="20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211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2119" grpId="0" bldLvl="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灯片编号占位符 4"/>
          <p:cNvSpPr>
            <a:spLocks noGrp="1"/>
          </p:cNvSpPr>
          <p:nvPr>
            <p:ph type="sldNum" sz="quarter" idx="11"/>
          </p:nvPr>
        </p:nvSpPr>
        <p:spPr/>
        <p:txBody>
          <a:bodyPr wrap="square" lIns="91440" tIns="45720" rIns="91440" bIns="45720" anchor="t"/>
          <a:lstStyle/>
          <a:p>
            <a:pPr algn="r">
              <a:spcBef>
                <a:spcPct val="50000"/>
              </a:spcBef>
            </a:pPr>
            <a:fld id="{9A0DB2DC-4C9A-4742-B13C-FB6460FD3503}" type="slidenum">
              <a:rPr lang="zh-CN" altLang="en-US" sz="1400" b="1" dirty="0"/>
              <a:t>68</a:t>
            </a:fld>
            <a:endParaRPr lang="zh-CN" altLang="en-US" sz="1400" b="1" dirty="0"/>
          </a:p>
        </p:txBody>
      </p:sp>
      <p:sp>
        <p:nvSpPr>
          <p:cNvPr id="12290" name="Rectangle 4"/>
          <p:cNvSpPr>
            <a:spLocks noGrp="1"/>
          </p:cNvSpPr>
          <p:nvPr>
            <p:ph type="title"/>
          </p:nvPr>
        </p:nvSpPr>
        <p:spPr>
          <a:xfrm>
            <a:off x="2353310" y="405130"/>
            <a:ext cx="6682740" cy="720725"/>
          </a:xfrm>
        </p:spPr>
        <p:txBody>
          <a:bodyPr wrap="square" lIns="91440" tIns="45720" rIns="91440" bIns="45720" anchor="ctr"/>
          <a:lstStyle/>
          <a:p>
            <a:pPr algn="l" eaLnBrk="1" hangingPunct="1"/>
            <a:r>
              <a:rPr lang="zh-CN" dirty="0">
                <a:sym typeface="+mn-ea"/>
              </a:rPr>
              <a:t>实验</a:t>
            </a:r>
            <a:r>
              <a:rPr lang="en-US" altLang="zh-CN" dirty="0">
                <a:sym typeface="+mn-ea"/>
              </a:rPr>
              <a:t>4-5:</a:t>
            </a:r>
            <a:r>
              <a:rPr lang="zh-CN" altLang="en-US" dirty="0"/>
              <a:t>求</a:t>
            </a:r>
            <a:r>
              <a:rPr lang="en-US" altLang="zh-CN" dirty="0"/>
              <a:t>e</a:t>
            </a:r>
            <a:r>
              <a:rPr lang="en-US" altLang="zh-CN" baseline="30000" dirty="0">
                <a:solidFill>
                  <a:srgbClr val="FF3300"/>
                </a:solidFill>
                <a:uFillTx/>
              </a:rPr>
              <a:t>x</a:t>
            </a:r>
          </a:p>
        </p:txBody>
      </p:sp>
      <p:sp>
        <p:nvSpPr>
          <p:cNvPr id="12291" name="Rectangle 5"/>
          <p:cNvSpPr>
            <a:spLocks noGrp="1"/>
          </p:cNvSpPr>
          <p:nvPr>
            <p:ph idx="1"/>
          </p:nvPr>
        </p:nvSpPr>
        <p:spPr>
          <a:xfrm>
            <a:off x="513715" y="1261745"/>
            <a:ext cx="8522335" cy="5062855"/>
          </a:xfrm>
        </p:spPr>
        <p:txBody>
          <a:bodyPr wrap="square" lIns="91440" tIns="45720" rIns="91440" bIns="45720" anchor="t"/>
          <a:lstStyle/>
          <a:p>
            <a:pPr marL="0" indent="0" eaLnBrk="1" fontAlgn="base" hangingPunct="1">
              <a:lnSpc>
                <a:spcPct val="90000"/>
              </a:lnSpc>
              <a:buNone/>
            </a:pPr>
            <a:r>
              <a:rPr lang="zh-CN" altLang="en-US" b="1" dirty="0"/>
              <a:t>主函数</a:t>
            </a:r>
            <a:r>
              <a:rPr lang="en-US" altLang="zh-CN" b="1" dirty="0"/>
              <a:t>NS</a:t>
            </a:r>
            <a:r>
              <a:rPr lang="zh-CN" altLang="en-US" b="1" dirty="0"/>
              <a:t>图，和子函数</a:t>
            </a:r>
            <a:r>
              <a:rPr lang="en-US" altLang="zh-CN" b="1" dirty="0"/>
              <a:t>NS</a:t>
            </a:r>
            <a:r>
              <a:rPr lang="zh-CN" altLang="en-US" b="1" dirty="0"/>
              <a:t>图</a:t>
            </a:r>
          </a:p>
          <a:p>
            <a:pPr marL="0" indent="0" eaLnBrk="1" fontAlgn="base" hangingPunct="1">
              <a:lnSpc>
                <a:spcPct val="90000"/>
              </a:lnSpc>
              <a:buNone/>
            </a:pPr>
            <a:r>
              <a:rPr lang="en-US" altLang="zh-CN" sz="3200" b="1" dirty="0"/>
              <a:t>				 double getEpow(float n)</a:t>
            </a:r>
          </a:p>
          <a:p>
            <a:pPr marL="0" indent="0" eaLnBrk="1" hangingPunct="1">
              <a:buNone/>
            </a:pPr>
            <a:endParaRPr lang="en-US" altLang="zh-CN" sz="3200" b="1" dirty="0"/>
          </a:p>
          <a:p>
            <a:pPr eaLnBrk="1" hangingPunct="1">
              <a:buNone/>
            </a:pPr>
            <a:endParaRPr lang="en-US" altLang="zh-CN" sz="3200" b="1" dirty="0"/>
          </a:p>
          <a:p>
            <a:pPr eaLnBrk="1" hangingPunct="1">
              <a:buNone/>
            </a:pPr>
            <a:endParaRPr lang="en-US" altLang="zh-CN" sz="3200" b="1" dirty="0"/>
          </a:p>
          <a:p>
            <a:pPr eaLnBrk="1" hangingPunct="1">
              <a:buNone/>
            </a:pPr>
            <a:r>
              <a:rPr lang="en-US" altLang="zh-CN" sz="3200" b="1" dirty="0"/>
              <a:t>					</a:t>
            </a:r>
          </a:p>
        </p:txBody>
      </p:sp>
      <p:sp>
        <p:nvSpPr>
          <p:cNvPr id="472119" name="AutoShape 55"/>
          <p:cNvSpPr/>
          <p:nvPr/>
        </p:nvSpPr>
        <p:spPr>
          <a:xfrm>
            <a:off x="3973195" y="2282190"/>
            <a:ext cx="712470" cy="431800"/>
          </a:xfrm>
          <a:prstGeom prst="rightArrow">
            <a:avLst>
              <a:gd name="adj1" fmla="val 50000"/>
              <a:gd name="adj2" fmla="val 66159"/>
            </a:avLst>
          </a:prstGeom>
          <a:noFill/>
          <a:ln w="9525" cap="flat" cmpd="sng">
            <a:solidFill>
              <a:schemeClr val="tx1"/>
            </a:solidFill>
            <a:prstDash val="solid"/>
            <a:miter/>
            <a:headEnd type="none" w="med" len="med"/>
            <a:tailEnd type="none" w="med" len="med"/>
          </a:ln>
        </p:spPr>
        <p:txBody>
          <a:bodyPr wrap="none" anchor="ctr"/>
          <a:lstStyle/>
          <a:p>
            <a:endParaRPr lang="zh-CN" altLang="en-US">
              <a:latin typeface="Times New Roman" panose="02020603050405020304" pitchFamily="18" charset="0"/>
              <a:ea typeface="宋体" panose="02010600030101010101" pitchFamily="2" charset="-122"/>
            </a:endParaRPr>
          </a:p>
        </p:txBody>
      </p:sp>
      <p:grpSp>
        <p:nvGrpSpPr>
          <p:cNvPr id="14" name="组合 13"/>
          <p:cNvGrpSpPr/>
          <p:nvPr/>
        </p:nvGrpSpPr>
        <p:grpSpPr>
          <a:xfrm>
            <a:off x="304165" y="1868805"/>
            <a:ext cx="3669030" cy="1271270"/>
            <a:chOff x="479" y="4751"/>
            <a:chExt cx="5778" cy="2002"/>
          </a:xfrm>
        </p:grpSpPr>
        <p:sp>
          <p:nvSpPr>
            <p:cNvPr id="9" name="Rectangle 11"/>
            <p:cNvSpPr/>
            <p:nvPr/>
          </p:nvSpPr>
          <p:spPr>
            <a:xfrm>
              <a:off x="479" y="5993"/>
              <a:ext cx="5778" cy="761"/>
            </a:xfrm>
            <a:prstGeom prst="rect">
              <a:avLst/>
            </a:prstGeom>
            <a:noFill/>
            <a:ln w="9525" cap="flat" cmpd="sng">
              <a:solidFill>
                <a:schemeClr val="tx1"/>
              </a:solidFill>
              <a:prstDash val="solid"/>
              <a:miter/>
              <a:headEnd type="none" w="med" len="med"/>
              <a:tailEnd type="none" w="med" len="med"/>
            </a:ln>
          </p:spPr>
          <p:txBody>
            <a:bodyPr wrap="none" anchor="ctr"/>
            <a:lstStyle/>
            <a:p>
              <a:pPr marL="342900" indent="-342900" algn="ctr"/>
              <a:r>
                <a:rPr lang="zh-CN" altLang="en-US" sz="2000" dirty="0">
                  <a:latin typeface="Times New Roman" panose="02020603050405020304" pitchFamily="18" charset="0"/>
                  <a:ea typeface="宋体" panose="02010600030101010101" pitchFamily="2" charset="-122"/>
                </a:rPr>
                <a:t>打印 </a:t>
              </a:r>
              <a:r>
                <a:rPr lang="en-US" altLang="zh-CN" sz="2000" dirty="0">
                  <a:latin typeface="Times New Roman" panose="02020603050405020304" pitchFamily="18" charset="0"/>
                  <a:ea typeface="宋体" panose="02010600030101010101" pitchFamily="2" charset="-122"/>
                </a:rPr>
                <a:t>p</a:t>
              </a:r>
              <a:endParaRPr lang="en-US" sz="2000" dirty="0">
                <a:latin typeface="Times New Roman" panose="02020603050405020304" pitchFamily="18" charset="0"/>
              </a:endParaRPr>
            </a:p>
          </p:txBody>
        </p:sp>
        <p:sp>
          <p:nvSpPr>
            <p:cNvPr id="45" name="Rectangle 59"/>
            <p:cNvSpPr/>
            <p:nvPr/>
          </p:nvSpPr>
          <p:spPr>
            <a:xfrm>
              <a:off x="480" y="4751"/>
              <a:ext cx="5777" cy="651"/>
            </a:xfrm>
            <a:prstGeom prst="rect">
              <a:avLst/>
            </a:prstGeom>
            <a:noFill/>
            <a:ln w="9525" cap="flat" cmpd="sng">
              <a:solidFill>
                <a:schemeClr val="tx1"/>
              </a:solidFill>
              <a:prstDash val="solid"/>
              <a:miter/>
              <a:headEnd type="none" w="med" len="med"/>
              <a:tailEnd type="none" w="med" len="med"/>
            </a:ln>
          </p:spPr>
          <p:txBody>
            <a:bodyPr wrap="none" anchor="ctr"/>
            <a:lstStyle/>
            <a:p>
              <a:pPr marL="342900" indent="-342900" algn="ctr"/>
              <a:r>
                <a:rPr lang="zh-CN" altLang="en-US" sz="2000" dirty="0">
                  <a:latin typeface="Times New Roman" panose="02020603050405020304" pitchFamily="18" charset="0"/>
                  <a:ea typeface="宋体" panose="02010600030101010101" pitchFamily="2" charset="-122"/>
                </a:rPr>
                <a:t>读入一个小数</a:t>
              </a:r>
              <a:r>
                <a:rPr lang="en-US" altLang="zh-CN" sz="2000" dirty="0">
                  <a:latin typeface="Times New Roman" panose="02020603050405020304" pitchFamily="18" charset="0"/>
                  <a:ea typeface="宋体" panose="02010600030101010101" pitchFamily="2" charset="-122"/>
                </a:rPr>
                <a:t>x</a:t>
              </a:r>
            </a:p>
          </p:txBody>
        </p:sp>
        <p:sp>
          <p:nvSpPr>
            <p:cNvPr id="49" name="Rectangle 5"/>
            <p:cNvSpPr/>
            <p:nvPr/>
          </p:nvSpPr>
          <p:spPr>
            <a:xfrm>
              <a:off x="481" y="5402"/>
              <a:ext cx="5776" cy="591"/>
            </a:xfrm>
            <a:prstGeom prst="rect">
              <a:avLst/>
            </a:prstGeom>
            <a:noFill/>
            <a:ln w="9525" cap="flat" cmpd="sng">
              <a:solidFill>
                <a:schemeClr val="tx1"/>
              </a:solidFill>
              <a:prstDash val="solid"/>
              <a:miter/>
              <a:headEnd type="none" w="med" len="med"/>
              <a:tailEnd type="none" w="med" len="med"/>
            </a:ln>
          </p:spPr>
          <p:txBody>
            <a:bodyPr wrap="none" anchor="ctr"/>
            <a:lstStyle/>
            <a:p>
              <a:pPr marL="342900" indent="-342900" algn="ctr"/>
              <a:r>
                <a:rPr lang="en-US" altLang="zh-CN" sz="2000" dirty="0">
                  <a:latin typeface="Times New Roman" panose="02020603050405020304" pitchFamily="18" charset="0"/>
                </a:rPr>
                <a:t>double p </a:t>
              </a:r>
              <a:r>
                <a:rPr lang="en-US" altLang="zh-CN" sz="2000" dirty="0">
                  <a:latin typeface="Times New Roman" panose="02020603050405020304" pitchFamily="18" charset="0"/>
                  <a:sym typeface="Symbol" panose="05050102010706020507" pitchFamily="18" charset="2"/>
                </a:rPr>
                <a:t></a:t>
              </a:r>
              <a:r>
                <a:rPr lang="zh-CN" altLang="en-US" sz="2000" dirty="0">
                  <a:latin typeface="Times New Roman" panose="02020603050405020304" pitchFamily="18" charset="0"/>
                </a:rPr>
                <a:t>计算</a:t>
              </a:r>
              <a:r>
                <a:rPr lang="en-US" altLang="zh-CN" sz="2000" dirty="0">
                  <a:latin typeface="Times New Roman" panose="02020603050405020304" pitchFamily="18" charset="0"/>
                </a:rPr>
                <a:t>e</a:t>
              </a:r>
              <a:r>
                <a:rPr lang="zh-CN" altLang="en-US" sz="2000" dirty="0">
                  <a:latin typeface="Times New Roman" panose="02020603050405020304" pitchFamily="18" charset="0"/>
                </a:rPr>
                <a:t>的</a:t>
              </a:r>
              <a:r>
                <a:rPr lang="en-US" altLang="zh-CN" sz="2000" dirty="0">
                  <a:latin typeface="Times New Roman" panose="02020603050405020304" pitchFamily="18" charset="0"/>
                </a:rPr>
                <a:t>x</a:t>
              </a:r>
              <a:r>
                <a:rPr lang="zh-CN" altLang="en-US" sz="2000" dirty="0">
                  <a:latin typeface="Times New Roman" panose="02020603050405020304" pitchFamily="18" charset="0"/>
                </a:rPr>
                <a:t>次幂</a:t>
              </a:r>
            </a:p>
          </p:txBody>
        </p:sp>
      </p:grpSp>
      <p:grpSp>
        <p:nvGrpSpPr>
          <p:cNvPr id="15" name="组合 14"/>
          <p:cNvGrpSpPr/>
          <p:nvPr/>
        </p:nvGrpSpPr>
        <p:grpSpPr>
          <a:xfrm>
            <a:off x="4828540" y="2282190"/>
            <a:ext cx="3678555" cy="2301875"/>
            <a:chOff x="7604" y="3594"/>
            <a:chExt cx="5793" cy="3625"/>
          </a:xfrm>
        </p:grpSpPr>
        <p:sp>
          <p:nvSpPr>
            <p:cNvPr id="5" name="Rectangle 6"/>
            <p:cNvSpPr/>
            <p:nvPr/>
          </p:nvSpPr>
          <p:spPr>
            <a:xfrm>
              <a:off x="7604" y="4292"/>
              <a:ext cx="5776" cy="2212"/>
            </a:xfrm>
            <a:prstGeom prst="rect">
              <a:avLst/>
            </a:prstGeom>
            <a:noFill/>
            <a:ln w="9525" cap="flat" cmpd="sng">
              <a:solidFill>
                <a:schemeClr val="tx1"/>
              </a:solidFill>
              <a:prstDash val="solid"/>
              <a:miter/>
              <a:headEnd type="none" w="med" len="med"/>
              <a:tailEnd type="none" w="med" len="med"/>
            </a:ln>
          </p:spPr>
          <p:txBody>
            <a:bodyPr wrap="none" anchor="ctr"/>
            <a:lstStyle/>
            <a:p>
              <a:endParaRPr lang="zh-CN" altLang="en-US">
                <a:latin typeface="Times New Roman" panose="02020603050405020304" pitchFamily="18" charset="0"/>
                <a:ea typeface="宋体" panose="02010600030101010101" pitchFamily="2" charset="-122"/>
              </a:endParaRPr>
            </a:p>
          </p:txBody>
        </p:sp>
        <p:sp>
          <p:nvSpPr>
            <p:cNvPr id="6" name="Line 7"/>
            <p:cNvSpPr/>
            <p:nvPr/>
          </p:nvSpPr>
          <p:spPr>
            <a:xfrm>
              <a:off x="8734" y="5806"/>
              <a:ext cx="4195" cy="0"/>
            </a:xfrm>
            <a:prstGeom prst="line">
              <a:avLst/>
            </a:prstGeom>
            <a:ln w="9525" cap="flat" cmpd="sng">
              <a:solidFill>
                <a:schemeClr val="tx1"/>
              </a:solidFill>
              <a:prstDash val="solid"/>
              <a:round/>
              <a:headEnd type="none" w="med" len="med"/>
              <a:tailEnd type="none" w="med" len="med"/>
            </a:ln>
          </p:spPr>
          <p:txBody>
            <a:bodyPr wrap="none" anchor="ctr"/>
            <a:lstStyle/>
            <a:p>
              <a:endParaRPr lang="zh-CN" altLang="en-US">
                <a:latin typeface="Times New Roman" panose="02020603050405020304" pitchFamily="18" charset="0"/>
                <a:ea typeface="宋体" panose="02010600030101010101" pitchFamily="2" charset="-122"/>
              </a:endParaRPr>
            </a:p>
          </p:txBody>
        </p:sp>
        <p:sp>
          <p:nvSpPr>
            <p:cNvPr id="7" name="Text Box 9"/>
            <p:cNvSpPr txBox="1"/>
            <p:nvPr/>
          </p:nvSpPr>
          <p:spPr>
            <a:xfrm>
              <a:off x="7605" y="4430"/>
              <a:ext cx="5681" cy="628"/>
            </a:xfrm>
            <a:prstGeom prst="rect">
              <a:avLst/>
            </a:prstGeom>
            <a:noFill/>
            <a:ln w="9525">
              <a:noFill/>
            </a:ln>
          </p:spPr>
          <p:txBody>
            <a:bodyPr wrap="square" anchor="t">
              <a:spAutoFit/>
            </a:bodyPr>
            <a:lstStyle/>
            <a:p>
              <a:pPr marL="342900" indent="-342900" algn="ctr">
                <a:spcBef>
                  <a:spcPct val="50000"/>
                </a:spcBef>
              </a:pPr>
              <a:r>
                <a:rPr lang="zh-CN" altLang="en-US" sz="2000">
                  <a:latin typeface="Times New Roman" panose="02020603050405020304" pitchFamily="18" charset="0"/>
                  <a:ea typeface="宋体" panose="02010600030101010101" pitchFamily="2" charset="-122"/>
                </a:rPr>
                <a:t>当</a:t>
              </a:r>
              <a:r>
                <a:rPr lang="en-US" altLang="zh-CN" sz="2000">
                  <a:latin typeface="Times New Roman" panose="02020603050405020304" pitchFamily="18" charset="0"/>
                  <a:ea typeface="宋体" panose="02010600030101010101" pitchFamily="2" charset="-122"/>
                </a:rPr>
                <a:t>fabs(p)&gt;=1e-8</a:t>
              </a:r>
              <a:r>
                <a:rPr lang="zh-CN" altLang="en-US" sz="2000">
                  <a:latin typeface="Times New Roman" panose="02020603050405020304" pitchFamily="18" charset="0"/>
                  <a:ea typeface="宋体" panose="02010600030101010101" pitchFamily="2" charset="-122"/>
                </a:rPr>
                <a:t>时</a:t>
              </a:r>
              <a:endParaRPr lang="en-US" altLang="zh-CN">
                <a:latin typeface="Times New Roman" panose="02020603050405020304" pitchFamily="18" charset="0"/>
              </a:endParaRPr>
            </a:p>
          </p:txBody>
        </p:sp>
        <p:sp>
          <p:nvSpPr>
            <p:cNvPr id="21" name="Rectangle 12"/>
            <p:cNvSpPr/>
            <p:nvPr/>
          </p:nvSpPr>
          <p:spPr>
            <a:xfrm>
              <a:off x="7605" y="6505"/>
              <a:ext cx="5793" cy="715"/>
            </a:xfrm>
            <a:prstGeom prst="rect">
              <a:avLst/>
            </a:prstGeom>
            <a:noFill/>
            <a:ln w="9525" cap="flat" cmpd="sng">
              <a:solidFill>
                <a:schemeClr val="tx1"/>
              </a:solidFill>
              <a:prstDash val="solid"/>
              <a:miter/>
              <a:headEnd type="none" w="med" len="med"/>
              <a:tailEnd type="none" w="med" len="med"/>
            </a:ln>
          </p:spPr>
          <p:txBody>
            <a:bodyPr wrap="none" anchor="ctr"/>
            <a:lstStyle/>
            <a:p>
              <a:pPr marL="342900" indent="-342900" algn="ctr"/>
              <a:r>
                <a:rPr lang="zh-CN" altLang="en-US" sz="2000">
                  <a:latin typeface="Times New Roman" panose="02020603050405020304" pitchFamily="18" charset="0"/>
                </a:rPr>
                <a:t>返回 </a:t>
              </a:r>
              <a:r>
                <a:rPr lang="en-US" altLang="zh-CN" sz="2000">
                  <a:latin typeface="Times New Roman" panose="02020603050405020304" pitchFamily="18" charset="0"/>
                </a:rPr>
                <a:t>sum</a:t>
              </a:r>
              <a:endParaRPr lang="zh-CN" altLang="en-US" sz="2000">
                <a:latin typeface="Times New Roman" panose="02020603050405020304" pitchFamily="18" charset="0"/>
                <a:ea typeface="宋体" panose="02010600030101010101" pitchFamily="2" charset="-122"/>
              </a:endParaRPr>
            </a:p>
          </p:txBody>
        </p:sp>
        <p:sp>
          <p:nvSpPr>
            <p:cNvPr id="33" name="Rectangle 12"/>
            <p:cNvSpPr/>
            <p:nvPr/>
          </p:nvSpPr>
          <p:spPr>
            <a:xfrm>
              <a:off x="8313" y="5053"/>
              <a:ext cx="5067" cy="753"/>
            </a:xfrm>
            <a:prstGeom prst="rect">
              <a:avLst/>
            </a:prstGeom>
            <a:noFill/>
            <a:ln w="9525" cap="flat" cmpd="sng">
              <a:solidFill>
                <a:schemeClr val="tx1"/>
              </a:solidFill>
              <a:prstDash val="solid"/>
              <a:miter/>
              <a:headEnd type="none" w="med" len="med"/>
              <a:tailEnd type="none" w="med" len="med"/>
            </a:ln>
          </p:spPr>
          <p:txBody>
            <a:bodyPr wrap="none" anchor="ctr"/>
            <a:lstStyle/>
            <a:p>
              <a:pPr marL="342900" indent="-342900" algn="ctr"/>
              <a:r>
                <a:rPr lang="en-US" altLang="zh-CN" sz="2000" dirty="0">
                  <a:latin typeface="Times New Roman" panose="02020603050405020304" pitchFamily="18" charset="0"/>
                  <a:ea typeface="宋体" panose="02010600030101010101" pitchFamily="2" charset="-122"/>
                </a:rPr>
                <a:t>p </a:t>
              </a:r>
              <a:r>
                <a:rPr lang="en-US" altLang="zh-CN" sz="2000" dirty="0">
                  <a:sym typeface="Symbol" panose="05050102010706020507" pitchFamily="18" charset="2"/>
                </a:rPr>
                <a:t> </a:t>
              </a:r>
              <a:r>
                <a:rPr lang="en-US" altLang="zh-CN" sz="2000" dirty="0">
                  <a:latin typeface="Times New Roman" panose="02020603050405020304" pitchFamily="18" charset="0"/>
                  <a:ea typeface="宋体" panose="02010600030101010101" pitchFamily="2" charset="-122"/>
                </a:rPr>
                <a:t> p*x/</a:t>
              </a:r>
              <a:r>
                <a:rPr lang="en-US" altLang="zh-CN" sz="2000" dirty="0" err="1">
                  <a:latin typeface="Times New Roman" panose="02020603050405020304" pitchFamily="18" charset="0"/>
                  <a:ea typeface="宋体" panose="02010600030101010101" pitchFamily="2" charset="-122"/>
                </a:rPr>
                <a:t>i</a:t>
              </a:r>
              <a:r>
                <a:rPr lang="en-US" altLang="zh-CN" sz="2000" dirty="0">
                  <a:latin typeface="Times New Roman" panose="02020603050405020304" pitchFamily="18" charset="0"/>
                  <a:ea typeface="宋体" panose="02010600030101010101" pitchFamily="2" charset="-122"/>
                </a:rPr>
                <a:t>;</a:t>
              </a:r>
              <a:endParaRPr lang="zh-CN" altLang="en-US" sz="2000" dirty="0">
                <a:latin typeface="Times New Roman" panose="02020603050405020304" pitchFamily="18" charset="0"/>
                <a:ea typeface="宋体" panose="02010600030101010101" pitchFamily="2" charset="-122"/>
              </a:endParaRPr>
            </a:p>
          </p:txBody>
        </p:sp>
        <p:sp>
          <p:nvSpPr>
            <p:cNvPr id="42" name="Rectangle 12"/>
            <p:cNvSpPr/>
            <p:nvPr/>
          </p:nvSpPr>
          <p:spPr>
            <a:xfrm>
              <a:off x="7605" y="3594"/>
              <a:ext cx="5793" cy="698"/>
            </a:xfrm>
            <a:prstGeom prst="rect">
              <a:avLst/>
            </a:prstGeom>
            <a:noFill/>
            <a:ln w="9525" cap="flat" cmpd="sng">
              <a:solidFill>
                <a:schemeClr val="tx1"/>
              </a:solidFill>
              <a:prstDash val="solid"/>
              <a:miter/>
              <a:headEnd type="none" w="med" len="med"/>
              <a:tailEnd type="none" w="med" len="med"/>
            </a:ln>
          </p:spPr>
          <p:txBody>
            <a:bodyPr wrap="none" anchor="ctr"/>
            <a:lstStyle/>
            <a:p>
              <a:pPr marL="342900" indent="-342900" algn="ctr"/>
              <a:r>
                <a:rPr lang="en-US" altLang="zh-CN" sz="2000" dirty="0">
                  <a:latin typeface="Times New Roman" panose="02020603050405020304" pitchFamily="18" charset="0"/>
                </a:rPr>
                <a:t>double </a:t>
              </a:r>
              <a:r>
                <a:rPr lang="en-US" altLang="zh-CN" sz="2000" dirty="0"/>
                <a:t>sum </a:t>
              </a:r>
              <a:r>
                <a:rPr lang="en-US" altLang="zh-CN" sz="2000" dirty="0">
                  <a:sym typeface="Symbol" panose="05050102010706020507" pitchFamily="18" charset="2"/>
                </a:rPr>
                <a:t></a:t>
              </a:r>
              <a:r>
                <a:rPr lang="en-US" altLang="zh-CN" sz="2000" dirty="0">
                  <a:latin typeface="Times New Roman" panose="02020603050405020304" pitchFamily="18" charset="0"/>
                </a:rPr>
                <a:t>1.0,p</a:t>
              </a:r>
              <a:r>
                <a:rPr lang="en-US" altLang="zh-CN" sz="2000" dirty="0">
                  <a:sym typeface="Symbol" panose="05050102010706020507" pitchFamily="18" charset="2"/>
                </a:rPr>
                <a:t>  </a:t>
              </a:r>
              <a:r>
                <a:rPr lang="en-US" altLang="zh-CN" sz="2000" dirty="0">
                  <a:latin typeface="Times New Roman" panose="02020603050405020304" pitchFamily="18" charset="0"/>
                </a:rPr>
                <a:t>0; int </a:t>
              </a:r>
              <a:r>
                <a:rPr lang="en-US" altLang="zh-CN" sz="2000" dirty="0" err="1">
                  <a:latin typeface="Times New Roman" panose="02020603050405020304" pitchFamily="18" charset="0"/>
                </a:rPr>
                <a:t>i</a:t>
              </a:r>
              <a:r>
                <a:rPr lang="en-US" altLang="zh-CN" sz="2000" dirty="0">
                  <a:sym typeface="Symbol" panose="05050102010706020507" pitchFamily="18" charset="2"/>
                </a:rPr>
                <a:t>  </a:t>
              </a:r>
              <a:r>
                <a:rPr lang="en-US" altLang="zh-CN" sz="2000" dirty="0">
                  <a:latin typeface="Times New Roman" panose="02020603050405020304" pitchFamily="18" charset="0"/>
                </a:rPr>
                <a:t>1;</a:t>
              </a:r>
              <a:endParaRPr lang="zh-CN" altLang="en-US" sz="2000" dirty="0">
                <a:latin typeface="Times New Roman" panose="02020603050405020304" pitchFamily="18" charset="0"/>
                <a:ea typeface="宋体" panose="02010600030101010101" pitchFamily="2" charset="-122"/>
              </a:endParaRPr>
            </a:p>
          </p:txBody>
        </p:sp>
        <p:sp>
          <p:nvSpPr>
            <p:cNvPr id="11" name="Rectangle 12"/>
            <p:cNvSpPr/>
            <p:nvPr/>
          </p:nvSpPr>
          <p:spPr>
            <a:xfrm>
              <a:off x="8313" y="5806"/>
              <a:ext cx="5085" cy="698"/>
            </a:xfrm>
            <a:prstGeom prst="rect">
              <a:avLst/>
            </a:prstGeom>
            <a:noFill/>
            <a:ln w="9525" cap="flat" cmpd="sng">
              <a:solidFill>
                <a:schemeClr val="tx1"/>
              </a:solidFill>
              <a:prstDash val="solid"/>
              <a:miter/>
              <a:headEnd type="none" w="med" len="med"/>
              <a:tailEnd type="none" w="med" len="med"/>
            </a:ln>
          </p:spPr>
          <p:txBody>
            <a:bodyPr wrap="none" anchor="ctr"/>
            <a:lstStyle/>
            <a:p>
              <a:pPr marL="342900" indent="-342900" algn="ctr"/>
              <a:r>
                <a:rPr lang="en-US" altLang="zh-CN" sz="2000" dirty="0">
                  <a:latin typeface="Times New Roman" panose="02020603050405020304" pitchFamily="18" charset="0"/>
                </a:rPr>
                <a:t>sum </a:t>
              </a:r>
              <a:r>
                <a:rPr lang="en-US" altLang="zh-CN" sz="2000" dirty="0">
                  <a:sym typeface="Symbol" panose="05050102010706020507" pitchFamily="18" charset="2"/>
                </a:rPr>
                <a:t> </a:t>
              </a:r>
              <a:r>
                <a:rPr lang="en-US" altLang="zh-CN" sz="2000" dirty="0">
                  <a:latin typeface="Times New Roman" panose="02020603050405020304" pitchFamily="18" charset="0"/>
                </a:rPr>
                <a:t> </a:t>
              </a:r>
              <a:r>
                <a:rPr lang="en-US" altLang="zh-CN" sz="2000" dirty="0" err="1">
                  <a:latin typeface="Times New Roman" panose="02020603050405020304" pitchFamily="18" charset="0"/>
                </a:rPr>
                <a:t>sum+p</a:t>
              </a:r>
              <a:r>
                <a:rPr lang="en-US" altLang="zh-CN" sz="2000" dirty="0">
                  <a:latin typeface="Times New Roman" panose="02020603050405020304" pitchFamily="18" charset="0"/>
                </a:rPr>
                <a:t>; </a:t>
              </a:r>
              <a:r>
                <a:rPr lang="en-US" altLang="zh-CN" sz="2000" dirty="0" err="1">
                  <a:latin typeface="Times New Roman" panose="02020603050405020304" pitchFamily="18" charset="0"/>
                </a:rPr>
                <a:t>i</a:t>
              </a:r>
              <a:r>
                <a:rPr lang="en-US" altLang="zh-CN" sz="2000" dirty="0">
                  <a:sym typeface="Symbol" panose="05050102010706020507" pitchFamily="18" charset="2"/>
                </a:rPr>
                <a:t>  i</a:t>
              </a:r>
              <a:r>
                <a:rPr lang="en-US" altLang="zh-CN" sz="2000" dirty="0">
                  <a:latin typeface="Times New Roman" panose="02020603050405020304" pitchFamily="18" charset="0"/>
                </a:rPr>
                <a:t>+1;</a:t>
              </a:r>
              <a:endParaRPr lang="zh-CN" altLang="en-US" sz="2000" dirty="0">
                <a:latin typeface="Times New Roman" panose="02020603050405020304" pitchFamily="18" charset="0"/>
                <a:ea typeface="宋体" panose="02010600030101010101" pitchFamily="2" charset="-122"/>
              </a:endParaRPr>
            </a:p>
          </p:txBody>
        </p:sp>
      </p:grpSp>
      <p:graphicFrame>
        <p:nvGraphicFramePr>
          <p:cNvPr id="3" name="对象 2"/>
          <p:cNvGraphicFramePr/>
          <p:nvPr/>
        </p:nvGraphicFramePr>
        <p:xfrm>
          <a:off x="4829175" y="197485"/>
          <a:ext cx="4010025" cy="928370"/>
        </p:xfrm>
        <a:graphic>
          <a:graphicData uri="http://schemas.openxmlformats.org/presentationml/2006/ole">
            <mc:AlternateContent xmlns:mc="http://schemas.openxmlformats.org/markup-compatibility/2006">
              <mc:Choice xmlns:v="urn:schemas-microsoft-com:vml" Requires="v">
                <p:oleObj r:id="rId2" imgW="1546860" imgH="525780" progId="Paint.Picture">
                  <p:embed/>
                </p:oleObj>
              </mc:Choice>
              <mc:Fallback>
                <p:oleObj r:id="rId2" imgW="1546860" imgH="525780" progId="Paint.Picture">
                  <p:embed/>
                  <p:pic>
                    <p:nvPicPr>
                      <p:cNvPr id="3" name="对象 2"/>
                      <p:cNvPicPr/>
                      <p:nvPr/>
                    </p:nvPicPr>
                    <p:blipFill>
                      <a:blip r:embed="rId3"/>
                      <a:stretch>
                        <a:fillRect/>
                      </a:stretch>
                    </p:blipFill>
                    <p:spPr>
                      <a:xfrm>
                        <a:off x="4829175" y="197485"/>
                        <a:ext cx="4010025" cy="928370"/>
                      </a:xfrm>
                      <a:prstGeom prst="rect">
                        <a:avLst/>
                      </a:prstGeom>
                    </p:spPr>
                  </p:pic>
                </p:oleObj>
              </mc:Fallback>
            </mc:AlternateContent>
          </a:graphicData>
        </a:graphic>
      </p:graphicFrame>
    </p:spTree>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灯片编号占位符 4"/>
          <p:cNvSpPr>
            <a:spLocks noGrp="1"/>
          </p:cNvSpPr>
          <p:nvPr>
            <p:ph type="sldNum" sz="quarter" idx="11"/>
          </p:nvPr>
        </p:nvSpPr>
        <p:spPr/>
        <p:txBody>
          <a:bodyPr wrap="square" lIns="91440" tIns="45720" rIns="91440" bIns="45720" anchor="t"/>
          <a:lstStyle/>
          <a:p>
            <a:pPr algn="r">
              <a:spcBef>
                <a:spcPct val="50000"/>
              </a:spcBef>
            </a:pPr>
            <a:fld id="{9A0DB2DC-4C9A-4742-B13C-FB6460FD3503}" type="slidenum">
              <a:rPr lang="zh-CN" altLang="en-US" sz="1400" b="1" dirty="0"/>
              <a:t>69</a:t>
            </a:fld>
            <a:endParaRPr lang="zh-CN" altLang="en-US" sz="1400" b="1" dirty="0"/>
          </a:p>
        </p:txBody>
      </p:sp>
      <p:sp>
        <p:nvSpPr>
          <p:cNvPr id="12290" name="Rectangle 4"/>
          <p:cNvSpPr>
            <a:spLocks noGrp="1"/>
          </p:cNvSpPr>
          <p:nvPr>
            <p:ph type="title"/>
          </p:nvPr>
        </p:nvSpPr>
        <p:spPr>
          <a:xfrm>
            <a:off x="2353310" y="405130"/>
            <a:ext cx="6682740" cy="720725"/>
          </a:xfrm>
        </p:spPr>
        <p:txBody>
          <a:bodyPr wrap="square" lIns="91440" tIns="45720" rIns="91440" bIns="45720" anchor="ctr"/>
          <a:lstStyle/>
          <a:p>
            <a:pPr algn="l" eaLnBrk="1" hangingPunct="1"/>
            <a:r>
              <a:rPr lang="zh-CN" dirty="0">
                <a:sym typeface="+mn-ea"/>
              </a:rPr>
              <a:t>实验</a:t>
            </a:r>
            <a:r>
              <a:rPr lang="en-US" altLang="zh-CN" dirty="0">
                <a:sym typeface="+mn-ea"/>
              </a:rPr>
              <a:t>4-6: </a:t>
            </a:r>
            <a:r>
              <a:rPr dirty="0"/>
              <a:t>斐波那契数列</a:t>
            </a:r>
          </a:p>
        </p:txBody>
      </p:sp>
      <p:sp>
        <p:nvSpPr>
          <p:cNvPr id="12291" name="Rectangle 5"/>
          <p:cNvSpPr>
            <a:spLocks noGrp="1"/>
          </p:cNvSpPr>
          <p:nvPr>
            <p:ph idx="1"/>
          </p:nvPr>
        </p:nvSpPr>
        <p:spPr>
          <a:xfrm>
            <a:off x="513715" y="1261745"/>
            <a:ext cx="8522335" cy="5062855"/>
          </a:xfrm>
        </p:spPr>
        <p:txBody>
          <a:bodyPr wrap="square" lIns="91440" tIns="45720" rIns="91440" bIns="45720" anchor="t"/>
          <a:lstStyle/>
          <a:p>
            <a:pPr marL="0" indent="0" eaLnBrk="1" fontAlgn="base" hangingPunct="1">
              <a:lnSpc>
                <a:spcPct val="90000"/>
              </a:lnSpc>
              <a:buNone/>
            </a:pPr>
            <a:r>
              <a:rPr lang="zh-CN" altLang="en-US" b="1" dirty="0"/>
              <a:t>主函数</a:t>
            </a:r>
            <a:r>
              <a:rPr lang="en-US" altLang="zh-CN" b="1" dirty="0"/>
              <a:t>NS</a:t>
            </a:r>
            <a:r>
              <a:rPr lang="zh-CN" altLang="en-US" b="1" dirty="0"/>
              <a:t>图，和子函数</a:t>
            </a:r>
            <a:r>
              <a:rPr lang="en-US" altLang="zh-CN" b="1" dirty="0"/>
              <a:t>NS</a:t>
            </a:r>
            <a:r>
              <a:rPr lang="zh-CN" altLang="en-US" b="1" dirty="0"/>
              <a:t>图</a:t>
            </a:r>
          </a:p>
          <a:p>
            <a:pPr marL="0" indent="0" eaLnBrk="1" fontAlgn="base" hangingPunct="1">
              <a:lnSpc>
                <a:spcPct val="90000"/>
              </a:lnSpc>
              <a:buNone/>
            </a:pPr>
            <a:r>
              <a:rPr lang="en-US" altLang="zh-CN" sz="3200" b="1" dirty="0"/>
              <a:t>				 void fibonacci(int n)</a:t>
            </a:r>
          </a:p>
          <a:p>
            <a:pPr marL="0" indent="0" eaLnBrk="1" hangingPunct="1">
              <a:buNone/>
            </a:pPr>
            <a:endParaRPr lang="en-US" altLang="zh-CN" sz="3200" b="1" dirty="0"/>
          </a:p>
          <a:p>
            <a:pPr eaLnBrk="1" hangingPunct="1">
              <a:buNone/>
            </a:pPr>
            <a:endParaRPr lang="en-US" altLang="zh-CN" sz="3200" b="1" dirty="0"/>
          </a:p>
          <a:p>
            <a:pPr eaLnBrk="1" hangingPunct="1">
              <a:buNone/>
            </a:pPr>
            <a:endParaRPr lang="en-US" altLang="zh-CN" sz="3200" b="1" dirty="0"/>
          </a:p>
          <a:p>
            <a:pPr eaLnBrk="1" hangingPunct="1">
              <a:buNone/>
            </a:pPr>
            <a:r>
              <a:rPr lang="en-US" altLang="zh-CN" sz="3200" b="1" dirty="0"/>
              <a:t>					</a:t>
            </a:r>
          </a:p>
        </p:txBody>
      </p:sp>
      <p:sp>
        <p:nvSpPr>
          <p:cNvPr id="472119" name="AutoShape 55"/>
          <p:cNvSpPr/>
          <p:nvPr/>
        </p:nvSpPr>
        <p:spPr>
          <a:xfrm>
            <a:off x="3973195" y="2282190"/>
            <a:ext cx="712470" cy="431800"/>
          </a:xfrm>
          <a:prstGeom prst="rightArrow">
            <a:avLst>
              <a:gd name="adj1" fmla="val 50000"/>
              <a:gd name="adj2" fmla="val 66159"/>
            </a:avLst>
          </a:prstGeom>
          <a:noFill/>
          <a:ln w="9525" cap="flat" cmpd="sng">
            <a:solidFill>
              <a:schemeClr val="tx1"/>
            </a:solidFill>
            <a:prstDash val="solid"/>
            <a:miter/>
            <a:headEnd type="none" w="med" len="med"/>
            <a:tailEnd type="none" w="med" len="med"/>
          </a:ln>
        </p:spPr>
        <p:txBody>
          <a:bodyPr wrap="none" anchor="ctr"/>
          <a:lstStyle/>
          <a:p>
            <a:endParaRPr lang="zh-CN" altLang="en-US">
              <a:latin typeface="Times New Roman" panose="02020603050405020304" pitchFamily="18" charset="0"/>
              <a:ea typeface="宋体" panose="02010600030101010101" pitchFamily="2" charset="-122"/>
            </a:endParaRPr>
          </a:p>
        </p:txBody>
      </p:sp>
      <p:sp>
        <p:nvSpPr>
          <p:cNvPr id="45" name="Rectangle 59"/>
          <p:cNvSpPr/>
          <p:nvPr/>
        </p:nvSpPr>
        <p:spPr>
          <a:xfrm>
            <a:off x="304800" y="1868805"/>
            <a:ext cx="3668395" cy="413385"/>
          </a:xfrm>
          <a:prstGeom prst="rect">
            <a:avLst/>
          </a:prstGeom>
          <a:noFill/>
          <a:ln w="9525" cap="flat" cmpd="sng">
            <a:solidFill>
              <a:schemeClr val="tx1"/>
            </a:solidFill>
            <a:prstDash val="solid"/>
            <a:miter/>
            <a:headEnd type="none" w="med" len="med"/>
            <a:tailEnd type="none" w="med" len="med"/>
          </a:ln>
        </p:spPr>
        <p:txBody>
          <a:bodyPr wrap="none" anchor="ctr"/>
          <a:lstStyle/>
          <a:p>
            <a:pPr marL="342900" indent="-342900" algn="ctr"/>
            <a:r>
              <a:rPr lang="zh-CN" altLang="en-US" sz="2000" dirty="0">
                <a:latin typeface="Times New Roman" panose="02020603050405020304" pitchFamily="18" charset="0"/>
                <a:ea typeface="宋体" panose="02010600030101010101" pitchFamily="2" charset="-122"/>
              </a:rPr>
              <a:t>读入整数</a:t>
            </a:r>
            <a:r>
              <a:rPr lang="en-US" altLang="zh-CN" sz="2000" dirty="0">
                <a:latin typeface="Times New Roman" panose="02020603050405020304" pitchFamily="18" charset="0"/>
                <a:ea typeface="宋体" panose="02010600030101010101" pitchFamily="2" charset="-122"/>
              </a:rPr>
              <a:t>n</a:t>
            </a:r>
          </a:p>
        </p:txBody>
      </p:sp>
      <p:sp>
        <p:nvSpPr>
          <p:cNvPr id="49" name="Rectangle 5"/>
          <p:cNvSpPr/>
          <p:nvPr/>
        </p:nvSpPr>
        <p:spPr>
          <a:xfrm>
            <a:off x="305435" y="2282190"/>
            <a:ext cx="3667760" cy="375285"/>
          </a:xfrm>
          <a:prstGeom prst="rect">
            <a:avLst/>
          </a:prstGeom>
          <a:noFill/>
          <a:ln w="9525" cap="flat" cmpd="sng">
            <a:solidFill>
              <a:schemeClr val="tx1"/>
            </a:solidFill>
            <a:prstDash val="solid"/>
            <a:miter/>
            <a:headEnd type="none" w="med" len="med"/>
            <a:tailEnd type="none" w="med" len="med"/>
          </a:ln>
        </p:spPr>
        <p:txBody>
          <a:bodyPr wrap="none" anchor="ctr"/>
          <a:lstStyle/>
          <a:p>
            <a:pPr marL="342900" indent="-342900" algn="ctr"/>
            <a:r>
              <a:rPr lang="zh-CN" altLang="en-US" sz="2000">
                <a:latin typeface="Times New Roman" panose="02020603050405020304" pitchFamily="18" charset="0"/>
              </a:rPr>
              <a:t>打印</a:t>
            </a:r>
            <a:r>
              <a:rPr lang="en-US" altLang="zh-CN" sz="2000">
                <a:latin typeface="Times New Roman" panose="02020603050405020304" pitchFamily="18" charset="0"/>
              </a:rPr>
              <a:t>1..n</a:t>
            </a:r>
            <a:r>
              <a:rPr lang="zh-CN" altLang="en-US" sz="2000">
                <a:latin typeface="Times New Roman" panose="02020603050405020304" pitchFamily="18" charset="0"/>
              </a:rPr>
              <a:t>项</a:t>
            </a:r>
            <a:r>
              <a:rPr lang="en-US" altLang="zh-CN" sz="2000" dirty="0">
                <a:sym typeface="+mn-ea"/>
              </a:rPr>
              <a:t>Fibonacci</a:t>
            </a:r>
            <a:r>
              <a:rPr lang="zh-CN" altLang="en-US" sz="2000" dirty="0">
                <a:sym typeface="+mn-ea"/>
              </a:rPr>
              <a:t>数列</a:t>
            </a:r>
            <a:endParaRPr lang="zh-CN" altLang="en-US" sz="2000">
              <a:latin typeface="Times New Roman" panose="02020603050405020304" pitchFamily="18" charset="0"/>
            </a:endParaRPr>
          </a:p>
        </p:txBody>
      </p:sp>
      <p:grpSp>
        <p:nvGrpSpPr>
          <p:cNvPr id="4" name="组合 3"/>
          <p:cNvGrpSpPr/>
          <p:nvPr/>
        </p:nvGrpSpPr>
        <p:grpSpPr>
          <a:xfrm>
            <a:off x="4752340" y="2256790"/>
            <a:ext cx="3883660" cy="4169410"/>
            <a:chOff x="7379" y="3594"/>
            <a:chExt cx="6116" cy="6566"/>
          </a:xfrm>
        </p:grpSpPr>
        <p:graphicFrame>
          <p:nvGraphicFramePr>
            <p:cNvPr id="97283" name="对象 72707"/>
            <p:cNvGraphicFramePr>
              <a:graphicFrameLocks noChangeAspect="1"/>
            </p:cNvGraphicFramePr>
            <p:nvPr/>
          </p:nvGraphicFramePr>
          <p:xfrm>
            <a:off x="7379" y="3594"/>
            <a:ext cx="6117" cy="6566"/>
          </p:xfrm>
          <a:graphic>
            <a:graphicData uri="http://schemas.openxmlformats.org/presentationml/2006/ole">
              <mc:AlternateContent xmlns:mc="http://schemas.openxmlformats.org/markup-compatibility/2006">
                <mc:Choice xmlns:v="urn:schemas-microsoft-com:vml" Requires="v">
                  <p:oleObj r:id="rId2" imgW="1695450" imgH="1895475" progId="PBrush">
                    <p:embed/>
                  </p:oleObj>
                </mc:Choice>
                <mc:Fallback>
                  <p:oleObj r:id="rId2" imgW="1695450" imgH="1895475" progId="PBrush">
                    <p:embed/>
                    <p:pic>
                      <p:nvPicPr>
                        <p:cNvPr id="97283" name="对象 72707"/>
                        <p:cNvPicPr/>
                        <p:nvPr/>
                      </p:nvPicPr>
                      <p:blipFill>
                        <a:blip r:embed="rId3"/>
                        <a:stretch>
                          <a:fillRect/>
                        </a:stretch>
                      </p:blipFill>
                      <p:spPr>
                        <a:xfrm>
                          <a:off x="7379" y="3594"/>
                          <a:ext cx="6117" cy="6566"/>
                        </a:xfrm>
                        <a:prstGeom prst="rect">
                          <a:avLst/>
                        </a:prstGeom>
                        <a:noFill/>
                        <a:ln w="38100">
                          <a:noFill/>
                          <a:miter/>
                        </a:ln>
                      </p:spPr>
                    </p:pic>
                  </p:oleObj>
                </mc:Fallback>
              </mc:AlternateContent>
            </a:graphicData>
          </a:graphic>
        </p:graphicFrame>
        <p:sp>
          <p:nvSpPr>
            <p:cNvPr id="2" name="文本框 1"/>
            <p:cNvSpPr txBox="1"/>
            <p:nvPr/>
          </p:nvSpPr>
          <p:spPr>
            <a:xfrm>
              <a:off x="10402" y="5868"/>
              <a:ext cx="743" cy="725"/>
            </a:xfrm>
            <a:prstGeom prst="rect">
              <a:avLst/>
            </a:prstGeom>
            <a:solidFill>
              <a:schemeClr val="bg1"/>
            </a:solidFill>
          </p:spPr>
          <p:txBody>
            <a:bodyPr wrap="square" rtlCol="0">
              <a:spAutoFit/>
            </a:bodyPr>
            <a:lstStyle/>
            <a:p>
              <a:r>
                <a:rPr lang="en-US" altLang="zh-CN" sz="2400" b="1"/>
                <a:t>n</a:t>
              </a:r>
            </a:p>
          </p:txBody>
        </p:sp>
      </p:grpSp>
    </p:spTree>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灯片编号占位符 4"/>
          <p:cNvSpPr txBox="1">
            <a:spLocks noGrp="1"/>
          </p:cNvSpPr>
          <p:nvPr/>
        </p:nvSpPr>
        <p:spPr>
          <a:xfrm>
            <a:off x="6948488" y="6400800"/>
            <a:ext cx="1905000" cy="457200"/>
          </a:xfrm>
          <a:prstGeom prst="rect">
            <a:avLst/>
          </a:prstGeom>
          <a:noFill/>
          <a:ln w="9525">
            <a:noFill/>
          </a:ln>
        </p:spPr>
        <p:txBody>
          <a:bodyPr anchor="t"/>
          <a:lstStyle/>
          <a:p>
            <a:pPr algn="r">
              <a:spcBef>
                <a:spcPct val="50000"/>
              </a:spcBef>
            </a:pPr>
            <a:fld id="{9A0DB2DC-4C9A-4742-B13C-FB6460FD3503}" type="slidenum">
              <a:rPr lang="zh-CN" altLang="en-US" sz="1400" b="1" dirty="0">
                <a:latin typeface="Times New Roman" panose="02020603050405020304" pitchFamily="18" charset="0"/>
              </a:rPr>
              <a:t>70</a:t>
            </a:fld>
            <a:endParaRPr lang="zh-CN" altLang="en-US" sz="1400" b="1" dirty="0">
              <a:latin typeface="Times New Roman" panose="02020603050405020304" pitchFamily="18" charset="0"/>
            </a:endParaRPr>
          </a:p>
        </p:txBody>
      </p:sp>
      <p:sp>
        <p:nvSpPr>
          <p:cNvPr id="27650" name="Rectangle 5"/>
          <p:cNvSpPr/>
          <p:nvPr/>
        </p:nvSpPr>
        <p:spPr>
          <a:xfrm>
            <a:off x="-71755" y="3681095"/>
            <a:ext cx="9144000" cy="0"/>
          </a:xfrm>
          <a:prstGeom prst="rect">
            <a:avLst/>
          </a:prstGeom>
          <a:noFill/>
          <a:ln w="9525">
            <a:noFill/>
          </a:ln>
          <a:effectLst>
            <a:prstShdw prst="shdw17" dist="17961" dir="13499999">
              <a:srgbClr val="999999"/>
            </a:prstShdw>
          </a:effectLst>
        </p:spPr>
        <p:txBody>
          <a:bodyPr wrap="none" anchor="ctr">
            <a:spAutoFit/>
          </a:bodyPr>
          <a:lstStyle/>
          <a:p>
            <a:endParaRPr lang="zh-CN" altLang="en-US" dirty="0">
              <a:latin typeface="Times New Roman" panose="02020603050405020304" pitchFamily="18" charset="0"/>
            </a:endParaRPr>
          </a:p>
        </p:txBody>
      </p:sp>
      <p:sp>
        <p:nvSpPr>
          <p:cNvPr id="27651" name="Rectangle 7"/>
          <p:cNvSpPr/>
          <p:nvPr/>
        </p:nvSpPr>
        <p:spPr>
          <a:xfrm>
            <a:off x="-71755" y="3852545"/>
            <a:ext cx="9144000" cy="0"/>
          </a:xfrm>
          <a:prstGeom prst="rect">
            <a:avLst/>
          </a:prstGeom>
          <a:noFill/>
          <a:ln w="9525">
            <a:noFill/>
          </a:ln>
          <a:effectLst>
            <a:prstShdw prst="shdw17" dist="17961" dir="13499999">
              <a:srgbClr val="999999"/>
            </a:prstShdw>
          </a:effectLst>
        </p:spPr>
        <p:txBody>
          <a:bodyPr wrap="none" anchor="ctr">
            <a:spAutoFit/>
          </a:bodyPr>
          <a:lstStyle/>
          <a:p>
            <a:endParaRPr lang="zh-CN" altLang="en-US" dirty="0">
              <a:latin typeface="Times New Roman" panose="02020603050405020304" pitchFamily="18" charset="0"/>
            </a:endParaRPr>
          </a:p>
        </p:txBody>
      </p:sp>
      <p:sp>
        <p:nvSpPr>
          <p:cNvPr id="27652" name="Rectangle 9"/>
          <p:cNvSpPr/>
          <p:nvPr/>
        </p:nvSpPr>
        <p:spPr>
          <a:xfrm>
            <a:off x="-71755" y="3928745"/>
            <a:ext cx="9144000" cy="0"/>
          </a:xfrm>
          <a:prstGeom prst="rect">
            <a:avLst/>
          </a:prstGeom>
          <a:noFill/>
          <a:ln w="9525">
            <a:noFill/>
          </a:ln>
          <a:effectLst>
            <a:prstShdw prst="shdw17" dist="17961" dir="13499999">
              <a:srgbClr val="999999"/>
            </a:prstShdw>
          </a:effectLst>
        </p:spPr>
        <p:txBody>
          <a:bodyPr wrap="none" anchor="ctr">
            <a:spAutoFit/>
          </a:bodyPr>
          <a:lstStyle/>
          <a:p>
            <a:endParaRPr lang="zh-CN" altLang="en-US" dirty="0">
              <a:latin typeface="Times New Roman" panose="02020603050405020304" pitchFamily="18" charset="0"/>
            </a:endParaRPr>
          </a:p>
        </p:txBody>
      </p:sp>
      <p:sp>
        <p:nvSpPr>
          <p:cNvPr id="27653" name="Rectangle 12"/>
          <p:cNvSpPr>
            <a:spLocks noGrp="1"/>
          </p:cNvSpPr>
          <p:nvPr>
            <p:ph type="title"/>
          </p:nvPr>
        </p:nvSpPr>
        <p:spPr/>
        <p:txBody>
          <a:bodyPr wrap="square" anchor="ctr"/>
          <a:lstStyle/>
          <a:p>
            <a:pPr eaLnBrk="1" hangingPunct="1"/>
            <a:r>
              <a:rPr lang="zh-CN" altLang="en-US" sz="2800" b="1" dirty="0"/>
              <a:t>最大公约数</a:t>
            </a:r>
            <a:r>
              <a:rPr lang="en-US" altLang="x-none" sz="2800" b="1" dirty="0"/>
              <a:t>GCD</a:t>
            </a:r>
            <a:endParaRPr lang="zh-CN" altLang="en-US" sz="2800" b="1" dirty="0"/>
          </a:p>
        </p:txBody>
      </p:sp>
      <p:graphicFrame>
        <p:nvGraphicFramePr>
          <p:cNvPr id="27656" name="Object 38"/>
          <p:cNvGraphicFramePr>
            <a:graphicFrameLocks noGrp="1" noChangeAspect="1"/>
          </p:cNvGraphicFramePr>
          <p:nvPr>
            <p:ph idx="1"/>
          </p:nvPr>
        </p:nvGraphicFramePr>
        <p:xfrm>
          <a:off x="802958" y="3124835"/>
          <a:ext cx="3160713" cy="1682750"/>
        </p:xfrm>
        <a:graphic>
          <a:graphicData uri="http://schemas.openxmlformats.org/presentationml/2006/ole">
            <mc:AlternateContent xmlns:mc="http://schemas.openxmlformats.org/markup-compatibility/2006">
              <mc:Choice xmlns:v="urn:schemas-microsoft-com:vml" Requires="v">
                <p:oleObj r:id="rId2" imgW="3161030" imgH="1682115" progId="Visio.Drawing.11">
                  <p:embed/>
                </p:oleObj>
              </mc:Choice>
              <mc:Fallback>
                <p:oleObj r:id="rId2" imgW="3161030" imgH="1682115" progId="Visio.Drawing.11">
                  <p:embed/>
                  <p:pic>
                    <p:nvPicPr>
                      <p:cNvPr id="27656" name="Object 38"/>
                      <p:cNvPicPr/>
                      <p:nvPr/>
                    </p:nvPicPr>
                    <p:blipFill>
                      <a:blip r:embed="rId3"/>
                      <a:stretch>
                        <a:fillRect/>
                      </a:stretch>
                    </p:blipFill>
                    <p:spPr>
                      <a:xfrm>
                        <a:off x="802958" y="3124835"/>
                        <a:ext cx="3160713" cy="1682750"/>
                      </a:xfrm>
                      <a:prstGeom prst="rect">
                        <a:avLst/>
                      </a:prstGeom>
                      <a:noFill/>
                      <a:ln w="38100">
                        <a:miter/>
                      </a:ln>
                    </p:spPr>
                  </p:pic>
                </p:oleObj>
              </mc:Fallback>
            </mc:AlternateContent>
          </a:graphicData>
        </a:graphic>
      </p:graphicFrame>
      <p:sp>
        <p:nvSpPr>
          <p:cNvPr id="13319" name="AutoShape 13"/>
          <p:cNvSpPr/>
          <p:nvPr/>
        </p:nvSpPr>
        <p:spPr>
          <a:xfrm>
            <a:off x="4190683" y="4325303"/>
            <a:ext cx="647700" cy="360362"/>
          </a:xfrm>
          <a:prstGeom prst="rightArrow">
            <a:avLst>
              <a:gd name="adj1" fmla="val 50000"/>
              <a:gd name="adj2" fmla="val 44909"/>
            </a:avLst>
          </a:prstGeom>
          <a:noFill/>
          <a:ln w="9525" cap="flat" cmpd="sng">
            <a:solidFill>
              <a:srgbClr val="808080"/>
            </a:solidFill>
            <a:prstDash val="solid"/>
            <a:miter/>
            <a:headEnd type="none" w="med" len="med"/>
            <a:tailEnd type="none" w="med" len="med"/>
          </a:ln>
          <a:effectLst>
            <a:prstShdw prst="shdw17" dist="17961" dir="13499999">
              <a:srgbClr val="4D4D4D"/>
            </a:prstShdw>
          </a:effectLst>
        </p:spPr>
        <p:txBody>
          <a:bodyPr wrap="none" anchor="ctr"/>
          <a:lstStyle/>
          <a:p>
            <a:endParaRPr lang="zh-CN">
              <a:latin typeface="Times New Roman" panose="02020603050405020304" pitchFamily="18" charset="0"/>
            </a:endParaRPr>
          </a:p>
        </p:txBody>
      </p:sp>
      <p:grpSp>
        <p:nvGrpSpPr>
          <p:cNvPr id="13327" name="组合 16"/>
          <p:cNvGrpSpPr/>
          <p:nvPr/>
        </p:nvGrpSpPr>
        <p:grpSpPr>
          <a:xfrm>
            <a:off x="4838383" y="3208655"/>
            <a:ext cx="4067175" cy="2449513"/>
            <a:chOff x="0" y="0"/>
            <a:chExt cx="4067175" cy="2449513"/>
          </a:xfrm>
        </p:grpSpPr>
        <p:pic>
          <p:nvPicPr>
            <p:cNvPr id="27663" name="Picture 14"/>
            <p:cNvPicPr>
              <a:picLocks noChangeAspect="1"/>
            </p:cNvPicPr>
            <p:nvPr/>
          </p:nvPicPr>
          <p:blipFill>
            <a:blip r:embed="rId4"/>
            <a:stretch>
              <a:fillRect/>
            </a:stretch>
          </p:blipFill>
          <p:spPr>
            <a:xfrm>
              <a:off x="0" y="0"/>
              <a:ext cx="4067175" cy="2449513"/>
            </a:xfrm>
            <a:prstGeom prst="rect">
              <a:avLst/>
            </a:prstGeom>
            <a:noFill/>
            <a:ln w="9525">
              <a:noFill/>
            </a:ln>
          </p:spPr>
        </p:pic>
        <p:sp>
          <p:nvSpPr>
            <p:cNvPr id="27664" name="Rectangle 43"/>
            <p:cNvSpPr/>
            <p:nvPr/>
          </p:nvSpPr>
          <p:spPr>
            <a:xfrm>
              <a:off x="647700" y="647700"/>
              <a:ext cx="3384550" cy="1728788"/>
            </a:xfrm>
            <a:prstGeom prst="rect">
              <a:avLst/>
            </a:prstGeom>
            <a:solidFill>
              <a:srgbClr val="85FFE0">
                <a:alpha val="18999"/>
              </a:srgbClr>
            </a:solidFill>
            <a:ln w="9525">
              <a:noFill/>
            </a:ln>
          </p:spPr>
          <p:txBody>
            <a:bodyPr wrap="none" anchor="ctr"/>
            <a:lstStyle/>
            <a:p>
              <a:pPr marL="342900" indent="-342900" algn="ctr"/>
              <a:endParaRPr lang="zh-CN" altLang="en-US" dirty="0">
                <a:latin typeface="Times New Roman" panose="02020603050405020304" pitchFamily="18" charset="0"/>
              </a:endParaRPr>
            </a:p>
          </p:txBody>
        </p:sp>
      </p:grpSp>
      <p:sp>
        <p:nvSpPr>
          <p:cNvPr id="12291" name="Rectangle 5"/>
          <p:cNvSpPr>
            <a:spLocks noGrp="1"/>
          </p:cNvSpPr>
          <p:nvPr/>
        </p:nvSpPr>
        <p:spPr>
          <a:xfrm>
            <a:off x="542925" y="1261746"/>
            <a:ext cx="8529320" cy="1303158"/>
          </a:xfrm>
          <a:prstGeom prst="rect">
            <a:avLst/>
          </a:prstGeom>
          <a:noFill/>
          <a:ln w="9525">
            <a:noFill/>
          </a:ln>
        </p:spPr>
        <p:txBody>
          <a:bodyPr wrap="square" lIns="91440" tIns="45720" rIns="91440" bIns="45720" anchor="t"/>
          <a:lstStyle>
            <a:lvl1pPr marL="342900" indent="-342900" algn="l" rtl="0" eaLnBrk="0" fontAlgn="base" hangingPunct="0">
              <a:spcBef>
                <a:spcPct val="20000"/>
              </a:spcBef>
              <a:spcAft>
                <a:spcPct val="0"/>
              </a:spcAft>
              <a:buChar char="•"/>
              <a:defRPr kumimoji="1"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vl6pPr marL="2514600" indent="-228600" algn="l" rtl="0" fontAlgn="base">
              <a:spcBef>
                <a:spcPct val="20000"/>
              </a:spcBef>
              <a:spcAft>
                <a:spcPct val="0"/>
              </a:spcAft>
              <a:buChar char="»"/>
              <a:defRPr kumimoji="1" sz="2800">
                <a:solidFill>
                  <a:schemeClr val="tx1"/>
                </a:solidFill>
                <a:latin typeface="+mn-lt"/>
                <a:ea typeface="+mn-ea"/>
              </a:defRPr>
            </a:lvl6pPr>
            <a:lvl7pPr marL="2971800" indent="-228600" algn="l" rtl="0" fontAlgn="base">
              <a:spcBef>
                <a:spcPct val="20000"/>
              </a:spcBef>
              <a:spcAft>
                <a:spcPct val="0"/>
              </a:spcAft>
              <a:buChar char="»"/>
              <a:defRPr kumimoji="1" sz="2800">
                <a:solidFill>
                  <a:schemeClr val="tx1"/>
                </a:solidFill>
                <a:latin typeface="+mn-lt"/>
                <a:ea typeface="+mn-ea"/>
              </a:defRPr>
            </a:lvl7pPr>
            <a:lvl8pPr marL="3429000" indent="-228600" algn="l" rtl="0" fontAlgn="base">
              <a:spcBef>
                <a:spcPct val="20000"/>
              </a:spcBef>
              <a:spcAft>
                <a:spcPct val="0"/>
              </a:spcAft>
              <a:buChar char="»"/>
              <a:defRPr kumimoji="1" sz="2800">
                <a:solidFill>
                  <a:schemeClr val="tx1"/>
                </a:solidFill>
                <a:latin typeface="+mn-lt"/>
                <a:ea typeface="+mn-ea"/>
              </a:defRPr>
            </a:lvl8pPr>
            <a:lvl9pPr marL="3886200" indent="-228600" algn="l" rtl="0" fontAlgn="base">
              <a:spcBef>
                <a:spcPct val="20000"/>
              </a:spcBef>
              <a:spcAft>
                <a:spcPct val="0"/>
              </a:spcAft>
              <a:buChar char="»"/>
              <a:defRPr kumimoji="1" sz="2800">
                <a:solidFill>
                  <a:schemeClr val="tx1"/>
                </a:solidFill>
                <a:latin typeface="+mn-lt"/>
                <a:ea typeface="+mn-ea"/>
              </a:defRPr>
            </a:lvl9pPr>
          </a:lstStyle>
          <a:p>
            <a:pPr marL="0" lvl="0" indent="0" eaLnBrk="1" hangingPunct="1">
              <a:lnSpc>
                <a:spcPct val="80000"/>
              </a:lnSpc>
              <a:buNone/>
            </a:pPr>
            <a:r>
              <a:rPr lang="zh-CN" altLang="en-US" sz="2000" b="1" dirty="0">
                <a:sym typeface="+mn-ea"/>
              </a:rPr>
              <a:t>递归公式</a:t>
            </a:r>
            <a:r>
              <a:rPr lang="en-US" altLang="zh-CN" sz="2000" b="1" dirty="0">
                <a:sym typeface="+mn-ea"/>
              </a:rPr>
              <a:t>: </a:t>
            </a:r>
          </a:p>
          <a:p>
            <a:pPr marL="0" lvl="0" indent="0" eaLnBrk="1" hangingPunct="1">
              <a:lnSpc>
                <a:spcPct val="80000"/>
              </a:lnSpc>
              <a:buNone/>
            </a:pPr>
            <a:r>
              <a:rPr lang="en-US" altLang="zh-CN" sz="2000" b="1" dirty="0">
                <a:solidFill>
                  <a:srgbClr val="3333CC"/>
                </a:solidFill>
                <a:latin typeface="楷体_GB2312" pitchFamily="1" charset="-122"/>
                <a:ea typeface="楷体_GB2312" pitchFamily="1" charset="-122"/>
                <a:sym typeface="+mn-ea"/>
              </a:rPr>
              <a:t>GCD</a:t>
            </a:r>
            <a:r>
              <a:rPr lang="zh-CN" altLang="en-US" sz="2000" b="1" dirty="0">
                <a:solidFill>
                  <a:srgbClr val="3333CC"/>
                </a:solidFill>
                <a:latin typeface="楷体_GB2312" pitchFamily="1" charset="-122"/>
                <a:ea typeface="楷体_GB2312" pitchFamily="1" charset="-122"/>
                <a:sym typeface="+mn-ea"/>
              </a:rPr>
              <a:t>（</a:t>
            </a:r>
            <a:r>
              <a:rPr lang="en-US" altLang="zh-CN" sz="2000" b="1" dirty="0">
                <a:solidFill>
                  <a:srgbClr val="3333CC"/>
                </a:solidFill>
                <a:latin typeface="楷体_GB2312" pitchFamily="1" charset="-122"/>
                <a:ea typeface="楷体_GB2312" pitchFamily="1" charset="-122"/>
                <a:sym typeface="+mn-ea"/>
              </a:rPr>
              <a:t>x,y</a:t>
            </a:r>
            <a:r>
              <a:rPr lang="zh-CN" altLang="en-US" sz="2000" b="1" dirty="0">
                <a:solidFill>
                  <a:srgbClr val="3333CC"/>
                </a:solidFill>
                <a:latin typeface="楷体_GB2312" pitchFamily="1" charset="-122"/>
                <a:ea typeface="楷体_GB2312" pitchFamily="1" charset="-122"/>
                <a:sym typeface="+mn-ea"/>
              </a:rPr>
              <a:t>）</a:t>
            </a:r>
            <a:r>
              <a:rPr lang="en-US" altLang="zh-CN" sz="2000" b="1" dirty="0">
                <a:solidFill>
                  <a:srgbClr val="3333CC"/>
                </a:solidFill>
                <a:latin typeface="楷体_GB2312" pitchFamily="1" charset="-122"/>
                <a:ea typeface="楷体_GB2312" pitchFamily="1" charset="-122"/>
                <a:sym typeface="+mn-ea"/>
              </a:rPr>
              <a:t>= </a:t>
            </a:r>
          </a:p>
          <a:p>
            <a:pPr lvl="1" eaLnBrk="1" hangingPunct="1">
              <a:lnSpc>
                <a:spcPct val="80000"/>
              </a:lnSpc>
              <a:buNone/>
            </a:pPr>
            <a:r>
              <a:rPr lang="en-US" altLang="zh-CN" sz="2000" b="1" dirty="0">
                <a:solidFill>
                  <a:srgbClr val="3333CC"/>
                </a:solidFill>
                <a:latin typeface="楷体_GB2312" pitchFamily="1" charset="-122"/>
                <a:ea typeface="楷体_GB2312" pitchFamily="1" charset="-122"/>
                <a:sym typeface="+mn-ea"/>
              </a:rPr>
              <a:t>{y  | x&gt;y and x MOD y = 0 </a:t>
            </a:r>
            <a:endParaRPr lang="en-US" altLang="zh-CN" sz="2000" b="1" dirty="0">
              <a:solidFill>
                <a:srgbClr val="3333CC"/>
              </a:solidFill>
              <a:latin typeface="楷体_GB2312" pitchFamily="1" charset="-122"/>
              <a:ea typeface="楷体_GB2312" pitchFamily="1" charset="-122"/>
            </a:endParaRPr>
          </a:p>
          <a:p>
            <a:pPr lvl="1" eaLnBrk="1" hangingPunct="1">
              <a:lnSpc>
                <a:spcPct val="80000"/>
              </a:lnSpc>
              <a:buNone/>
            </a:pPr>
            <a:r>
              <a:rPr lang="en-US" altLang="zh-CN" sz="2000" b="1" dirty="0">
                <a:solidFill>
                  <a:srgbClr val="3333CC"/>
                </a:solidFill>
                <a:latin typeface="楷体_GB2312" pitchFamily="1" charset="-122"/>
                <a:ea typeface="楷体_GB2312" pitchFamily="1" charset="-122"/>
                <a:sym typeface="+mn-ea"/>
              </a:rPr>
              <a:t>GCD</a:t>
            </a:r>
            <a:r>
              <a:rPr lang="zh-CN" altLang="en-US" sz="2000" b="1" dirty="0">
                <a:solidFill>
                  <a:srgbClr val="3333CC"/>
                </a:solidFill>
                <a:latin typeface="楷体_GB2312" pitchFamily="1" charset="-122"/>
                <a:ea typeface="楷体_GB2312" pitchFamily="1" charset="-122"/>
                <a:sym typeface="+mn-ea"/>
              </a:rPr>
              <a:t>（</a:t>
            </a:r>
            <a:r>
              <a:rPr lang="en-US" altLang="zh-CN" sz="2000" b="1" dirty="0">
                <a:solidFill>
                  <a:srgbClr val="3333CC"/>
                </a:solidFill>
                <a:latin typeface="楷体_GB2312" pitchFamily="1" charset="-122"/>
                <a:ea typeface="楷体_GB2312" pitchFamily="1" charset="-122"/>
                <a:sym typeface="+mn-ea"/>
              </a:rPr>
              <a:t>y,x MOD y</a:t>
            </a:r>
            <a:r>
              <a:rPr lang="zh-CN" altLang="en-US" sz="2000" b="1" dirty="0">
                <a:solidFill>
                  <a:srgbClr val="3333CC"/>
                </a:solidFill>
                <a:latin typeface="楷体_GB2312" pitchFamily="1" charset="-122"/>
                <a:ea typeface="楷体_GB2312" pitchFamily="1" charset="-122"/>
                <a:sym typeface="+mn-ea"/>
              </a:rPr>
              <a:t>）</a:t>
            </a:r>
            <a:r>
              <a:rPr lang="en-US" altLang="zh-CN" sz="2000" b="1" dirty="0">
                <a:solidFill>
                  <a:srgbClr val="3333CC"/>
                </a:solidFill>
                <a:latin typeface="楷体_GB2312" pitchFamily="1" charset="-122"/>
                <a:ea typeface="楷体_GB2312" pitchFamily="1" charset="-122"/>
                <a:sym typeface="+mn-ea"/>
              </a:rPr>
              <a:t>| x&gt;y and x MOD y ≠ 0; }</a:t>
            </a:r>
            <a:endParaRPr lang="en-US" altLang="zh-CN" sz="2000" b="1" dirty="0"/>
          </a:p>
        </p:txBody>
      </p:sp>
      <p:sp>
        <p:nvSpPr>
          <p:cNvPr id="2" name="矩形 1">
            <a:extLst>
              <a:ext uri="{FF2B5EF4-FFF2-40B4-BE49-F238E27FC236}">
                <a16:creationId xmlns:a16="http://schemas.microsoft.com/office/drawing/2014/main" id="{4DE55B68-093A-4B91-9A0B-BC8DD4DBFCCD}"/>
              </a:ext>
            </a:extLst>
          </p:cNvPr>
          <p:cNvSpPr/>
          <p:nvPr/>
        </p:nvSpPr>
        <p:spPr>
          <a:xfrm>
            <a:off x="5336331" y="2718923"/>
            <a:ext cx="2544286" cy="461665"/>
          </a:xfrm>
          <a:prstGeom prst="rect">
            <a:avLst/>
          </a:prstGeom>
        </p:spPr>
        <p:txBody>
          <a:bodyPr wrap="none">
            <a:spAutoFit/>
          </a:bodyPr>
          <a:lstStyle/>
          <a:p>
            <a:r>
              <a:rPr lang="en-US" altLang="zh-CN" sz="2400" dirty="0"/>
              <a:t>int </a:t>
            </a:r>
            <a:r>
              <a:rPr lang="en-US" altLang="zh-CN" sz="2400" dirty="0" err="1"/>
              <a:t>gcd</a:t>
            </a:r>
            <a:r>
              <a:rPr lang="en-US" altLang="zh-CN" sz="2400" dirty="0"/>
              <a:t>(int </a:t>
            </a:r>
            <a:r>
              <a:rPr lang="en-US" altLang="zh-CN" sz="2400" dirty="0" err="1"/>
              <a:t>x,int</a:t>
            </a:r>
            <a:r>
              <a:rPr lang="en-US" altLang="zh-CN" sz="2400" dirty="0"/>
              <a:t> y)</a:t>
            </a:r>
            <a:endParaRPr lang="zh-CN"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3319"/>
                                        </p:tgtEl>
                                        <p:attrNameLst>
                                          <p:attrName>style.visibility</p:attrName>
                                        </p:attrNameLst>
                                      </p:cBhvr>
                                      <p:to>
                                        <p:strVal val="visible"/>
                                      </p:to>
                                    </p:set>
                                    <p:animEffect transition="in" filter="dissolve">
                                      <p:cBhvr>
                                        <p:cTn id="7" dur="500"/>
                                        <p:tgtEl>
                                          <p:spTgt spid="1331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3327"/>
                                        </p:tgtEl>
                                        <p:attrNameLst>
                                          <p:attrName>style.visibility</p:attrName>
                                        </p:attrNameLst>
                                      </p:cBhvr>
                                      <p:to>
                                        <p:strVal val="visible"/>
                                      </p:to>
                                    </p:set>
                                    <p:animEffect transition="in" filter="dissolve">
                                      <p:cBhvr>
                                        <p:cTn id="12" dur="500"/>
                                        <p:tgtEl>
                                          <p:spTgt spid="133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9" grpId="0" bldLvl="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64779E20-A159-8E3D-B945-685DFB828953}"/>
              </a:ext>
            </a:extLst>
          </p:cNvPr>
          <p:cNvPicPr>
            <a:picLocks noChangeAspect="1"/>
          </p:cNvPicPr>
          <p:nvPr/>
        </p:nvPicPr>
        <p:blipFill>
          <a:blip r:embed="rId2"/>
          <a:stretch>
            <a:fillRect/>
          </a:stretch>
        </p:blipFill>
        <p:spPr>
          <a:xfrm>
            <a:off x="379413" y="2301875"/>
            <a:ext cx="4067175" cy="1304925"/>
          </a:xfrm>
          <a:prstGeom prst="rect">
            <a:avLst/>
          </a:prstGeom>
        </p:spPr>
      </p:pic>
      <p:sp>
        <p:nvSpPr>
          <p:cNvPr id="88066" name="灯片编号占位符 6"/>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71</a:t>
            </a:fld>
            <a:endParaRPr lang="zh-CN" altLang="en-US" sz="1400" b="1" dirty="0"/>
          </a:p>
        </p:txBody>
      </p:sp>
      <p:sp>
        <p:nvSpPr>
          <p:cNvPr id="88067" name="Rectangle 10"/>
          <p:cNvSpPr>
            <a:spLocks noGrp="1"/>
          </p:cNvSpPr>
          <p:nvPr>
            <p:ph type="title"/>
          </p:nvPr>
        </p:nvSpPr>
        <p:spPr/>
        <p:txBody>
          <a:bodyPr vert="horz" wrap="square" lIns="91440" tIns="45720" rIns="91440" bIns="45720" anchor="ctr"/>
          <a:lstStyle/>
          <a:p>
            <a:pPr eaLnBrk="1" hangingPunct="1"/>
            <a:r>
              <a:rPr lang="zh-CN" altLang="en-US" b="1" dirty="0"/>
              <a:t>进制转换函数</a:t>
            </a:r>
          </a:p>
        </p:txBody>
      </p:sp>
      <p:graphicFrame>
        <p:nvGraphicFramePr>
          <p:cNvPr id="864262" name="Object 6"/>
          <p:cNvGraphicFramePr>
            <a:graphicFrameLocks noGrp="1" noChangeAspect="1"/>
          </p:cNvGraphicFramePr>
          <p:nvPr>
            <p:ph sz="quarter" idx="2"/>
          </p:nvPr>
        </p:nvGraphicFramePr>
        <p:xfrm>
          <a:off x="5418138" y="1303338"/>
          <a:ext cx="2449512" cy="1651000"/>
        </p:xfrm>
        <a:graphic>
          <a:graphicData uri="http://schemas.openxmlformats.org/presentationml/2006/ole">
            <mc:AlternateContent xmlns:mc="http://schemas.openxmlformats.org/markup-compatibility/2006">
              <mc:Choice xmlns:v="urn:schemas-microsoft-com:vml" Requires="v">
                <p:oleObj r:id="rId3" imgW="2362200" imgH="1600200" progId="Visio.Drawing.11">
                  <p:embed/>
                </p:oleObj>
              </mc:Choice>
              <mc:Fallback>
                <p:oleObj r:id="rId3" imgW="2362200" imgH="1600200" progId="Visio.Drawing.11">
                  <p:embed/>
                  <p:pic>
                    <p:nvPicPr>
                      <p:cNvPr id="0" name="图片 3108"/>
                      <p:cNvPicPr/>
                      <p:nvPr/>
                    </p:nvPicPr>
                    <p:blipFill>
                      <a:blip r:embed="rId4"/>
                      <a:srcRect/>
                      <a:stretch>
                        <a:fillRect/>
                      </a:stretch>
                    </p:blipFill>
                    <p:spPr>
                      <a:xfrm>
                        <a:off x="5418138" y="1303338"/>
                        <a:ext cx="2449512" cy="1651000"/>
                      </a:xfrm>
                      <a:prstGeom prst="rect">
                        <a:avLst/>
                      </a:prstGeom>
                      <a:noFill/>
                      <a:ln w="38100">
                        <a:miter/>
                      </a:ln>
                    </p:spPr>
                  </p:pic>
                </p:oleObj>
              </mc:Fallback>
            </mc:AlternateContent>
          </a:graphicData>
        </a:graphic>
      </p:graphicFrame>
      <p:graphicFrame>
        <p:nvGraphicFramePr>
          <p:cNvPr id="864265" name="Object 9"/>
          <p:cNvGraphicFramePr>
            <a:graphicFrameLocks noGrp="1" noChangeAspect="1"/>
          </p:cNvGraphicFramePr>
          <p:nvPr>
            <p:ph sz="quarter" idx="3"/>
          </p:nvPr>
        </p:nvGraphicFramePr>
        <p:xfrm>
          <a:off x="4859338" y="3284538"/>
          <a:ext cx="3336925" cy="2598737"/>
        </p:xfrm>
        <a:graphic>
          <a:graphicData uri="http://schemas.openxmlformats.org/presentationml/2006/ole">
            <mc:AlternateContent xmlns:mc="http://schemas.openxmlformats.org/markup-compatibility/2006">
              <mc:Choice xmlns:v="urn:schemas-microsoft-com:vml" Requires="v">
                <p:oleObj r:id="rId5" imgW="2429510" imgH="1891665" progId="Visio.Drawing.11">
                  <p:embed/>
                </p:oleObj>
              </mc:Choice>
              <mc:Fallback>
                <p:oleObj r:id="rId5" imgW="2429510" imgH="1891665" progId="Visio.Drawing.11">
                  <p:embed/>
                  <p:pic>
                    <p:nvPicPr>
                      <p:cNvPr id="0" name="图片 3109"/>
                      <p:cNvPicPr/>
                      <p:nvPr/>
                    </p:nvPicPr>
                    <p:blipFill>
                      <a:blip r:embed="rId6"/>
                      <a:srcRect/>
                      <a:stretch>
                        <a:fillRect/>
                      </a:stretch>
                    </p:blipFill>
                    <p:spPr>
                      <a:xfrm>
                        <a:off x="4859338" y="3284538"/>
                        <a:ext cx="3336925" cy="2598737"/>
                      </a:xfrm>
                      <a:prstGeom prst="rect">
                        <a:avLst/>
                      </a:prstGeom>
                      <a:noFill/>
                      <a:ln w="38100">
                        <a:miter/>
                      </a:ln>
                    </p:spPr>
                  </p:pic>
                </p:oleObj>
              </mc:Fallback>
            </mc:AlternateContent>
          </a:graphicData>
        </a:graphic>
      </p:graphicFrame>
      <p:sp>
        <p:nvSpPr>
          <p:cNvPr id="864268" name="AutoShape 12"/>
          <p:cNvSpPr/>
          <p:nvPr/>
        </p:nvSpPr>
        <p:spPr>
          <a:xfrm rot="20517943">
            <a:off x="4392613" y="2363468"/>
            <a:ext cx="1079500" cy="142875"/>
          </a:xfrm>
          <a:prstGeom prst="rightArrow">
            <a:avLst>
              <a:gd name="adj1" fmla="val 50000"/>
              <a:gd name="adj2" fmla="val 188888"/>
            </a:avLst>
          </a:prstGeom>
          <a:solidFill>
            <a:srgbClr val="CCFFFF"/>
          </a:solidFill>
          <a:ln w="9525" cap="flat" cmpd="sng">
            <a:solidFill>
              <a:srgbClr val="008000"/>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lnSpc>
                <a:spcPct val="90000"/>
              </a:lnSpc>
              <a:buNone/>
            </a:pPr>
            <a:endParaRPr lang="zh-CN" altLang="en-US" sz="2200" b="1" dirty="0"/>
          </a:p>
        </p:txBody>
      </p:sp>
      <p:sp>
        <p:nvSpPr>
          <p:cNvPr id="864269" name="AutoShape 13"/>
          <p:cNvSpPr/>
          <p:nvPr/>
        </p:nvSpPr>
        <p:spPr>
          <a:xfrm rot="1082057">
            <a:off x="3790907" y="3801862"/>
            <a:ext cx="1079500" cy="142875"/>
          </a:xfrm>
          <a:prstGeom prst="rightArrow">
            <a:avLst>
              <a:gd name="adj1" fmla="val 50000"/>
              <a:gd name="adj2" fmla="val 188888"/>
            </a:avLst>
          </a:prstGeom>
          <a:solidFill>
            <a:srgbClr val="CCFFFF"/>
          </a:solidFill>
          <a:ln w="9525" cap="flat" cmpd="sng">
            <a:solidFill>
              <a:srgbClr val="008000"/>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lnSpc>
                <a:spcPct val="90000"/>
              </a:lnSpc>
              <a:buNone/>
            </a:pPr>
            <a:endParaRPr lang="zh-CN" altLang="en-US" sz="2200" b="1" dirty="0"/>
          </a:p>
        </p:txBody>
      </p:sp>
      <p:sp>
        <p:nvSpPr>
          <p:cNvPr id="5" name="内容占位符 4">
            <a:extLst>
              <a:ext uri="{FF2B5EF4-FFF2-40B4-BE49-F238E27FC236}">
                <a16:creationId xmlns:a16="http://schemas.microsoft.com/office/drawing/2014/main" id="{0114F3C5-704E-47BD-8FE1-3B8AA3240C3C}"/>
              </a:ext>
            </a:extLst>
          </p:cNvPr>
          <p:cNvSpPr>
            <a:spLocks noGrp="1"/>
          </p:cNvSpPr>
          <p:nvPr>
            <p:ph sz="half" idx="1"/>
          </p:nvPr>
        </p:nvSpPr>
        <p:spPr>
          <a:xfrm>
            <a:off x="337344" y="1271588"/>
            <a:ext cx="8501856" cy="4611687"/>
          </a:xfrm>
        </p:spPr>
        <p:txBody>
          <a:bodyPr/>
          <a:lstStyle/>
          <a:p>
            <a:pPr marL="0" indent="0">
              <a:buNone/>
            </a:pPr>
            <a:r>
              <a:rPr lang="en-US" altLang="zh-CN" b="1" dirty="0"/>
              <a:t>void transfer(int </a:t>
            </a:r>
            <a:r>
              <a:rPr lang="en-US" altLang="zh-CN" b="1" dirty="0" err="1"/>
              <a:t>num,int</a:t>
            </a:r>
            <a:r>
              <a:rPr lang="en-US" altLang="zh-CN" b="1" dirty="0"/>
              <a:t> base)</a:t>
            </a:r>
          </a:p>
          <a:p>
            <a:pPr marL="0" indent="0">
              <a:buNone/>
            </a:pPr>
            <a:endParaRPr lang="zh-CN"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864268"/>
                                        </p:tgtEl>
                                        <p:attrNameLst>
                                          <p:attrName>style.visibility</p:attrName>
                                        </p:attrNameLst>
                                      </p:cBhvr>
                                      <p:to>
                                        <p:strVal val="visible"/>
                                      </p:to>
                                    </p:set>
                                    <p:animEffect transition="in" filter="checkerboard(across)">
                                      <p:cBhvr>
                                        <p:cTn id="7" dur="500"/>
                                        <p:tgtEl>
                                          <p:spTgt spid="864268"/>
                                        </p:tgtEl>
                                      </p:cBhvr>
                                    </p:animEffect>
                                  </p:childTnLst>
                                </p:cTn>
                              </p:par>
                              <p:par>
                                <p:cTn id="8" presetID="5" presetClass="entr" presetSubtype="10" fill="hold" nodeType="withEffect">
                                  <p:stCondLst>
                                    <p:cond delay="0"/>
                                  </p:stCondLst>
                                  <p:childTnLst>
                                    <p:set>
                                      <p:cBhvr>
                                        <p:cTn id="9" dur="1" fill="hold">
                                          <p:stCondLst>
                                            <p:cond delay="0"/>
                                          </p:stCondLst>
                                        </p:cTn>
                                        <p:tgtEl>
                                          <p:spTgt spid="864262"/>
                                        </p:tgtEl>
                                        <p:attrNameLst>
                                          <p:attrName>style.visibility</p:attrName>
                                        </p:attrNameLst>
                                      </p:cBhvr>
                                      <p:to>
                                        <p:strVal val="visible"/>
                                      </p:to>
                                    </p:set>
                                    <p:animEffect transition="in" filter="checkerboard(across)">
                                      <p:cBhvr>
                                        <p:cTn id="10" dur="500"/>
                                        <p:tgtEl>
                                          <p:spTgt spid="864262"/>
                                        </p:tgtEl>
                                      </p:cBhvr>
                                    </p:animEffect>
                                  </p:childTnLst>
                                </p:cTn>
                              </p:par>
                            </p:childTnLst>
                          </p:cTn>
                        </p:par>
                      </p:childTnLst>
                    </p:cTn>
                  </p:par>
                  <p:par>
                    <p:cTn id="11" fill="hold">
                      <p:stCondLst>
                        <p:cond delay="indefinite"/>
                      </p:stCondLst>
                      <p:childTnLst>
                        <p:par>
                          <p:cTn id="12" fill="hold">
                            <p:stCondLst>
                              <p:cond delay="0"/>
                            </p:stCondLst>
                            <p:childTnLst>
                              <p:par>
                                <p:cTn id="13" presetID="5" presetClass="entr" presetSubtype="10" fill="hold" grpId="0" nodeType="clickEffect">
                                  <p:stCondLst>
                                    <p:cond delay="0"/>
                                  </p:stCondLst>
                                  <p:childTnLst>
                                    <p:set>
                                      <p:cBhvr>
                                        <p:cTn id="14" dur="1" fill="hold">
                                          <p:stCondLst>
                                            <p:cond delay="0"/>
                                          </p:stCondLst>
                                        </p:cTn>
                                        <p:tgtEl>
                                          <p:spTgt spid="864269"/>
                                        </p:tgtEl>
                                        <p:attrNameLst>
                                          <p:attrName>style.visibility</p:attrName>
                                        </p:attrNameLst>
                                      </p:cBhvr>
                                      <p:to>
                                        <p:strVal val="visible"/>
                                      </p:to>
                                    </p:set>
                                    <p:animEffect transition="in" filter="checkerboard(across)">
                                      <p:cBhvr>
                                        <p:cTn id="15" dur="500"/>
                                        <p:tgtEl>
                                          <p:spTgt spid="864269"/>
                                        </p:tgtEl>
                                      </p:cBhvr>
                                    </p:animEffect>
                                  </p:childTnLst>
                                </p:cTn>
                              </p:par>
                              <p:par>
                                <p:cTn id="16" presetID="5" presetClass="entr" presetSubtype="10" fill="hold" nodeType="withEffect">
                                  <p:stCondLst>
                                    <p:cond delay="0"/>
                                  </p:stCondLst>
                                  <p:childTnLst>
                                    <p:set>
                                      <p:cBhvr>
                                        <p:cTn id="17" dur="1" fill="hold">
                                          <p:stCondLst>
                                            <p:cond delay="0"/>
                                          </p:stCondLst>
                                        </p:cTn>
                                        <p:tgtEl>
                                          <p:spTgt spid="864265"/>
                                        </p:tgtEl>
                                        <p:attrNameLst>
                                          <p:attrName>style.visibility</p:attrName>
                                        </p:attrNameLst>
                                      </p:cBhvr>
                                      <p:to>
                                        <p:strVal val="visible"/>
                                      </p:to>
                                    </p:set>
                                    <p:animEffect transition="in" filter="checkerboard(across)">
                                      <p:cBhvr>
                                        <p:cTn id="18" dur="500"/>
                                        <p:tgtEl>
                                          <p:spTgt spid="8642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4268" grpId="0" animBg="1"/>
      <p:bldP spid="864269"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72</a:t>
            </a:fld>
            <a:endParaRPr lang="zh-CN" altLang="en-US" sz="1400" b="1" dirty="0"/>
          </a:p>
        </p:txBody>
      </p:sp>
      <p:sp>
        <p:nvSpPr>
          <p:cNvPr id="97283" name="Rectangle 4"/>
          <p:cNvSpPr>
            <a:spLocks noGrp="1"/>
          </p:cNvSpPr>
          <p:nvPr>
            <p:ph idx="1"/>
          </p:nvPr>
        </p:nvSpPr>
        <p:spPr/>
        <p:txBody>
          <a:bodyPr vert="horz" wrap="square" lIns="92075" tIns="46038" rIns="92075" bIns="46038" anchor="t"/>
          <a:lstStyle/>
          <a:p>
            <a:pPr eaLnBrk="1" hangingPunct="1">
              <a:buNone/>
            </a:pPr>
            <a:r>
              <a:rPr lang="zh-CN" altLang="en-US" b="1" dirty="0"/>
              <a:t>例</a:t>
            </a:r>
            <a:r>
              <a:rPr lang="en-US" altLang="zh-CN" b="1" dirty="0"/>
              <a:t>4</a:t>
            </a:r>
            <a:r>
              <a:rPr lang="zh-CN" altLang="en-US" b="1" dirty="0"/>
              <a:t>、碰运气游戏</a:t>
            </a:r>
          </a:p>
          <a:p>
            <a:pPr eaLnBrk="1" hangingPunct="1">
              <a:buNone/>
            </a:pPr>
            <a:r>
              <a:rPr lang="zh-CN" altLang="en-US" b="1" dirty="0"/>
              <a:t>游戏规则：投掷两个骰子，</a:t>
            </a:r>
          </a:p>
          <a:p>
            <a:pPr eaLnBrk="1" hangingPunct="1">
              <a:buNone/>
            </a:pPr>
            <a:r>
              <a:rPr lang="zh-CN" altLang="en-US" b="1" dirty="0"/>
              <a:t>1、第一次投掷时，如果所得和为7或者11，则游戏者赢了；如果得到的和为2、3或者12，则游戏者输了；</a:t>
            </a:r>
          </a:p>
          <a:p>
            <a:pPr eaLnBrk="1" hangingPunct="1">
              <a:buNone/>
            </a:pPr>
            <a:r>
              <a:rPr lang="zh-CN" altLang="en-US" b="1" dirty="0"/>
              <a:t>2、如果和为4、5、6、8、9或10，那么这个和就是游戏者的点数，要想赢的话，必须继续投掷骰子，直到取得自己的点数为止，但是，如果投掷出了点数7，那么游戏者就输了。</a:t>
            </a:r>
          </a:p>
          <a:p>
            <a:pPr eaLnBrk="1" hangingPunct="1">
              <a:buNone/>
            </a:pPr>
            <a:endParaRPr lang="zh-CN" altLang="en-US" b="1" dirty="0"/>
          </a:p>
          <a:p>
            <a:pPr eaLnBrk="1" hangingPunct="1"/>
            <a:endParaRPr lang="en-US" altLang="zh-CN" b="1" dirty="0"/>
          </a:p>
        </p:txBody>
      </p:sp>
      <p:sp>
        <p:nvSpPr>
          <p:cNvPr id="97284" name="Rectangle 3"/>
          <p:cNvSpPr>
            <a:spLocks noGrp="1"/>
          </p:cNvSpPr>
          <p:nvPr>
            <p:ph type="title"/>
          </p:nvPr>
        </p:nvSpPr>
        <p:spPr>
          <a:xfrm>
            <a:off x="1371600" y="404813"/>
            <a:ext cx="7772400" cy="720725"/>
          </a:xfrm>
        </p:spPr>
        <p:txBody>
          <a:bodyPr vert="horz" wrap="square" lIns="91440" tIns="45720" rIns="91440" bIns="45720" anchor="ctr"/>
          <a:lstStyle/>
          <a:p>
            <a:pPr eaLnBrk="1" hangingPunct="1"/>
            <a:r>
              <a:rPr lang="zh-CN" altLang="en-US" b="1" dirty="0"/>
              <a:t>例</a:t>
            </a:r>
            <a:r>
              <a:rPr lang="en-US" altLang="zh-CN" b="1" dirty="0"/>
              <a:t>4</a:t>
            </a:r>
            <a:r>
              <a:rPr lang="zh-CN" altLang="en-US" b="1" dirty="0"/>
              <a:t>、碰运气游戏</a:t>
            </a:r>
          </a:p>
        </p:txBody>
      </p:sp>
    </p:spTree>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标题 1"/>
          <p:cNvSpPr>
            <a:spLocks noGrp="1"/>
          </p:cNvSpPr>
          <p:nvPr>
            <p:ph type="title"/>
          </p:nvPr>
        </p:nvSpPr>
        <p:spPr/>
        <p:txBody>
          <a:bodyPr vert="horz" wrap="square" lIns="91440" tIns="45720" rIns="91440" bIns="45720" anchor="ctr"/>
          <a:lstStyle/>
          <a:p>
            <a:endParaRPr lang="zh-CN" altLang="en-US" dirty="0"/>
          </a:p>
        </p:txBody>
      </p:sp>
      <p:sp>
        <p:nvSpPr>
          <p:cNvPr id="98307" name="灯片编号占位符 3"/>
          <p:cNvSpPr txBox="1">
            <a:spLocks noGrp="1"/>
          </p:cNvSpPr>
          <p:nvPr>
            <p:ph type="sldNum" sz="quarter" idx="11"/>
          </p:nvPr>
        </p:nvSpPr>
        <p:spPr/>
        <p:txBody>
          <a:bodyPr/>
          <a:lstStyle>
            <a:lvl1pPr marL="0" lvl="0" indent="0" algn="l" defTabSz="914400" rtl="0" eaLnBrk="0" fontAlgn="base" latinLnBrk="0" hangingPunct="0">
              <a:lnSpc>
                <a:spcPct val="100000"/>
              </a:lnSpc>
              <a:spcBef>
                <a:spcPct val="0"/>
              </a:spcBef>
              <a:spcAft>
                <a:spcPct val="0"/>
              </a:spcAft>
              <a:buNone/>
              <a:defRPr sz="22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2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2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2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2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eaLnBrk="1" hangingPunct="1">
              <a:spcBef>
                <a:spcPct val="50000"/>
              </a:spcBef>
            </a:pPr>
            <a:fld id="{9A0DB2DC-4C9A-4742-B13C-FB6460FD3503}" type="slidenum">
              <a:rPr lang="zh-CN" altLang="en-US" sz="1400" dirty="0"/>
              <a:t>73</a:t>
            </a:fld>
            <a:endParaRPr lang="zh-CN" altLang="en-US" sz="1400" dirty="0"/>
          </a:p>
        </p:txBody>
      </p:sp>
      <p:sp>
        <p:nvSpPr>
          <p:cNvPr id="98308" name="文本框 5"/>
          <p:cNvSpPr txBox="1"/>
          <p:nvPr/>
        </p:nvSpPr>
        <p:spPr>
          <a:xfrm>
            <a:off x="1263650" y="1844675"/>
            <a:ext cx="2578100" cy="431800"/>
          </a:xfrm>
          <a:prstGeom prst="rect">
            <a:avLst/>
          </a:prstGeom>
          <a:noFill/>
          <a:ln w="6350" cap="flat" cmpd="sng">
            <a:solidFill>
              <a:schemeClr val="tx1"/>
            </a:solidFill>
            <a:prstDash val="solid"/>
            <a:miter/>
            <a:headEnd type="none" w="med" len="med"/>
            <a:tailEnd type="none" w="med" len="med"/>
          </a:ln>
        </p:spPr>
        <p:txBody>
          <a:bodyPr>
            <a:spAutoFit/>
          </a:bodyPr>
          <a:lstStyle/>
          <a:p>
            <a:r>
              <a:rPr lang="zh-CN" altLang="en-US" dirty="0">
                <a:latin typeface="Times New Roman" panose="02020603050405020304" pitchFamily="18" charset="0"/>
              </a:rPr>
              <a:t>設置種子</a:t>
            </a:r>
          </a:p>
        </p:txBody>
      </p:sp>
      <p:sp>
        <p:nvSpPr>
          <p:cNvPr id="98309" name="文本框 7"/>
          <p:cNvSpPr txBox="1"/>
          <p:nvPr/>
        </p:nvSpPr>
        <p:spPr>
          <a:xfrm>
            <a:off x="1263650" y="2276475"/>
            <a:ext cx="2578100" cy="430213"/>
          </a:xfrm>
          <a:prstGeom prst="rect">
            <a:avLst/>
          </a:prstGeom>
          <a:noFill/>
          <a:ln w="6350" cap="flat" cmpd="sng">
            <a:solidFill>
              <a:schemeClr val="tx1"/>
            </a:solidFill>
            <a:prstDash val="solid"/>
            <a:miter/>
            <a:headEnd type="none" w="med" len="med"/>
            <a:tailEnd type="none" w="med" len="med"/>
          </a:ln>
        </p:spPr>
        <p:txBody>
          <a:bodyPr>
            <a:spAutoFit/>
          </a:bodyPr>
          <a:lstStyle/>
          <a:p>
            <a:r>
              <a:rPr lang="zh-CN" altLang="en-US" dirty="0">
                <a:latin typeface="Times New Roman" panose="02020603050405020304" pitchFamily="18" charset="0"/>
              </a:rPr>
              <a:t>第一次擲骰子</a:t>
            </a:r>
          </a:p>
        </p:txBody>
      </p:sp>
      <p:sp>
        <p:nvSpPr>
          <p:cNvPr id="98310" name="文本框 9"/>
          <p:cNvSpPr txBox="1"/>
          <p:nvPr/>
        </p:nvSpPr>
        <p:spPr>
          <a:xfrm>
            <a:off x="1249363" y="2749550"/>
            <a:ext cx="2592387" cy="768350"/>
          </a:xfrm>
          <a:prstGeom prst="rect">
            <a:avLst/>
          </a:prstGeom>
          <a:noFill/>
          <a:ln w="3175" cap="flat" cmpd="sng">
            <a:solidFill>
              <a:schemeClr val="tx1"/>
            </a:solidFill>
            <a:prstDash val="solid"/>
            <a:miter/>
            <a:headEnd type="none" w="med" len="med"/>
            <a:tailEnd type="none" w="med" len="med"/>
          </a:ln>
        </p:spPr>
        <p:txBody>
          <a:bodyPr>
            <a:spAutoFit/>
          </a:bodyPr>
          <a:lstStyle/>
          <a:p>
            <a:r>
              <a:rPr lang="zh-CN" altLang="en-US" dirty="0">
                <a:latin typeface="Times New Roman" panose="02020603050405020304" pitchFamily="18" charset="0"/>
              </a:rPr>
              <a:t>遊戲未結束</a:t>
            </a:r>
            <a:endParaRPr lang="en-US" altLang="zh-CN" dirty="0">
              <a:latin typeface="Times New Roman" panose="02020603050405020304" pitchFamily="18" charset="0"/>
            </a:endParaRPr>
          </a:p>
          <a:p>
            <a:endParaRPr lang="zh-CN" altLang="en-US" dirty="0">
              <a:latin typeface="Times New Roman" panose="02020603050405020304" pitchFamily="18" charset="0"/>
            </a:endParaRPr>
          </a:p>
        </p:txBody>
      </p:sp>
      <p:sp>
        <p:nvSpPr>
          <p:cNvPr id="98311" name="文本框 10"/>
          <p:cNvSpPr txBox="1"/>
          <p:nvPr/>
        </p:nvSpPr>
        <p:spPr>
          <a:xfrm>
            <a:off x="1681163" y="3087688"/>
            <a:ext cx="2160587" cy="430212"/>
          </a:xfrm>
          <a:prstGeom prst="rect">
            <a:avLst/>
          </a:prstGeom>
          <a:noFill/>
          <a:ln w="3175" cap="flat" cmpd="sng">
            <a:solidFill>
              <a:schemeClr val="tx1"/>
            </a:solidFill>
            <a:prstDash val="solid"/>
            <a:miter/>
            <a:headEnd type="none" w="med" len="med"/>
            <a:tailEnd type="none" w="med" len="med"/>
          </a:ln>
        </p:spPr>
        <p:txBody>
          <a:bodyPr>
            <a:spAutoFit/>
          </a:bodyPr>
          <a:lstStyle/>
          <a:p>
            <a:r>
              <a:rPr lang="zh-CN" altLang="en-US" dirty="0">
                <a:latin typeface="Times New Roman" panose="02020603050405020304" pitchFamily="18" charset="0"/>
              </a:rPr>
              <a:t>繼續投擲骰子</a:t>
            </a:r>
          </a:p>
        </p:txBody>
      </p:sp>
      <p:sp>
        <p:nvSpPr>
          <p:cNvPr id="98312" name="文本框 11"/>
          <p:cNvSpPr txBox="1"/>
          <p:nvPr/>
        </p:nvSpPr>
        <p:spPr>
          <a:xfrm>
            <a:off x="1249363" y="3509963"/>
            <a:ext cx="2576512" cy="431800"/>
          </a:xfrm>
          <a:prstGeom prst="rect">
            <a:avLst/>
          </a:prstGeom>
          <a:noFill/>
          <a:ln w="6350" cap="flat" cmpd="sng">
            <a:solidFill>
              <a:schemeClr val="tx1"/>
            </a:solidFill>
            <a:prstDash val="solid"/>
            <a:miter/>
            <a:headEnd type="none" w="med" len="med"/>
            <a:tailEnd type="none" w="med" len="med"/>
          </a:ln>
        </p:spPr>
        <p:txBody>
          <a:bodyPr>
            <a:spAutoFit/>
          </a:bodyPr>
          <a:lstStyle/>
          <a:p>
            <a:r>
              <a:rPr lang="zh-CN" altLang="en-US" dirty="0">
                <a:latin typeface="Times New Roman" panose="02020603050405020304" pitchFamily="18" charset="0"/>
              </a:rPr>
              <a:t>輸出結果</a:t>
            </a:r>
          </a:p>
        </p:txBody>
      </p:sp>
      <p:sp>
        <p:nvSpPr>
          <p:cNvPr id="98313" name="文本框 12"/>
          <p:cNvSpPr txBox="1"/>
          <p:nvPr/>
        </p:nvSpPr>
        <p:spPr>
          <a:xfrm>
            <a:off x="1116013" y="4797425"/>
            <a:ext cx="3455987" cy="1446213"/>
          </a:xfrm>
          <a:prstGeom prst="rect">
            <a:avLst/>
          </a:prstGeom>
          <a:noFill/>
          <a:ln w="9525">
            <a:noFill/>
          </a:ln>
        </p:spPr>
        <p:txBody>
          <a:bodyPr>
            <a:spAutoFit/>
          </a:bodyPr>
          <a:lstStyle/>
          <a:p>
            <a:r>
              <a:rPr lang="en-US" altLang="zh-CN" dirty="0">
                <a:latin typeface="Times New Roman" panose="02020603050405020304" pitchFamily="18" charset="0"/>
              </a:rPr>
              <a:t>1</a:t>
            </a:r>
            <a:r>
              <a:rPr lang="zh-CN" altLang="en-US" dirty="0">
                <a:latin typeface="Times New Roman" panose="02020603050405020304" pitchFamily="18" charset="0"/>
              </a:rPr>
              <a:t>、將投擲骰子設計成函數</a:t>
            </a:r>
            <a:endParaRPr lang="en-US" altLang="zh-CN" dirty="0">
              <a:latin typeface="Times New Roman" panose="02020603050405020304" pitchFamily="18" charset="0"/>
            </a:endParaRPr>
          </a:p>
          <a:p>
            <a:endParaRPr lang="en-US" altLang="zh-CN" dirty="0">
              <a:latin typeface="Times New Roman" panose="02020603050405020304" pitchFamily="18" charset="0"/>
            </a:endParaRPr>
          </a:p>
          <a:p>
            <a:r>
              <a:rPr lang="en-US" altLang="zh-CN" dirty="0">
                <a:latin typeface="Times New Roman" panose="02020603050405020304" pitchFamily="18" charset="0"/>
              </a:rPr>
              <a:t> int rollDice (void)</a:t>
            </a:r>
          </a:p>
          <a:p>
            <a:r>
              <a:rPr lang="zh-CN" altLang="en-US" dirty="0">
                <a:latin typeface="Times New Roman" panose="02020603050405020304" pitchFamily="18" charset="0"/>
              </a:rPr>
              <a:t>返回兩個骰子的面值</a:t>
            </a:r>
          </a:p>
        </p:txBody>
      </p:sp>
      <p:sp>
        <p:nvSpPr>
          <p:cNvPr id="98314" name="文本框 13"/>
          <p:cNvSpPr txBox="1"/>
          <p:nvPr/>
        </p:nvSpPr>
        <p:spPr>
          <a:xfrm>
            <a:off x="4787900" y="4797425"/>
            <a:ext cx="3455988" cy="1446213"/>
          </a:xfrm>
          <a:prstGeom prst="rect">
            <a:avLst/>
          </a:prstGeom>
          <a:noFill/>
          <a:ln w="9525">
            <a:noFill/>
          </a:ln>
        </p:spPr>
        <p:txBody>
          <a:bodyPr>
            <a:spAutoFit/>
          </a:bodyPr>
          <a:lstStyle/>
          <a:p>
            <a:r>
              <a:rPr lang="en-US" altLang="zh-CN" dirty="0">
                <a:latin typeface="Times New Roman" panose="02020603050405020304" pitchFamily="18" charset="0"/>
              </a:rPr>
              <a:t>2</a:t>
            </a:r>
            <a:r>
              <a:rPr lang="zh-CN" altLang="en-US" dirty="0">
                <a:latin typeface="Times New Roman" panose="02020603050405020304" pitchFamily="18" charset="0"/>
              </a:rPr>
              <a:t>、定義一個變量表示遊戲是否結束</a:t>
            </a:r>
            <a:endParaRPr lang="en-US" altLang="zh-CN" dirty="0">
              <a:latin typeface="Times New Roman" panose="02020603050405020304" pitchFamily="18" charset="0"/>
            </a:endParaRPr>
          </a:p>
          <a:p>
            <a:endParaRPr lang="en-US" altLang="zh-CN" dirty="0">
              <a:latin typeface="Times New Roman" panose="02020603050405020304" pitchFamily="18" charset="0"/>
            </a:endParaRPr>
          </a:p>
          <a:p>
            <a:r>
              <a:rPr lang="en-US" altLang="zh-CN" dirty="0">
                <a:latin typeface="Times New Roman" panose="02020603050405020304" pitchFamily="18" charset="0"/>
              </a:rPr>
              <a:t> int gameStatus</a:t>
            </a:r>
            <a:endParaRPr lang="zh-CN" altLang="en-US" dirty="0">
              <a:latin typeface="Times New Roman" panose="02020603050405020304" pitchFamily="18" charset="0"/>
            </a:endParaRPr>
          </a:p>
        </p:txBody>
      </p:sp>
      <p:sp>
        <p:nvSpPr>
          <p:cNvPr id="98315" name="右箭头 14"/>
          <p:cNvSpPr/>
          <p:nvPr/>
        </p:nvSpPr>
        <p:spPr>
          <a:xfrm>
            <a:off x="4787900" y="2706688"/>
            <a:ext cx="1079500" cy="381000"/>
          </a:xfrm>
          <a:prstGeom prst="rightArrow">
            <a:avLst>
              <a:gd name="adj1" fmla="val 50000"/>
              <a:gd name="adj2" fmla="val 49937"/>
            </a:avLst>
          </a:prstGeom>
          <a:noFill/>
          <a:ln w="9525">
            <a:noFill/>
          </a:ln>
        </p:spPr>
        <p:txBody>
          <a:bodyPr/>
          <a:lstStyle/>
          <a:p>
            <a:pPr marL="342900" indent="-342900" eaLnBrk="1" hangingPunct="1">
              <a:lnSpc>
                <a:spcPct val="90000"/>
              </a:lnSpc>
              <a:spcBef>
                <a:spcPct val="20000"/>
              </a:spcBef>
            </a:pPr>
            <a:endParaRPr lang="zh-CN" altLang="en-US" dirty="0">
              <a:latin typeface="Times New Roman" panose="02020603050405020304" pitchFamily="18" charset="0"/>
            </a:endParaRPr>
          </a:p>
        </p:txBody>
      </p:sp>
      <p:sp>
        <p:nvSpPr>
          <p:cNvPr id="16" name="右箭头 15"/>
          <p:cNvSpPr/>
          <p:nvPr/>
        </p:nvSpPr>
        <p:spPr bwMode="auto">
          <a:xfrm>
            <a:off x="4302125" y="2652713"/>
            <a:ext cx="1738313" cy="649288"/>
          </a:xfrm>
          <a:prstGeom prst="rightArrow">
            <a:avLst/>
          </a:prstGeom>
          <a:solidFill>
            <a:schemeClr val="accent2">
              <a:lumMod val="40000"/>
              <a:lumOff val="60000"/>
            </a:schemeClr>
          </a:solidFill>
          <a:ln w="3175" cap="flat" cmpd="sng" algn="ctr">
            <a:solidFill>
              <a:schemeClr val="tx1"/>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noAutofit/>
          </a:bodyPr>
          <a:lstStyle/>
          <a:p>
            <a:pPr marL="342900" marR="0" lvl="0" indent="-342900" algn="l" defTabSz="914400" rtl="0" eaLnBrk="1" fontAlgn="base" latinLnBrk="0" hangingPunct="1">
              <a:lnSpc>
                <a:spcPct val="90000"/>
              </a:lnSpc>
              <a:spcBef>
                <a:spcPct val="20000"/>
              </a:spcBef>
              <a:spcAft>
                <a:spcPct val="0"/>
              </a:spcAft>
              <a:buClrTx/>
              <a:buSzTx/>
              <a:buFontTx/>
              <a:buNone/>
              <a:defRPr/>
            </a:pPr>
            <a:r>
              <a:rPr kumimoji="1" lang="zh-CN" altLang="en-US" sz="22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逐步求精</a:t>
            </a:r>
          </a:p>
        </p:txBody>
      </p:sp>
    </p:spTree>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74</a:t>
            </a:fld>
            <a:endParaRPr lang="zh-CN" altLang="en-US" sz="1400" b="1" dirty="0"/>
          </a:p>
        </p:txBody>
      </p:sp>
      <p:sp>
        <p:nvSpPr>
          <p:cNvPr id="179203" name="Rectangle 3"/>
          <p:cNvSpPr>
            <a:spLocks noGrp="1"/>
          </p:cNvSpPr>
          <p:nvPr>
            <p:ph idx="1"/>
          </p:nvPr>
        </p:nvSpPr>
        <p:spPr>
          <a:xfrm>
            <a:off x="685800" y="1319213"/>
            <a:ext cx="7918450" cy="4125912"/>
          </a:xfrm>
        </p:spPr>
        <p:txBody>
          <a:bodyPr vert="horz" wrap="square" lIns="91440" tIns="45720" rIns="91440" bIns="45720" anchor="t"/>
          <a:lstStyle/>
          <a:p>
            <a:pPr eaLnBrk="1" hangingPunct="1">
              <a:buNone/>
            </a:pPr>
            <a:r>
              <a:rPr lang="zh-CN" altLang="en-US" b="1" dirty="0"/>
              <a:t>计算机如何模拟掷骰子？</a:t>
            </a:r>
            <a:endParaRPr lang="en-US" altLang="zh-CN" b="1" dirty="0"/>
          </a:p>
          <a:p>
            <a:pPr eaLnBrk="1" hangingPunct="1">
              <a:buNone/>
            </a:pPr>
            <a:r>
              <a:rPr lang="en-US" altLang="zh-CN" b="1" dirty="0"/>
              <a:t>1、rand()</a:t>
            </a:r>
            <a:r>
              <a:rPr lang="zh-CN" altLang="en-US" b="1" dirty="0"/>
              <a:t>函数：</a:t>
            </a:r>
          </a:p>
          <a:p>
            <a:pPr eaLnBrk="1" hangingPunct="1">
              <a:buNone/>
            </a:pPr>
            <a:r>
              <a:rPr lang="zh-CN" altLang="en-US" b="1" dirty="0"/>
              <a:t>	产生一个0到</a:t>
            </a:r>
            <a:r>
              <a:rPr lang="en-US" altLang="zh-CN" b="1" dirty="0"/>
              <a:t>RAND_MAX</a:t>
            </a:r>
            <a:r>
              <a:rPr lang="zh-CN" altLang="en-US" b="1" dirty="0"/>
              <a:t>之间的整数，使用时需要包含头文件&lt;</a:t>
            </a:r>
            <a:r>
              <a:rPr lang="en-US" altLang="zh-CN" b="1" dirty="0"/>
              <a:t>stdlib.h&gt;</a:t>
            </a:r>
            <a:r>
              <a:rPr lang="zh-CN" altLang="en-US" b="1" dirty="0"/>
              <a:t> 。</a:t>
            </a:r>
          </a:p>
          <a:p>
            <a:pPr eaLnBrk="1" hangingPunct="1">
              <a:buNone/>
            </a:pPr>
            <a:r>
              <a:rPr lang="en-US" altLang="zh-CN" b="1" dirty="0"/>
              <a:t>    RAND_MAX</a:t>
            </a:r>
            <a:r>
              <a:rPr lang="zh-CN" altLang="en-US" b="1" dirty="0"/>
              <a:t> 是在头文件&lt;</a:t>
            </a:r>
            <a:r>
              <a:rPr lang="en-US" altLang="zh-CN" b="1" dirty="0"/>
              <a:t>stdlib.h&gt;</a:t>
            </a:r>
            <a:r>
              <a:rPr lang="zh-CN" altLang="en-US" b="1" dirty="0"/>
              <a:t>中定义的符号常量，</a:t>
            </a:r>
            <a:r>
              <a:rPr lang="en-US" altLang="zh-CN" b="1" dirty="0"/>
              <a:t>ANSI</a:t>
            </a:r>
            <a:r>
              <a:rPr lang="zh-CN" altLang="en-US" b="1" dirty="0"/>
              <a:t>规定其不得小于32767。</a:t>
            </a:r>
          </a:p>
          <a:p>
            <a:pPr eaLnBrk="1" hangingPunct="1">
              <a:buNone/>
            </a:pPr>
            <a:endParaRPr lang="zh-CN" altLang="en-US" b="1" dirty="0"/>
          </a:p>
          <a:p>
            <a:pPr eaLnBrk="1" hangingPunct="1">
              <a:buNone/>
            </a:pPr>
            <a:r>
              <a:rPr lang="zh-CN" altLang="en-US" b="1" dirty="0"/>
              <a:t>   用于产生</a:t>
            </a:r>
            <a:r>
              <a:rPr lang="en-US" altLang="zh-CN" b="1" dirty="0"/>
              <a:t>1</a:t>
            </a:r>
            <a:r>
              <a:rPr lang="zh-CN" altLang="en-US" b="1" dirty="0"/>
              <a:t>～</a:t>
            </a:r>
            <a:r>
              <a:rPr lang="en-US" altLang="zh-CN" b="1" dirty="0"/>
              <a:t>6</a:t>
            </a:r>
            <a:r>
              <a:rPr lang="zh-CN" altLang="en-US" b="1" dirty="0"/>
              <a:t>之间的随机数： </a:t>
            </a:r>
            <a:r>
              <a:rPr lang="en-US" altLang="zh-CN" b="1" dirty="0">
                <a:solidFill>
                  <a:srgbClr val="FF0000"/>
                </a:solidFill>
              </a:rPr>
              <a:t>1+rand()%6</a:t>
            </a:r>
          </a:p>
        </p:txBody>
      </p:sp>
      <p:sp>
        <p:nvSpPr>
          <p:cNvPr id="3" name="标题 2">
            <a:extLst>
              <a:ext uri="{FF2B5EF4-FFF2-40B4-BE49-F238E27FC236}">
                <a16:creationId xmlns:a16="http://schemas.microsoft.com/office/drawing/2014/main" id="{DC9AB1A2-9DBF-4A83-A546-9A17D1987B60}"/>
              </a:ext>
            </a:extLst>
          </p:cNvPr>
          <p:cNvSpPr>
            <a:spLocks noGrp="1"/>
          </p:cNvSpPr>
          <p:nvPr>
            <p:ph type="title"/>
          </p:nvPr>
        </p:nvSpPr>
        <p:spPr/>
        <p:txBody>
          <a:bodyPr/>
          <a:lstStyle/>
          <a:p>
            <a:endParaRPr lang="zh-CN" altLang="en-US"/>
          </a:p>
        </p:txBody>
      </p:sp>
    </p:spTree>
    <p:extLst>
      <p:ext uri="{BB962C8B-B14F-4D97-AF65-F5344CB8AC3E}">
        <p14:creationId xmlns:p14="http://schemas.microsoft.com/office/powerpoint/2010/main" val="266465690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79203">
                                            <p:txEl>
                                              <p:pRg st="5" end="5"/>
                                            </p:txEl>
                                          </p:spTgt>
                                        </p:tgtEl>
                                        <p:attrNameLst>
                                          <p:attrName>style.visibility</p:attrName>
                                        </p:attrNameLst>
                                      </p:cBhvr>
                                      <p:to>
                                        <p:strVal val="visible"/>
                                      </p:to>
                                    </p:set>
                                    <p:animEffect transition="in" filter="dissolve">
                                      <p:cBhvr>
                                        <p:cTn id="7" dur="500"/>
                                        <p:tgtEl>
                                          <p:spTgt spid="17920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标题 1"/>
          <p:cNvSpPr>
            <a:spLocks noGrp="1"/>
          </p:cNvSpPr>
          <p:nvPr>
            <p:ph type="title"/>
          </p:nvPr>
        </p:nvSpPr>
        <p:spPr/>
        <p:txBody>
          <a:bodyPr vert="horz" wrap="square" lIns="91440" tIns="45720" rIns="91440" bIns="45720" anchor="ctr"/>
          <a:lstStyle/>
          <a:p>
            <a:endParaRPr lang="zh-CN" altLang="en-US" dirty="0"/>
          </a:p>
        </p:txBody>
      </p:sp>
      <p:sp>
        <p:nvSpPr>
          <p:cNvPr id="92163" name="内容占位符 2"/>
          <p:cNvSpPr>
            <a:spLocks noGrp="1"/>
          </p:cNvSpPr>
          <p:nvPr>
            <p:ph idx="1"/>
          </p:nvPr>
        </p:nvSpPr>
        <p:spPr>
          <a:xfrm>
            <a:off x="539750" y="1197293"/>
            <a:ext cx="7918450" cy="4805362"/>
          </a:xfrm>
        </p:spPr>
        <p:txBody>
          <a:bodyPr vert="horz" wrap="square" lIns="91440" tIns="45720" rIns="91440" bIns="45720" anchor="t"/>
          <a:lstStyle/>
          <a:p>
            <a:pPr marL="0" indent="0">
              <a:buNone/>
            </a:pPr>
            <a:r>
              <a:rPr lang="en-US" altLang="zh-CN" sz="2400" dirty="0">
                <a:latin typeface="Consolas" panose="020B0609020204030204" pitchFamily="49" charset="0"/>
              </a:rPr>
              <a:t>#include&lt;stdio.h&gt;</a:t>
            </a:r>
          </a:p>
          <a:p>
            <a:pPr marL="0" indent="0">
              <a:buNone/>
            </a:pPr>
            <a:r>
              <a:rPr lang="en-US" altLang="zh-CN" sz="2400" dirty="0">
                <a:latin typeface="Consolas" panose="020B0609020204030204" pitchFamily="49" charset="0"/>
              </a:rPr>
              <a:t>#include&lt;stdlib.h&gt;</a:t>
            </a:r>
          </a:p>
          <a:p>
            <a:pPr marL="0" indent="0">
              <a:buNone/>
            </a:pPr>
            <a:r>
              <a:rPr lang="en-US" altLang="zh-CN" sz="2400" dirty="0">
                <a:latin typeface="Consolas" panose="020B0609020204030204" pitchFamily="49" charset="0"/>
              </a:rPr>
              <a:t>int main()</a:t>
            </a:r>
          </a:p>
          <a:p>
            <a:pPr marL="0" indent="0">
              <a:buNone/>
            </a:pPr>
            <a:r>
              <a:rPr lang="en-US" altLang="zh-CN" sz="2400" dirty="0">
                <a:latin typeface="Consolas" panose="020B0609020204030204" pitchFamily="49" charset="0"/>
              </a:rPr>
              <a:t>{     int i;</a:t>
            </a:r>
          </a:p>
          <a:p>
            <a:pPr marL="0" indent="0">
              <a:buNone/>
            </a:pPr>
            <a:r>
              <a:rPr lang="en-US" altLang="zh-CN" sz="2400" dirty="0">
                <a:latin typeface="Consolas" panose="020B0609020204030204" pitchFamily="49" charset="0"/>
              </a:rPr>
              <a:t>      for(i=1;i&lt;=20;i++)</a:t>
            </a:r>
          </a:p>
          <a:p>
            <a:pPr marL="0" indent="0">
              <a:buNone/>
            </a:pPr>
            <a:r>
              <a:rPr lang="en-US" altLang="zh-CN" sz="2400" dirty="0">
                <a:latin typeface="Consolas" panose="020B0609020204030204" pitchFamily="49" charset="0"/>
              </a:rPr>
              <a:t>      {</a:t>
            </a:r>
          </a:p>
          <a:p>
            <a:pPr marL="0" indent="0">
              <a:buNone/>
            </a:pPr>
            <a:r>
              <a:rPr lang="en-US" altLang="zh-CN" sz="2400" dirty="0">
                <a:latin typeface="Consolas" panose="020B0609020204030204" pitchFamily="49" charset="0"/>
              </a:rPr>
              <a:t>           </a:t>
            </a:r>
            <a:r>
              <a:rPr lang="en-US" altLang="zh-CN" sz="2400" dirty="0" err="1">
                <a:latin typeface="Consolas" panose="020B0609020204030204" pitchFamily="49" charset="0"/>
              </a:rPr>
              <a:t>printf</a:t>
            </a:r>
            <a:r>
              <a:rPr lang="en-US" altLang="zh-CN" sz="2400" dirty="0">
                <a:latin typeface="Consolas" panose="020B0609020204030204" pitchFamily="49" charset="0"/>
              </a:rPr>
              <a:t>("%10d",</a:t>
            </a:r>
            <a:r>
              <a:rPr lang="en-US" altLang="zh-CN" sz="2400" dirty="0">
                <a:solidFill>
                  <a:srgbClr val="FF0000"/>
                </a:solidFill>
                <a:latin typeface="Consolas" panose="020B0609020204030204" pitchFamily="49" charset="0"/>
              </a:rPr>
              <a:t>1+rand()%6</a:t>
            </a:r>
            <a:r>
              <a:rPr lang="en-US" altLang="zh-CN" sz="2400" dirty="0">
                <a:latin typeface="Consolas" panose="020B0609020204030204" pitchFamily="49" charset="0"/>
              </a:rPr>
              <a:t>);</a:t>
            </a:r>
          </a:p>
          <a:p>
            <a:pPr marL="0" indent="0">
              <a:buNone/>
            </a:pPr>
            <a:r>
              <a:rPr lang="en-US" altLang="zh-CN" sz="2400" dirty="0">
                <a:latin typeface="Consolas" panose="020B0609020204030204" pitchFamily="49" charset="0"/>
              </a:rPr>
              <a:t>		if(i%5==0) </a:t>
            </a:r>
            <a:r>
              <a:rPr lang="en-US" altLang="zh-CN" sz="2400" dirty="0" err="1">
                <a:latin typeface="Consolas" panose="020B0609020204030204" pitchFamily="49" charset="0"/>
              </a:rPr>
              <a:t>printf</a:t>
            </a:r>
            <a:r>
              <a:rPr lang="en-US" altLang="zh-CN" sz="2400" dirty="0">
                <a:latin typeface="Consolas" panose="020B0609020204030204" pitchFamily="49" charset="0"/>
              </a:rPr>
              <a:t>("\n");</a:t>
            </a:r>
          </a:p>
          <a:p>
            <a:pPr marL="0" indent="0">
              <a:buNone/>
            </a:pPr>
            <a:r>
              <a:rPr lang="en-US" altLang="zh-CN" sz="2400" dirty="0">
                <a:latin typeface="Consolas" panose="020B0609020204030204" pitchFamily="49" charset="0"/>
              </a:rPr>
              <a:t>       }</a:t>
            </a:r>
          </a:p>
          <a:p>
            <a:pPr marL="0" indent="0">
              <a:buNone/>
            </a:pPr>
            <a:r>
              <a:rPr lang="en-US" altLang="zh-CN" sz="2400" dirty="0">
                <a:latin typeface="Consolas" panose="020B0609020204030204" pitchFamily="49" charset="0"/>
              </a:rPr>
              <a:t>       return 0;</a:t>
            </a:r>
          </a:p>
          <a:p>
            <a:pPr marL="0" indent="0">
              <a:buNone/>
            </a:pPr>
            <a:r>
              <a:rPr lang="en-US" altLang="zh-CN" sz="2400" dirty="0">
                <a:latin typeface="Consolas" panose="020B0609020204030204" pitchFamily="49" charset="0"/>
              </a:rPr>
              <a:t>}</a:t>
            </a:r>
          </a:p>
          <a:p>
            <a:pPr marL="0" indent="0">
              <a:buNone/>
            </a:pPr>
            <a:endParaRPr lang="zh-CN" altLang="en-US" sz="2400" dirty="0">
              <a:latin typeface="Consolas" panose="020B0609020204030204" pitchFamily="49" charset="0"/>
            </a:endParaRPr>
          </a:p>
        </p:txBody>
      </p:sp>
      <p:sp>
        <p:nvSpPr>
          <p:cNvPr id="92164" name="灯片编号占位符 3"/>
          <p:cNvSpPr txBox="1">
            <a:spLocks noGrp="1"/>
          </p:cNvSpPr>
          <p:nvPr>
            <p:ph type="sldNum" sz="quarter" idx="11"/>
          </p:nvPr>
        </p:nvSpPr>
        <p:spPr/>
        <p:txBody>
          <a:bodyPr/>
          <a:lstStyle>
            <a:lvl1pPr marL="0" lvl="0" indent="0" algn="l" defTabSz="914400" rtl="0" eaLnBrk="0" fontAlgn="base" latinLnBrk="0" hangingPunct="0">
              <a:lnSpc>
                <a:spcPct val="100000"/>
              </a:lnSpc>
              <a:spcBef>
                <a:spcPct val="0"/>
              </a:spcBef>
              <a:spcAft>
                <a:spcPct val="0"/>
              </a:spcAft>
              <a:buNone/>
              <a:defRPr sz="22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2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2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2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2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eaLnBrk="1" hangingPunct="1">
              <a:spcBef>
                <a:spcPct val="50000"/>
              </a:spcBef>
            </a:pPr>
            <a:fld id="{9A0DB2DC-4C9A-4742-B13C-FB6460FD3503}" type="slidenum">
              <a:rPr lang="zh-CN" altLang="en-US" sz="1400" dirty="0"/>
              <a:t>75</a:t>
            </a:fld>
            <a:endParaRPr lang="zh-CN" altLang="en-US" sz="1400" dirty="0"/>
          </a:p>
        </p:txBody>
      </p:sp>
      <p:pic>
        <p:nvPicPr>
          <p:cNvPr id="92165" name="图片 4"/>
          <p:cNvPicPr>
            <a:picLocks noChangeAspect="1"/>
          </p:cNvPicPr>
          <p:nvPr/>
        </p:nvPicPr>
        <p:blipFill>
          <a:blip r:embed="rId2"/>
          <a:stretch>
            <a:fillRect/>
          </a:stretch>
        </p:blipFill>
        <p:spPr>
          <a:xfrm>
            <a:off x="3582209" y="80962"/>
            <a:ext cx="5526087" cy="1368425"/>
          </a:xfrm>
          <a:prstGeom prst="rect">
            <a:avLst/>
          </a:prstGeom>
          <a:noFill/>
          <a:ln w="9525">
            <a:noFill/>
          </a:ln>
        </p:spPr>
      </p:pic>
      <p:pic>
        <p:nvPicPr>
          <p:cNvPr id="92166" name="图片 5"/>
          <p:cNvPicPr>
            <a:picLocks noChangeAspect="1"/>
          </p:cNvPicPr>
          <p:nvPr/>
        </p:nvPicPr>
        <p:blipFill>
          <a:blip r:embed="rId3"/>
          <a:stretch>
            <a:fillRect/>
          </a:stretch>
        </p:blipFill>
        <p:spPr>
          <a:xfrm>
            <a:off x="3695700" y="4728528"/>
            <a:ext cx="5340350" cy="1435100"/>
          </a:xfrm>
          <a:prstGeom prst="rect">
            <a:avLst/>
          </a:prstGeom>
          <a:noFill/>
          <a:ln w="9525">
            <a:noFill/>
          </a:ln>
        </p:spPr>
      </p:pic>
    </p:spTree>
    <p:extLst>
      <p:ext uri="{BB962C8B-B14F-4D97-AF65-F5344CB8AC3E}">
        <p14:creationId xmlns:p14="http://schemas.microsoft.com/office/powerpoint/2010/main" val="358326409"/>
      </p:ext>
    </p:extLst>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76</a:t>
            </a:fld>
            <a:endParaRPr lang="zh-CN" altLang="en-US" sz="1400" b="1" dirty="0"/>
          </a:p>
        </p:txBody>
      </p:sp>
      <p:sp>
        <p:nvSpPr>
          <p:cNvPr id="180227" name="Rectangle 3"/>
          <p:cNvSpPr>
            <a:spLocks noGrp="1"/>
          </p:cNvSpPr>
          <p:nvPr>
            <p:ph idx="1"/>
          </p:nvPr>
        </p:nvSpPr>
        <p:spPr>
          <a:xfrm>
            <a:off x="395288" y="1319213"/>
            <a:ext cx="8062912" cy="4611687"/>
          </a:xfrm>
        </p:spPr>
        <p:txBody>
          <a:bodyPr vert="horz" wrap="square" lIns="91440" tIns="45720" rIns="91440" bIns="45720" anchor="t"/>
          <a:lstStyle/>
          <a:p>
            <a:pPr eaLnBrk="1" hangingPunct="1">
              <a:lnSpc>
                <a:spcPct val="150000"/>
              </a:lnSpc>
              <a:buFont typeface="Wingdings" panose="05000000000000000000" pitchFamily="2" charset="2"/>
              <a:buChar char="Ø"/>
            </a:pPr>
            <a:r>
              <a:rPr lang="zh-CN" altLang="en-US" b="1" dirty="0"/>
              <a:t>每一次调用函数</a:t>
            </a:r>
            <a:r>
              <a:rPr lang="en-US" altLang="zh-CN" b="1" dirty="0"/>
              <a:t>rand()</a:t>
            </a:r>
            <a:r>
              <a:rPr lang="zh-CN" altLang="en-US" b="1" dirty="0"/>
              <a:t>时，0到</a:t>
            </a:r>
            <a:r>
              <a:rPr lang="en-US" altLang="zh-CN" b="1" dirty="0"/>
              <a:t>RAND_MAX</a:t>
            </a:r>
            <a:r>
              <a:rPr lang="zh-CN" altLang="en-US" b="1" dirty="0"/>
              <a:t>之间的每一个数字被选中的机会几乎均等。</a:t>
            </a:r>
          </a:p>
          <a:p>
            <a:pPr eaLnBrk="1" hangingPunct="1">
              <a:buFont typeface="Wingdings" panose="05000000000000000000" pitchFamily="2" charset="2"/>
              <a:buChar char="Ø"/>
            </a:pPr>
            <a:r>
              <a:rPr lang="zh-CN" altLang="en-US" b="1" dirty="0"/>
              <a:t>但是</a:t>
            </a:r>
            <a:r>
              <a:rPr lang="en-US" altLang="zh-CN" b="1" dirty="0"/>
              <a:t>rand()</a:t>
            </a:r>
            <a:r>
              <a:rPr lang="zh-CN" altLang="en-US" b="1" dirty="0"/>
              <a:t>所产生的随机数是伪随机数！反复调用</a:t>
            </a:r>
            <a:r>
              <a:rPr lang="en-US" altLang="zh-CN" b="1" dirty="0"/>
              <a:t>rand()</a:t>
            </a:r>
            <a:r>
              <a:rPr lang="zh-CN" altLang="en-US" b="1" dirty="0"/>
              <a:t>产生的一系列数似乎是随机的，但是每次执行程序所产生的序列则是重复的。</a:t>
            </a:r>
          </a:p>
          <a:p>
            <a:pPr eaLnBrk="1" hangingPunct="1">
              <a:buNone/>
            </a:pPr>
            <a:endParaRPr lang="zh-CN" altLang="en-US" b="1" dirty="0"/>
          </a:p>
        </p:txBody>
      </p:sp>
      <p:sp>
        <p:nvSpPr>
          <p:cNvPr id="91140" name="Rectangle 3"/>
          <p:cNvSpPr>
            <a:spLocks noGrp="1"/>
          </p:cNvSpPr>
          <p:nvPr>
            <p:ph type="title"/>
          </p:nvPr>
        </p:nvSpPr>
        <p:spPr>
          <a:xfrm>
            <a:off x="1371600" y="404813"/>
            <a:ext cx="7772400" cy="720725"/>
          </a:xfrm>
        </p:spPr>
        <p:txBody>
          <a:bodyPr vert="horz" wrap="square" lIns="91440" tIns="45720" rIns="91440" bIns="45720" anchor="ctr"/>
          <a:lstStyle/>
          <a:p>
            <a:pPr eaLnBrk="1" hangingPunct="1"/>
            <a:r>
              <a:rPr lang="zh-CN" altLang="en-US" b="1" dirty="0"/>
              <a:t>掷骰子</a:t>
            </a:r>
          </a:p>
        </p:txBody>
      </p:sp>
    </p:spTree>
    <p:extLst>
      <p:ext uri="{BB962C8B-B14F-4D97-AF65-F5344CB8AC3E}">
        <p14:creationId xmlns:p14="http://schemas.microsoft.com/office/powerpoint/2010/main" val="142585870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80227">
                                            <p:txEl>
                                              <p:pRg st="1" end="1"/>
                                            </p:txEl>
                                          </p:spTgt>
                                        </p:tgtEl>
                                        <p:attrNameLst>
                                          <p:attrName>style.visibility</p:attrName>
                                        </p:attrNameLst>
                                      </p:cBhvr>
                                      <p:to>
                                        <p:strVal val="visible"/>
                                      </p:to>
                                    </p:set>
                                    <p:animEffect transition="in" filter="dissolve">
                                      <p:cBhvr>
                                        <p:cTn id="7" dur="500"/>
                                        <p:tgtEl>
                                          <p:spTgt spid="18022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77</a:t>
            </a:fld>
            <a:endParaRPr lang="zh-CN" altLang="en-US" sz="1400" b="1" dirty="0"/>
          </a:p>
        </p:txBody>
      </p:sp>
      <p:sp>
        <p:nvSpPr>
          <p:cNvPr id="93187" name="Rectangle 3"/>
          <p:cNvSpPr>
            <a:spLocks noGrp="1"/>
          </p:cNvSpPr>
          <p:nvPr>
            <p:ph idx="1"/>
          </p:nvPr>
        </p:nvSpPr>
        <p:spPr>
          <a:xfrm>
            <a:off x="685800" y="1319213"/>
            <a:ext cx="7772400" cy="2306637"/>
          </a:xfrm>
        </p:spPr>
        <p:txBody>
          <a:bodyPr vert="horz" wrap="square" lIns="91440" tIns="45720" rIns="91440" bIns="45720" anchor="t"/>
          <a:lstStyle/>
          <a:p>
            <a:pPr eaLnBrk="1" hangingPunct="1">
              <a:lnSpc>
                <a:spcPct val="90000"/>
              </a:lnSpc>
              <a:buNone/>
            </a:pPr>
            <a:r>
              <a:rPr lang="zh-CN" altLang="en-US" b="1" dirty="0"/>
              <a:t>2、</a:t>
            </a:r>
            <a:r>
              <a:rPr lang="en-US" altLang="zh-CN" b="1" dirty="0"/>
              <a:t>srand(unsigned int)</a:t>
            </a:r>
            <a:r>
              <a:rPr lang="zh-CN" altLang="en-US" b="1" dirty="0"/>
              <a:t>函数</a:t>
            </a:r>
          </a:p>
          <a:p>
            <a:pPr eaLnBrk="1" hangingPunct="1">
              <a:lnSpc>
                <a:spcPct val="90000"/>
              </a:lnSpc>
              <a:buNone/>
            </a:pPr>
            <a:r>
              <a:rPr lang="zh-CN" altLang="en-US" b="1" dirty="0"/>
              <a:t>	如何实现真正的随机化：为函数</a:t>
            </a:r>
            <a:r>
              <a:rPr lang="en-US" altLang="zh-CN" b="1" dirty="0"/>
              <a:t>rand</a:t>
            </a:r>
            <a:r>
              <a:rPr lang="zh-CN" altLang="en-US" b="1" dirty="0"/>
              <a:t>设置</a:t>
            </a:r>
            <a:r>
              <a:rPr lang="zh-CN" altLang="en-US" b="1" dirty="0">
                <a:solidFill>
                  <a:schemeClr val="accent2"/>
                </a:solidFill>
              </a:rPr>
              <a:t>随机数种子</a:t>
            </a:r>
            <a:r>
              <a:rPr lang="zh-CN" altLang="en-US" b="1" dirty="0"/>
              <a:t>；每次执行程序时，只要随机数种子不同，产生的随机数序列也将不同。</a:t>
            </a:r>
            <a:endParaRPr lang="en-US" altLang="zh-CN" b="1" dirty="0"/>
          </a:p>
          <a:p>
            <a:pPr eaLnBrk="1" hangingPunct="1">
              <a:lnSpc>
                <a:spcPct val="90000"/>
              </a:lnSpc>
              <a:buNone/>
            </a:pPr>
            <a:endParaRPr lang="zh-CN" altLang="en-US" b="1" dirty="0"/>
          </a:p>
        </p:txBody>
      </p:sp>
      <p:sp>
        <p:nvSpPr>
          <p:cNvPr id="181255" name="Rectangle 7"/>
          <p:cNvSpPr/>
          <p:nvPr/>
        </p:nvSpPr>
        <p:spPr>
          <a:xfrm>
            <a:off x="1043608" y="3429000"/>
            <a:ext cx="7924800" cy="2519362"/>
          </a:xfrm>
          <a:prstGeom prst="rect">
            <a:avLst/>
          </a:prstGeom>
          <a:noFill/>
          <a:ln w="9525">
            <a:noFill/>
          </a:ln>
        </p:spPr>
        <p:txBody>
          <a:bodyPr lIns="92075" tIns="46038" rIns="92075" bIns="46038"/>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buClr>
                <a:schemeClr val="accent2"/>
              </a:buClr>
              <a:buSzPct val="75000"/>
              <a:buFont typeface="Monotype Sorts" charset="2"/>
              <a:buNone/>
            </a:pPr>
            <a:r>
              <a:rPr lang="zh-CN" altLang="en-US" b="1" dirty="0"/>
              <a:t>让机器设置随机数种子：</a:t>
            </a:r>
          </a:p>
          <a:p>
            <a:pPr marL="342900" lvl="0" indent="-342900" eaLnBrk="1" hangingPunct="1">
              <a:buClr>
                <a:schemeClr val="accent2"/>
              </a:buClr>
              <a:buSzPct val="75000"/>
              <a:buFont typeface="Monotype Sorts" charset="2"/>
              <a:buNone/>
            </a:pPr>
            <a:r>
              <a:rPr lang="en-US" altLang="zh-CN" b="1" dirty="0" err="1">
                <a:solidFill>
                  <a:schemeClr val="accent2"/>
                </a:solidFill>
              </a:rPr>
              <a:t>srand</a:t>
            </a:r>
            <a:r>
              <a:rPr lang="en-US" altLang="zh-CN" b="1" dirty="0">
                <a:solidFill>
                  <a:schemeClr val="accent2"/>
                </a:solidFill>
              </a:rPr>
              <a:t>((unsigned)time(NULL)):</a:t>
            </a:r>
            <a:r>
              <a:rPr lang="zh-CN" altLang="en-US" b="1" dirty="0"/>
              <a:t>通过</a:t>
            </a:r>
            <a:r>
              <a:rPr lang="en-US" altLang="zh-CN" b="1" dirty="0"/>
              <a:t>time</a:t>
            </a:r>
            <a:r>
              <a:rPr lang="zh-CN" altLang="en-US" b="1" dirty="0"/>
              <a:t>函数使计算机读取当前时间值（以秒为单位，如1099228431 ），并把该值设成随机数种子，这样可以避免用户自己输入随机数种子。</a:t>
            </a:r>
          </a:p>
          <a:p>
            <a:pPr marL="342900" lvl="0" indent="-342900" eaLnBrk="1" hangingPunct="1">
              <a:buClr>
                <a:schemeClr val="accent2"/>
              </a:buClr>
              <a:buSzPct val="75000"/>
              <a:buFont typeface="Monotype Sorts" charset="2"/>
              <a:buNone/>
            </a:pPr>
            <a:r>
              <a:rPr lang="zh-CN" altLang="en-US" b="1" dirty="0"/>
              <a:t>	</a:t>
            </a:r>
          </a:p>
        </p:txBody>
      </p:sp>
      <p:sp>
        <p:nvSpPr>
          <p:cNvPr id="93189" name="Rectangle 3"/>
          <p:cNvSpPr>
            <a:spLocks noGrp="1"/>
          </p:cNvSpPr>
          <p:nvPr>
            <p:ph type="title"/>
          </p:nvPr>
        </p:nvSpPr>
        <p:spPr>
          <a:xfrm>
            <a:off x="1371600" y="404813"/>
            <a:ext cx="7772400" cy="720725"/>
          </a:xfrm>
        </p:spPr>
        <p:txBody>
          <a:bodyPr vert="horz" wrap="square" lIns="91440" tIns="45720" rIns="91440" bIns="45720" anchor="ctr"/>
          <a:lstStyle/>
          <a:p>
            <a:pPr eaLnBrk="1" hangingPunct="1"/>
            <a:r>
              <a:rPr lang="zh-CN" altLang="en-US" b="1" dirty="0"/>
              <a:t>设置随机种子</a:t>
            </a:r>
          </a:p>
        </p:txBody>
      </p:sp>
    </p:spTree>
    <p:extLst>
      <p:ext uri="{BB962C8B-B14F-4D97-AF65-F5344CB8AC3E}">
        <p14:creationId xmlns:p14="http://schemas.microsoft.com/office/powerpoint/2010/main" val="413187775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81255">
                                            <p:txEl>
                                              <p:pRg st="0" end="0"/>
                                            </p:txEl>
                                          </p:spTgt>
                                        </p:tgtEl>
                                        <p:attrNameLst>
                                          <p:attrName>style.visibility</p:attrName>
                                        </p:attrNameLst>
                                      </p:cBhvr>
                                      <p:to>
                                        <p:strVal val="visible"/>
                                      </p:to>
                                    </p:set>
                                    <p:animEffect transition="in" filter="dissolve">
                                      <p:cBhvr>
                                        <p:cTn id="7" dur="500"/>
                                        <p:tgtEl>
                                          <p:spTgt spid="18125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81255">
                                            <p:txEl>
                                              <p:pRg st="1" end="1"/>
                                            </p:txEl>
                                          </p:spTgt>
                                        </p:tgtEl>
                                        <p:attrNameLst>
                                          <p:attrName>style.visibility</p:attrName>
                                        </p:attrNameLst>
                                      </p:cBhvr>
                                      <p:to>
                                        <p:strVal val="visible"/>
                                      </p:to>
                                    </p:set>
                                    <p:animEffect transition="in" filter="dissolve">
                                      <p:cBhvr>
                                        <p:cTn id="12" dur="500"/>
                                        <p:tgtEl>
                                          <p:spTgt spid="18125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4210" name="图片 4"/>
          <p:cNvPicPr>
            <a:picLocks noChangeAspect="1"/>
          </p:cNvPicPr>
          <p:nvPr/>
        </p:nvPicPr>
        <p:blipFill>
          <a:blip r:embed="rId3"/>
          <a:stretch>
            <a:fillRect/>
          </a:stretch>
        </p:blipFill>
        <p:spPr>
          <a:xfrm>
            <a:off x="4039235" y="1306830"/>
            <a:ext cx="4957445" cy="1477010"/>
          </a:xfrm>
          <a:prstGeom prst="rect">
            <a:avLst/>
          </a:prstGeom>
          <a:noFill/>
          <a:ln w="9525">
            <a:noFill/>
          </a:ln>
        </p:spPr>
      </p:pic>
      <p:sp>
        <p:nvSpPr>
          <p:cNvPr id="94211" name="标题 1"/>
          <p:cNvSpPr>
            <a:spLocks noGrp="1"/>
          </p:cNvSpPr>
          <p:nvPr>
            <p:ph type="title"/>
          </p:nvPr>
        </p:nvSpPr>
        <p:spPr/>
        <p:txBody>
          <a:bodyPr vert="horz" wrap="square" lIns="91440" tIns="45720" rIns="91440" bIns="45720" anchor="ctr"/>
          <a:lstStyle/>
          <a:p>
            <a:endParaRPr lang="zh-CN" altLang="en-US" dirty="0"/>
          </a:p>
        </p:txBody>
      </p:sp>
      <p:sp>
        <p:nvSpPr>
          <p:cNvPr id="94212" name="内容占位符 2"/>
          <p:cNvSpPr>
            <a:spLocks noGrp="1"/>
          </p:cNvSpPr>
          <p:nvPr>
            <p:ph idx="1"/>
          </p:nvPr>
        </p:nvSpPr>
        <p:spPr>
          <a:xfrm>
            <a:off x="542608" y="1125538"/>
            <a:ext cx="4957445" cy="5278437"/>
          </a:xfrm>
        </p:spPr>
        <p:txBody>
          <a:bodyPr vert="horz" wrap="square" lIns="91440" tIns="45720" rIns="91440" bIns="45720" anchor="t"/>
          <a:lstStyle/>
          <a:p>
            <a:pPr marL="0" indent="0">
              <a:lnSpc>
                <a:spcPct val="80000"/>
              </a:lnSpc>
              <a:buNone/>
            </a:pPr>
            <a:r>
              <a:rPr lang="en-US" altLang="zh-CN" sz="2400" dirty="0">
                <a:latin typeface="Consolas" panose="020B0609020204030204" pitchFamily="49" charset="0"/>
              </a:rPr>
              <a:t>#include&lt;stdio.h&gt;</a:t>
            </a:r>
          </a:p>
          <a:p>
            <a:pPr marL="0" indent="0">
              <a:lnSpc>
                <a:spcPct val="80000"/>
              </a:lnSpc>
              <a:buNone/>
            </a:pPr>
            <a:r>
              <a:rPr lang="en-US" altLang="zh-CN" sz="2400" dirty="0">
                <a:latin typeface="Consolas" panose="020B0609020204030204" pitchFamily="49" charset="0"/>
              </a:rPr>
              <a:t>#include&lt;stdlib.h&gt;</a:t>
            </a:r>
          </a:p>
          <a:p>
            <a:pPr marL="0" indent="0">
              <a:lnSpc>
                <a:spcPct val="80000"/>
              </a:lnSpc>
              <a:buNone/>
            </a:pPr>
            <a:r>
              <a:rPr lang="en-US" altLang="zh-CN" sz="2400" dirty="0">
                <a:latin typeface="Consolas" panose="020B0609020204030204" pitchFamily="49" charset="0"/>
              </a:rPr>
              <a:t>int main()</a:t>
            </a:r>
          </a:p>
          <a:p>
            <a:pPr marL="0" indent="0">
              <a:lnSpc>
                <a:spcPct val="80000"/>
              </a:lnSpc>
              <a:buNone/>
            </a:pPr>
            <a:r>
              <a:rPr lang="en-US" altLang="zh-CN" sz="2400" dirty="0">
                <a:latin typeface="Consolas" panose="020B0609020204030204" pitchFamily="49" charset="0"/>
              </a:rPr>
              <a:t>{   int i;</a:t>
            </a:r>
          </a:p>
          <a:p>
            <a:pPr marL="0" indent="0">
              <a:lnSpc>
                <a:spcPct val="80000"/>
              </a:lnSpc>
              <a:buNone/>
            </a:pPr>
            <a:r>
              <a:rPr lang="en-US" altLang="zh-CN" sz="2400" dirty="0">
                <a:latin typeface="Consolas" panose="020B0609020204030204" pitchFamily="49" charset="0"/>
              </a:rPr>
              <a:t>     int seed; </a:t>
            </a:r>
          </a:p>
          <a:p>
            <a:pPr marL="0" indent="0">
              <a:lnSpc>
                <a:spcPct val="80000"/>
              </a:lnSpc>
              <a:buNone/>
            </a:pPr>
            <a:r>
              <a:rPr lang="en-US" altLang="zh-CN" sz="2400" dirty="0">
                <a:latin typeface="Consolas" panose="020B0609020204030204" pitchFamily="49" charset="0"/>
              </a:rPr>
              <a:t>     </a:t>
            </a:r>
            <a:r>
              <a:rPr lang="en-US" altLang="zh-CN" sz="2400" dirty="0" err="1">
                <a:latin typeface="Consolas" panose="020B0609020204030204" pitchFamily="49" charset="0"/>
              </a:rPr>
              <a:t>printf</a:t>
            </a:r>
            <a:r>
              <a:rPr lang="en-US" altLang="zh-CN" sz="2400" dirty="0">
                <a:latin typeface="Consolas" panose="020B0609020204030204" pitchFamily="49" charset="0"/>
              </a:rPr>
              <a:t>("</a:t>
            </a:r>
            <a:r>
              <a:rPr lang="zh-CN" altLang="en-US" sz="2400" dirty="0">
                <a:latin typeface="Consolas" panose="020B0609020204030204" pitchFamily="49" charset="0"/>
              </a:rPr>
              <a:t>请输入种子：</a:t>
            </a:r>
            <a:r>
              <a:rPr lang="en-US" altLang="zh-CN" sz="2400" dirty="0">
                <a:latin typeface="Consolas" panose="020B0609020204030204" pitchFamily="49" charset="0"/>
              </a:rPr>
              <a:t>");</a:t>
            </a:r>
          </a:p>
          <a:p>
            <a:pPr marL="0" indent="0">
              <a:lnSpc>
                <a:spcPct val="80000"/>
              </a:lnSpc>
              <a:buNone/>
            </a:pPr>
            <a:r>
              <a:rPr lang="en-US" altLang="zh-CN" sz="2400" dirty="0">
                <a:latin typeface="Consolas" panose="020B0609020204030204" pitchFamily="49" charset="0"/>
              </a:rPr>
              <a:t>     </a:t>
            </a:r>
            <a:r>
              <a:rPr lang="en-US" altLang="zh-CN" sz="2400" dirty="0" err="1">
                <a:latin typeface="Consolas" panose="020B0609020204030204" pitchFamily="49" charset="0"/>
              </a:rPr>
              <a:t>scanf</a:t>
            </a:r>
            <a:r>
              <a:rPr lang="en-US" altLang="zh-CN" sz="2400" dirty="0">
                <a:latin typeface="Consolas" panose="020B0609020204030204" pitchFamily="49" charset="0"/>
              </a:rPr>
              <a:t>("%</a:t>
            </a:r>
            <a:r>
              <a:rPr lang="en-US" altLang="zh-CN" sz="2400" dirty="0" err="1">
                <a:latin typeface="Consolas" panose="020B0609020204030204" pitchFamily="49" charset="0"/>
              </a:rPr>
              <a:t>d",&amp;seed</a:t>
            </a:r>
            <a:r>
              <a:rPr lang="en-US" altLang="zh-CN" sz="2400" dirty="0">
                <a:latin typeface="Consolas" panose="020B0609020204030204" pitchFamily="49" charset="0"/>
              </a:rPr>
              <a:t>);</a:t>
            </a:r>
          </a:p>
          <a:p>
            <a:pPr marL="0" indent="0">
              <a:lnSpc>
                <a:spcPct val="80000"/>
              </a:lnSpc>
              <a:buNone/>
            </a:pPr>
            <a:r>
              <a:rPr lang="en-US" altLang="zh-CN" sz="2400" dirty="0">
                <a:solidFill>
                  <a:srgbClr val="FF0000"/>
                </a:solidFill>
                <a:latin typeface="Consolas" panose="020B0609020204030204" pitchFamily="49" charset="0"/>
              </a:rPr>
              <a:t>     </a:t>
            </a:r>
            <a:r>
              <a:rPr lang="en-US" altLang="zh-CN" sz="2400" dirty="0">
                <a:solidFill>
                  <a:schemeClr val="accent2"/>
                </a:solidFill>
                <a:latin typeface="Consolas" panose="020B0609020204030204" pitchFamily="49" charset="0"/>
              </a:rPr>
              <a:t>srand(seed);</a:t>
            </a:r>
          </a:p>
          <a:p>
            <a:pPr marL="0" indent="0">
              <a:lnSpc>
                <a:spcPct val="80000"/>
              </a:lnSpc>
              <a:buNone/>
            </a:pPr>
            <a:r>
              <a:rPr lang="en-US" altLang="zh-CN" sz="2400" dirty="0">
                <a:latin typeface="Consolas" panose="020B0609020204030204" pitchFamily="49" charset="0"/>
              </a:rPr>
              <a:t>     for(i=1;i&lt;=20;i++)</a:t>
            </a:r>
          </a:p>
          <a:p>
            <a:pPr marL="0" indent="0">
              <a:lnSpc>
                <a:spcPct val="80000"/>
              </a:lnSpc>
              <a:buNone/>
            </a:pPr>
            <a:r>
              <a:rPr lang="en-US" altLang="zh-CN" sz="2400" dirty="0">
                <a:latin typeface="Consolas" panose="020B0609020204030204" pitchFamily="49" charset="0"/>
              </a:rPr>
              <a:t>     {  </a:t>
            </a:r>
            <a:r>
              <a:rPr lang="en-US" altLang="zh-CN" sz="2400" dirty="0" err="1">
                <a:latin typeface="Consolas" panose="020B0609020204030204" pitchFamily="49" charset="0"/>
              </a:rPr>
              <a:t>printf</a:t>
            </a:r>
            <a:r>
              <a:rPr lang="en-US" altLang="zh-CN" sz="2400" dirty="0">
                <a:latin typeface="Consolas" panose="020B0609020204030204" pitchFamily="49" charset="0"/>
              </a:rPr>
              <a:t>("%10d",1+rand()%6);</a:t>
            </a:r>
          </a:p>
          <a:p>
            <a:pPr marL="0" indent="0">
              <a:lnSpc>
                <a:spcPct val="80000"/>
              </a:lnSpc>
              <a:buNone/>
            </a:pPr>
            <a:r>
              <a:rPr lang="en-US" altLang="zh-CN" sz="2400" dirty="0">
                <a:latin typeface="Consolas" panose="020B0609020204030204" pitchFamily="49" charset="0"/>
              </a:rPr>
              <a:t>        if(i%5==0)    </a:t>
            </a:r>
            <a:r>
              <a:rPr lang="en-US" altLang="zh-CN" sz="2400" dirty="0" err="1">
                <a:latin typeface="Consolas" panose="020B0609020204030204" pitchFamily="49" charset="0"/>
              </a:rPr>
              <a:t>printf</a:t>
            </a:r>
            <a:r>
              <a:rPr lang="en-US" altLang="zh-CN" sz="2400" dirty="0">
                <a:latin typeface="Consolas" panose="020B0609020204030204" pitchFamily="49" charset="0"/>
              </a:rPr>
              <a:t>("\n");</a:t>
            </a:r>
          </a:p>
          <a:p>
            <a:pPr marL="0" indent="0">
              <a:lnSpc>
                <a:spcPct val="80000"/>
              </a:lnSpc>
              <a:buNone/>
            </a:pPr>
            <a:r>
              <a:rPr lang="en-US" altLang="zh-CN" sz="2400" dirty="0">
                <a:latin typeface="Consolas" panose="020B0609020204030204" pitchFamily="49" charset="0"/>
              </a:rPr>
              <a:t>      }</a:t>
            </a:r>
          </a:p>
          <a:p>
            <a:pPr marL="0" indent="0">
              <a:lnSpc>
                <a:spcPct val="80000"/>
              </a:lnSpc>
              <a:buNone/>
            </a:pPr>
            <a:r>
              <a:rPr lang="en-US" altLang="zh-CN" sz="2400" dirty="0">
                <a:latin typeface="Consolas" panose="020B0609020204030204" pitchFamily="49" charset="0"/>
              </a:rPr>
              <a:t>      return 0;</a:t>
            </a:r>
          </a:p>
          <a:p>
            <a:pPr marL="0" indent="0">
              <a:lnSpc>
                <a:spcPct val="80000"/>
              </a:lnSpc>
              <a:buNone/>
            </a:pPr>
            <a:r>
              <a:rPr lang="en-US" altLang="zh-CN" sz="2400" dirty="0">
                <a:latin typeface="Consolas" panose="020B0609020204030204" pitchFamily="49" charset="0"/>
              </a:rPr>
              <a:t>}</a:t>
            </a:r>
            <a:endParaRPr lang="zh-CN" altLang="en-US" sz="2400" dirty="0">
              <a:latin typeface="Consolas" panose="020B0609020204030204" pitchFamily="49" charset="0"/>
            </a:endParaRPr>
          </a:p>
        </p:txBody>
      </p:sp>
      <p:sp>
        <p:nvSpPr>
          <p:cNvPr id="94213" name="灯片编号占位符 3"/>
          <p:cNvSpPr txBox="1">
            <a:spLocks noGrp="1"/>
          </p:cNvSpPr>
          <p:nvPr>
            <p:ph type="sldNum" sz="quarter" idx="11"/>
          </p:nvPr>
        </p:nvSpPr>
        <p:spPr/>
        <p:txBody>
          <a:bodyPr/>
          <a:lstStyle>
            <a:lvl1pPr marL="0" lvl="0" indent="0" algn="l" defTabSz="914400" rtl="0" eaLnBrk="0" fontAlgn="base" latinLnBrk="0" hangingPunct="0">
              <a:lnSpc>
                <a:spcPct val="100000"/>
              </a:lnSpc>
              <a:spcBef>
                <a:spcPct val="0"/>
              </a:spcBef>
              <a:spcAft>
                <a:spcPct val="0"/>
              </a:spcAft>
              <a:buNone/>
              <a:defRPr sz="22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2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2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2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2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eaLnBrk="1" hangingPunct="1">
              <a:spcBef>
                <a:spcPct val="50000"/>
              </a:spcBef>
            </a:pPr>
            <a:fld id="{9A0DB2DC-4C9A-4742-B13C-FB6460FD3503}" type="slidenum">
              <a:rPr lang="zh-CN" altLang="en-US" sz="1400" dirty="0"/>
              <a:t>78</a:t>
            </a:fld>
            <a:endParaRPr lang="zh-CN" altLang="en-US" sz="1400" dirty="0"/>
          </a:p>
        </p:txBody>
      </p:sp>
      <p:pic>
        <p:nvPicPr>
          <p:cNvPr id="94214" name="图片 5"/>
          <p:cNvPicPr>
            <a:picLocks noChangeAspect="1"/>
          </p:cNvPicPr>
          <p:nvPr/>
        </p:nvPicPr>
        <p:blipFill>
          <a:blip r:embed="rId4"/>
          <a:stretch>
            <a:fillRect/>
          </a:stretch>
        </p:blipFill>
        <p:spPr>
          <a:xfrm>
            <a:off x="4864100" y="4221480"/>
            <a:ext cx="4347210" cy="1964055"/>
          </a:xfrm>
          <a:prstGeom prst="rect">
            <a:avLst/>
          </a:prstGeom>
          <a:noFill/>
          <a:ln w="9525">
            <a:noFill/>
          </a:ln>
        </p:spPr>
      </p:pic>
    </p:spTree>
    <p:extLst>
      <p:ext uri="{BB962C8B-B14F-4D97-AF65-F5344CB8AC3E}">
        <p14:creationId xmlns:p14="http://schemas.microsoft.com/office/powerpoint/2010/main" val="1948570047"/>
      </p:ext>
    </p:extLst>
  </p:cSld>
  <p:clrMapOvr>
    <a:masterClrMapping/>
  </p:clrMapOv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标题 1"/>
          <p:cNvSpPr>
            <a:spLocks noGrp="1"/>
          </p:cNvSpPr>
          <p:nvPr>
            <p:ph type="title"/>
          </p:nvPr>
        </p:nvSpPr>
        <p:spPr/>
        <p:txBody>
          <a:bodyPr vert="horz" wrap="square" lIns="91440" tIns="45720" rIns="91440" bIns="45720" anchor="ctr"/>
          <a:lstStyle/>
          <a:p>
            <a:endParaRPr lang="zh-CN" altLang="en-US" dirty="0"/>
          </a:p>
        </p:txBody>
      </p:sp>
      <p:sp>
        <p:nvSpPr>
          <p:cNvPr id="96259" name="内容占位符 2"/>
          <p:cNvSpPr>
            <a:spLocks noGrp="1"/>
          </p:cNvSpPr>
          <p:nvPr>
            <p:ph idx="1"/>
          </p:nvPr>
        </p:nvSpPr>
        <p:spPr>
          <a:xfrm>
            <a:off x="394335" y="1123950"/>
            <a:ext cx="7846695" cy="5309870"/>
          </a:xfrm>
        </p:spPr>
        <p:txBody>
          <a:bodyPr vert="horz" wrap="square" lIns="91440" tIns="45720" rIns="91440" bIns="45720" anchor="t"/>
          <a:lstStyle/>
          <a:p>
            <a:pPr marL="0" indent="0">
              <a:lnSpc>
                <a:spcPct val="80000"/>
              </a:lnSpc>
              <a:buNone/>
            </a:pPr>
            <a:r>
              <a:rPr lang="en-US" altLang="zh-CN" sz="2400" dirty="0">
                <a:latin typeface="Consolas" panose="020B0609020204030204" pitchFamily="49" charset="0"/>
              </a:rPr>
              <a:t>#include&lt;stdio.h&gt;</a:t>
            </a:r>
          </a:p>
          <a:p>
            <a:pPr marL="0" indent="0">
              <a:lnSpc>
                <a:spcPct val="80000"/>
              </a:lnSpc>
              <a:buNone/>
            </a:pPr>
            <a:r>
              <a:rPr lang="en-US" altLang="zh-CN" sz="2400" dirty="0">
                <a:latin typeface="Consolas" panose="020B0609020204030204" pitchFamily="49" charset="0"/>
              </a:rPr>
              <a:t>#include&lt;stdlib.h&gt;</a:t>
            </a:r>
          </a:p>
          <a:p>
            <a:pPr marL="0" indent="0">
              <a:lnSpc>
                <a:spcPct val="80000"/>
              </a:lnSpc>
              <a:buNone/>
            </a:pPr>
            <a:r>
              <a:rPr lang="en-US" altLang="zh-CN" sz="2400" dirty="0">
                <a:solidFill>
                  <a:schemeClr val="accent2"/>
                </a:solidFill>
                <a:latin typeface="Consolas" panose="020B0609020204030204" pitchFamily="49" charset="0"/>
              </a:rPr>
              <a:t>#include&lt;time.h&gt;</a:t>
            </a:r>
          </a:p>
          <a:p>
            <a:pPr marL="0" indent="0">
              <a:lnSpc>
                <a:spcPct val="80000"/>
              </a:lnSpc>
              <a:buNone/>
            </a:pPr>
            <a:r>
              <a:rPr lang="en-US" altLang="zh-CN" sz="2400" dirty="0">
                <a:latin typeface="Consolas" panose="020B0609020204030204" pitchFamily="49" charset="0"/>
              </a:rPr>
              <a:t>int main()</a:t>
            </a:r>
          </a:p>
          <a:p>
            <a:pPr marL="0" indent="0">
              <a:lnSpc>
                <a:spcPct val="80000"/>
              </a:lnSpc>
              <a:buNone/>
            </a:pPr>
            <a:r>
              <a:rPr lang="en-US" altLang="zh-CN" sz="2400" dirty="0">
                <a:latin typeface="Consolas" panose="020B0609020204030204" pitchFamily="49" charset="0"/>
              </a:rPr>
              <a:t>{	int i;</a:t>
            </a:r>
          </a:p>
          <a:p>
            <a:pPr marL="0" indent="0">
              <a:lnSpc>
                <a:spcPct val="80000"/>
              </a:lnSpc>
              <a:buNone/>
            </a:pPr>
            <a:r>
              <a:rPr lang="en-US" altLang="zh-CN" sz="2400" dirty="0">
                <a:latin typeface="Consolas" panose="020B0609020204030204" pitchFamily="49" charset="0"/>
              </a:rPr>
              <a:t>	</a:t>
            </a:r>
            <a:r>
              <a:rPr lang="en-US" altLang="zh-CN" sz="2000" dirty="0" err="1">
                <a:solidFill>
                  <a:schemeClr val="accent2"/>
                </a:solidFill>
                <a:latin typeface="Consolas" panose="020B0609020204030204" pitchFamily="49" charset="0"/>
              </a:rPr>
              <a:t>srand</a:t>
            </a:r>
            <a:r>
              <a:rPr lang="en-US" altLang="zh-CN" sz="2000" dirty="0">
                <a:solidFill>
                  <a:schemeClr val="accent2"/>
                </a:solidFill>
                <a:latin typeface="Consolas" panose="020B0609020204030204" pitchFamily="49" charset="0"/>
              </a:rPr>
              <a:t>((unsigned</a:t>
            </a:r>
            <a:r>
              <a:rPr lang="en-US" altLang="zh-CN" sz="2000" b="1" dirty="0">
                <a:solidFill>
                  <a:schemeClr val="accent2"/>
                </a:solidFill>
                <a:latin typeface="Consolas" panose="020B0609020204030204" pitchFamily="49" charset="0"/>
              </a:rPr>
              <a:t>)</a:t>
            </a:r>
            <a:r>
              <a:rPr lang="en-US" altLang="zh-CN" sz="2000" dirty="0">
                <a:solidFill>
                  <a:schemeClr val="accent2"/>
                </a:solidFill>
                <a:latin typeface="Consolas" panose="020B0609020204030204" pitchFamily="49" charset="0"/>
              </a:rPr>
              <a:t>time(NULL));</a:t>
            </a:r>
          </a:p>
          <a:p>
            <a:pPr marL="0" indent="0">
              <a:lnSpc>
                <a:spcPct val="80000"/>
              </a:lnSpc>
              <a:buNone/>
            </a:pPr>
            <a:r>
              <a:rPr lang="en-US" altLang="zh-CN" sz="2400" dirty="0">
                <a:latin typeface="Consolas" panose="020B0609020204030204" pitchFamily="49" charset="0"/>
              </a:rPr>
              <a:t>	for(i=1;i&lt;=20;i++)</a:t>
            </a:r>
          </a:p>
          <a:p>
            <a:pPr marL="0" indent="0">
              <a:lnSpc>
                <a:spcPct val="80000"/>
              </a:lnSpc>
              <a:buNone/>
            </a:pPr>
            <a:r>
              <a:rPr lang="en-US" altLang="zh-CN" sz="2400" dirty="0">
                <a:latin typeface="Consolas" panose="020B0609020204030204" pitchFamily="49" charset="0"/>
              </a:rPr>
              <a:t>	{</a:t>
            </a:r>
          </a:p>
          <a:p>
            <a:pPr marL="0" indent="0">
              <a:lnSpc>
                <a:spcPct val="80000"/>
              </a:lnSpc>
              <a:buNone/>
            </a:pPr>
            <a:r>
              <a:rPr lang="en-US" altLang="zh-CN" sz="2400" dirty="0">
                <a:latin typeface="Consolas" panose="020B0609020204030204" pitchFamily="49" charset="0"/>
              </a:rPr>
              <a:t>	  </a:t>
            </a:r>
            <a:r>
              <a:rPr lang="en-US" altLang="zh-CN" sz="2400" dirty="0" err="1">
                <a:latin typeface="Consolas" panose="020B0609020204030204" pitchFamily="49" charset="0"/>
              </a:rPr>
              <a:t>printf</a:t>
            </a:r>
            <a:r>
              <a:rPr lang="en-US" altLang="zh-CN" sz="2400" dirty="0">
                <a:latin typeface="Consolas" panose="020B0609020204030204" pitchFamily="49" charset="0"/>
              </a:rPr>
              <a:t>("%10d",1+rand()%6);</a:t>
            </a:r>
          </a:p>
          <a:p>
            <a:pPr marL="0" indent="0">
              <a:lnSpc>
                <a:spcPct val="80000"/>
              </a:lnSpc>
              <a:buNone/>
            </a:pPr>
            <a:r>
              <a:rPr lang="en-US" altLang="zh-CN" sz="2400" dirty="0">
                <a:latin typeface="Consolas" panose="020B0609020204030204" pitchFamily="49" charset="0"/>
              </a:rPr>
              <a:t>	  if(i%5==0)</a:t>
            </a:r>
          </a:p>
          <a:p>
            <a:pPr marL="0" indent="0">
              <a:lnSpc>
                <a:spcPct val="80000"/>
              </a:lnSpc>
              <a:buNone/>
            </a:pPr>
            <a:r>
              <a:rPr lang="en-US" altLang="zh-CN" sz="2400" dirty="0">
                <a:latin typeface="Consolas" panose="020B0609020204030204" pitchFamily="49" charset="0"/>
              </a:rPr>
              <a:t>	    </a:t>
            </a:r>
            <a:r>
              <a:rPr lang="en-US" altLang="zh-CN" sz="2400" dirty="0" err="1">
                <a:latin typeface="Consolas" panose="020B0609020204030204" pitchFamily="49" charset="0"/>
              </a:rPr>
              <a:t>printf</a:t>
            </a:r>
            <a:r>
              <a:rPr lang="en-US" altLang="zh-CN" sz="2400" dirty="0">
                <a:latin typeface="Consolas" panose="020B0609020204030204" pitchFamily="49" charset="0"/>
              </a:rPr>
              <a:t>("\n");</a:t>
            </a:r>
          </a:p>
          <a:p>
            <a:pPr marL="0" indent="0">
              <a:lnSpc>
                <a:spcPct val="80000"/>
              </a:lnSpc>
              <a:buNone/>
            </a:pPr>
            <a:r>
              <a:rPr lang="en-US" altLang="zh-CN" sz="2400" dirty="0">
                <a:latin typeface="Consolas" panose="020B0609020204030204" pitchFamily="49" charset="0"/>
              </a:rPr>
              <a:t>	}</a:t>
            </a:r>
          </a:p>
          <a:p>
            <a:pPr marL="0" indent="0">
              <a:lnSpc>
                <a:spcPct val="80000"/>
              </a:lnSpc>
              <a:buNone/>
            </a:pPr>
            <a:r>
              <a:rPr lang="en-US" altLang="zh-CN" sz="2400" dirty="0">
                <a:latin typeface="Consolas" panose="020B0609020204030204" pitchFamily="49" charset="0"/>
              </a:rPr>
              <a:t>	return 0;</a:t>
            </a:r>
          </a:p>
          <a:p>
            <a:pPr marL="0" indent="0">
              <a:lnSpc>
                <a:spcPct val="80000"/>
              </a:lnSpc>
              <a:buNone/>
            </a:pPr>
            <a:r>
              <a:rPr lang="en-US" altLang="zh-CN" sz="2400" dirty="0">
                <a:latin typeface="Consolas" panose="020B0609020204030204" pitchFamily="49" charset="0"/>
              </a:rPr>
              <a:t>}</a:t>
            </a:r>
            <a:endParaRPr lang="zh-CN" altLang="en-US" sz="2400" dirty="0">
              <a:latin typeface="Consolas" panose="020B0609020204030204" pitchFamily="49" charset="0"/>
            </a:endParaRPr>
          </a:p>
        </p:txBody>
      </p:sp>
      <p:sp>
        <p:nvSpPr>
          <p:cNvPr id="96260" name="灯片编号占位符 3"/>
          <p:cNvSpPr txBox="1">
            <a:spLocks noGrp="1"/>
          </p:cNvSpPr>
          <p:nvPr>
            <p:ph type="sldNum" sz="quarter" idx="11"/>
          </p:nvPr>
        </p:nvSpPr>
        <p:spPr/>
        <p:txBody>
          <a:bodyPr/>
          <a:lstStyle>
            <a:lvl1pPr marL="0" lvl="0" indent="0" algn="l" defTabSz="914400" rtl="0" eaLnBrk="0" fontAlgn="base" latinLnBrk="0" hangingPunct="0">
              <a:lnSpc>
                <a:spcPct val="100000"/>
              </a:lnSpc>
              <a:spcBef>
                <a:spcPct val="0"/>
              </a:spcBef>
              <a:spcAft>
                <a:spcPct val="0"/>
              </a:spcAft>
              <a:buNone/>
              <a:defRPr sz="22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2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2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2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2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eaLnBrk="1" hangingPunct="1">
              <a:spcBef>
                <a:spcPct val="50000"/>
              </a:spcBef>
            </a:pPr>
            <a:fld id="{9A0DB2DC-4C9A-4742-B13C-FB6460FD3503}" type="slidenum">
              <a:rPr lang="zh-CN" altLang="en-US" sz="1400" dirty="0"/>
              <a:t>79</a:t>
            </a:fld>
            <a:endParaRPr lang="zh-CN" altLang="en-US" sz="1400" dirty="0"/>
          </a:p>
        </p:txBody>
      </p:sp>
      <p:pic>
        <p:nvPicPr>
          <p:cNvPr id="96261" name="图片 4"/>
          <p:cNvPicPr>
            <a:picLocks noChangeAspect="1"/>
          </p:cNvPicPr>
          <p:nvPr/>
        </p:nvPicPr>
        <p:blipFill>
          <a:blip r:embed="rId2"/>
          <a:stretch>
            <a:fillRect/>
          </a:stretch>
        </p:blipFill>
        <p:spPr>
          <a:xfrm>
            <a:off x="3667353" y="71597"/>
            <a:ext cx="5435600" cy="1812290"/>
          </a:xfrm>
          <a:prstGeom prst="rect">
            <a:avLst/>
          </a:prstGeom>
          <a:noFill/>
          <a:ln w="9525">
            <a:noFill/>
          </a:ln>
        </p:spPr>
      </p:pic>
      <p:pic>
        <p:nvPicPr>
          <p:cNvPr id="96262" name="图片 5"/>
          <p:cNvPicPr>
            <a:picLocks noChangeAspect="1"/>
          </p:cNvPicPr>
          <p:nvPr/>
        </p:nvPicPr>
        <p:blipFill>
          <a:blip r:embed="rId3"/>
          <a:stretch>
            <a:fillRect/>
          </a:stretch>
        </p:blipFill>
        <p:spPr>
          <a:xfrm>
            <a:off x="3590925" y="4454525"/>
            <a:ext cx="5445125" cy="2113280"/>
          </a:xfrm>
          <a:prstGeom prst="rect">
            <a:avLst/>
          </a:prstGeom>
          <a:noFill/>
          <a:ln w="9525">
            <a:noFill/>
          </a:ln>
        </p:spPr>
      </p:pic>
    </p:spTree>
    <p:extLst>
      <p:ext uri="{BB962C8B-B14F-4D97-AF65-F5344CB8AC3E}">
        <p14:creationId xmlns:p14="http://schemas.microsoft.com/office/powerpoint/2010/main" val="2105603770"/>
      </p:ext>
    </p:extLst>
  </p:cSld>
  <p:clrMapOvr>
    <a:masterClrMapping/>
  </p:clrMapOv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灯片编号占位符 3"/>
          <p:cNvSpPr txBox="1">
            <a:spLocks noGrp="1"/>
          </p:cNvSpPr>
          <p:nvPr>
            <p:ph type="sldNum" sz="quarter" idx="11"/>
          </p:nvPr>
        </p:nvSpPr>
        <p:spPr/>
        <p:txBody>
          <a:bodyPr/>
          <a:lstStyle>
            <a:lvl1pPr marL="0" lvl="0" indent="0" algn="l" defTabSz="914400" rtl="0" eaLnBrk="0" fontAlgn="base" latinLnBrk="0" hangingPunct="0">
              <a:lnSpc>
                <a:spcPct val="100000"/>
              </a:lnSpc>
              <a:spcBef>
                <a:spcPct val="0"/>
              </a:spcBef>
              <a:spcAft>
                <a:spcPct val="0"/>
              </a:spcAft>
              <a:buNone/>
              <a:defRPr sz="22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2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2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2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2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eaLnBrk="1" hangingPunct="1">
              <a:spcBef>
                <a:spcPct val="50000"/>
              </a:spcBef>
            </a:pPr>
            <a:fld id="{9A0DB2DC-4C9A-4742-B13C-FB6460FD3503}" type="slidenum">
              <a:rPr lang="zh-CN" altLang="en-US" sz="1400" dirty="0"/>
              <a:t>80</a:t>
            </a:fld>
            <a:endParaRPr lang="zh-CN" altLang="en-US" sz="1400" dirty="0"/>
          </a:p>
        </p:txBody>
      </p:sp>
      <p:sp>
        <p:nvSpPr>
          <p:cNvPr id="99331" name="矩形 4"/>
          <p:cNvSpPr/>
          <p:nvPr/>
        </p:nvSpPr>
        <p:spPr>
          <a:xfrm>
            <a:off x="269875" y="1184275"/>
            <a:ext cx="8785225" cy="4598182"/>
          </a:xfrm>
          <a:prstGeom prst="rect">
            <a:avLst/>
          </a:prstGeom>
          <a:noFill/>
          <a:ln w="9525">
            <a:noFill/>
          </a:ln>
        </p:spPr>
        <p:txBody>
          <a:bodyPr>
            <a:spAutoFit/>
          </a:bodyPr>
          <a:lstStyle/>
          <a:p>
            <a:pPr>
              <a:lnSpc>
                <a:spcPct val="90000"/>
              </a:lnSpc>
            </a:pPr>
            <a:r>
              <a:rPr lang="en-US" altLang="zh-CN" sz="2400" b="0" dirty="0">
                <a:latin typeface="Consolas" panose="020B0609020204030204" pitchFamily="49" charset="0"/>
              </a:rPr>
              <a:t>#include &lt;stdio.h&gt;</a:t>
            </a:r>
          </a:p>
          <a:p>
            <a:pPr>
              <a:lnSpc>
                <a:spcPct val="90000"/>
              </a:lnSpc>
            </a:pPr>
            <a:r>
              <a:rPr lang="en-US" altLang="zh-CN" sz="2400" b="0" dirty="0">
                <a:latin typeface="Consolas" panose="020B0609020204030204" pitchFamily="49" charset="0"/>
              </a:rPr>
              <a:t>#include &lt;</a:t>
            </a:r>
            <a:r>
              <a:rPr lang="en-US" altLang="zh-CN" sz="2400" b="0" dirty="0" err="1">
                <a:latin typeface="Consolas" panose="020B0609020204030204" pitchFamily="49" charset="0"/>
              </a:rPr>
              <a:t>stdlib.h</a:t>
            </a:r>
            <a:r>
              <a:rPr lang="en-US" altLang="zh-CN" sz="2400" b="0" dirty="0">
                <a:latin typeface="Consolas" panose="020B0609020204030204" pitchFamily="49" charset="0"/>
              </a:rPr>
              <a:t>&gt;</a:t>
            </a:r>
          </a:p>
          <a:p>
            <a:pPr>
              <a:lnSpc>
                <a:spcPct val="90000"/>
              </a:lnSpc>
            </a:pPr>
            <a:r>
              <a:rPr lang="en-US" altLang="zh-CN" sz="2400" b="0" dirty="0">
                <a:latin typeface="Consolas" panose="020B0609020204030204" pitchFamily="49" charset="0"/>
              </a:rPr>
              <a:t>#include &lt;</a:t>
            </a:r>
            <a:r>
              <a:rPr lang="en-US" altLang="zh-CN" sz="2400" b="0" dirty="0" err="1">
                <a:latin typeface="Consolas" panose="020B0609020204030204" pitchFamily="49" charset="0"/>
              </a:rPr>
              <a:t>time.h</a:t>
            </a:r>
            <a:r>
              <a:rPr lang="en-US" altLang="zh-CN" sz="2400" b="0" dirty="0">
                <a:latin typeface="Consolas" panose="020B0609020204030204" pitchFamily="49" charset="0"/>
              </a:rPr>
              <a:t>&gt;</a:t>
            </a:r>
          </a:p>
          <a:p>
            <a:pPr>
              <a:lnSpc>
                <a:spcPct val="90000"/>
              </a:lnSpc>
            </a:pPr>
            <a:r>
              <a:rPr lang="en-US" altLang="zh-CN" sz="2400" b="0" dirty="0">
                <a:latin typeface="Consolas" panose="020B0609020204030204" pitchFamily="49" charset="0"/>
              </a:rPr>
              <a:t>int </a:t>
            </a:r>
            <a:r>
              <a:rPr lang="en-US" altLang="zh-CN" sz="2400" b="0" dirty="0" err="1">
                <a:latin typeface="Consolas" panose="020B0609020204030204" pitchFamily="49" charset="0"/>
              </a:rPr>
              <a:t>rollDice</a:t>
            </a:r>
            <a:r>
              <a:rPr lang="en-US" altLang="zh-CN" sz="2400" b="0" dirty="0">
                <a:latin typeface="Consolas" panose="020B0609020204030204" pitchFamily="49" charset="0"/>
              </a:rPr>
              <a:t>();//</a:t>
            </a:r>
            <a:r>
              <a:rPr lang="zh-CN" altLang="en-US" sz="2400" b="0" dirty="0">
                <a:latin typeface="Consolas" panose="020B0609020204030204" pitchFamily="49" charset="0"/>
              </a:rPr>
              <a:t>投掷两个骰子，返回点数和。</a:t>
            </a:r>
            <a:endParaRPr lang="en-US" altLang="zh-CN" sz="2400" b="0" dirty="0">
              <a:latin typeface="Consolas" panose="020B0609020204030204" pitchFamily="49" charset="0"/>
            </a:endParaRPr>
          </a:p>
          <a:p>
            <a:pPr>
              <a:lnSpc>
                <a:spcPct val="90000"/>
              </a:lnSpc>
            </a:pPr>
            <a:r>
              <a:rPr lang="en-US" altLang="zh-CN" sz="2400" b="0" dirty="0">
                <a:latin typeface="Consolas" panose="020B0609020204030204" pitchFamily="49" charset="0"/>
              </a:rPr>
              <a:t>int </a:t>
            </a:r>
            <a:r>
              <a:rPr lang="en-US" altLang="zh-CN" sz="2400" b="0" dirty="0" err="1">
                <a:latin typeface="Consolas" panose="020B0609020204030204" pitchFamily="49" charset="0"/>
              </a:rPr>
              <a:t>playGame</a:t>
            </a:r>
            <a:r>
              <a:rPr lang="en-US" altLang="zh-CN" sz="2400" b="0" dirty="0">
                <a:latin typeface="Consolas" panose="020B0609020204030204" pitchFamily="49" charset="0"/>
              </a:rPr>
              <a:t>();//</a:t>
            </a:r>
            <a:r>
              <a:rPr lang="zh-CN" altLang="en-US" sz="2400" b="0" dirty="0">
                <a:latin typeface="Consolas" panose="020B0609020204030204" pitchFamily="49" charset="0"/>
              </a:rPr>
              <a:t>按规则玩游戏直至游戏结束，并返回结果。</a:t>
            </a:r>
            <a:endParaRPr lang="en-US" altLang="zh-CN" sz="2400" b="0" dirty="0">
              <a:latin typeface="Consolas" panose="020B0609020204030204" pitchFamily="49" charset="0"/>
            </a:endParaRPr>
          </a:p>
          <a:p>
            <a:pPr>
              <a:lnSpc>
                <a:spcPct val="90000"/>
              </a:lnSpc>
            </a:pPr>
            <a:r>
              <a:rPr lang="en-US" altLang="zh-CN" sz="2400" b="0" dirty="0">
                <a:latin typeface="Consolas" panose="020B0609020204030204" pitchFamily="49" charset="0"/>
              </a:rPr>
              <a:t>int main()</a:t>
            </a:r>
          </a:p>
          <a:p>
            <a:pPr>
              <a:lnSpc>
                <a:spcPct val="90000"/>
              </a:lnSpc>
            </a:pPr>
            <a:r>
              <a:rPr lang="en-US" altLang="zh-CN" sz="2400" b="0" dirty="0">
                <a:latin typeface="Consolas" panose="020B0609020204030204" pitchFamily="49" charset="0"/>
              </a:rPr>
              <a:t>{</a:t>
            </a:r>
          </a:p>
          <a:p>
            <a:r>
              <a:rPr lang="en-US" altLang="zh-CN" sz="2400" b="0" dirty="0">
                <a:latin typeface="Consolas" panose="020B0609020204030204" pitchFamily="49" charset="0"/>
              </a:rPr>
              <a:t>	if (</a:t>
            </a:r>
            <a:r>
              <a:rPr lang="en-US" altLang="zh-CN" sz="2400" b="0" dirty="0" err="1">
                <a:latin typeface="Consolas" panose="020B0609020204030204" pitchFamily="49" charset="0"/>
              </a:rPr>
              <a:t>playGame</a:t>
            </a:r>
            <a:r>
              <a:rPr lang="en-US" altLang="zh-CN" sz="2400" b="0" dirty="0">
                <a:latin typeface="Consolas" panose="020B0609020204030204" pitchFamily="49" charset="0"/>
              </a:rPr>
              <a:t>()==1)</a:t>
            </a:r>
            <a:r>
              <a:rPr lang="zh-CN" altLang="en-US" sz="2400" b="0" dirty="0">
                <a:latin typeface="Consolas" panose="020B0609020204030204" pitchFamily="49" charset="0"/>
              </a:rPr>
              <a:t> </a:t>
            </a:r>
          </a:p>
          <a:p>
            <a:r>
              <a:rPr lang="zh-CN" altLang="en-US" sz="2400" b="0" dirty="0">
                <a:latin typeface="Consolas" panose="020B0609020204030204" pitchFamily="49" charset="0"/>
              </a:rPr>
              <a:t>	</a:t>
            </a:r>
            <a:r>
              <a:rPr lang="en-US" altLang="zh-CN" sz="2400" b="0" dirty="0">
                <a:latin typeface="Consolas" panose="020B0609020204030204" pitchFamily="49" charset="0"/>
              </a:rPr>
              <a:t>	</a:t>
            </a:r>
            <a:r>
              <a:rPr lang="en-US" altLang="zh-CN" sz="2400" b="0" dirty="0" err="1">
                <a:latin typeface="Consolas" panose="020B0609020204030204" pitchFamily="49" charset="0"/>
              </a:rPr>
              <a:t>printf</a:t>
            </a:r>
            <a:r>
              <a:rPr lang="en-US" altLang="zh-CN" sz="2400" b="0" dirty="0">
                <a:latin typeface="Consolas" panose="020B0609020204030204" pitchFamily="49" charset="0"/>
              </a:rPr>
              <a:t>("</a:t>
            </a:r>
            <a:r>
              <a:rPr lang="zh-CN" altLang="en-US" sz="2400" b="0" dirty="0">
                <a:latin typeface="Consolas" panose="020B0609020204030204" pitchFamily="49" charset="0"/>
              </a:rPr>
              <a:t>游戏赢了！</a:t>
            </a:r>
            <a:r>
              <a:rPr lang="en-US" altLang="zh-CN" sz="2400" b="0" dirty="0">
                <a:latin typeface="Consolas" panose="020B0609020204030204" pitchFamily="49" charset="0"/>
              </a:rPr>
              <a:t>\n");</a:t>
            </a:r>
          </a:p>
          <a:p>
            <a:r>
              <a:rPr lang="en-US" altLang="zh-CN" sz="2400" b="0" dirty="0">
                <a:latin typeface="Consolas" panose="020B0609020204030204" pitchFamily="49" charset="0"/>
              </a:rPr>
              <a:t>	else</a:t>
            </a:r>
          </a:p>
          <a:p>
            <a:r>
              <a:rPr lang="en-US" altLang="zh-CN" sz="2400" b="0" dirty="0">
                <a:latin typeface="Consolas" panose="020B0609020204030204" pitchFamily="49" charset="0"/>
              </a:rPr>
              <a:t>		</a:t>
            </a:r>
            <a:r>
              <a:rPr lang="en-US" altLang="zh-CN" sz="2400" b="0" dirty="0" err="1">
                <a:latin typeface="Consolas" panose="020B0609020204030204" pitchFamily="49" charset="0"/>
              </a:rPr>
              <a:t>printf</a:t>
            </a:r>
            <a:r>
              <a:rPr lang="en-US" altLang="zh-CN" sz="2400" b="0" dirty="0">
                <a:latin typeface="Consolas" panose="020B0609020204030204" pitchFamily="49" charset="0"/>
              </a:rPr>
              <a:t>("</a:t>
            </a:r>
            <a:r>
              <a:rPr lang="zh-CN" altLang="en-US" sz="2400" b="0" dirty="0">
                <a:latin typeface="Consolas" panose="020B0609020204030204" pitchFamily="49" charset="0"/>
              </a:rPr>
              <a:t>游戏输了！</a:t>
            </a:r>
            <a:r>
              <a:rPr lang="en-US" altLang="zh-CN" sz="2400" b="0" dirty="0">
                <a:latin typeface="Consolas" panose="020B0609020204030204" pitchFamily="49" charset="0"/>
              </a:rPr>
              <a:t>\n");</a:t>
            </a:r>
          </a:p>
          <a:p>
            <a:r>
              <a:rPr lang="en-US" altLang="zh-CN" sz="2400" b="0" dirty="0">
                <a:latin typeface="Consolas" panose="020B0609020204030204" pitchFamily="49" charset="0"/>
              </a:rPr>
              <a:t>}</a:t>
            </a:r>
          </a:p>
        </p:txBody>
      </p:sp>
    </p:spTree>
  </p:cSld>
  <p:clrMapOvr>
    <a:masterClrMapping/>
  </p:clrMapOvr>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灯片编号占位符 3"/>
          <p:cNvSpPr txBox="1">
            <a:spLocks noGrp="1"/>
          </p:cNvSpPr>
          <p:nvPr>
            <p:ph type="sldNum" sz="quarter" idx="11"/>
          </p:nvPr>
        </p:nvSpPr>
        <p:spPr/>
        <p:txBody>
          <a:bodyPr/>
          <a:lstStyle>
            <a:lvl1pPr marL="0" lvl="0" indent="0" algn="l" defTabSz="914400" rtl="0" eaLnBrk="0" fontAlgn="base" latinLnBrk="0" hangingPunct="0">
              <a:lnSpc>
                <a:spcPct val="100000"/>
              </a:lnSpc>
              <a:spcBef>
                <a:spcPct val="0"/>
              </a:spcBef>
              <a:spcAft>
                <a:spcPct val="0"/>
              </a:spcAft>
              <a:buNone/>
              <a:defRPr sz="22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2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2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2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2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eaLnBrk="1" hangingPunct="1">
              <a:spcBef>
                <a:spcPct val="50000"/>
              </a:spcBef>
            </a:pPr>
            <a:fld id="{9A0DB2DC-4C9A-4742-B13C-FB6460FD3503}" type="slidenum">
              <a:rPr lang="zh-CN" altLang="en-US" sz="1400" dirty="0"/>
              <a:t>81</a:t>
            </a:fld>
            <a:endParaRPr lang="zh-CN" altLang="en-US" sz="1400" dirty="0"/>
          </a:p>
        </p:txBody>
      </p:sp>
      <p:sp>
        <p:nvSpPr>
          <p:cNvPr id="99331" name="矩形 4"/>
          <p:cNvSpPr/>
          <p:nvPr/>
        </p:nvSpPr>
        <p:spPr>
          <a:xfrm>
            <a:off x="269875" y="1184275"/>
            <a:ext cx="6829568" cy="4413516"/>
          </a:xfrm>
          <a:prstGeom prst="rect">
            <a:avLst/>
          </a:prstGeom>
          <a:noFill/>
          <a:ln w="9525">
            <a:noFill/>
          </a:ln>
        </p:spPr>
        <p:txBody>
          <a:bodyPr wrap="square">
            <a:spAutoFit/>
          </a:bodyPr>
          <a:lstStyle/>
          <a:p>
            <a:pPr>
              <a:lnSpc>
                <a:spcPct val="90000"/>
              </a:lnSpc>
            </a:pPr>
            <a:r>
              <a:rPr lang="en-US" altLang="zh-CN" sz="2400" b="0" dirty="0">
                <a:latin typeface="Consolas" panose="020B0609020204030204" pitchFamily="49" charset="0"/>
              </a:rPr>
              <a:t>int </a:t>
            </a:r>
            <a:r>
              <a:rPr lang="en-US" altLang="zh-CN" sz="2400" b="0" dirty="0" err="1">
                <a:latin typeface="Consolas" panose="020B0609020204030204" pitchFamily="49" charset="0"/>
              </a:rPr>
              <a:t>rollDice</a:t>
            </a:r>
            <a:r>
              <a:rPr lang="en-US" altLang="zh-CN" sz="2400" b="0" dirty="0">
                <a:latin typeface="Consolas" panose="020B0609020204030204" pitchFamily="49" charset="0"/>
              </a:rPr>
              <a:t>()</a:t>
            </a:r>
          </a:p>
          <a:p>
            <a:pPr>
              <a:lnSpc>
                <a:spcPct val="90000"/>
              </a:lnSpc>
            </a:pPr>
            <a:r>
              <a:rPr lang="de-DE" altLang="zh-CN" sz="2400" b="0" dirty="0">
                <a:latin typeface="Consolas" panose="020B0609020204030204" pitchFamily="49" charset="0"/>
              </a:rPr>
              <a:t>{</a:t>
            </a:r>
          </a:p>
          <a:p>
            <a:pPr>
              <a:lnSpc>
                <a:spcPct val="90000"/>
              </a:lnSpc>
            </a:pPr>
            <a:r>
              <a:rPr lang="de-DE" altLang="zh-CN" sz="2400" b="0" dirty="0">
                <a:latin typeface="Consolas" panose="020B0609020204030204" pitchFamily="49" charset="0"/>
              </a:rPr>
              <a:t> 	int die1,die2,workSum; </a:t>
            </a:r>
          </a:p>
          <a:p>
            <a:pPr>
              <a:lnSpc>
                <a:spcPct val="90000"/>
              </a:lnSpc>
            </a:pPr>
            <a:r>
              <a:rPr lang="de-DE" altLang="zh-CN" sz="2400" b="0" dirty="0">
                <a:latin typeface="Consolas" panose="020B0609020204030204" pitchFamily="49" charset="0"/>
              </a:rPr>
              <a:t> 	</a:t>
            </a:r>
          </a:p>
          <a:p>
            <a:pPr>
              <a:lnSpc>
                <a:spcPct val="90000"/>
              </a:lnSpc>
            </a:pPr>
            <a:r>
              <a:rPr lang="de-DE" altLang="zh-CN" sz="2400" b="0" dirty="0">
                <a:latin typeface="Consolas" panose="020B0609020204030204" pitchFamily="49" charset="0"/>
              </a:rPr>
              <a:t>	srand((unsigned)time(NULL));</a:t>
            </a:r>
          </a:p>
          <a:p>
            <a:pPr>
              <a:lnSpc>
                <a:spcPct val="90000"/>
              </a:lnSpc>
            </a:pPr>
            <a:r>
              <a:rPr lang="de-DE" altLang="zh-CN" sz="2400" b="0" dirty="0">
                <a:latin typeface="Consolas" panose="020B0609020204030204" pitchFamily="49" charset="0"/>
              </a:rPr>
              <a:t>	die1 = 1+rand()%6;</a:t>
            </a:r>
          </a:p>
          <a:p>
            <a:pPr>
              <a:lnSpc>
                <a:spcPct val="90000"/>
              </a:lnSpc>
            </a:pPr>
            <a:r>
              <a:rPr lang="de-DE" altLang="zh-CN" sz="2400" b="0" dirty="0">
                <a:latin typeface="Consolas" panose="020B0609020204030204" pitchFamily="49" charset="0"/>
              </a:rPr>
              <a:t>	die2 = 1+rand()%6;	 	</a:t>
            </a:r>
          </a:p>
          <a:p>
            <a:pPr>
              <a:lnSpc>
                <a:spcPct val="90000"/>
              </a:lnSpc>
            </a:pPr>
            <a:r>
              <a:rPr lang="de-DE" altLang="zh-CN" sz="2400" b="0" dirty="0">
                <a:latin typeface="Consolas" panose="020B0609020204030204" pitchFamily="49" charset="0"/>
              </a:rPr>
              <a:t>	workSum = die1+die2;</a:t>
            </a:r>
          </a:p>
          <a:p>
            <a:pPr>
              <a:lnSpc>
                <a:spcPct val="90000"/>
              </a:lnSpc>
            </a:pPr>
            <a:r>
              <a:rPr lang="de-DE" altLang="zh-CN" sz="2400" b="0" dirty="0">
                <a:latin typeface="Consolas" panose="020B0609020204030204" pitchFamily="49" charset="0"/>
              </a:rPr>
              <a:t>   </a:t>
            </a:r>
          </a:p>
          <a:p>
            <a:pPr>
              <a:lnSpc>
                <a:spcPct val="90000"/>
              </a:lnSpc>
            </a:pPr>
            <a:r>
              <a:rPr lang="de-DE" altLang="zh-CN" sz="2400" b="0" dirty="0">
                <a:latin typeface="Consolas" panose="020B0609020204030204" pitchFamily="49" charset="0"/>
              </a:rPr>
              <a:t>	printf("Player rolled %d + %d =%d\n", die1,die2,workSum);</a:t>
            </a:r>
          </a:p>
          <a:p>
            <a:pPr>
              <a:lnSpc>
                <a:spcPct val="90000"/>
              </a:lnSpc>
            </a:pPr>
            <a:r>
              <a:rPr lang="de-DE" altLang="zh-CN" sz="2400" b="0" dirty="0">
                <a:latin typeface="Consolas" panose="020B0609020204030204" pitchFamily="49" charset="0"/>
              </a:rPr>
              <a:t>	return workSum;  </a:t>
            </a:r>
          </a:p>
          <a:p>
            <a:pPr>
              <a:lnSpc>
                <a:spcPct val="90000"/>
              </a:lnSpc>
            </a:pPr>
            <a:r>
              <a:rPr lang="de-DE" altLang="zh-CN" sz="2400" b="0" dirty="0">
                <a:latin typeface="Consolas" panose="020B0609020204030204" pitchFamily="49" charset="0"/>
              </a:rPr>
              <a:t>}</a:t>
            </a:r>
          </a:p>
        </p:txBody>
      </p:sp>
    </p:spTree>
    <p:extLst>
      <p:ext uri="{BB962C8B-B14F-4D97-AF65-F5344CB8AC3E}">
        <p14:creationId xmlns:p14="http://schemas.microsoft.com/office/powerpoint/2010/main" val="446182"/>
      </p:ext>
    </p:extLst>
  </p:cSld>
  <p:clrMapOvr>
    <a:masterClrMapping/>
  </p:clrMapOvr>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灯片编号占位符 3"/>
          <p:cNvSpPr txBox="1">
            <a:spLocks noGrp="1"/>
          </p:cNvSpPr>
          <p:nvPr>
            <p:ph type="sldNum" sz="quarter" idx="11"/>
          </p:nvPr>
        </p:nvSpPr>
        <p:spPr/>
        <p:txBody>
          <a:bodyPr/>
          <a:lstStyle>
            <a:lvl1pPr marL="0" lvl="0" indent="0" algn="l" defTabSz="914400" rtl="0" eaLnBrk="0" fontAlgn="base" latinLnBrk="0" hangingPunct="0">
              <a:lnSpc>
                <a:spcPct val="100000"/>
              </a:lnSpc>
              <a:spcBef>
                <a:spcPct val="0"/>
              </a:spcBef>
              <a:spcAft>
                <a:spcPct val="0"/>
              </a:spcAft>
              <a:buNone/>
              <a:defRPr sz="22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2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2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2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2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eaLnBrk="1" hangingPunct="1">
              <a:spcBef>
                <a:spcPct val="50000"/>
              </a:spcBef>
            </a:pPr>
            <a:fld id="{9A0DB2DC-4C9A-4742-B13C-FB6460FD3503}" type="slidenum">
              <a:rPr lang="zh-CN" altLang="en-US" sz="1400" dirty="0"/>
              <a:t>82</a:t>
            </a:fld>
            <a:endParaRPr lang="zh-CN" altLang="en-US" sz="1400" dirty="0"/>
          </a:p>
        </p:txBody>
      </p:sp>
      <p:sp>
        <p:nvSpPr>
          <p:cNvPr id="99331" name="矩形 4"/>
          <p:cNvSpPr/>
          <p:nvPr/>
        </p:nvSpPr>
        <p:spPr>
          <a:xfrm>
            <a:off x="269875" y="1184275"/>
            <a:ext cx="8785225" cy="4745915"/>
          </a:xfrm>
          <a:prstGeom prst="rect">
            <a:avLst/>
          </a:prstGeom>
          <a:noFill/>
          <a:ln w="9525">
            <a:noFill/>
          </a:ln>
        </p:spPr>
        <p:txBody>
          <a:bodyPr>
            <a:spAutoFit/>
          </a:bodyPr>
          <a:lstStyle/>
          <a:p>
            <a:pPr>
              <a:lnSpc>
                <a:spcPct val="90000"/>
              </a:lnSpc>
            </a:pPr>
            <a:r>
              <a:rPr lang="en-US" altLang="zh-CN" sz="2400" b="0" dirty="0">
                <a:latin typeface="Consolas" panose="020B0609020204030204" pitchFamily="49" charset="0"/>
              </a:rPr>
              <a:t>int </a:t>
            </a:r>
            <a:r>
              <a:rPr lang="en-US" altLang="zh-CN" sz="2400" b="0" dirty="0" err="1">
                <a:latin typeface="Consolas" panose="020B0609020204030204" pitchFamily="49" charset="0"/>
              </a:rPr>
              <a:t>playGame</a:t>
            </a:r>
            <a:r>
              <a:rPr lang="en-US" altLang="zh-CN" sz="2400" b="0" dirty="0">
                <a:latin typeface="Consolas" panose="020B0609020204030204" pitchFamily="49" charset="0"/>
              </a:rPr>
              <a:t>()</a:t>
            </a:r>
          </a:p>
          <a:p>
            <a:pPr>
              <a:lnSpc>
                <a:spcPct val="90000"/>
              </a:lnSpc>
            </a:pPr>
            <a:r>
              <a:rPr lang="en-US" altLang="zh-CN" sz="2400" b="0" dirty="0">
                <a:latin typeface="Consolas" panose="020B0609020204030204" pitchFamily="49" charset="0"/>
              </a:rPr>
              <a:t>{</a:t>
            </a:r>
          </a:p>
          <a:p>
            <a:pPr>
              <a:lnSpc>
                <a:spcPct val="90000"/>
              </a:lnSpc>
            </a:pPr>
            <a:r>
              <a:rPr lang="en-US" altLang="zh-CN" sz="2400" b="0" dirty="0">
                <a:latin typeface="Consolas" panose="020B0609020204030204" pitchFamily="49" charset="0"/>
              </a:rPr>
              <a:t>	int </a:t>
            </a:r>
            <a:r>
              <a:rPr lang="en-US" altLang="zh-CN" sz="2400" b="0" dirty="0" err="1">
                <a:latin typeface="Consolas" panose="020B0609020204030204" pitchFamily="49" charset="0"/>
              </a:rPr>
              <a:t>gameStatus</a:t>
            </a:r>
            <a:r>
              <a:rPr lang="en-US" altLang="zh-CN" sz="2400" b="0" dirty="0">
                <a:latin typeface="Consolas" panose="020B0609020204030204" pitchFamily="49" charset="0"/>
              </a:rPr>
              <a:t>=0,sum=0,myPoint=0;</a:t>
            </a:r>
          </a:p>
          <a:p>
            <a:pPr>
              <a:lnSpc>
                <a:spcPct val="90000"/>
              </a:lnSpc>
            </a:pPr>
            <a:r>
              <a:rPr lang="en-US" altLang="zh-CN" sz="2400" b="0" dirty="0">
                <a:latin typeface="Consolas" panose="020B0609020204030204" pitchFamily="49" charset="0"/>
              </a:rPr>
              <a:t>		</a:t>
            </a:r>
          </a:p>
          <a:p>
            <a:pPr>
              <a:lnSpc>
                <a:spcPct val="90000"/>
              </a:lnSpc>
            </a:pPr>
            <a:r>
              <a:rPr lang="en-US" altLang="zh-CN" sz="2400" b="0" dirty="0">
                <a:latin typeface="Consolas" panose="020B0609020204030204" pitchFamily="49" charset="0"/>
              </a:rPr>
              <a:t>	sum=rollDice();  //</a:t>
            </a:r>
            <a:r>
              <a:rPr lang="zh-CN" altLang="en-US" sz="2400" b="0" dirty="0">
                <a:latin typeface="Consolas" panose="020B0609020204030204" pitchFamily="49" charset="0"/>
              </a:rPr>
              <a:t>第一次投掷骰子</a:t>
            </a:r>
          </a:p>
          <a:p>
            <a:pPr>
              <a:lnSpc>
                <a:spcPct val="90000"/>
              </a:lnSpc>
            </a:pPr>
            <a:r>
              <a:rPr lang="zh-CN" altLang="en-US" sz="2400" b="0" dirty="0">
                <a:latin typeface="Consolas" panose="020B0609020204030204" pitchFamily="49" charset="0"/>
              </a:rPr>
              <a:t>	</a:t>
            </a:r>
            <a:r>
              <a:rPr lang="en-US" altLang="zh-CN" sz="2400" b="0" dirty="0">
                <a:latin typeface="Consolas" panose="020B0609020204030204" pitchFamily="49" charset="0"/>
              </a:rPr>
              <a:t>switch(sum) {</a:t>
            </a:r>
          </a:p>
          <a:p>
            <a:pPr>
              <a:lnSpc>
                <a:spcPct val="90000"/>
              </a:lnSpc>
            </a:pPr>
            <a:r>
              <a:rPr lang="en-US" altLang="zh-CN" sz="2400" b="0" dirty="0">
                <a:latin typeface="Consolas" panose="020B0609020204030204" pitchFamily="49" charset="0"/>
              </a:rPr>
              <a:t>		case 7:case 11: gameStatus=1; break;</a:t>
            </a:r>
          </a:p>
          <a:p>
            <a:pPr>
              <a:lnSpc>
                <a:spcPct val="90000"/>
              </a:lnSpc>
            </a:pPr>
            <a:r>
              <a:rPr lang="en-US" altLang="zh-CN" sz="2400" b="0" dirty="0">
                <a:latin typeface="Consolas" panose="020B0609020204030204" pitchFamily="49" charset="0"/>
              </a:rPr>
              <a:t>		case 2: case 3: case 12: gameStatus=0; break;</a:t>
            </a:r>
          </a:p>
          <a:p>
            <a:pPr>
              <a:lnSpc>
                <a:spcPct val="90000"/>
              </a:lnSpc>
            </a:pPr>
            <a:r>
              <a:rPr lang="en-US" altLang="zh-CN" sz="2400" b="0" dirty="0">
                <a:latin typeface="Consolas" panose="020B0609020204030204" pitchFamily="49" charset="0"/>
              </a:rPr>
              <a:t>		default: </a:t>
            </a:r>
          </a:p>
          <a:p>
            <a:pPr>
              <a:lnSpc>
                <a:spcPct val="90000"/>
              </a:lnSpc>
            </a:pPr>
            <a:r>
              <a:rPr lang="en-US" altLang="zh-CN" sz="2400" b="0" dirty="0">
                <a:latin typeface="Consolas" panose="020B0609020204030204" pitchFamily="49" charset="0"/>
              </a:rPr>
              <a:t>		   gameStatus=2; myPoint=sum; </a:t>
            </a:r>
          </a:p>
          <a:p>
            <a:pPr>
              <a:lnSpc>
                <a:spcPct val="90000"/>
              </a:lnSpc>
            </a:pPr>
            <a:r>
              <a:rPr lang="en-US" altLang="zh-CN" sz="2400" b="0" dirty="0">
                <a:latin typeface="Consolas" panose="020B0609020204030204" pitchFamily="49" charset="0"/>
              </a:rPr>
              <a:t>		   </a:t>
            </a:r>
            <a:r>
              <a:rPr lang="en-US" altLang="zh-CN" sz="2400" b="0" dirty="0" err="1">
                <a:latin typeface="Consolas" panose="020B0609020204030204" pitchFamily="49" charset="0"/>
              </a:rPr>
              <a:t>printf</a:t>
            </a:r>
            <a:r>
              <a:rPr lang="en-US" altLang="zh-CN" sz="2400" b="0" dirty="0">
                <a:latin typeface="Consolas" panose="020B0609020204030204" pitchFamily="49" charset="0"/>
              </a:rPr>
              <a:t>("my point is: %d\n",myPoint);break;</a:t>
            </a:r>
          </a:p>
          <a:p>
            <a:pPr>
              <a:lnSpc>
                <a:spcPct val="90000"/>
              </a:lnSpc>
            </a:pPr>
            <a:r>
              <a:rPr lang="en-US" altLang="zh-CN" sz="2400" b="0" dirty="0">
                <a:latin typeface="Consolas" panose="020B0609020204030204" pitchFamily="49" charset="0"/>
              </a:rPr>
              <a:t>	}</a:t>
            </a:r>
            <a:endParaRPr lang="zh-CN" altLang="en-US" sz="2400" b="0" dirty="0">
              <a:latin typeface="Consolas" panose="020B0609020204030204" pitchFamily="49" charset="0"/>
            </a:endParaRPr>
          </a:p>
        </p:txBody>
      </p:sp>
    </p:spTree>
    <p:extLst>
      <p:ext uri="{BB962C8B-B14F-4D97-AF65-F5344CB8AC3E}">
        <p14:creationId xmlns:p14="http://schemas.microsoft.com/office/powerpoint/2010/main" val="1342810705"/>
      </p:ext>
    </p:extLst>
  </p:cSld>
  <p:clrMapOvr>
    <a:masterClrMapping/>
  </p:clrMapOv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灯片编号占位符 3"/>
          <p:cNvSpPr txBox="1">
            <a:spLocks noGrp="1"/>
          </p:cNvSpPr>
          <p:nvPr>
            <p:ph type="sldNum" sz="quarter" idx="11"/>
          </p:nvPr>
        </p:nvSpPr>
        <p:spPr/>
        <p:txBody>
          <a:bodyPr/>
          <a:lstStyle>
            <a:lvl1pPr marL="0" lvl="0" indent="0" algn="l" defTabSz="914400" rtl="0" eaLnBrk="0" fontAlgn="base" latinLnBrk="0" hangingPunct="0">
              <a:lnSpc>
                <a:spcPct val="100000"/>
              </a:lnSpc>
              <a:spcBef>
                <a:spcPct val="0"/>
              </a:spcBef>
              <a:spcAft>
                <a:spcPct val="0"/>
              </a:spcAft>
              <a:buNone/>
              <a:defRPr sz="22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2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2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2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2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eaLnBrk="1" hangingPunct="1">
              <a:spcBef>
                <a:spcPct val="50000"/>
              </a:spcBef>
            </a:pPr>
            <a:fld id="{9A0DB2DC-4C9A-4742-B13C-FB6460FD3503}" type="slidenum">
              <a:rPr lang="zh-CN" altLang="en-US" sz="1400" dirty="0"/>
              <a:t>83</a:t>
            </a:fld>
            <a:endParaRPr lang="zh-CN" altLang="en-US" sz="1400" dirty="0"/>
          </a:p>
        </p:txBody>
      </p:sp>
      <p:sp>
        <p:nvSpPr>
          <p:cNvPr id="99331" name="矩形 4"/>
          <p:cNvSpPr/>
          <p:nvPr/>
        </p:nvSpPr>
        <p:spPr>
          <a:xfrm>
            <a:off x="354330" y="1233170"/>
            <a:ext cx="8785225" cy="3785652"/>
          </a:xfrm>
          <a:prstGeom prst="rect">
            <a:avLst/>
          </a:prstGeom>
          <a:noFill/>
          <a:ln w="9525">
            <a:noFill/>
          </a:ln>
        </p:spPr>
        <p:txBody>
          <a:bodyPr>
            <a:spAutoFit/>
          </a:bodyPr>
          <a:lstStyle/>
          <a:p>
            <a:r>
              <a:rPr lang="en-US" altLang="zh-CN" sz="2400" b="0" dirty="0">
                <a:latin typeface="Consolas" panose="020B0609020204030204" pitchFamily="49" charset="0"/>
              </a:rPr>
              <a:t>	while(gameStatus==2){  //</a:t>
            </a:r>
            <a:r>
              <a:rPr lang="zh-CN" altLang="en-US" sz="2400" b="0" dirty="0">
                <a:latin typeface="Consolas" panose="020B0609020204030204" pitchFamily="49" charset="0"/>
              </a:rPr>
              <a:t>继续投掷骰子 </a:t>
            </a:r>
          </a:p>
          <a:p>
            <a:r>
              <a:rPr lang="zh-CN" altLang="en-US" sz="2400" b="0" dirty="0">
                <a:latin typeface="Consolas" panose="020B0609020204030204" pitchFamily="49" charset="0"/>
              </a:rPr>
              <a:t>		</a:t>
            </a:r>
            <a:r>
              <a:rPr lang="en-US" altLang="zh-CN" sz="2400" b="0" dirty="0">
                <a:latin typeface="Consolas" panose="020B0609020204030204" pitchFamily="49" charset="0"/>
              </a:rPr>
              <a:t>sum=rollDice();</a:t>
            </a:r>
          </a:p>
          <a:p>
            <a:r>
              <a:rPr lang="en-US" altLang="zh-CN" sz="2400" b="0" dirty="0">
                <a:latin typeface="Consolas" panose="020B0609020204030204" pitchFamily="49" charset="0"/>
              </a:rPr>
              <a:t>		if (sum==myPoint)</a:t>
            </a:r>
          </a:p>
          <a:p>
            <a:r>
              <a:rPr lang="en-US" altLang="zh-CN" sz="2400" b="0" dirty="0">
                <a:latin typeface="Consolas" panose="020B0609020204030204" pitchFamily="49" charset="0"/>
              </a:rPr>
              <a:t>		  gameStatus=1;</a:t>
            </a:r>
          </a:p>
          <a:p>
            <a:r>
              <a:rPr lang="en-US" altLang="zh-CN" sz="2400" b="0" dirty="0">
                <a:latin typeface="Consolas" panose="020B0609020204030204" pitchFamily="49" charset="0"/>
              </a:rPr>
              <a:t>		else</a:t>
            </a:r>
          </a:p>
          <a:p>
            <a:r>
              <a:rPr lang="en-US" altLang="zh-CN" sz="2400" b="0" dirty="0">
                <a:latin typeface="Consolas" panose="020B0609020204030204" pitchFamily="49" charset="0"/>
              </a:rPr>
              <a:t>		  if (sum==7) gameStatus=0;</a:t>
            </a:r>
          </a:p>
          <a:p>
            <a:r>
              <a:rPr lang="en-US" altLang="zh-CN" sz="2400" b="0" dirty="0">
                <a:latin typeface="Consolas" panose="020B0609020204030204" pitchFamily="49" charset="0"/>
              </a:rPr>
              <a:t>	}</a:t>
            </a:r>
          </a:p>
          <a:p>
            <a:r>
              <a:rPr lang="en-US" altLang="zh-CN" sz="2400" b="0" dirty="0">
                <a:latin typeface="Consolas" panose="020B0609020204030204" pitchFamily="49" charset="0"/>
              </a:rPr>
              <a:t>	</a:t>
            </a:r>
          </a:p>
          <a:p>
            <a:r>
              <a:rPr lang="en-US" altLang="zh-CN" sz="2400" b="0" dirty="0">
                <a:latin typeface="Consolas" panose="020B0609020204030204" pitchFamily="49" charset="0"/>
              </a:rPr>
              <a:t>	return (</a:t>
            </a:r>
            <a:r>
              <a:rPr lang="en-US" altLang="zh-CN" sz="2400" b="0" dirty="0" err="1">
                <a:latin typeface="Consolas" panose="020B0609020204030204" pitchFamily="49" charset="0"/>
              </a:rPr>
              <a:t>gameStatus</a:t>
            </a:r>
            <a:r>
              <a:rPr lang="en-US" altLang="zh-CN" sz="2400" b="0" dirty="0">
                <a:latin typeface="Consolas" panose="020B0609020204030204" pitchFamily="49" charset="0"/>
              </a:rPr>
              <a:t>);</a:t>
            </a:r>
          </a:p>
          <a:p>
            <a:r>
              <a:rPr lang="en-US" altLang="zh-CN" sz="2400" b="0" dirty="0">
                <a:latin typeface="Consolas" panose="020B0609020204030204" pitchFamily="49" charset="0"/>
              </a:rPr>
              <a:t>}</a:t>
            </a:r>
            <a:endParaRPr lang="zh-CN" altLang="en-US" sz="2400" b="0" dirty="0">
              <a:latin typeface="Consolas" panose="020B0609020204030204" pitchFamily="49" charset="0"/>
            </a:endParaRPr>
          </a:p>
        </p:txBody>
      </p:sp>
    </p:spTree>
  </p:cSld>
  <p:clrMapOvr>
    <a:masterClrMapping/>
  </p:clrMapOvr>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84</a:t>
            </a:fld>
            <a:endParaRPr lang="zh-CN" altLang="en-US" sz="1400" b="1" dirty="0"/>
          </a:p>
        </p:txBody>
      </p:sp>
      <p:sp>
        <p:nvSpPr>
          <p:cNvPr id="100355" name="Text Box 4"/>
          <p:cNvSpPr txBox="1"/>
          <p:nvPr/>
        </p:nvSpPr>
        <p:spPr>
          <a:xfrm>
            <a:off x="611188" y="1268413"/>
            <a:ext cx="8281987" cy="35115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spcBef>
                <a:spcPct val="50000"/>
              </a:spcBef>
              <a:buNone/>
            </a:pPr>
            <a:r>
              <a:rPr lang="zh-CN" altLang="en-US" b="1" dirty="0"/>
              <a:t>习题目的：</a:t>
            </a:r>
          </a:p>
          <a:p>
            <a:pPr marL="0" lvl="0" indent="0" eaLnBrk="1" hangingPunct="1">
              <a:spcBef>
                <a:spcPct val="50000"/>
              </a:spcBef>
              <a:buNone/>
            </a:pPr>
            <a:r>
              <a:rPr lang="zh-CN" altLang="en-US" b="1" dirty="0"/>
              <a:t>1、学习随机数的产生方法；</a:t>
            </a:r>
          </a:p>
          <a:p>
            <a:pPr marL="0" lvl="0" indent="0" eaLnBrk="1" hangingPunct="1">
              <a:spcBef>
                <a:spcPct val="50000"/>
              </a:spcBef>
              <a:buNone/>
            </a:pPr>
            <a:r>
              <a:rPr lang="zh-CN" altLang="en-US" b="1" dirty="0"/>
              <a:t>2、</a:t>
            </a:r>
            <a:r>
              <a:rPr lang="en-US" altLang="zh-CN" b="1" dirty="0"/>
              <a:t>switch</a:t>
            </a:r>
            <a:r>
              <a:rPr lang="zh-CN" altLang="en-US" b="1" dirty="0"/>
              <a:t>结构、</a:t>
            </a:r>
            <a:r>
              <a:rPr lang="en-US" altLang="zh-CN" b="1" dirty="0"/>
              <a:t>if-else</a:t>
            </a:r>
            <a:r>
              <a:rPr lang="zh-CN" altLang="en-US" b="1" dirty="0"/>
              <a:t>结构、</a:t>
            </a:r>
            <a:r>
              <a:rPr lang="en-US" altLang="zh-CN" b="1" dirty="0"/>
              <a:t>while</a:t>
            </a:r>
            <a:r>
              <a:rPr lang="zh-CN" altLang="en-US" b="1" dirty="0"/>
              <a:t>结构综合运用；</a:t>
            </a:r>
          </a:p>
          <a:p>
            <a:pPr marL="0" lvl="0" indent="0" eaLnBrk="1" hangingPunct="1">
              <a:spcBef>
                <a:spcPct val="50000"/>
              </a:spcBef>
              <a:buNone/>
            </a:pPr>
            <a:r>
              <a:rPr lang="zh-CN" altLang="en-US" b="1" dirty="0"/>
              <a:t>3、体会使用函数的好处（代码复用、降低代码书写难度、提高代码易读性</a:t>
            </a:r>
            <a:r>
              <a:rPr lang="en-US" altLang="zh-CN" b="1" dirty="0"/>
              <a:t>…</a:t>
            </a:r>
            <a:r>
              <a:rPr lang="zh-CN" altLang="en-US" b="1" dirty="0"/>
              <a:t>）；</a:t>
            </a:r>
          </a:p>
          <a:p>
            <a:pPr marL="0" lvl="0" indent="0" eaLnBrk="1" hangingPunct="1">
              <a:spcBef>
                <a:spcPct val="50000"/>
              </a:spcBef>
              <a:buNone/>
            </a:pPr>
            <a:r>
              <a:rPr lang="en-US" altLang="zh-CN" b="1" dirty="0"/>
              <a:t>4</a:t>
            </a:r>
            <a:r>
              <a:rPr lang="zh-CN" altLang="en-US" b="1" dirty="0"/>
              <a:t>、体会</a:t>
            </a:r>
            <a:r>
              <a:rPr lang="en-US" altLang="zh-CN" b="1" dirty="0"/>
              <a:t>gameStatus</a:t>
            </a:r>
            <a:r>
              <a:rPr lang="zh-CN" altLang="en-US" b="1" dirty="0"/>
              <a:t>变量对简化程序结构的作用；</a:t>
            </a:r>
          </a:p>
        </p:txBody>
      </p:sp>
      <p:sp>
        <p:nvSpPr>
          <p:cNvPr id="100356" name="Rectangle 3"/>
          <p:cNvSpPr>
            <a:spLocks noGrp="1"/>
          </p:cNvSpPr>
          <p:nvPr>
            <p:ph type="title"/>
          </p:nvPr>
        </p:nvSpPr>
        <p:spPr>
          <a:xfrm>
            <a:off x="1371600" y="404813"/>
            <a:ext cx="7772400" cy="720725"/>
          </a:xfrm>
        </p:spPr>
        <p:txBody>
          <a:bodyPr vert="horz" wrap="square" lIns="91440" tIns="45720" rIns="91440" bIns="45720" anchor="ctr"/>
          <a:lstStyle/>
          <a:p>
            <a:pPr eaLnBrk="1" hangingPunct="1"/>
            <a:r>
              <a:rPr lang="zh-CN" altLang="en-US" b="1" dirty="0"/>
              <a:t>例</a:t>
            </a:r>
            <a:r>
              <a:rPr lang="en-US" altLang="zh-CN" b="1" dirty="0"/>
              <a:t>4</a:t>
            </a:r>
            <a:r>
              <a:rPr lang="zh-CN" altLang="en-US" b="1" dirty="0"/>
              <a:t>、碰运气游戏</a:t>
            </a:r>
          </a:p>
        </p:txBody>
      </p:sp>
    </p:spTree>
  </p:cSld>
  <p:clrMapOvr>
    <a:masterClrMapping/>
  </p:clrMapOvr>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85</a:t>
            </a:fld>
            <a:endParaRPr lang="zh-CN" altLang="en-US" sz="1400" b="1" dirty="0"/>
          </a:p>
        </p:txBody>
      </p:sp>
      <p:sp>
        <p:nvSpPr>
          <p:cNvPr id="101379" name="Rectangle 3"/>
          <p:cNvSpPr>
            <a:spLocks noGrp="1"/>
          </p:cNvSpPr>
          <p:nvPr>
            <p:ph idx="1"/>
          </p:nvPr>
        </p:nvSpPr>
        <p:spPr/>
        <p:txBody>
          <a:bodyPr vert="horz" wrap="square" lIns="91440" tIns="45720" rIns="91440" bIns="45720" anchor="t"/>
          <a:lstStyle/>
          <a:p>
            <a:pPr eaLnBrk="1" hangingPunct="1">
              <a:buNone/>
            </a:pPr>
            <a:r>
              <a:rPr lang="zh-CN" altLang="en-US" b="1" dirty="0"/>
              <a:t>例</a:t>
            </a:r>
            <a:r>
              <a:rPr lang="en-US" altLang="zh-CN" b="1" dirty="0"/>
              <a:t>5. </a:t>
            </a:r>
            <a:r>
              <a:rPr lang="zh-CN" altLang="en-US" b="1" dirty="0"/>
              <a:t>打印日历：输入年份和月份，输出该月日历。如下图所示：</a:t>
            </a:r>
            <a:endParaRPr lang="en-US" altLang="zh-CN" b="1" dirty="0"/>
          </a:p>
        </p:txBody>
      </p:sp>
      <p:sp>
        <p:nvSpPr>
          <p:cNvPr id="101380" name="Rectangle 6"/>
          <p:cNvSpPr>
            <a:spLocks noGrp="1"/>
          </p:cNvSpPr>
          <p:nvPr>
            <p:ph type="title"/>
          </p:nvPr>
        </p:nvSpPr>
        <p:spPr/>
        <p:txBody>
          <a:bodyPr vert="horz" wrap="square" lIns="91440" tIns="45720" rIns="91440" bIns="45720" anchor="ctr"/>
          <a:lstStyle/>
          <a:p>
            <a:pPr eaLnBrk="1" hangingPunct="1"/>
            <a:r>
              <a:rPr lang="zh-CN" altLang="en-US" b="1" dirty="0"/>
              <a:t>例</a:t>
            </a:r>
            <a:r>
              <a:rPr lang="en-US" altLang="zh-CN" b="1" dirty="0"/>
              <a:t>5. </a:t>
            </a:r>
            <a:r>
              <a:rPr lang="zh-CN" altLang="en-US" b="1" dirty="0"/>
              <a:t>打印日历</a:t>
            </a:r>
          </a:p>
        </p:txBody>
      </p:sp>
      <p:pic>
        <p:nvPicPr>
          <p:cNvPr id="101381" name="Picture 8"/>
          <p:cNvPicPr>
            <a:picLocks noChangeAspect="1"/>
          </p:cNvPicPr>
          <p:nvPr/>
        </p:nvPicPr>
        <p:blipFill>
          <a:blip r:embed="rId2"/>
          <a:stretch>
            <a:fillRect/>
          </a:stretch>
        </p:blipFill>
        <p:spPr>
          <a:xfrm>
            <a:off x="1403350" y="2492375"/>
            <a:ext cx="6653213" cy="3003550"/>
          </a:xfrm>
          <a:prstGeom prst="rect">
            <a:avLst/>
          </a:prstGeom>
          <a:noFill/>
          <a:ln w="9525">
            <a:noFill/>
          </a:ln>
        </p:spPr>
      </p:pic>
    </p:spTree>
  </p:cSld>
  <p:clrMapOvr>
    <a:masterClrMapping/>
  </p:clrMapOvr>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灯片编号占位符 3"/>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86</a:t>
            </a:fld>
            <a:endParaRPr lang="zh-CN" altLang="en-US" sz="1400" b="1" dirty="0"/>
          </a:p>
        </p:txBody>
      </p:sp>
      <p:graphicFrame>
        <p:nvGraphicFramePr>
          <p:cNvPr id="102403" name="Object 4"/>
          <p:cNvGraphicFramePr>
            <a:graphicFrameLocks noGrp="1" noChangeAspect="1"/>
          </p:cNvGraphicFramePr>
          <p:nvPr>
            <p:ph/>
          </p:nvPr>
        </p:nvGraphicFramePr>
        <p:xfrm>
          <a:off x="1258888" y="1268413"/>
          <a:ext cx="4392612" cy="2557462"/>
        </p:xfrm>
        <a:graphic>
          <a:graphicData uri="http://schemas.openxmlformats.org/presentationml/2006/ole">
            <mc:AlternateContent xmlns:mc="http://schemas.openxmlformats.org/markup-compatibility/2006">
              <mc:Choice xmlns:v="urn:schemas-microsoft-com:vml" Requires="v">
                <p:oleObj r:id="rId2" imgW="2564130" imgH="1497330" progId="Visio.Drawing.11">
                  <p:embed/>
                </p:oleObj>
              </mc:Choice>
              <mc:Fallback>
                <p:oleObj r:id="rId2" imgW="2564130" imgH="1497330" progId="Visio.Drawing.11">
                  <p:embed/>
                  <p:pic>
                    <p:nvPicPr>
                      <p:cNvPr id="0" name="图片 3110"/>
                      <p:cNvPicPr/>
                      <p:nvPr/>
                    </p:nvPicPr>
                    <p:blipFill>
                      <a:blip r:embed="rId3"/>
                      <a:srcRect/>
                      <a:stretch>
                        <a:fillRect/>
                      </a:stretch>
                    </p:blipFill>
                    <p:spPr>
                      <a:xfrm>
                        <a:off x="1258888" y="1268413"/>
                        <a:ext cx="4392612" cy="2557462"/>
                      </a:xfrm>
                      <a:prstGeom prst="rect">
                        <a:avLst/>
                      </a:prstGeom>
                      <a:noFill/>
                      <a:ln w="38100">
                        <a:miter/>
                      </a:ln>
                    </p:spPr>
                  </p:pic>
                </p:oleObj>
              </mc:Fallback>
            </mc:AlternateContent>
          </a:graphicData>
        </a:graphic>
      </p:graphicFrame>
      <p:sp>
        <p:nvSpPr>
          <p:cNvPr id="102404" name="Rectangle 6"/>
          <p:cNvSpPr/>
          <p:nvPr/>
        </p:nvSpPr>
        <p:spPr>
          <a:xfrm>
            <a:off x="1263650" y="404813"/>
            <a:ext cx="7772400" cy="720725"/>
          </a:xfrm>
          <a:prstGeom prst="rect">
            <a:avLst/>
          </a:prstGeom>
          <a:noFill/>
          <a:ln w="9525">
            <a:noFill/>
          </a:ln>
        </p:spPr>
        <p:txBody>
          <a:bodyPr anchor="ct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algn="r" eaLnBrk="1" hangingPunct="1">
              <a:spcBef>
                <a:spcPct val="0"/>
              </a:spcBef>
              <a:buNone/>
            </a:pPr>
            <a:r>
              <a:rPr lang="zh-CN" altLang="en-US" sz="3200" b="1" dirty="0">
                <a:solidFill>
                  <a:srgbClr val="FF3300"/>
                </a:solidFill>
              </a:rPr>
              <a:t>例</a:t>
            </a:r>
            <a:r>
              <a:rPr lang="en-US" altLang="zh-CN" sz="3200" b="1" dirty="0">
                <a:solidFill>
                  <a:srgbClr val="FF3300"/>
                </a:solidFill>
              </a:rPr>
              <a:t>5. </a:t>
            </a:r>
            <a:r>
              <a:rPr lang="zh-CN" altLang="en-US" sz="3200" b="1" dirty="0">
                <a:solidFill>
                  <a:srgbClr val="FF3300"/>
                </a:solidFill>
              </a:rPr>
              <a:t>打印日历</a:t>
            </a:r>
          </a:p>
        </p:txBody>
      </p:sp>
      <p:sp>
        <p:nvSpPr>
          <p:cNvPr id="102405" name="Text Box 7"/>
          <p:cNvSpPr txBox="1"/>
          <p:nvPr/>
        </p:nvSpPr>
        <p:spPr>
          <a:xfrm>
            <a:off x="395288" y="3933825"/>
            <a:ext cx="7848600" cy="26733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spcBef>
                <a:spcPct val="50000"/>
              </a:spcBef>
              <a:buNone/>
            </a:pPr>
            <a:r>
              <a:rPr lang="zh-CN" altLang="en-US" sz="2200" b="1" dirty="0"/>
              <a:t>问题的关键是求</a:t>
            </a:r>
            <a:r>
              <a:rPr lang="en-US" altLang="zh-CN" sz="2200" b="1" dirty="0"/>
              <a:t>year</a:t>
            </a:r>
            <a:r>
              <a:rPr lang="zh-CN" altLang="en-US" sz="2200" b="1" dirty="0"/>
              <a:t>年</a:t>
            </a:r>
            <a:r>
              <a:rPr lang="en-US" altLang="zh-CN" sz="2200" b="1" dirty="0"/>
              <a:t>month</a:t>
            </a:r>
            <a:r>
              <a:rPr lang="zh-CN" altLang="en-US" sz="2200" b="1" dirty="0"/>
              <a:t>月的</a:t>
            </a:r>
            <a:r>
              <a:rPr lang="en-US" altLang="zh-CN" sz="2200" b="1" dirty="0"/>
              <a:t>1</a:t>
            </a:r>
            <a:r>
              <a:rPr lang="zh-CN" altLang="en-US" sz="2200" b="1" dirty="0"/>
              <a:t>号是周几。</a:t>
            </a:r>
          </a:p>
          <a:p>
            <a:pPr marL="342900" lvl="0" indent="-342900" eaLnBrk="1" hangingPunct="1">
              <a:lnSpc>
                <a:spcPct val="90000"/>
              </a:lnSpc>
              <a:spcBef>
                <a:spcPct val="50000"/>
              </a:spcBef>
              <a:buNone/>
            </a:pPr>
            <a:r>
              <a:rPr lang="zh-CN" altLang="en-US" sz="2200" b="1" dirty="0"/>
              <a:t>假设</a:t>
            </a:r>
            <a:r>
              <a:rPr lang="en-US" altLang="zh-CN" sz="2200" b="1" dirty="0"/>
              <a:t>0001</a:t>
            </a:r>
            <a:r>
              <a:rPr lang="zh-CN" altLang="en-US" sz="2200" b="1" dirty="0"/>
              <a:t>年年初到第</a:t>
            </a:r>
            <a:r>
              <a:rPr lang="en-US" altLang="zh-CN" sz="2200" b="1" dirty="0"/>
              <a:t>year</a:t>
            </a:r>
            <a:r>
              <a:rPr lang="zh-CN" altLang="en-US" sz="2200" b="1" dirty="0"/>
              <a:t>年</a:t>
            </a:r>
            <a:r>
              <a:rPr lang="en-US" altLang="zh-CN" sz="2200" b="1" dirty="0"/>
              <a:t>month</a:t>
            </a:r>
            <a:r>
              <a:rPr lang="zh-CN" altLang="en-US" sz="2200" b="1" dirty="0"/>
              <a:t>月的</a:t>
            </a:r>
            <a:r>
              <a:rPr lang="en-US" altLang="zh-CN" sz="2200" b="1" dirty="0"/>
              <a:t>1</a:t>
            </a:r>
            <a:r>
              <a:rPr lang="zh-CN" altLang="en-US" sz="2200" b="1" dirty="0"/>
              <a:t>号总天数为</a:t>
            </a:r>
            <a:r>
              <a:rPr lang="en-US" altLang="zh-CN" sz="2200" b="1" dirty="0"/>
              <a:t>days</a:t>
            </a:r>
            <a:r>
              <a:rPr lang="zh-CN" altLang="en-US" sz="2200" b="1" dirty="0"/>
              <a:t>天，则可通过下述公式判断第</a:t>
            </a:r>
            <a:r>
              <a:rPr lang="en-US" altLang="zh-CN" sz="2200" b="1" dirty="0"/>
              <a:t>days</a:t>
            </a:r>
            <a:r>
              <a:rPr lang="zh-CN" altLang="en-US" sz="2200" b="1" dirty="0"/>
              <a:t>天是周几：</a:t>
            </a:r>
          </a:p>
          <a:p>
            <a:pPr marL="342900" lvl="0" indent="-342900" eaLnBrk="1" hangingPunct="1">
              <a:lnSpc>
                <a:spcPct val="90000"/>
              </a:lnSpc>
              <a:buNone/>
            </a:pPr>
            <a:r>
              <a:rPr lang="en-US" altLang="zh-CN" sz="2200" b="1" dirty="0"/>
              <a:t>weekDay=days</a:t>
            </a:r>
            <a:r>
              <a:rPr lang="zh-CN" altLang="en-US" sz="2200" b="1" dirty="0"/>
              <a:t>％</a:t>
            </a:r>
            <a:r>
              <a:rPr lang="en-US" altLang="zh-CN" sz="2200" b="1" dirty="0"/>
              <a:t>7  </a:t>
            </a:r>
          </a:p>
          <a:p>
            <a:pPr marL="342900" lvl="0" indent="-342900" eaLnBrk="1" hangingPunct="1">
              <a:lnSpc>
                <a:spcPct val="90000"/>
              </a:lnSpc>
              <a:buNone/>
            </a:pPr>
            <a:r>
              <a:rPr lang="en-US" altLang="zh-CN" sz="2200" b="1" dirty="0"/>
              <a:t>   ( weekDay</a:t>
            </a:r>
            <a:r>
              <a:rPr lang="zh-CN" altLang="en-US" sz="2200" b="1" dirty="0"/>
              <a:t>值为</a:t>
            </a:r>
            <a:r>
              <a:rPr lang="en-US" altLang="zh-CN" sz="2200" b="1" dirty="0"/>
              <a:t>0</a:t>
            </a:r>
            <a:r>
              <a:rPr lang="zh-CN" altLang="en-US" sz="2200" b="1" dirty="0"/>
              <a:t>，表示周日。</a:t>
            </a:r>
            <a:r>
              <a:rPr lang="en-US" altLang="zh-CN" sz="2200" b="1" dirty="0"/>
              <a:t>WeekDay</a:t>
            </a:r>
            <a:r>
              <a:rPr lang="zh-CN" altLang="en-US" sz="2200" b="1" dirty="0"/>
              <a:t>为</a:t>
            </a:r>
            <a:r>
              <a:rPr lang="en-US" altLang="zh-CN" sz="2200" b="1" dirty="0"/>
              <a:t>1</a:t>
            </a:r>
            <a:r>
              <a:rPr lang="zh-CN" altLang="en-US" sz="2200" b="1" dirty="0"/>
              <a:t>～</a:t>
            </a:r>
            <a:r>
              <a:rPr lang="en-US" altLang="zh-CN" sz="2200" b="1" dirty="0"/>
              <a:t>6</a:t>
            </a:r>
            <a:r>
              <a:rPr lang="zh-CN" altLang="en-US" sz="2200" b="1" dirty="0"/>
              <a:t>，分别表示周一到周六</a:t>
            </a:r>
            <a:r>
              <a:rPr lang="en-US" altLang="zh-CN" sz="2200" b="1" dirty="0"/>
              <a:t>)</a:t>
            </a:r>
            <a:endParaRPr lang="zh-CN" altLang="en-US" sz="2200" b="1" dirty="0"/>
          </a:p>
          <a:p>
            <a:pPr marL="342900" lvl="0" indent="-342900" eaLnBrk="1" hangingPunct="1">
              <a:lnSpc>
                <a:spcPct val="90000"/>
              </a:lnSpc>
              <a:spcBef>
                <a:spcPct val="50000"/>
              </a:spcBef>
              <a:buNone/>
            </a:pPr>
            <a:endParaRPr lang="zh-CN" altLang="en-US" sz="2200" b="1" dirty="0"/>
          </a:p>
        </p:txBody>
      </p:sp>
    </p:spTree>
  </p:cSld>
  <p:clrMapOvr>
    <a:masterClrMapping/>
  </p:clrMapOvr>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87</a:t>
            </a:fld>
            <a:endParaRPr lang="zh-CN" altLang="en-US" sz="1400" b="1" dirty="0"/>
          </a:p>
        </p:txBody>
      </p:sp>
      <p:sp>
        <p:nvSpPr>
          <p:cNvPr id="103427" name="Rectangle 2"/>
          <p:cNvSpPr>
            <a:spLocks noGrp="1"/>
          </p:cNvSpPr>
          <p:nvPr>
            <p:ph type="title"/>
          </p:nvPr>
        </p:nvSpPr>
        <p:spPr/>
        <p:txBody>
          <a:bodyPr vert="horz" wrap="square" lIns="91440" tIns="45720" rIns="91440" bIns="45720" anchor="ctr"/>
          <a:lstStyle/>
          <a:p>
            <a:pPr eaLnBrk="1" hangingPunct="1"/>
            <a:r>
              <a:rPr lang="zh-CN" altLang="en-US" b="1" dirty="0"/>
              <a:t>例</a:t>
            </a:r>
            <a:r>
              <a:rPr lang="en-US" altLang="zh-CN" b="1" dirty="0"/>
              <a:t>5. </a:t>
            </a:r>
            <a:r>
              <a:rPr lang="zh-CN" altLang="en-US" b="1" dirty="0"/>
              <a:t>打印日历</a:t>
            </a:r>
          </a:p>
        </p:txBody>
      </p:sp>
      <p:sp>
        <p:nvSpPr>
          <p:cNvPr id="103428" name="Rectangle 3"/>
          <p:cNvSpPr>
            <a:spLocks noGrp="1"/>
          </p:cNvSpPr>
          <p:nvPr>
            <p:ph idx="1"/>
          </p:nvPr>
        </p:nvSpPr>
        <p:spPr/>
        <p:txBody>
          <a:bodyPr vert="horz" wrap="square" lIns="91440" tIns="45720" rIns="91440" bIns="45720" anchor="t"/>
          <a:lstStyle/>
          <a:p>
            <a:pPr eaLnBrk="1" hangingPunct="1"/>
            <a:r>
              <a:rPr lang="zh-CN" altLang="en-US" b="1" dirty="0"/>
              <a:t>那么，如何求得</a:t>
            </a:r>
            <a:r>
              <a:rPr lang="en-US" altLang="zh-CN" b="1" dirty="0"/>
              <a:t>0001</a:t>
            </a:r>
            <a:r>
              <a:rPr lang="zh-CN" altLang="en-US" b="1" dirty="0"/>
              <a:t>年年初到第</a:t>
            </a:r>
            <a:r>
              <a:rPr lang="en-US" altLang="zh-CN" b="1" dirty="0"/>
              <a:t>year</a:t>
            </a:r>
            <a:r>
              <a:rPr lang="zh-CN" altLang="en-US" b="1" dirty="0"/>
              <a:t>年</a:t>
            </a:r>
            <a:r>
              <a:rPr lang="en-US" altLang="zh-CN" b="1" dirty="0"/>
              <a:t>month</a:t>
            </a:r>
            <a:r>
              <a:rPr lang="zh-CN" altLang="en-US" b="1" dirty="0"/>
              <a:t>月</a:t>
            </a:r>
            <a:r>
              <a:rPr lang="en-US" altLang="zh-CN" b="1" dirty="0"/>
              <a:t>1</a:t>
            </a:r>
            <a:r>
              <a:rPr lang="zh-CN" altLang="en-US" b="1" dirty="0"/>
              <a:t>号的总天数</a:t>
            </a:r>
            <a:r>
              <a:rPr lang="en-US" altLang="zh-CN" b="1" dirty="0"/>
              <a:t>days</a:t>
            </a:r>
            <a:r>
              <a:rPr lang="zh-CN" altLang="en-US" b="1" dirty="0"/>
              <a:t>天？</a:t>
            </a:r>
          </a:p>
          <a:p>
            <a:pPr eaLnBrk="1" hangingPunct="1">
              <a:buNone/>
            </a:pPr>
            <a:r>
              <a:rPr lang="zh-CN" altLang="en-US" b="1" dirty="0"/>
              <a:t>    可先通过下述公式求得</a:t>
            </a:r>
            <a:r>
              <a:rPr lang="en-US" altLang="zh-CN" b="1" dirty="0"/>
              <a:t>0001</a:t>
            </a:r>
            <a:r>
              <a:rPr lang="zh-CN" altLang="en-US" b="1" dirty="0"/>
              <a:t>年年初到第</a:t>
            </a:r>
            <a:r>
              <a:rPr lang="en-US" altLang="zh-CN" b="1" dirty="0"/>
              <a:t>year-1</a:t>
            </a:r>
            <a:r>
              <a:rPr lang="zh-CN" altLang="en-US" b="1" dirty="0"/>
              <a:t>年年底的总天数</a:t>
            </a:r>
          </a:p>
          <a:p>
            <a:pPr eaLnBrk="1" hangingPunct="1">
              <a:buNone/>
            </a:pPr>
            <a:r>
              <a:rPr lang="en-US" altLang="zh-CN" b="1" dirty="0"/>
              <a:t>    </a:t>
            </a:r>
            <a:r>
              <a:rPr lang="en-US" altLang="zh-CN" b="1" dirty="0">
                <a:solidFill>
                  <a:srgbClr val="FF3300"/>
                </a:solidFill>
              </a:rPr>
              <a:t>days</a:t>
            </a:r>
            <a:r>
              <a:rPr lang="zh-CN" altLang="en-US" b="1" dirty="0">
                <a:solidFill>
                  <a:srgbClr val="FF3300"/>
                </a:solidFill>
              </a:rPr>
              <a:t>＝</a:t>
            </a:r>
            <a:r>
              <a:rPr lang="en-US" altLang="zh-CN" b="1" dirty="0">
                <a:solidFill>
                  <a:srgbClr val="FF3300"/>
                </a:solidFill>
              </a:rPr>
              <a:t>(year-1)</a:t>
            </a:r>
            <a:r>
              <a:rPr lang="zh-CN" altLang="en-US" b="1" dirty="0">
                <a:solidFill>
                  <a:srgbClr val="FF3300"/>
                </a:solidFill>
              </a:rPr>
              <a:t>*</a:t>
            </a:r>
            <a:r>
              <a:rPr lang="en-US" altLang="zh-CN" b="1" dirty="0">
                <a:solidFill>
                  <a:srgbClr val="FF3300"/>
                </a:solidFill>
              </a:rPr>
              <a:t>365 + (year-1)/400 +( year-1)/4 		</a:t>
            </a:r>
            <a:r>
              <a:rPr lang="en-US" altLang="zh-CN" b="1" dirty="0">
                <a:solidFill>
                  <a:srgbClr val="FF3300"/>
                </a:solidFill>
                <a:latin typeface="宋体" panose="02010600030101010101" pitchFamily="2" charset="-122"/>
              </a:rPr>
              <a:t>–</a:t>
            </a:r>
            <a:r>
              <a:rPr lang="en-US" altLang="zh-CN" b="1" dirty="0">
                <a:solidFill>
                  <a:srgbClr val="FF3300"/>
                </a:solidFill>
              </a:rPr>
              <a:t>(year-1)/100</a:t>
            </a:r>
          </a:p>
          <a:p>
            <a:pPr eaLnBrk="1" hangingPunct="1">
              <a:buNone/>
            </a:pPr>
            <a:r>
              <a:rPr lang="en-US" altLang="zh-CN" b="1" dirty="0">
                <a:solidFill>
                  <a:srgbClr val="FF3300"/>
                </a:solidFill>
              </a:rPr>
              <a:t>   </a:t>
            </a:r>
            <a:r>
              <a:rPr lang="zh-CN" altLang="en-US" b="1" dirty="0"/>
              <a:t>然后，再求出</a:t>
            </a:r>
            <a:r>
              <a:rPr lang="en-US" altLang="zh-CN" b="1" dirty="0"/>
              <a:t>year</a:t>
            </a:r>
            <a:r>
              <a:rPr lang="zh-CN" altLang="en-US" b="1" dirty="0"/>
              <a:t>年</a:t>
            </a:r>
            <a:r>
              <a:rPr lang="en-US" altLang="zh-CN" b="1" dirty="0"/>
              <a:t>1</a:t>
            </a:r>
            <a:r>
              <a:rPr lang="zh-CN" altLang="en-US" b="1" dirty="0"/>
              <a:t>月到</a:t>
            </a:r>
            <a:r>
              <a:rPr lang="en-US" altLang="zh-CN" b="1" dirty="0"/>
              <a:t>month-1</a:t>
            </a:r>
            <a:r>
              <a:rPr lang="zh-CN" altLang="en-US" b="1" dirty="0"/>
              <a:t>月的天数</a:t>
            </a:r>
            <a:r>
              <a:rPr lang="en-US" altLang="zh-CN" b="1" dirty="0"/>
              <a:t>yearDays</a:t>
            </a:r>
            <a:r>
              <a:rPr lang="zh-CN" altLang="en-US" b="1" dirty="0"/>
              <a:t>。</a:t>
            </a:r>
          </a:p>
          <a:p>
            <a:pPr eaLnBrk="1" hangingPunct="1">
              <a:buNone/>
            </a:pPr>
            <a:r>
              <a:rPr lang="zh-CN" altLang="en-US" b="1" dirty="0"/>
              <a:t>   </a:t>
            </a:r>
            <a:r>
              <a:rPr lang="en-US" altLang="zh-CN" b="1" dirty="0">
                <a:solidFill>
                  <a:srgbClr val="FF3300"/>
                </a:solidFill>
              </a:rPr>
              <a:t>days+ </a:t>
            </a:r>
            <a:r>
              <a:rPr lang="en-US" altLang="zh-CN" b="1" dirty="0"/>
              <a:t>yearDays</a:t>
            </a:r>
            <a:r>
              <a:rPr lang="zh-CN" altLang="en-US" b="1" dirty="0"/>
              <a:t>即为所求结果。</a:t>
            </a:r>
          </a:p>
          <a:p>
            <a:pPr eaLnBrk="1" hangingPunct="1"/>
            <a:endParaRPr lang="zh-CN" altLang="en-US" b="1" dirty="0"/>
          </a:p>
          <a:p>
            <a:pPr eaLnBrk="1" hangingPunct="1"/>
            <a:endParaRPr lang="zh-CN" altLang="en-US" b="1" dirty="0"/>
          </a:p>
        </p:txBody>
      </p:sp>
    </p:spTree>
  </p:cSld>
  <p:clrMapOvr>
    <a:masterClrMapping/>
  </p:clrMapOvr>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3" name="Rectangle 12"/>
          <p:cNvSpPr>
            <a:spLocks noGrp="1"/>
          </p:cNvSpPr>
          <p:nvPr/>
        </p:nvSpPr>
        <p:spPr>
          <a:xfrm>
            <a:off x="1263650" y="404813"/>
            <a:ext cx="7772400" cy="720725"/>
          </a:xfrm>
          <a:prstGeom prst="rect">
            <a:avLst/>
          </a:prstGeom>
          <a:noFill/>
          <a:ln w="9525">
            <a:noFill/>
          </a:ln>
        </p:spPr>
        <p:txBody>
          <a:bodyPr wrap="square" anchor="ctr"/>
          <a:lstStyle>
            <a:lvl1pPr algn="r" rtl="0" eaLnBrk="0" fontAlgn="base" hangingPunct="0">
              <a:spcBef>
                <a:spcPct val="0"/>
              </a:spcBef>
              <a:spcAft>
                <a:spcPct val="0"/>
              </a:spcAft>
              <a:defRPr kumimoji="1" sz="3200">
                <a:solidFill>
                  <a:srgbClr val="FF3300"/>
                </a:solidFill>
                <a:latin typeface="+mj-lt"/>
                <a:ea typeface="+mj-ea"/>
                <a:cs typeface="+mj-cs"/>
              </a:defRPr>
            </a:lvl1pPr>
            <a:lvl2pPr algn="r" rtl="0" eaLnBrk="0" fontAlgn="base" hangingPunct="0">
              <a:spcBef>
                <a:spcPct val="0"/>
              </a:spcBef>
              <a:spcAft>
                <a:spcPct val="0"/>
              </a:spcAft>
              <a:defRPr kumimoji="1" sz="3200">
                <a:solidFill>
                  <a:srgbClr val="FF3300"/>
                </a:solidFill>
                <a:latin typeface="Times New Roman" panose="02020603050405020304" pitchFamily="18" charset="0"/>
                <a:ea typeface="宋体" panose="02010600030101010101" pitchFamily="2" charset="-122"/>
              </a:defRPr>
            </a:lvl2pPr>
            <a:lvl3pPr algn="r" rtl="0" eaLnBrk="0" fontAlgn="base" hangingPunct="0">
              <a:spcBef>
                <a:spcPct val="0"/>
              </a:spcBef>
              <a:spcAft>
                <a:spcPct val="0"/>
              </a:spcAft>
              <a:defRPr kumimoji="1" sz="3200">
                <a:solidFill>
                  <a:srgbClr val="FF3300"/>
                </a:solidFill>
                <a:latin typeface="Times New Roman" panose="02020603050405020304" pitchFamily="18" charset="0"/>
                <a:ea typeface="宋体" panose="02010600030101010101" pitchFamily="2" charset="-122"/>
              </a:defRPr>
            </a:lvl3pPr>
            <a:lvl4pPr algn="r" rtl="0" eaLnBrk="0" fontAlgn="base" hangingPunct="0">
              <a:spcBef>
                <a:spcPct val="0"/>
              </a:spcBef>
              <a:spcAft>
                <a:spcPct val="0"/>
              </a:spcAft>
              <a:defRPr kumimoji="1" sz="3200">
                <a:solidFill>
                  <a:srgbClr val="FF3300"/>
                </a:solidFill>
                <a:latin typeface="Times New Roman" panose="02020603050405020304" pitchFamily="18" charset="0"/>
                <a:ea typeface="宋体" panose="02010600030101010101" pitchFamily="2" charset="-122"/>
              </a:defRPr>
            </a:lvl4pPr>
            <a:lvl5pPr algn="r" rtl="0" eaLnBrk="0" fontAlgn="base" hangingPunct="0">
              <a:spcBef>
                <a:spcPct val="0"/>
              </a:spcBef>
              <a:spcAft>
                <a:spcPct val="0"/>
              </a:spcAft>
              <a:defRPr kumimoji="1" sz="3200">
                <a:solidFill>
                  <a:srgbClr val="FF3300"/>
                </a:solidFill>
                <a:latin typeface="Times New Roman" panose="02020603050405020304" pitchFamily="18" charset="0"/>
                <a:ea typeface="宋体" panose="02010600030101010101" pitchFamily="2" charset="-122"/>
              </a:defRPr>
            </a:lvl5pPr>
            <a:lvl6pPr marL="457200" algn="r" rtl="0" fontAlgn="base">
              <a:spcBef>
                <a:spcPct val="0"/>
              </a:spcBef>
              <a:spcAft>
                <a:spcPct val="0"/>
              </a:spcAft>
              <a:defRPr kumimoji="1" sz="3200">
                <a:solidFill>
                  <a:srgbClr val="FF3300"/>
                </a:solidFill>
                <a:latin typeface="Times New Roman" panose="02020603050405020304" pitchFamily="18" charset="0"/>
                <a:ea typeface="宋体" panose="02010600030101010101" pitchFamily="2" charset="-122"/>
              </a:defRPr>
            </a:lvl6pPr>
            <a:lvl7pPr marL="914400" algn="r" rtl="0" fontAlgn="base">
              <a:spcBef>
                <a:spcPct val="0"/>
              </a:spcBef>
              <a:spcAft>
                <a:spcPct val="0"/>
              </a:spcAft>
              <a:defRPr kumimoji="1" sz="3200">
                <a:solidFill>
                  <a:srgbClr val="FF3300"/>
                </a:solidFill>
                <a:latin typeface="Times New Roman" panose="02020603050405020304" pitchFamily="18" charset="0"/>
                <a:ea typeface="宋体" panose="02010600030101010101" pitchFamily="2" charset="-122"/>
              </a:defRPr>
            </a:lvl7pPr>
            <a:lvl8pPr marL="1371600" algn="r" rtl="0" fontAlgn="base">
              <a:spcBef>
                <a:spcPct val="0"/>
              </a:spcBef>
              <a:spcAft>
                <a:spcPct val="0"/>
              </a:spcAft>
              <a:defRPr kumimoji="1" sz="3200">
                <a:solidFill>
                  <a:srgbClr val="FF3300"/>
                </a:solidFill>
                <a:latin typeface="Times New Roman" panose="02020603050405020304" pitchFamily="18" charset="0"/>
                <a:ea typeface="宋体" panose="02010600030101010101" pitchFamily="2" charset="-122"/>
              </a:defRPr>
            </a:lvl8pPr>
            <a:lvl9pPr marL="1828800" algn="r" rtl="0" fontAlgn="base">
              <a:spcBef>
                <a:spcPct val="0"/>
              </a:spcBef>
              <a:spcAft>
                <a:spcPct val="0"/>
              </a:spcAft>
              <a:defRPr kumimoji="1" sz="3200">
                <a:solidFill>
                  <a:srgbClr val="FF3300"/>
                </a:solidFill>
                <a:latin typeface="Times New Roman" panose="02020603050405020304" pitchFamily="18" charset="0"/>
                <a:ea typeface="宋体" panose="02010600030101010101" pitchFamily="2" charset="-122"/>
              </a:defRPr>
            </a:lvl9pPr>
          </a:lstStyle>
          <a:p>
            <a:pPr lvl="0" eaLnBrk="1" hangingPunct="1"/>
            <a:r>
              <a:rPr lang="zh-CN" altLang="en-US" sz="2800" dirty="0"/>
              <a:t>子函数</a:t>
            </a:r>
            <a:r>
              <a:rPr lang="en-US" altLang="zh-CN" sz="2800" dirty="0"/>
              <a:t>NS</a:t>
            </a:r>
            <a:r>
              <a:rPr lang="zh-CN" altLang="en-US" sz="2800" dirty="0"/>
              <a:t>图</a:t>
            </a:r>
          </a:p>
        </p:txBody>
      </p:sp>
      <p:grpSp>
        <p:nvGrpSpPr>
          <p:cNvPr id="13" name="组合 12"/>
          <p:cNvGrpSpPr/>
          <p:nvPr/>
        </p:nvGrpSpPr>
        <p:grpSpPr>
          <a:xfrm>
            <a:off x="4693359" y="2085568"/>
            <a:ext cx="3695065" cy="2201545"/>
            <a:chOff x="7293" y="4580"/>
            <a:chExt cx="5819" cy="3467"/>
          </a:xfrm>
        </p:grpSpPr>
        <p:sp>
          <p:nvSpPr>
            <p:cNvPr id="246838" name="Rectangle 11"/>
            <p:cNvSpPr/>
            <p:nvPr/>
          </p:nvSpPr>
          <p:spPr>
            <a:xfrm>
              <a:off x="7322" y="5771"/>
              <a:ext cx="1933" cy="1625"/>
            </a:xfrm>
            <a:prstGeom prst="rect">
              <a:avLst/>
            </a:prstGeom>
            <a:noFill/>
            <a:ln w="9525" cap="flat" cmpd="sng">
              <a:solidFill>
                <a:schemeClr val="tx1"/>
              </a:solidFill>
              <a:prstDash val="solid"/>
              <a:miter/>
              <a:headEnd type="none" w="med" len="med"/>
              <a:tailEnd type="none" w="med" len="med"/>
            </a:ln>
          </p:spPr>
          <p:txBody>
            <a:bodyPr wrap="none" anchor="ctr"/>
            <a:lstStyle/>
            <a:p>
              <a:pPr marL="342900" marR="0" lvl="0" indent="-34290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days=31</a:t>
              </a:r>
            </a:p>
          </p:txBody>
        </p:sp>
        <p:sp>
          <p:nvSpPr>
            <p:cNvPr id="246840" name="Rectangle 59"/>
            <p:cNvSpPr/>
            <p:nvPr/>
          </p:nvSpPr>
          <p:spPr>
            <a:xfrm>
              <a:off x="7293" y="7397"/>
              <a:ext cx="5773" cy="651"/>
            </a:xfrm>
            <a:prstGeom prst="rect">
              <a:avLst/>
            </a:prstGeom>
            <a:noFill/>
            <a:ln w="9525" cap="flat" cmpd="sng">
              <a:solidFill>
                <a:schemeClr val="tx1"/>
              </a:solidFill>
              <a:prstDash val="solid"/>
              <a:miter/>
              <a:headEnd type="none" w="med" len="med"/>
              <a:tailEnd type="none" w="med" len="med"/>
            </a:ln>
          </p:spPr>
          <p:txBody>
            <a:bodyPr wrap="none" anchor="ctr"/>
            <a:lstStyle/>
            <a:p>
              <a:pPr marL="342900" marR="0" lvl="0" indent="-342900" algn="ctr" defTabSz="914400" rtl="0" eaLnBrk="1" fontAlgn="base" latinLnBrk="0" hangingPunct="1">
                <a:lnSpc>
                  <a:spcPct val="100000"/>
                </a:lnSpc>
                <a:spcBef>
                  <a:spcPct val="0"/>
                </a:spcBef>
                <a:spcAft>
                  <a:spcPct val="0"/>
                </a:spcAft>
                <a:buClrTx/>
                <a:buSzTx/>
                <a:buFontTx/>
                <a:buNone/>
                <a:tabLst/>
                <a:defRPr/>
              </a:pPr>
              <a:r>
                <a:rPr kumimoji="0" lang="zh-CN" altLang="en-US" sz="20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返回</a:t>
              </a:r>
              <a:r>
                <a:rPr kumimoji="0" lang="en-US" altLang="zh-CN" sz="20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days</a:t>
              </a:r>
            </a:p>
          </p:txBody>
        </p:sp>
        <p:sp>
          <p:nvSpPr>
            <p:cNvPr id="25" name="Rectangle 10"/>
            <p:cNvSpPr/>
            <p:nvPr/>
          </p:nvSpPr>
          <p:spPr>
            <a:xfrm>
              <a:off x="7321" y="4607"/>
              <a:ext cx="5745" cy="1164"/>
            </a:xfrm>
            <a:prstGeom prst="rect">
              <a:avLst/>
            </a:prstGeom>
            <a:solidFill>
              <a:srgbClr val="FFFF99"/>
            </a:solidFill>
            <a:ln w="9525" cap="flat" cmpd="sng">
              <a:solidFill>
                <a:schemeClr val="tx1"/>
              </a:solidFill>
              <a:prstDash val="solid"/>
              <a:miter/>
              <a:headEnd type="none" w="med" len="med"/>
              <a:tailEnd type="none" w="med" len="med"/>
            </a:ln>
          </p:spPr>
          <p:txBody>
            <a:bodyPr wrap="none" anchor="ctr"/>
            <a:lstStyle/>
            <a:p>
              <a:pPr marL="342900" marR="0" lvl="0" indent="-342900" algn="l" defTabSz="914400" rtl="0" eaLnBrk="1" fontAlgn="base" latinLnBrk="0" hangingPunct="1">
                <a:lnSpc>
                  <a:spcPct val="80000"/>
                </a:lnSpc>
                <a:spcBef>
                  <a:spcPct val="0"/>
                </a:spcBef>
                <a:spcAft>
                  <a:spcPct val="0"/>
                </a:spcAft>
                <a:buClrTx/>
                <a:buSzTx/>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             switch( m )</a:t>
              </a:r>
            </a:p>
            <a:p>
              <a:pPr marL="342900" marR="0" lvl="0" indent="-342900" algn="l" defTabSz="914400" rtl="0" eaLnBrk="1" fontAlgn="base" latinLnBrk="0" hangingPunct="1">
                <a:lnSpc>
                  <a:spcPct val="80000"/>
                </a:lnSpc>
                <a:spcBef>
                  <a:spcPct val="0"/>
                </a:spcBef>
                <a:spcAft>
                  <a:spcPct val="0"/>
                </a:spcAft>
                <a:buClrTx/>
                <a:buSzTx/>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1,3,5,7,                            4,6,9,11,      </a:t>
              </a:r>
            </a:p>
            <a:p>
              <a:pPr marL="342900" marR="0" lvl="0" indent="-342900" algn="l" defTabSz="914400" rtl="0" eaLnBrk="1" fontAlgn="base" latinLnBrk="0" hangingPunct="1">
                <a:lnSpc>
                  <a:spcPct val="80000"/>
                </a:lnSpc>
                <a:spcBef>
                  <a:spcPct val="0"/>
                </a:spcBef>
                <a:spcAft>
                  <a:spcPct val="0"/>
                </a:spcAft>
                <a:buClrTx/>
                <a:buSzTx/>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8,10,12</a:t>
              </a:r>
              <a:r>
                <a:rPr kumimoji="0" lang="en-US" altLang="zh-CN"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 2</a:t>
              </a:r>
              <a:r>
                <a:rPr kumimoji="0" lang="en-US" altLang="zh-CN"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          </a:t>
              </a:r>
              <a:endParaRPr kumimoji="0" lang="en-US" altLang="zh-CN"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cxnSp>
          <p:nvCxnSpPr>
            <p:cNvPr id="26" name="直接连接符 25"/>
            <p:cNvCxnSpPr/>
            <p:nvPr/>
          </p:nvCxnSpPr>
          <p:spPr>
            <a:xfrm>
              <a:off x="7322" y="4580"/>
              <a:ext cx="2608" cy="794"/>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7" name="直接连接符 26"/>
            <p:cNvCxnSpPr/>
            <p:nvPr/>
          </p:nvCxnSpPr>
          <p:spPr>
            <a:xfrm flipH="1">
              <a:off x="9938" y="4644"/>
              <a:ext cx="3175" cy="681"/>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28" name="Rectangle 11"/>
            <p:cNvSpPr/>
            <p:nvPr/>
          </p:nvSpPr>
          <p:spPr>
            <a:xfrm>
              <a:off x="10926" y="5771"/>
              <a:ext cx="2140" cy="1625"/>
            </a:xfrm>
            <a:prstGeom prst="rect">
              <a:avLst/>
            </a:prstGeom>
            <a:noFill/>
            <a:ln w="9525" cap="flat" cmpd="sng">
              <a:solidFill>
                <a:schemeClr val="tx1"/>
              </a:solidFill>
              <a:prstDash val="solid"/>
              <a:miter/>
              <a:headEnd type="none" w="med" len="med"/>
              <a:tailEnd type="none" w="med" len="med"/>
            </a:ln>
          </p:spPr>
          <p:txBody>
            <a:bodyPr wrap="none" anchor="ctr"/>
            <a:lstStyle/>
            <a:p>
              <a:pPr marL="342900" marR="0" lvl="0" indent="-34290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days=30</a:t>
              </a:r>
            </a:p>
          </p:txBody>
        </p:sp>
        <p:cxnSp>
          <p:nvCxnSpPr>
            <p:cNvPr id="3" name="直接连接符 2"/>
            <p:cNvCxnSpPr/>
            <p:nvPr/>
          </p:nvCxnSpPr>
          <p:spPr>
            <a:xfrm>
              <a:off x="9254" y="5129"/>
              <a:ext cx="37" cy="1690"/>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 name="直接连接符 3"/>
            <p:cNvCxnSpPr/>
            <p:nvPr/>
          </p:nvCxnSpPr>
          <p:spPr>
            <a:xfrm>
              <a:off x="10926" y="5128"/>
              <a:ext cx="37" cy="1690"/>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5" name="Rectangle 11"/>
            <p:cNvSpPr/>
            <p:nvPr/>
          </p:nvSpPr>
          <p:spPr>
            <a:xfrm>
              <a:off x="9291" y="6531"/>
              <a:ext cx="1636" cy="866"/>
            </a:xfrm>
            <a:prstGeom prst="rect">
              <a:avLst/>
            </a:prstGeom>
            <a:noFill/>
            <a:ln w="9525" cap="flat" cmpd="sng">
              <a:solidFill>
                <a:schemeClr val="tx1"/>
              </a:solidFill>
              <a:prstDash val="solid"/>
              <a:miter/>
              <a:headEnd type="none" w="med" len="med"/>
              <a:tailEnd type="none" w="med" len="med"/>
            </a:ln>
          </p:spPr>
          <p:txBody>
            <a:bodyPr wrap="none" anchor="ctr"/>
            <a:lstStyle/>
            <a:p>
              <a:pPr marL="342900" marR="0" lvl="0" indent="-34290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29    28</a:t>
              </a:r>
            </a:p>
          </p:txBody>
        </p:sp>
        <p:cxnSp>
          <p:nvCxnSpPr>
            <p:cNvPr id="6" name="直接连接符 5"/>
            <p:cNvCxnSpPr>
              <a:endCxn id="5" idx="0"/>
            </p:cNvCxnSpPr>
            <p:nvPr/>
          </p:nvCxnSpPr>
          <p:spPr>
            <a:xfrm>
              <a:off x="9291" y="5737"/>
              <a:ext cx="818" cy="794"/>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 name="直接连接符 6"/>
            <p:cNvCxnSpPr>
              <a:endCxn id="5" idx="0"/>
            </p:cNvCxnSpPr>
            <p:nvPr/>
          </p:nvCxnSpPr>
          <p:spPr>
            <a:xfrm flipH="1">
              <a:off x="10109" y="5635"/>
              <a:ext cx="833" cy="896"/>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8" name="Rectangle 11"/>
            <p:cNvSpPr/>
            <p:nvPr/>
          </p:nvSpPr>
          <p:spPr>
            <a:xfrm>
              <a:off x="9290" y="5771"/>
              <a:ext cx="1636" cy="761"/>
            </a:xfrm>
            <a:prstGeom prst="rect">
              <a:avLst/>
            </a:prstGeom>
            <a:noFill/>
            <a:ln w="9525" cap="flat" cmpd="sng">
              <a:solidFill>
                <a:schemeClr val="tx1"/>
              </a:solidFill>
              <a:prstDash val="solid"/>
              <a:miter/>
              <a:headEnd type="none" w="med" len="med"/>
              <a:tailEnd type="none" w="med" len="med"/>
            </a:ln>
          </p:spPr>
          <p:txBody>
            <a:bodyPr wrap="none" anchor="t" anchorCtr="0"/>
            <a:lstStyle/>
            <a:p>
              <a:pPr marL="342900" marR="0" lvl="0" indent="-342900" algn="ctr" defTabSz="914400" rtl="0" eaLnBrk="1" fontAlgn="base" latinLnBrk="0" hangingPunct="1">
                <a:lnSpc>
                  <a:spcPct val="80000"/>
                </a:lnSpc>
                <a:spcBef>
                  <a:spcPct val="0"/>
                </a:spcBef>
                <a:spcAft>
                  <a:spcPct val="0"/>
                </a:spcAft>
                <a:buClrTx/>
                <a:buSzTx/>
                <a:buFontTx/>
                <a:buNone/>
                <a:tabLst/>
                <a:defRPr/>
              </a:pPr>
              <a:r>
                <a:rPr kumimoji="0" lang="zh-CN" altLang="en-US" sz="20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闰年</a:t>
              </a:r>
            </a:p>
            <a:p>
              <a:pPr marL="342900" marR="0" lvl="0" indent="-342900" algn="ctr" defTabSz="914400" rtl="0" eaLnBrk="1" fontAlgn="base" latinLnBrk="0" hangingPunct="1">
                <a:lnSpc>
                  <a:spcPct val="80000"/>
                </a:lnSpc>
                <a:spcBef>
                  <a:spcPct val="0"/>
                </a:spcBef>
                <a:spcAft>
                  <a:spcPct val="0"/>
                </a:spcAft>
                <a:buClrTx/>
                <a:buSzTx/>
                <a:buFontTx/>
                <a:buNone/>
                <a:tabLst/>
                <a:defRPr/>
              </a:pPr>
              <a:r>
                <a:rPr kumimoji="0" lang="en-US" altLang="zh-CN" sz="20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Y         N</a:t>
              </a:r>
            </a:p>
          </p:txBody>
        </p:sp>
        <p:cxnSp>
          <p:nvCxnSpPr>
            <p:cNvPr id="11" name="直接连接符 10"/>
            <p:cNvCxnSpPr>
              <a:stCxn id="8" idx="2"/>
              <a:endCxn id="5" idx="2"/>
            </p:cNvCxnSpPr>
            <p:nvPr/>
          </p:nvCxnSpPr>
          <p:spPr>
            <a:xfrm>
              <a:off x="10108" y="6532"/>
              <a:ext cx="1" cy="865"/>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23" name="组合 22"/>
          <p:cNvGrpSpPr/>
          <p:nvPr/>
        </p:nvGrpSpPr>
        <p:grpSpPr>
          <a:xfrm>
            <a:off x="471244" y="3740378"/>
            <a:ext cx="3677285" cy="1560830"/>
            <a:chOff x="644" y="7186"/>
            <a:chExt cx="5791" cy="2458"/>
          </a:xfrm>
        </p:grpSpPr>
        <p:sp>
          <p:nvSpPr>
            <p:cNvPr id="17" name="Rectangle 11"/>
            <p:cNvSpPr/>
            <p:nvPr/>
          </p:nvSpPr>
          <p:spPr>
            <a:xfrm>
              <a:off x="645" y="8884"/>
              <a:ext cx="2607" cy="761"/>
            </a:xfrm>
            <a:prstGeom prst="rect">
              <a:avLst/>
            </a:prstGeom>
            <a:noFill/>
            <a:ln w="9525" cap="flat" cmpd="sng">
              <a:solidFill>
                <a:schemeClr val="tx1"/>
              </a:solidFill>
              <a:prstDash val="solid"/>
              <a:miter/>
              <a:headEnd type="none" w="med" len="med"/>
              <a:tailEnd type="none" w="med" len="med"/>
            </a:ln>
          </p:spPr>
          <p:txBody>
            <a:bodyPr wrap="none" anchor="ctr"/>
            <a:lstStyle/>
            <a:p>
              <a:pPr marL="342900" marR="0" lvl="0" indent="-342900" algn="ctr" defTabSz="914400" rtl="0" eaLnBrk="1" fontAlgn="base" latinLnBrk="0" hangingPunct="1">
                <a:lnSpc>
                  <a:spcPct val="100000"/>
                </a:lnSpc>
                <a:spcBef>
                  <a:spcPct val="0"/>
                </a:spcBef>
                <a:spcAft>
                  <a:spcPct val="0"/>
                </a:spcAft>
                <a:buClrTx/>
                <a:buSzTx/>
                <a:buFontTx/>
                <a:buNone/>
                <a:tabLst/>
                <a:defRPr/>
              </a:pPr>
              <a:r>
                <a:rPr kumimoji="0" lang="zh-CN" altLang="en-US" sz="20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返回</a:t>
              </a:r>
              <a:r>
                <a:rPr kumimoji="0" lang="en-US" altLang="zh-CN" sz="20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1</a:t>
              </a:r>
              <a:endParaRPr kumimoji="0" lang="en-US" sz="20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9" name="Rectangle 10"/>
            <p:cNvSpPr/>
            <p:nvPr/>
          </p:nvSpPr>
          <p:spPr>
            <a:xfrm>
              <a:off x="644" y="7213"/>
              <a:ext cx="5745" cy="1671"/>
            </a:xfrm>
            <a:prstGeom prst="rect">
              <a:avLst/>
            </a:prstGeom>
            <a:solidFill>
              <a:srgbClr val="FFFF99"/>
            </a:solidFill>
            <a:ln w="9525" cap="flat" cmpd="sng">
              <a:solidFill>
                <a:schemeClr val="tx1"/>
              </a:solidFill>
              <a:prstDash val="solid"/>
              <a:miter/>
              <a:headEnd type="none" w="med" len="med"/>
              <a:tailEnd type="none" w="med" len="med"/>
            </a:ln>
          </p:spPr>
          <p:txBody>
            <a:bodyPr wrap="none" anchor="t" anchorCtr="0"/>
            <a:lstStyle/>
            <a:p>
              <a:pPr marL="0" marR="0" lvl="0" indent="0" algn="l" defTabSz="914400" rtl="0" eaLnBrk="1" fontAlgn="base" latinLnBrk="0" hangingPunct="1">
                <a:lnSpc>
                  <a:spcPct val="90000"/>
                </a:lnSpc>
                <a:spcBef>
                  <a:spcPct val="0"/>
                </a:spcBef>
                <a:spcAft>
                  <a:spcPct val="0"/>
                </a:spcAft>
                <a:buClrTx/>
                <a:buSzTx/>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sym typeface="+mn-ea"/>
                </a:rPr>
                <a:t> year%4==0 &amp;&amp; year%100!=0 </a:t>
              </a:r>
              <a:endPar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90000"/>
                </a:lnSpc>
                <a:spcBef>
                  <a:spcPct val="0"/>
                </a:spcBef>
                <a:spcAft>
                  <a:spcPct val="0"/>
                </a:spcAft>
                <a:buClrTx/>
                <a:buSzTx/>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sym typeface="+mn-ea"/>
                </a:rPr>
                <a:t>              || year%400==0</a:t>
              </a:r>
            </a:p>
            <a:p>
              <a:pPr marL="0" marR="0" lvl="0" indent="0" algn="l" defTabSz="914400" rtl="0" eaLnBrk="1" fontAlgn="base" latinLnBrk="0" hangingPunct="1">
                <a:lnSpc>
                  <a:spcPct val="90000"/>
                </a:lnSpc>
                <a:spcBef>
                  <a:spcPct val="0"/>
                </a:spcBef>
                <a:spcAft>
                  <a:spcPct val="0"/>
                </a:spcAft>
                <a:buClrTx/>
                <a:buSzTx/>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sym typeface="+mn-ea"/>
                </a:rPr>
                <a:t>     </a:t>
              </a:r>
              <a:r>
                <a:rPr kumimoji="0" lang="en-US" altLang="zh-CN" sz="20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Yes                          </a:t>
              </a:r>
              <a:r>
                <a:rPr kumimoji="0" lang="zh-CN" altLang="en-US" sz="20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0" lang="en-US" altLang="zh-CN" sz="20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No</a:t>
              </a:r>
            </a:p>
          </p:txBody>
        </p:sp>
        <p:cxnSp>
          <p:nvCxnSpPr>
            <p:cNvPr id="20" name="直接连接符 19"/>
            <p:cNvCxnSpPr/>
            <p:nvPr/>
          </p:nvCxnSpPr>
          <p:spPr>
            <a:xfrm>
              <a:off x="645" y="7186"/>
              <a:ext cx="2586" cy="1729"/>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1" name="直接连接符 20"/>
            <p:cNvCxnSpPr/>
            <p:nvPr/>
          </p:nvCxnSpPr>
          <p:spPr>
            <a:xfrm flipH="1">
              <a:off x="3231" y="7250"/>
              <a:ext cx="3205" cy="1665"/>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22" name="Rectangle 11"/>
            <p:cNvSpPr/>
            <p:nvPr/>
          </p:nvSpPr>
          <p:spPr>
            <a:xfrm>
              <a:off x="3252" y="8884"/>
              <a:ext cx="3168" cy="761"/>
            </a:xfrm>
            <a:prstGeom prst="rect">
              <a:avLst/>
            </a:prstGeom>
            <a:noFill/>
            <a:ln w="9525" cap="flat" cmpd="sng">
              <a:solidFill>
                <a:schemeClr val="tx1"/>
              </a:solidFill>
              <a:prstDash val="solid"/>
              <a:miter/>
              <a:headEnd type="none" w="med" len="med"/>
              <a:tailEnd type="none" w="med" len="med"/>
            </a:ln>
          </p:spPr>
          <p:txBody>
            <a:bodyPr wrap="none" anchor="ctr"/>
            <a:lstStyle/>
            <a:p>
              <a:pPr marL="342900" marR="0" lvl="0" indent="-342900" algn="ctr" defTabSz="914400" rtl="0" eaLnBrk="1" fontAlgn="base" latinLnBrk="0" hangingPunct="1">
                <a:lnSpc>
                  <a:spcPct val="100000"/>
                </a:lnSpc>
                <a:spcBef>
                  <a:spcPct val="0"/>
                </a:spcBef>
                <a:spcAft>
                  <a:spcPct val="0"/>
                </a:spcAft>
                <a:buClrTx/>
                <a:buSzTx/>
                <a:buFontTx/>
                <a:buNone/>
                <a:tabLst/>
                <a:defRPr/>
              </a:pPr>
              <a:r>
                <a:rPr kumimoji="0" lang="zh-CN" altLang="en-US" sz="20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返回</a:t>
              </a:r>
              <a:r>
                <a:rPr kumimoji="0" lang="en-US" altLang="zh-CN" sz="20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0</a:t>
              </a:r>
              <a:endParaRPr kumimoji="0" lang="en-US" sz="20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sp>
        <p:nvSpPr>
          <p:cNvPr id="24" name="AutoShape 55"/>
          <p:cNvSpPr/>
          <p:nvPr/>
        </p:nvSpPr>
        <p:spPr>
          <a:xfrm rot="9060000">
            <a:off x="3920564" y="3296513"/>
            <a:ext cx="714375" cy="431800"/>
          </a:xfrm>
          <a:prstGeom prst="rightArrow">
            <a:avLst>
              <a:gd name="adj1" fmla="val 50000"/>
              <a:gd name="adj2" fmla="val 66159"/>
            </a:avLst>
          </a:prstGeom>
          <a:noFill/>
          <a:ln w="9525" cap="flat" cmpd="sng">
            <a:solidFill>
              <a:schemeClr val="tx1"/>
            </a:solidFill>
            <a:prstDash val="solid"/>
            <a:miter/>
            <a:headEnd type="none" w="med" len="med"/>
            <a:tailEnd type="none" w="med" len="me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 name="矩形 1">
            <a:extLst>
              <a:ext uri="{FF2B5EF4-FFF2-40B4-BE49-F238E27FC236}">
                <a16:creationId xmlns:a16="http://schemas.microsoft.com/office/drawing/2014/main" id="{54D72F6A-3393-4B50-A60A-8E5286AACE82}"/>
              </a:ext>
            </a:extLst>
          </p:cNvPr>
          <p:cNvSpPr/>
          <p:nvPr/>
        </p:nvSpPr>
        <p:spPr>
          <a:xfrm>
            <a:off x="4634304" y="1557662"/>
            <a:ext cx="3442224" cy="369332"/>
          </a:xfrm>
          <a:prstGeom prst="rect">
            <a:avLst/>
          </a:prstGeom>
        </p:spPr>
        <p:txBody>
          <a:bodyPr wrap="none">
            <a:spAutoFit/>
          </a:bodyPr>
          <a:lstStyle/>
          <a:p>
            <a:pPr lvl="0" eaLnBrk="1" hangingPunct="1">
              <a:lnSpc>
                <a:spcPct val="90000"/>
              </a:lnSpc>
              <a:spcBef>
                <a:spcPct val="20000"/>
              </a:spcBef>
              <a:defRPr/>
            </a:pPr>
            <a:r>
              <a:rPr kumimoji="1" lang="en-US" altLang="zh-CN" sz="2000" dirty="0">
                <a:solidFill>
                  <a:srgbClr val="000000"/>
                </a:solidFill>
                <a:latin typeface="Times New Roman"/>
                <a:ea typeface="宋体"/>
              </a:rPr>
              <a:t>int </a:t>
            </a:r>
            <a:r>
              <a:rPr kumimoji="1" lang="en-US" altLang="zh-CN" sz="2000" dirty="0" err="1">
                <a:solidFill>
                  <a:srgbClr val="000000"/>
                </a:solidFill>
                <a:latin typeface="Times New Roman"/>
                <a:ea typeface="宋体"/>
              </a:rPr>
              <a:t>getMonthDays</a:t>
            </a:r>
            <a:r>
              <a:rPr kumimoji="1" lang="en-US" altLang="zh-CN" sz="2000" dirty="0">
                <a:solidFill>
                  <a:srgbClr val="000000"/>
                </a:solidFill>
                <a:latin typeface="Times New Roman"/>
                <a:ea typeface="宋体"/>
              </a:rPr>
              <a:t>(int </a:t>
            </a:r>
            <a:r>
              <a:rPr kumimoji="1" lang="en-US" altLang="zh-CN" sz="2000" dirty="0" err="1">
                <a:solidFill>
                  <a:srgbClr val="000000"/>
                </a:solidFill>
                <a:latin typeface="Times New Roman"/>
                <a:ea typeface="宋体"/>
              </a:rPr>
              <a:t>y,int</a:t>
            </a:r>
            <a:r>
              <a:rPr kumimoji="1" lang="en-US" altLang="zh-CN" sz="2000" dirty="0">
                <a:solidFill>
                  <a:srgbClr val="000000"/>
                </a:solidFill>
                <a:latin typeface="Times New Roman"/>
                <a:ea typeface="宋体"/>
              </a:rPr>
              <a:t> m)</a:t>
            </a:r>
          </a:p>
        </p:txBody>
      </p:sp>
      <p:sp>
        <p:nvSpPr>
          <p:cNvPr id="10" name="矩形 9">
            <a:extLst>
              <a:ext uri="{FF2B5EF4-FFF2-40B4-BE49-F238E27FC236}">
                <a16:creationId xmlns:a16="http://schemas.microsoft.com/office/drawing/2014/main" id="{BB5E31B0-D31A-49DF-92B9-5B52092C1507}"/>
              </a:ext>
            </a:extLst>
          </p:cNvPr>
          <p:cNvSpPr/>
          <p:nvPr/>
        </p:nvSpPr>
        <p:spPr>
          <a:xfrm>
            <a:off x="781949" y="3351361"/>
            <a:ext cx="2446952" cy="369332"/>
          </a:xfrm>
          <a:prstGeom prst="rect">
            <a:avLst/>
          </a:prstGeom>
        </p:spPr>
        <p:txBody>
          <a:bodyPr wrap="none">
            <a:spAutoFit/>
          </a:bodyPr>
          <a:lstStyle/>
          <a:p>
            <a:pPr lvl="0" eaLnBrk="1" hangingPunct="1">
              <a:lnSpc>
                <a:spcPct val="90000"/>
              </a:lnSpc>
              <a:spcBef>
                <a:spcPct val="20000"/>
              </a:spcBef>
              <a:defRPr/>
            </a:pPr>
            <a:r>
              <a:rPr kumimoji="1" lang="en-US" altLang="zh-CN" sz="2000" dirty="0">
                <a:solidFill>
                  <a:srgbClr val="000000"/>
                </a:solidFill>
                <a:latin typeface="Times New Roman"/>
                <a:ea typeface="宋体"/>
              </a:rPr>
              <a:t>int </a:t>
            </a:r>
            <a:r>
              <a:rPr kumimoji="1" lang="en-US" altLang="zh-CN" sz="2000" dirty="0" err="1">
                <a:solidFill>
                  <a:srgbClr val="000000"/>
                </a:solidFill>
                <a:latin typeface="Times New Roman"/>
                <a:ea typeface="宋体"/>
              </a:rPr>
              <a:t>isLeapYear</a:t>
            </a:r>
            <a:r>
              <a:rPr kumimoji="1" lang="en-US" altLang="zh-CN" sz="2000" dirty="0">
                <a:solidFill>
                  <a:srgbClr val="000000"/>
                </a:solidFill>
                <a:latin typeface="Times New Roman"/>
                <a:ea typeface="宋体"/>
              </a:rPr>
              <a:t>(int y)</a:t>
            </a:r>
          </a:p>
        </p:txBody>
      </p:sp>
    </p:spTree>
  </p:cSld>
  <p:clrMapOvr>
    <a:masterClrMapping/>
  </p:clrMapOvr>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89</a:t>
            </a:fld>
            <a:endParaRPr lang="zh-CN" altLang="en-US" sz="1400" b="1" dirty="0"/>
          </a:p>
        </p:txBody>
      </p:sp>
      <p:sp>
        <p:nvSpPr>
          <p:cNvPr id="107523" name="Rectangle 2"/>
          <p:cNvSpPr>
            <a:spLocks noGrp="1"/>
          </p:cNvSpPr>
          <p:nvPr>
            <p:ph type="title"/>
          </p:nvPr>
        </p:nvSpPr>
        <p:spPr/>
        <p:txBody>
          <a:bodyPr vert="horz" wrap="square" lIns="91440" tIns="45720" rIns="91440" bIns="45720" anchor="ctr"/>
          <a:lstStyle/>
          <a:p>
            <a:pPr eaLnBrk="1" hangingPunct="1"/>
            <a:r>
              <a:rPr lang="zh-CN" altLang="en-US" b="1" dirty="0"/>
              <a:t>例</a:t>
            </a:r>
            <a:r>
              <a:rPr lang="en-US" altLang="zh-CN" b="1" dirty="0"/>
              <a:t>5. </a:t>
            </a:r>
            <a:r>
              <a:rPr lang="zh-CN" altLang="en-US" b="1" dirty="0"/>
              <a:t>打印日历</a:t>
            </a:r>
          </a:p>
        </p:txBody>
      </p:sp>
      <p:sp>
        <p:nvSpPr>
          <p:cNvPr id="107524" name="Rectangle 3"/>
          <p:cNvSpPr>
            <a:spLocks noGrp="1"/>
          </p:cNvSpPr>
          <p:nvPr>
            <p:ph idx="1"/>
          </p:nvPr>
        </p:nvSpPr>
        <p:spPr/>
        <p:txBody>
          <a:bodyPr vert="horz" wrap="square" lIns="91440" tIns="45720" rIns="91440" bIns="45720" anchor="t"/>
          <a:lstStyle/>
          <a:p>
            <a:pPr eaLnBrk="1" hangingPunct="1">
              <a:buNone/>
            </a:pPr>
            <a:r>
              <a:rPr lang="en-US" altLang="zh-CN" b="1" dirty="0"/>
              <a:t>int getWeekDay(int year,int month,int day) </a:t>
            </a:r>
            <a:endParaRPr lang="en-US" altLang="zh-CN" dirty="0"/>
          </a:p>
          <a:p>
            <a:pPr eaLnBrk="1" hangingPunct="1">
              <a:buNone/>
            </a:pPr>
            <a:r>
              <a:rPr lang="zh-CN" altLang="en-US" dirty="0"/>
              <a:t>函数功能：求</a:t>
            </a:r>
            <a:r>
              <a:rPr lang="en-US" altLang="zh-CN" dirty="0"/>
              <a:t>year</a:t>
            </a:r>
            <a:r>
              <a:rPr lang="zh-CN" altLang="en-US" dirty="0"/>
              <a:t>年</a:t>
            </a:r>
            <a:r>
              <a:rPr lang="en-US" altLang="zh-CN" dirty="0"/>
              <a:t>month</a:t>
            </a:r>
            <a:r>
              <a:rPr lang="zh-CN" altLang="en-US" dirty="0"/>
              <a:t>月</a:t>
            </a:r>
            <a:r>
              <a:rPr lang="en-US" altLang="zh-CN" dirty="0"/>
              <a:t>day</a:t>
            </a:r>
            <a:r>
              <a:rPr lang="zh-CN" altLang="en-US" dirty="0"/>
              <a:t>日是星期几。</a:t>
            </a:r>
          </a:p>
          <a:p>
            <a:pPr eaLnBrk="1" hangingPunct="1">
              <a:buNone/>
            </a:pPr>
            <a:r>
              <a:rPr lang="zh-CN" altLang="en-US" dirty="0"/>
              <a:t>参数：年、月、日。</a:t>
            </a:r>
          </a:p>
          <a:p>
            <a:pPr eaLnBrk="1" hangingPunct="1">
              <a:buNone/>
            </a:pPr>
            <a:r>
              <a:rPr lang="zh-CN" altLang="en-US" dirty="0"/>
              <a:t>返回值：</a:t>
            </a:r>
            <a:r>
              <a:rPr lang="en-US" altLang="zh-CN" dirty="0"/>
              <a:t>0</a:t>
            </a:r>
            <a:r>
              <a:rPr lang="zh-CN" altLang="en-US" dirty="0"/>
              <a:t>～</a:t>
            </a:r>
            <a:r>
              <a:rPr lang="en-US" altLang="zh-CN" dirty="0"/>
              <a:t>6</a:t>
            </a:r>
            <a:r>
              <a:rPr lang="zh-CN" altLang="en-US" dirty="0"/>
              <a:t>。其中</a:t>
            </a:r>
            <a:r>
              <a:rPr lang="en-US" altLang="zh-CN" dirty="0"/>
              <a:t>0</a:t>
            </a:r>
            <a:r>
              <a:rPr lang="zh-CN" altLang="en-US" dirty="0"/>
              <a:t>代表周日，</a:t>
            </a:r>
            <a:r>
              <a:rPr lang="en-US" altLang="zh-CN" dirty="0"/>
              <a:t>1</a:t>
            </a:r>
            <a:r>
              <a:rPr lang="zh-CN" altLang="en-US" dirty="0"/>
              <a:t>～</a:t>
            </a:r>
            <a:r>
              <a:rPr lang="en-US" altLang="zh-CN" dirty="0"/>
              <a:t>6</a:t>
            </a:r>
            <a:r>
              <a:rPr lang="zh-CN" altLang="en-US" dirty="0"/>
              <a:t>代表周一到周六。</a:t>
            </a:r>
            <a:endParaRPr lang="zh-CN" altLang="en-US" b="1" dirty="0"/>
          </a:p>
          <a:p>
            <a:pPr eaLnBrk="1" hangingPunct="1">
              <a:buNone/>
            </a:pPr>
            <a:r>
              <a:rPr lang="en-US" altLang="zh-CN" b="1" dirty="0"/>
              <a:t>int getMonthDays(int year,int month)</a:t>
            </a:r>
            <a:endParaRPr lang="en-US" altLang="zh-CN" dirty="0"/>
          </a:p>
          <a:p>
            <a:pPr eaLnBrk="1" hangingPunct="1">
              <a:buNone/>
            </a:pPr>
            <a:r>
              <a:rPr lang="zh-CN" altLang="en-US" dirty="0"/>
              <a:t>函数功能：求</a:t>
            </a:r>
            <a:r>
              <a:rPr lang="en-US" altLang="zh-CN" dirty="0"/>
              <a:t>year</a:t>
            </a:r>
            <a:r>
              <a:rPr lang="zh-CN" altLang="en-US" dirty="0"/>
              <a:t>年</a:t>
            </a:r>
            <a:r>
              <a:rPr lang="en-US" altLang="zh-CN" dirty="0"/>
              <a:t>month</a:t>
            </a:r>
            <a:r>
              <a:rPr lang="zh-CN" altLang="en-US" dirty="0"/>
              <a:t>月共有几天。</a:t>
            </a:r>
          </a:p>
          <a:p>
            <a:pPr eaLnBrk="1" hangingPunct="1">
              <a:buNone/>
            </a:pPr>
            <a:r>
              <a:rPr lang="zh-CN" altLang="en-US" dirty="0"/>
              <a:t>参数：要求天数的年和月。</a:t>
            </a:r>
          </a:p>
          <a:p>
            <a:pPr eaLnBrk="1" hangingPunct="1">
              <a:buNone/>
            </a:pPr>
            <a:r>
              <a:rPr lang="zh-CN" altLang="en-US" dirty="0"/>
              <a:t>返回值：该月的天数。</a:t>
            </a:r>
          </a:p>
        </p:txBody>
      </p:sp>
    </p:spTree>
  </p:cSld>
  <p:clrMapOvr>
    <a:masterClrMapping/>
  </p:clrMapOvr>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387985" y="1274763"/>
            <a:ext cx="7772400" cy="4611687"/>
          </a:xfrm>
        </p:spPr>
        <p:txBody>
          <a:bodyPr/>
          <a:lstStyle/>
          <a:p>
            <a:pPr marL="0" indent="0">
              <a:lnSpc>
                <a:spcPct val="80000"/>
              </a:lnSpc>
              <a:buNone/>
            </a:pPr>
            <a:r>
              <a:rPr lang="zh-CN" altLang="en-US" sz="2400" dirty="0">
                <a:latin typeface="Consolas" panose="020B0609020204030204" pitchFamily="49" charset="0"/>
              </a:rPr>
              <a:t>int get</a:t>
            </a:r>
            <a:r>
              <a:rPr lang="en-US" altLang="zh-CN" sz="2400" dirty="0">
                <a:latin typeface="Consolas" panose="020B0609020204030204" pitchFamily="49" charset="0"/>
              </a:rPr>
              <a:t>Month</a:t>
            </a:r>
            <a:r>
              <a:rPr lang="zh-CN" altLang="en-US" sz="2400" dirty="0">
                <a:latin typeface="Consolas" panose="020B0609020204030204" pitchFamily="49" charset="0"/>
              </a:rPr>
              <a:t>Days(int year,int month){</a:t>
            </a:r>
          </a:p>
          <a:p>
            <a:pPr marL="0" indent="0">
              <a:lnSpc>
                <a:spcPct val="80000"/>
              </a:lnSpc>
              <a:buNone/>
            </a:pPr>
            <a:r>
              <a:rPr lang="zh-CN" altLang="en-US" sz="2400" dirty="0">
                <a:latin typeface="Consolas" panose="020B0609020204030204" pitchFamily="49" charset="0"/>
              </a:rPr>
              <a:t>	int days;</a:t>
            </a:r>
          </a:p>
          <a:p>
            <a:pPr marL="0" indent="0">
              <a:lnSpc>
                <a:spcPct val="80000"/>
              </a:lnSpc>
              <a:buNone/>
            </a:pPr>
            <a:r>
              <a:rPr lang="zh-CN" altLang="en-US" sz="2400" dirty="0">
                <a:latin typeface="Consolas" panose="020B0609020204030204" pitchFamily="49" charset="0"/>
              </a:rPr>
              <a:t>   	switch(month){</a:t>
            </a:r>
          </a:p>
          <a:p>
            <a:pPr marL="0" indent="0">
              <a:lnSpc>
                <a:spcPct val="80000"/>
              </a:lnSpc>
              <a:buNone/>
            </a:pPr>
            <a:r>
              <a:rPr lang="zh-CN" altLang="en-US" sz="2400" dirty="0">
                <a:latin typeface="Consolas" panose="020B0609020204030204" pitchFamily="49" charset="0"/>
              </a:rPr>
              <a:t>	    case 1:case 3: case 5:case 7: case 8:case 10: case 12:  days = 31; break;</a:t>
            </a:r>
          </a:p>
          <a:p>
            <a:pPr marL="0" indent="0">
              <a:lnSpc>
                <a:spcPct val="80000"/>
              </a:lnSpc>
              <a:buNone/>
            </a:pPr>
            <a:r>
              <a:rPr lang="zh-CN" altLang="en-US" sz="2400" dirty="0">
                <a:latin typeface="Consolas" panose="020B0609020204030204" pitchFamily="49" charset="0"/>
              </a:rPr>
              <a:t>	    case 4:case 6: case 9:case 11:</a:t>
            </a:r>
          </a:p>
          <a:p>
            <a:pPr marL="0" indent="0">
              <a:lnSpc>
                <a:spcPct val="80000"/>
              </a:lnSpc>
              <a:buNone/>
            </a:pPr>
            <a:r>
              <a:rPr lang="en-US" altLang="zh-CN" sz="2400" dirty="0">
                <a:latin typeface="Consolas" panose="020B0609020204030204" pitchFamily="49" charset="0"/>
              </a:rPr>
              <a:t>		</a:t>
            </a:r>
            <a:r>
              <a:rPr lang="zh-CN" altLang="en-US" sz="2400" dirty="0">
                <a:latin typeface="Consolas" panose="020B0609020204030204" pitchFamily="49" charset="0"/>
              </a:rPr>
              <a:t>days = 30; break;</a:t>
            </a:r>
          </a:p>
          <a:p>
            <a:pPr marL="0" indent="0">
              <a:lnSpc>
                <a:spcPct val="80000"/>
              </a:lnSpc>
              <a:buNone/>
            </a:pPr>
            <a:r>
              <a:rPr lang="zh-CN" altLang="en-US" sz="2400" dirty="0">
                <a:latin typeface="Consolas" panose="020B0609020204030204" pitchFamily="49" charset="0"/>
              </a:rPr>
              <a:t>  	    case 2: </a:t>
            </a:r>
            <a:r>
              <a:rPr lang="en-US" altLang="zh-CN" sz="2400" dirty="0">
                <a:latin typeface="Consolas" panose="020B0609020204030204" pitchFamily="49" charset="0"/>
              </a:rPr>
              <a:t>if (</a:t>
            </a:r>
            <a:r>
              <a:rPr lang="en-US" altLang="zh-CN" sz="2400" dirty="0" err="1">
                <a:latin typeface="Consolas" panose="020B0609020204030204" pitchFamily="49" charset="0"/>
              </a:rPr>
              <a:t>isLeapYear</a:t>
            </a:r>
            <a:r>
              <a:rPr lang="en-US" altLang="zh-CN" sz="2400" dirty="0">
                <a:latin typeface="Consolas" panose="020B0609020204030204" pitchFamily="49" charset="0"/>
              </a:rPr>
              <a:t>(year)==1)  			days = 29;</a:t>
            </a:r>
          </a:p>
          <a:p>
            <a:pPr marL="0" indent="0">
              <a:lnSpc>
                <a:spcPct val="80000"/>
              </a:lnSpc>
              <a:buNone/>
            </a:pPr>
            <a:r>
              <a:rPr lang="en-US" altLang="zh-CN" sz="2400" dirty="0">
                <a:latin typeface="Consolas" panose="020B0609020204030204" pitchFamily="49" charset="0"/>
              </a:rPr>
              <a:t>		</a:t>
            </a:r>
            <a:r>
              <a:rPr lang="zh-CN" altLang="en-US" sz="2400" dirty="0">
                <a:latin typeface="Consolas" panose="020B0609020204030204" pitchFamily="49" charset="0"/>
              </a:rPr>
              <a:t>else days = 28; break;</a:t>
            </a:r>
          </a:p>
          <a:p>
            <a:pPr marL="0" indent="0">
              <a:lnSpc>
                <a:spcPct val="80000"/>
              </a:lnSpc>
              <a:buNone/>
            </a:pPr>
            <a:r>
              <a:rPr lang="zh-CN" altLang="en-US" sz="2400" dirty="0">
                <a:latin typeface="Consolas" panose="020B0609020204030204" pitchFamily="49" charset="0"/>
              </a:rPr>
              <a:t>    }</a:t>
            </a:r>
          </a:p>
          <a:p>
            <a:pPr marL="0" indent="0">
              <a:lnSpc>
                <a:spcPct val="80000"/>
              </a:lnSpc>
              <a:buNone/>
            </a:pPr>
            <a:r>
              <a:rPr lang="zh-CN" altLang="en-US" sz="2400" dirty="0">
                <a:latin typeface="Consolas" panose="020B0609020204030204" pitchFamily="49" charset="0"/>
              </a:rPr>
              <a:t>	return days;</a:t>
            </a:r>
          </a:p>
          <a:p>
            <a:pPr marL="0" indent="0">
              <a:lnSpc>
                <a:spcPct val="80000"/>
              </a:lnSpc>
              <a:buNone/>
            </a:pPr>
            <a:r>
              <a:rPr lang="zh-CN" altLang="en-US" sz="2400" dirty="0">
                <a:latin typeface="Consolas" panose="020B0609020204030204" pitchFamily="49" charset="0"/>
              </a:rPr>
              <a:t>}</a:t>
            </a:r>
          </a:p>
        </p:txBody>
      </p:sp>
    </p:spTree>
  </p:cSld>
  <p:clrMapOvr>
    <a:masterClrMapping/>
  </p:clrMapOvr>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EB327CA-7945-48F0-A690-CBD6D146EA68}"/>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0498FD08-07BE-472C-B360-67749A8DD24C}"/>
              </a:ext>
            </a:extLst>
          </p:cNvPr>
          <p:cNvSpPr>
            <a:spLocks noGrp="1"/>
          </p:cNvSpPr>
          <p:nvPr>
            <p:ph idx="1"/>
          </p:nvPr>
        </p:nvSpPr>
        <p:spPr/>
        <p:txBody>
          <a:bodyPr/>
          <a:lstStyle/>
          <a:p>
            <a:pPr marL="0" indent="0">
              <a:buNone/>
            </a:pPr>
            <a:r>
              <a:rPr lang="en-US" altLang="zh-CN" dirty="0">
                <a:latin typeface="Consolas" panose="020B0609020204030204" pitchFamily="49" charset="0"/>
              </a:rPr>
              <a:t>int </a:t>
            </a:r>
            <a:r>
              <a:rPr lang="en-US" altLang="zh-CN" dirty="0" err="1">
                <a:latin typeface="Consolas" panose="020B0609020204030204" pitchFamily="49" charset="0"/>
              </a:rPr>
              <a:t>isLeapYear</a:t>
            </a:r>
            <a:r>
              <a:rPr lang="en-US" altLang="zh-CN" dirty="0">
                <a:latin typeface="Consolas" panose="020B0609020204030204" pitchFamily="49" charset="0"/>
              </a:rPr>
              <a:t>(int year){</a:t>
            </a:r>
          </a:p>
          <a:p>
            <a:pPr marL="0" indent="0">
              <a:buNone/>
            </a:pPr>
            <a:r>
              <a:rPr lang="en-US" altLang="zh-CN" dirty="0">
                <a:latin typeface="Consolas" panose="020B0609020204030204" pitchFamily="49" charset="0"/>
              </a:rPr>
              <a:t>    int result;</a:t>
            </a:r>
          </a:p>
          <a:p>
            <a:pPr marL="0" indent="0">
              <a:buNone/>
            </a:pPr>
            <a:r>
              <a:rPr lang="en-US" altLang="zh-CN" dirty="0">
                <a:latin typeface="Consolas" panose="020B0609020204030204" pitchFamily="49" charset="0"/>
              </a:rPr>
              <a:t>    result = (year % 4 ==0 &amp;&amp; year % 100 !=0 || year %400 == 0);</a:t>
            </a:r>
          </a:p>
          <a:p>
            <a:pPr marL="0" indent="0">
              <a:buNone/>
            </a:pPr>
            <a:r>
              <a:rPr lang="en-US" altLang="zh-CN" dirty="0">
                <a:latin typeface="Consolas" panose="020B0609020204030204" pitchFamily="49" charset="0"/>
              </a:rPr>
              <a:t>    return (result);</a:t>
            </a:r>
          </a:p>
          <a:p>
            <a:pPr marL="0" indent="0">
              <a:buNone/>
            </a:pPr>
            <a:r>
              <a:rPr lang="en-US" altLang="zh-CN" dirty="0">
                <a:latin typeface="Consolas" panose="020B0609020204030204" pitchFamily="49" charset="0"/>
              </a:rPr>
              <a:t>}</a:t>
            </a:r>
            <a:endParaRPr lang="zh-CN" altLang="en-US" dirty="0">
              <a:latin typeface="Consolas" panose="020B0609020204030204" pitchFamily="49" charset="0"/>
            </a:endParaRPr>
          </a:p>
        </p:txBody>
      </p:sp>
    </p:spTree>
    <p:extLst>
      <p:ext uri="{BB962C8B-B14F-4D97-AF65-F5344CB8AC3E}">
        <p14:creationId xmlns:p14="http://schemas.microsoft.com/office/powerpoint/2010/main" val="3846653559"/>
      </p:ext>
    </p:extLst>
  </p:cSld>
  <p:clrMapOvr>
    <a:masterClrMapping/>
  </p:clrMapOvr>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387985" y="1274763"/>
            <a:ext cx="7772400" cy="4611687"/>
          </a:xfrm>
        </p:spPr>
        <p:txBody>
          <a:bodyPr/>
          <a:lstStyle/>
          <a:p>
            <a:pPr marL="0" indent="0">
              <a:lnSpc>
                <a:spcPct val="80000"/>
              </a:lnSpc>
              <a:buNone/>
            </a:pPr>
            <a:r>
              <a:rPr lang="zh-CN" altLang="en-US" dirty="0">
                <a:latin typeface="Consolas" panose="020B0609020204030204" pitchFamily="49" charset="0"/>
              </a:rPr>
              <a:t>int get</a:t>
            </a:r>
            <a:r>
              <a:rPr lang="en-US" altLang="zh-CN" dirty="0">
                <a:latin typeface="Consolas" panose="020B0609020204030204" pitchFamily="49" charset="0"/>
              </a:rPr>
              <a:t>Week</a:t>
            </a:r>
            <a:r>
              <a:rPr lang="zh-CN" altLang="en-US" dirty="0">
                <a:latin typeface="Consolas" panose="020B0609020204030204" pitchFamily="49" charset="0"/>
              </a:rPr>
              <a:t>Day(int year,int month</a:t>
            </a:r>
            <a:r>
              <a:rPr lang="en-US" altLang="zh-CN" dirty="0">
                <a:latin typeface="Consolas" panose="020B0609020204030204" pitchFamily="49" charset="0"/>
              </a:rPr>
              <a:t>,int day</a:t>
            </a:r>
            <a:r>
              <a:rPr lang="zh-CN" altLang="en-US" dirty="0">
                <a:latin typeface="Consolas" panose="020B0609020204030204" pitchFamily="49" charset="0"/>
              </a:rPr>
              <a:t>){</a:t>
            </a:r>
          </a:p>
          <a:p>
            <a:pPr marL="0" indent="0">
              <a:lnSpc>
                <a:spcPct val="80000"/>
              </a:lnSpc>
              <a:buNone/>
            </a:pPr>
            <a:r>
              <a:rPr lang="zh-CN" altLang="en-US" dirty="0">
                <a:latin typeface="Consolas" panose="020B0609020204030204" pitchFamily="49" charset="0"/>
              </a:rPr>
              <a:t>	int </a:t>
            </a:r>
            <a:r>
              <a:rPr lang="en-US" altLang="zh-CN" dirty="0">
                <a:latin typeface="Consolas" panose="020B0609020204030204" pitchFamily="49" charset="0"/>
              </a:rPr>
              <a:t>days, </a:t>
            </a:r>
            <a:r>
              <a:rPr lang="en-US" altLang="zh-CN" dirty="0" err="1">
                <a:latin typeface="Consolas" panose="020B0609020204030204" pitchFamily="49" charset="0"/>
              </a:rPr>
              <a:t>weekDay,i</a:t>
            </a:r>
            <a:r>
              <a:rPr lang="zh-CN" altLang="en-US" dirty="0">
                <a:latin typeface="Consolas" panose="020B0609020204030204" pitchFamily="49" charset="0"/>
              </a:rPr>
              <a:t>;</a:t>
            </a:r>
          </a:p>
          <a:p>
            <a:pPr marL="0" indent="0">
              <a:lnSpc>
                <a:spcPct val="80000"/>
              </a:lnSpc>
              <a:buNone/>
            </a:pPr>
            <a:r>
              <a:rPr lang="en-US" altLang="zh-CN" dirty="0">
                <a:latin typeface="Consolas" panose="020B0609020204030204" pitchFamily="49" charset="0"/>
              </a:rPr>
              <a:t>	days = (</a:t>
            </a:r>
            <a:r>
              <a:rPr lang="en-US" altLang="zh-CN" b="1" dirty="0">
                <a:solidFill>
                  <a:srgbClr val="FF3300"/>
                </a:solidFill>
                <a:latin typeface="Consolas" panose="020B0609020204030204" pitchFamily="49" charset="0"/>
                <a:sym typeface="+mn-ea"/>
              </a:rPr>
              <a:t>year-1)*365 + (year-1)/400 + (year-1)/4 - (year-1)/100</a:t>
            </a:r>
            <a:r>
              <a:rPr lang="en-US" altLang="zh-CN" dirty="0">
                <a:latin typeface="Consolas" panose="020B0609020204030204" pitchFamily="49" charset="0"/>
              </a:rPr>
              <a:t>;</a:t>
            </a:r>
          </a:p>
          <a:p>
            <a:pPr marL="0" indent="0">
              <a:lnSpc>
                <a:spcPct val="80000"/>
              </a:lnSpc>
              <a:buNone/>
            </a:pPr>
            <a:r>
              <a:rPr lang="en-US" altLang="zh-CN" dirty="0">
                <a:latin typeface="Consolas" panose="020B0609020204030204" pitchFamily="49" charset="0"/>
              </a:rPr>
              <a:t>	for (</a:t>
            </a:r>
            <a:r>
              <a:rPr lang="en-US" altLang="zh-CN" dirty="0" err="1">
                <a:latin typeface="Consolas" panose="020B0609020204030204" pitchFamily="49" charset="0"/>
              </a:rPr>
              <a:t>i</a:t>
            </a:r>
            <a:r>
              <a:rPr lang="en-US" altLang="zh-CN" dirty="0">
                <a:latin typeface="Consolas" panose="020B0609020204030204" pitchFamily="49" charset="0"/>
              </a:rPr>
              <a:t>=1; </a:t>
            </a:r>
            <a:r>
              <a:rPr lang="en-US" altLang="zh-CN" dirty="0" err="1">
                <a:latin typeface="Consolas" panose="020B0609020204030204" pitchFamily="49" charset="0"/>
              </a:rPr>
              <a:t>i</a:t>
            </a:r>
            <a:r>
              <a:rPr lang="en-US" altLang="zh-CN" dirty="0">
                <a:latin typeface="Consolas" panose="020B0609020204030204" pitchFamily="49" charset="0"/>
              </a:rPr>
              <a:t>&lt;month; </a:t>
            </a:r>
            <a:r>
              <a:rPr lang="en-US" altLang="zh-CN" dirty="0" err="1">
                <a:latin typeface="Consolas" panose="020B0609020204030204" pitchFamily="49" charset="0"/>
              </a:rPr>
              <a:t>i</a:t>
            </a:r>
            <a:r>
              <a:rPr lang="en-US" altLang="zh-CN" dirty="0">
                <a:latin typeface="Consolas" panose="020B0609020204030204" pitchFamily="49" charset="0"/>
              </a:rPr>
              <a:t>++)</a:t>
            </a:r>
          </a:p>
          <a:p>
            <a:pPr marL="0" indent="0">
              <a:lnSpc>
                <a:spcPct val="80000"/>
              </a:lnSpc>
              <a:buNone/>
            </a:pPr>
            <a:r>
              <a:rPr lang="en-US" altLang="zh-CN" dirty="0">
                <a:latin typeface="Consolas" panose="020B0609020204030204" pitchFamily="49" charset="0"/>
              </a:rPr>
              <a:t>		days += </a:t>
            </a:r>
            <a:r>
              <a:rPr lang="en-US" altLang="zh-CN" dirty="0" err="1">
                <a:latin typeface="Consolas" panose="020B0609020204030204" pitchFamily="49" charset="0"/>
              </a:rPr>
              <a:t>getMonthDays</a:t>
            </a:r>
            <a:r>
              <a:rPr lang="en-US" altLang="zh-CN" dirty="0">
                <a:latin typeface="Consolas" panose="020B0609020204030204" pitchFamily="49" charset="0"/>
              </a:rPr>
              <a:t>(</a:t>
            </a:r>
            <a:r>
              <a:rPr lang="en-US" altLang="zh-CN" dirty="0" err="1">
                <a:latin typeface="Consolas" panose="020B0609020204030204" pitchFamily="49" charset="0"/>
              </a:rPr>
              <a:t>year,i</a:t>
            </a:r>
            <a:r>
              <a:rPr lang="en-US" altLang="zh-CN" dirty="0">
                <a:latin typeface="Consolas" panose="020B0609020204030204" pitchFamily="49" charset="0"/>
              </a:rPr>
              <a:t>);</a:t>
            </a:r>
          </a:p>
          <a:p>
            <a:pPr marL="0" indent="0">
              <a:lnSpc>
                <a:spcPct val="80000"/>
              </a:lnSpc>
              <a:buNone/>
            </a:pPr>
            <a:r>
              <a:rPr lang="en-US" altLang="zh-CN" dirty="0">
                <a:latin typeface="Consolas" panose="020B0609020204030204" pitchFamily="49" charset="0"/>
              </a:rPr>
              <a:t>	days += day;</a:t>
            </a:r>
          </a:p>
          <a:p>
            <a:pPr marL="0" indent="0">
              <a:lnSpc>
                <a:spcPct val="80000"/>
              </a:lnSpc>
              <a:buNone/>
            </a:pPr>
            <a:r>
              <a:rPr lang="en-US" altLang="zh-CN" dirty="0">
                <a:latin typeface="Consolas" panose="020B0609020204030204" pitchFamily="49" charset="0"/>
              </a:rPr>
              <a:t>	</a:t>
            </a:r>
            <a:r>
              <a:rPr lang="en-US" altLang="zh-CN" dirty="0" err="1">
                <a:latin typeface="Consolas" panose="020B0609020204030204" pitchFamily="49" charset="0"/>
              </a:rPr>
              <a:t>weekDay</a:t>
            </a:r>
            <a:r>
              <a:rPr lang="en-US" altLang="zh-CN" dirty="0">
                <a:latin typeface="Consolas" panose="020B0609020204030204" pitchFamily="49" charset="0"/>
              </a:rPr>
              <a:t> = </a:t>
            </a:r>
            <a:r>
              <a:rPr lang="en-US" altLang="zh-CN" dirty="0" err="1">
                <a:latin typeface="Consolas" panose="020B0609020204030204" pitchFamily="49" charset="0"/>
              </a:rPr>
              <a:t>days%7</a:t>
            </a:r>
            <a:r>
              <a:rPr lang="en-US" altLang="zh-CN" dirty="0">
                <a:latin typeface="Consolas" panose="020B0609020204030204" pitchFamily="49" charset="0"/>
              </a:rPr>
              <a:t>;</a:t>
            </a:r>
            <a:endParaRPr lang="zh-CN" altLang="en-US" dirty="0">
              <a:latin typeface="Consolas" panose="020B0609020204030204" pitchFamily="49" charset="0"/>
            </a:endParaRPr>
          </a:p>
          <a:p>
            <a:pPr marL="0" indent="0">
              <a:lnSpc>
                <a:spcPct val="80000"/>
              </a:lnSpc>
              <a:buNone/>
            </a:pPr>
            <a:r>
              <a:rPr lang="zh-CN" altLang="en-US" dirty="0">
                <a:latin typeface="Consolas" panose="020B0609020204030204" pitchFamily="49" charset="0"/>
              </a:rPr>
              <a:t>	return </a:t>
            </a:r>
            <a:r>
              <a:rPr lang="en-US" altLang="zh-CN" dirty="0" err="1">
                <a:latin typeface="Consolas" panose="020B0609020204030204" pitchFamily="49" charset="0"/>
              </a:rPr>
              <a:t>weekD</a:t>
            </a:r>
            <a:r>
              <a:rPr lang="zh-CN" altLang="en-US" dirty="0">
                <a:latin typeface="Consolas" panose="020B0609020204030204" pitchFamily="49" charset="0"/>
              </a:rPr>
              <a:t>ay;</a:t>
            </a:r>
          </a:p>
          <a:p>
            <a:pPr marL="0" indent="0">
              <a:lnSpc>
                <a:spcPct val="80000"/>
              </a:lnSpc>
              <a:buNone/>
            </a:pPr>
            <a:r>
              <a:rPr lang="zh-CN" altLang="en-US" dirty="0">
                <a:latin typeface="Consolas" panose="020B0609020204030204" pitchFamily="49" charset="0"/>
              </a:rPr>
              <a:t>}</a:t>
            </a:r>
          </a:p>
        </p:txBody>
      </p:sp>
    </p:spTree>
  </p:cSld>
  <p:clrMapOvr>
    <a:masterClrMapping/>
  </p:clrMapOvr>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93</a:t>
            </a:fld>
            <a:endParaRPr lang="zh-CN" altLang="en-US" sz="1400" b="1" dirty="0"/>
          </a:p>
        </p:txBody>
      </p:sp>
      <p:sp>
        <p:nvSpPr>
          <p:cNvPr id="108547" name="Rectangle 2"/>
          <p:cNvSpPr>
            <a:spLocks noGrp="1"/>
          </p:cNvSpPr>
          <p:nvPr>
            <p:ph type="title"/>
          </p:nvPr>
        </p:nvSpPr>
        <p:spPr/>
        <p:txBody>
          <a:bodyPr vert="horz" wrap="square" lIns="91440" tIns="45720" rIns="91440" bIns="45720" anchor="ctr"/>
          <a:lstStyle/>
          <a:p>
            <a:pPr eaLnBrk="1" hangingPunct="1"/>
            <a:r>
              <a:rPr lang="zh-CN" altLang="en-US" b="1" dirty="0"/>
              <a:t>例</a:t>
            </a:r>
            <a:r>
              <a:rPr lang="en-US" altLang="zh-CN" b="1" dirty="0"/>
              <a:t>5. </a:t>
            </a:r>
            <a:r>
              <a:rPr lang="zh-CN" altLang="en-US" b="1" dirty="0"/>
              <a:t>打印日历</a:t>
            </a:r>
          </a:p>
        </p:txBody>
      </p:sp>
      <p:sp>
        <p:nvSpPr>
          <p:cNvPr id="108548" name="Rectangle 3"/>
          <p:cNvSpPr>
            <a:spLocks noGrp="1"/>
          </p:cNvSpPr>
          <p:nvPr>
            <p:ph idx="1"/>
          </p:nvPr>
        </p:nvSpPr>
        <p:spPr/>
        <p:txBody>
          <a:bodyPr vert="horz" wrap="square" lIns="91440" tIns="45720" rIns="91440" bIns="45720" anchor="t"/>
          <a:lstStyle/>
          <a:p>
            <a:pPr eaLnBrk="1" hangingPunct="1">
              <a:lnSpc>
                <a:spcPct val="90000"/>
              </a:lnSpc>
              <a:buNone/>
            </a:pPr>
            <a:r>
              <a:rPr lang="en-US" altLang="zh-CN" b="1" dirty="0"/>
              <a:t>void printMonthCalender(int startDay,int days)</a:t>
            </a:r>
            <a:endParaRPr lang="en-US" altLang="zh-CN" dirty="0"/>
          </a:p>
          <a:p>
            <a:pPr eaLnBrk="1" hangingPunct="1">
              <a:lnSpc>
                <a:spcPct val="90000"/>
              </a:lnSpc>
              <a:buNone/>
            </a:pPr>
            <a:r>
              <a:rPr lang="zh-CN" altLang="en-US" dirty="0"/>
              <a:t>函数功能：打印某月日历。</a:t>
            </a:r>
          </a:p>
          <a:p>
            <a:pPr eaLnBrk="1" hangingPunct="1">
              <a:lnSpc>
                <a:spcPct val="90000"/>
              </a:lnSpc>
              <a:buNone/>
            </a:pPr>
            <a:r>
              <a:rPr lang="zh-CN" altLang="en-US" dirty="0"/>
              <a:t>参数：</a:t>
            </a:r>
            <a:r>
              <a:rPr lang="en-US" altLang="zh-CN" dirty="0"/>
              <a:t>startDay</a:t>
            </a:r>
            <a:r>
              <a:rPr lang="zh-CN" altLang="en-US" dirty="0"/>
              <a:t>表示该月</a:t>
            </a:r>
            <a:r>
              <a:rPr lang="en-US" altLang="zh-CN" dirty="0"/>
              <a:t>1</a:t>
            </a:r>
            <a:r>
              <a:rPr lang="zh-CN" altLang="en-US" dirty="0"/>
              <a:t>号是星期几。</a:t>
            </a:r>
            <a:r>
              <a:rPr lang="en-US" altLang="zh-CN" dirty="0"/>
              <a:t>startDay</a:t>
            </a:r>
            <a:r>
              <a:rPr lang="zh-CN" altLang="en-US" dirty="0"/>
              <a:t>取值为</a:t>
            </a:r>
            <a:r>
              <a:rPr lang="en-US" altLang="zh-CN" dirty="0"/>
              <a:t>0</a:t>
            </a:r>
            <a:r>
              <a:rPr lang="zh-CN" altLang="en-US" dirty="0"/>
              <a:t>～</a:t>
            </a:r>
            <a:r>
              <a:rPr lang="en-US" altLang="zh-CN" dirty="0"/>
              <a:t>6</a:t>
            </a:r>
            <a:r>
              <a:rPr lang="zh-CN" altLang="en-US" dirty="0"/>
              <a:t>，其中</a:t>
            </a:r>
            <a:r>
              <a:rPr lang="en-US" altLang="zh-CN" dirty="0"/>
              <a:t>0</a:t>
            </a:r>
            <a:r>
              <a:rPr lang="zh-CN" altLang="en-US" dirty="0"/>
              <a:t>代表周日，</a:t>
            </a:r>
            <a:r>
              <a:rPr lang="en-US" altLang="zh-CN" dirty="0"/>
              <a:t>1</a:t>
            </a:r>
            <a:r>
              <a:rPr lang="zh-CN" altLang="en-US" dirty="0"/>
              <a:t>～</a:t>
            </a:r>
            <a:r>
              <a:rPr lang="en-US" altLang="zh-CN" dirty="0"/>
              <a:t>6</a:t>
            </a:r>
            <a:r>
              <a:rPr lang="zh-CN" altLang="en-US" dirty="0"/>
              <a:t>代表周一到周六。</a:t>
            </a:r>
            <a:r>
              <a:rPr lang="en-US" altLang="zh-CN" dirty="0"/>
              <a:t>days</a:t>
            </a:r>
            <a:r>
              <a:rPr lang="zh-CN" altLang="en-US" dirty="0"/>
              <a:t>：该月共有几天。</a:t>
            </a:r>
          </a:p>
          <a:p>
            <a:pPr eaLnBrk="1" hangingPunct="1">
              <a:lnSpc>
                <a:spcPct val="90000"/>
              </a:lnSpc>
              <a:buNone/>
            </a:pPr>
            <a:r>
              <a:rPr lang="zh-CN" altLang="en-US" dirty="0"/>
              <a:t>返回值：无。</a:t>
            </a:r>
            <a:endParaRPr lang="zh-CN" altLang="en-US" b="1" dirty="0"/>
          </a:p>
          <a:p>
            <a:pPr eaLnBrk="1" hangingPunct="1">
              <a:lnSpc>
                <a:spcPct val="90000"/>
              </a:lnSpc>
              <a:buNone/>
            </a:pPr>
            <a:r>
              <a:rPr lang="en-US" altLang="zh-CN" b="1" dirty="0"/>
              <a:t>int </a:t>
            </a:r>
            <a:r>
              <a:rPr lang="en-US" altLang="zh-CN" b="1" dirty="0" err="1"/>
              <a:t>isLeap</a:t>
            </a:r>
            <a:r>
              <a:rPr lang="en-US" altLang="zh-CN" b="1" dirty="0"/>
              <a:t>(int year)</a:t>
            </a:r>
            <a:endParaRPr lang="en-US" altLang="zh-CN" dirty="0"/>
          </a:p>
          <a:p>
            <a:pPr eaLnBrk="1" hangingPunct="1">
              <a:lnSpc>
                <a:spcPct val="90000"/>
              </a:lnSpc>
              <a:buNone/>
            </a:pPr>
            <a:r>
              <a:rPr lang="zh-CN" altLang="en-US" dirty="0"/>
              <a:t>函数功能：检测是否闰年。</a:t>
            </a:r>
          </a:p>
          <a:p>
            <a:pPr eaLnBrk="1" hangingPunct="1">
              <a:lnSpc>
                <a:spcPct val="90000"/>
              </a:lnSpc>
              <a:buNone/>
            </a:pPr>
            <a:r>
              <a:rPr lang="zh-CN" altLang="en-US" dirty="0"/>
              <a:t>参数：</a:t>
            </a:r>
            <a:r>
              <a:rPr lang="en-US" altLang="zh-CN" dirty="0"/>
              <a:t>year</a:t>
            </a:r>
            <a:r>
              <a:rPr lang="zh-CN" altLang="en-US" dirty="0"/>
              <a:t>：要检测的年。</a:t>
            </a:r>
          </a:p>
          <a:p>
            <a:pPr eaLnBrk="1" hangingPunct="1">
              <a:lnSpc>
                <a:spcPct val="90000"/>
              </a:lnSpc>
              <a:buNone/>
            </a:pPr>
            <a:r>
              <a:rPr lang="zh-CN" altLang="en-US" dirty="0"/>
              <a:t>返回值：</a:t>
            </a:r>
            <a:r>
              <a:rPr lang="en-US" altLang="zh-CN" dirty="0"/>
              <a:t>0</a:t>
            </a:r>
            <a:r>
              <a:rPr lang="zh-CN" altLang="en-US" dirty="0"/>
              <a:t>或者</a:t>
            </a:r>
            <a:r>
              <a:rPr lang="en-US" altLang="zh-CN" dirty="0"/>
              <a:t>1</a:t>
            </a:r>
            <a:r>
              <a:rPr lang="zh-CN" altLang="en-US" dirty="0"/>
              <a:t>。</a:t>
            </a:r>
            <a:r>
              <a:rPr lang="en-US" altLang="zh-CN" dirty="0"/>
              <a:t>0</a:t>
            </a:r>
            <a:r>
              <a:rPr lang="zh-CN" altLang="en-US" dirty="0"/>
              <a:t>：不是闰年；</a:t>
            </a:r>
            <a:r>
              <a:rPr lang="en-US" altLang="zh-CN" dirty="0"/>
              <a:t>1</a:t>
            </a:r>
            <a:r>
              <a:rPr lang="zh-CN" altLang="en-US" dirty="0"/>
              <a:t>：是闰年。</a:t>
            </a:r>
          </a:p>
        </p:txBody>
      </p:sp>
    </p:spTree>
  </p:cSld>
  <p:clrMapOvr>
    <a:masterClrMapping/>
  </p:clrMapOvr>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46990" y="1275080"/>
            <a:ext cx="9109075" cy="4611370"/>
          </a:xfrm>
        </p:spPr>
        <p:txBody>
          <a:bodyPr/>
          <a:lstStyle/>
          <a:p>
            <a:pPr marL="0" indent="0">
              <a:lnSpc>
                <a:spcPct val="80000"/>
              </a:lnSpc>
              <a:buNone/>
            </a:pPr>
            <a:r>
              <a:rPr lang="en-US" altLang="zh-CN" sz="2400" dirty="0">
                <a:latin typeface="Consolas" panose="020B0609020204030204" pitchFamily="49" charset="0"/>
              </a:rPr>
              <a:t>void</a:t>
            </a:r>
            <a:r>
              <a:rPr lang="zh-CN" altLang="en-US" sz="2400" dirty="0">
                <a:latin typeface="Consolas" panose="020B0609020204030204" pitchFamily="49" charset="0"/>
              </a:rPr>
              <a:t> </a:t>
            </a:r>
            <a:r>
              <a:rPr lang="en-US" altLang="zh-CN" sz="2400" dirty="0" err="1">
                <a:latin typeface="Consolas" panose="020B0609020204030204" pitchFamily="49" charset="0"/>
              </a:rPr>
              <a:t>printMonthCalender</a:t>
            </a:r>
            <a:r>
              <a:rPr lang="zh-CN" altLang="en-US" sz="2400" dirty="0">
                <a:latin typeface="Consolas" panose="020B0609020204030204" pitchFamily="49" charset="0"/>
              </a:rPr>
              <a:t>(int </a:t>
            </a:r>
            <a:r>
              <a:rPr lang="en-US" altLang="zh-CN" sz="2400" dirty="0" err="1">
                <a:latin typeface="Consolas" panose="020B0609020204030204" pitchFamily="49" charset="0"/>
              </a:rPr>
              <a:t>startDay</a:t>
            </a:r>
            <a:r>
              <a:rPr lang="zh-CN" altLang="en-US" sz="2400" dirty="0">
                <a:latin typeface="Consolas" panose="020B0609020204030204" pitchFamily="49" charset="0"/>
              </a:rPr>
              <a:t>,int </a:t>
            </a:r>
            <a:r>
              <a:rPr lang="en-US" altLang="zh-CN" sz="2400" dirty="0">
                <a:latin typeface="Consolas" panose="020B0609020204030204" pitchFamily="49" charset="0"/>
              </a:rPr>
              <a:t>days</a:t>
            </a:r>
            <a:r>
              <a:rPr lang="zh-CN" altLang="en-US" sz="2400" dirty="0">
                <a:latin typeface="Consolas" panose="020B0609020204030204" pitchFamily="49" charset="0"/>
              </a:rPr>
              <a:t>){</a:t>
            </a:r>
          </a:p>
          <a:p>
            <a:pPr marL="0" indent="0">
              <a:lnSpc>
                <a:spcPct val="80000"/>
              </a:lnSpc>
              <a:buNone/>
            </a:pPr>
            <a:r>
              <a:rPr lang="zh-CN" altLang="en-US" sz="2400" dirty="0">
                <a:latin typeface="Consolas" panose="020B0609020204030204" pitchFamily="49" charset="0"/>
              </a:rPr>
              <a:t>	int </a:t>
            </a:r>
            <a:r>
              <a:rPr lang="en-US" altLang="zh-CN" sz="2400" dirty="0" err="1">
                <a:latin typeface="Consolas" panose="020B0609020204030204" pitchFamily="49" charset="0"/>
              </a:rPr>
              <a:t>i</a:t>
            </a:r>
            <a:r>
              <a:rPr lang="en-US" altLang="zh-CN" sz="2400" dirty="0">
                <a:latin typeface="Consolas" panose="020B0609020204030204" pitchFamily="49" charset="0"/>
              </a:rPr>
              <a:t>, j</a:t>
            </a:r>
            <a:r>
              <a:rPr lang="zh-CN" altLang="en-US" sz="2400" dirty="0">
                <a:latin typeface="Consolas" panose="020B0609020204030204" pitchFamily="49" charset="0"/>
              </a:rPr>
              <a:t>;</a:t>
            </a:r>
          </a:p>
          <a:p>
            <a:pPr marL="0" indent="0">
              <a:lnSpc>
                <a:spcPct val="80000"/>
              </a:lnSpc>
              <a:buNone/>
            </a:pPr>
            <a:r>
              <a:rPr lang="en-US" altLang="zh-CN" sz="2400" dirty="0">
                <a:latin typeface="Consolas" panose="020B0609020204030204" pitchFamily="49" charset="0"/>
                <a:sym typeface="+mn-ea"/>
              </a:rPr>
              <a:t>  </a:t>
            </a:r>
            <a:r>
              <a:rPr lang="en-US" altLang="zh-CN" sz="2400" dirty="0" err="1">
                <a:latin typeface="Consolas" panose="020B0609020204030204" pitchFamily="49" charset="0"/>
                <a:sym typeface="+mn-ea"/>
              </a:rPr>
              <a:t>printf</a:t>
            </a:r>
            <a:r>
              <a:rPr lang="en-US" altLang="zh-CN" sz="2400" dirty="0">
                <a:latin typeface="Consolas" panose="020B0609020204030204" pitchFamily="49" charset="0"/>
                <a:sym typeface="+mn-ea"/>
              </a:rPr>
              <a:t>("Sun.\</a:t>
            </a:r>
            <a:r>
              <a:rPr lang="en-US" altLang="zh-CN" sz="2400" dirty="0" err="1">
                <a:latin typeface="Consolas" panose="020B0609020204030204" pitchFamily="49" charset="0"/>
                <a:sym typeface="+mn-ea"/>
              </a:rPr>
              <a:t>tMon</a:t>
            </a:r>
            <a:r>
              <a:rPr lang="en-US" altLang="zh-CN" sz="2400" dirty="0">
                <a:latin typeface="Consolas" panose="020B0609020204030204" pitchFamily="49" charset="0"/>
                <a:sym typeface="+mn-ea"/>
              </a:rPr>
              <a:t>.\</a:t>
            </a:r>
            <a:r>
              <a:rPr lang="en-US" altLang="zh-CN" sz="2400" dirty="0" err="1">
                <a:latin typeface="Consolas" panose="020B0609020204030204" pitchFamily="49" charset="0"/>
                <a:sym typeface="+mn-ea"/>
              </a:rPr>
              <a:t>tTue</a:t>
            </a:r>
            <a:r>
              <a:rPr lang="en-US" altLang="zh-CN" sz="2400" dirty="0">
                <a:latin typeface="Consolas" panose="020B0609020204030204" pitchFamily="49" charset="0"/>
                <a:sym typeface="+mn-ea"/>
              </a:rPr>
              <a:t>.\</a:t>
            </a:r>
            <a:r>
              <a:rPr lang="en-US" altLang="zh-CN" sz="2400" dirty="0" err="1">
                <a:latin typeface="Consolas" panose="020B0609020204030204" pitchFamily="49" charset="0"/>
                <a:sym typeface="+mn-ea"/>
              </a:rPr>
              <a:t>tWed</a:t>
            </a:r>
            <a:r>
              <a:rPr lang="en-US" altLang="zh-CN" sz="2400" dirty="0">
                <a:latin typeface="Consolas" panose="020B0609020204030204" pitchFamily="49" charset="0"/>
                <a:sym typeface="+mn-ea"/>
              </a:rPr>
              <a:t>.\</a:t>
            </a:r>
            <a:r>
              <a:rPr lang="en-US" altLang="zh-CN" sz="2400" dirty="0" err="1">
                <a:latin typeface="Consolas" panose="020B0609020204030204" pitchFamily="49" charset="0"/>
                <a:sym typeface="+mn-ea"/>
              </a:rPr>
              <a:t>tThu</a:t>
            </a:r>
            <a:r>
              <a:rPr lang="en-US" altLang="zh-CN" sz="2400" dirty="0">
                <a:latin typeface="Consolas" panose="020B0609020204030204" pitchFamily="49" charset="0"/>
                <a:sym typeface="+mn-ea"/>
              </a:rPr>
              <a:t>.\</a:t>
            </a:r>
            <a:r>
              <a:rPr lang="en-US" altLang="zh-CN" sz="2400" dirty="0" err="1">
                <a:latin typeface="Consolas" panose="020B0609020204030204" pitchFamily="49" charset="0"/>
                <a:sym typeface="+mn-ea"/>
              </a:rPr>
              <a:t>tFri</a:t>
            </a:r>
            <a:r>
              <a:rPr lang="en-US" altLang="zh-CN" sz="2400" dirty="0">
                <a:latin typeface="Consolas" panose="020B0609020204030204" pitchFamily="49" charset="0"/>
                <a:sym typeface="+mn-ea"/>
              </a:rPr>
              <a:t>.\</a:t>
            </a:r>
            <a:r>
              <a:rPr lang="en-US" altLang="zh-CN" sz="2400" dirty="0" err="1">
                <a:latin typeface="Consolas" panose="020B0609020204030204" pitchFamily="49" charset="0"/>
                <a:sym typeface="+mn-ea"/>
              </a:rPr>
              <a:t>tSat</a:t>
            </a:r>
            <a:r>
              <a:rPr lang="en-US" altLang="zh-CN" sz="2400" dirty="0">
                <a:latin typeface="Consolas" panose="020B0609020204030204" pitchFamily="49" charset="0"/>
                <a:sym typeface="+mn-ea"/>
              </a:rPr>
              <a:t>.\n");</a:t>
            </a:r>
          </a:p>
          <a:p>
            <a:pPr marL="0" indent="0">
              <a:lnSpc>
                <a:spcPct val="80000"/>
              </a:lnSpc>
              <a:buNone/>
            </a:pPr>
            <a:endParaRPr lang="zh-CN" altLang="en-US" sz="2400" dirty="0">
              <a:latin typeface="Consolas" panose="020B0609020204030204" pitchFamily="49" charset="0"/>
              <a:sym typeface="+mn-ea"/>
            </a:endParaRPr>
          </a:p>
          <a:p>
            <a:pPr marL="0" indent="0">
              <a:lnSpc>
                <a:spcPct val="80000"/>
              </a:lnSpc>
              <a:buNone/>
            </a:pPr>
            <a:r>
              <a:rPr lang="en-US" altLang="zh-CN" sz="2400" dirty="0">
                <a:latin typeface="Consolas" panose="020B0609020204030204" pitchFamily="49" charset="0"/>
                <a:sym typeface="+mn-ea"/>
              </a:rPr>
              <a:t>	for (</a:t>
            </a:r>
            <a:r>
              <a:rPr lang="en-US" altLang="zh-CN" sz="2400" dirty="0" err="1">
                <a:latin typeface="Consolas" panose="020B0609020204030204" pitchFamily="49" charset="0"/>
                <a:sym typeface="+mn-ea"/>
              </a:rPr>
              <a:t>i</a:t>
            </a:r>
            <a:r>
              <a:rPr lang="en-US" altLang="zh-CN" sz="2400" dirty="0">
                <a:latin typeface="Consolas" panose="020B0609020204030204" pitchFamily="49" charset="0"/>
                <a:sym typeface="+mn-ea"/>
              </a:rPr>
              <a:t>=0; </a:t>
            </a:r>
            <a:r>
              <a:rPr lang="en-US" altLang="zh-CN" sz="2400" dirty="0" err="1">
                <a:latin typeface="Consolas" panose="020B0609020204030204" pitchFamily="49" charset="0"/>
                <a:sym typeface="+mn-ea"/>
              </a:rPr>
              <a:t>i</a:t>
            </a:r>
            <a:r>
              <a:rPr lang="en-US" altLang="zh-CN" sz="2400" dirty="0">
                <a:latin typeface="Consolas" panose="020B0609020204030204" pitchFamily="49" charset="0"/>
                <a:sym typeface="+mn-ea"/>
              </a:rPr>
              <a:t>&lt;</a:t>
            </a:r>
            <a:r>
              <a:rPr lang="en-US" altLang="zh-CN" sz="2400" dirty="0" err="1">
                <a:latin typeface="Consolas" panose="020B0609020204030204" pitchFamily="49" charset="0"/>
                <a:sym typeface="+mn-ea"/>
              </a:rPr>
              <a:t>startDay</a:t>
            </a:r>
            <a:r>
              <a:rPr lang="en-US" altLang="zh-CN" sz="2400" dirty="0">
                <a:latin typeface="Consolas" panose="020B0609020204030204" pitchFamily="49" charset="0"/>
                <a:sym typeface="+mn-ea"/>
              </a:rPr>
              <a:t>; </a:t>
            </a:r>
            <a:r>
              <a:rPr lang="en-US" altLang="zh-CN" sz="2400" dirty="0" err="1">
                <a:latin typeface="Consolas" panose="020B0609020204030204" pitchFamily="49" charset="0"/>
                <a:sym typeface="+mn-ea"/>
              </a:rPr>
              <a:t>i</a:t>
            </a:r>
            <a:r>
              <a:rPr lang="en-US" altLang="zh-CN" sz="2400" dirty="0">
                <a:latin typeface="Consolas" panose="020B0609020204030204" pitchFamily="49" charset="0"/>
                <a:sym typeface="+mn-ea"/>
              </a:rPr>
              <a:t>++) </a:t>
            </a:r>
          </a:p>
          <a:p>
            <a:pPr marL="0" indent="0">
              <a:lnSpc>
                <a:spcPct val="80000"/>
              </a:lnSpc>
              <a:buNone/>
            </a:pPr>
            <a:r>
              <a:rPr lang="en-US" altLang="zh-CN" sz="2400" dirty="0">
                <a:latin typeface="Consolas" panose="020B0609020204030204" pitchFamily="49" charset="0"/>
                <a:sym typeface="+mn-ea"/>
              </a:rPr>
              <a:t>		</a:t>
            </a:r>
            <a:r>
              <a:rPr lang="en-US" altLang="zh-CN" sz="2400" dirty="0" err="1">
                <a:latin typeface="Consolas" panose="020B0609020204030204" pitchFamily="49" charset="0"/>
                <a:sym typeface="+mn-ea"/>
              </a:rPr>
              <a:t>printf</a:t>
            </a:r>
            <a:r>
              <a:rPr lang="en-US" altLang="zh-CN" sz="2400" dirty="0">
                <a:latin typeface="Consolas" panose="020B0609020204030204" pitchFamily="49" charset="0"/>
                <a:sym typeface="+mn-ea"/>
              </a:rPr>
              <a:t>("\t");</a:t>
            </a:r>
            <a:endParaRPr lang="en-US" altLang="zh-CN" sz="2400" dirty="0">
              <a:latin typeface="Consolas" panose="020B0609020204030204" pitchFamily="49" charset="0"/>
            </a:endParaRPr>
          </a:p>
          <a:p>
            <a:pPr marL="0" indent="0">
              <a:lnSpc>
                <a:spcPct val="80000"/>
              </a:lnSpc>
              <a:buNone/>
            </a:pPr>
            <a:endParaRPr lang="en-US" altLang="zh-CN" sz="2400" dirty="0">
              <a:latin typeface="Consolas" panose="020B0609020204030204" pitchFamily="49" charset="0"/>
            </a:endParaRPr>
          </a:p>
          <a:p>
            <a:pPr marL="0" indent="0">
              <a:lnSpc>
                <a:spcPct val="80000"/>
              </a:lnSpc>
              <a:buNone/>
            </a:pPr>
            <a:r>
              <a:rPr lang="en-US" altLang="zh-CN" sz="2400" dirty="0">
                <a:latin typeface="Consolas" panose="020B0609020204030204" pitchFamily="49" charset="0"/>
              </a:rPr>
              <a:t>	for (j=1; j&lt;=days; </a:t>
            </a:r>
            <a:r>
              <a:rPr lang="en-US" altLang="zh-CN" sz="2400" dirty="0" err="1">
                <a:latin typeface="Consolas" panose="020B0609020204030204" pitchFamily="49" charset="0"/>
              </a:rPr>
              <a:t>j++</a:t>
            </a:r>
            <a:r>
              <a:rPr lang="en-US" altLang="zh-CN" sz="2400" dirty="0">
                <a:latin typeface="Consolas" panose="020B0609020204030204" pitchFamily="49" charset="0"/>
              </a:rPr>
              <a:t>,</a:t>
            </a:r>
            <a:r>
              <a:rPr lang="en-US" altLang="zh-CN" sz="2400" dirty="0" err="1">
                <a:latin typeface="Consolas" panose="020B0609020204030204" pitchFamily="49" charset="0"/>
              </a:rPr>
              <a:t>i</a:t>
            </a:r>
            <a:r>
              <a:rPr lang="en-US" altLang="zh-CN" sz="2400" dirty="0">
                <a:latin typeface="Consolas" panose="020B0609020204030204" pitchFamily="49" charset="0"/>
              </a:rPr>
              <a:t>=(</a:t>
            </a:r>
            <a:r>
              <a:rPr lang="en-US" altLang="zh-CN" sz="2400" dirty="0" err="1">
                <a:latin typeface="Consolas" panose="020B0609020204030204" pitchFamily="49" charset="0"/>
              </a:rPr>
              <a:t>i+1</a:t>
            </a:r>
            <a:r>
              <a:rPr lang="en-US" altLang="zh-CN" sz="2400" dirty="0">
                <a:latin typeface="Consolas" panose="020B0609020204030204" pitchFamily="49" charset="0"/>
              </a:rPr>
              <a:t>)%7)</a:t>
            </a:r>
          </a:p>
          <a:p>
            <a:pPr marL="0" indent="0">
              <a:lnSpc>
                <a:spcPct val="80000"/>
              </a:lnSpc>
              <a:buNone/>
            </a:pPr>
            <a:r>
              <a:rPr lang="en-US" altLang="zh-CN" sz="2400" dirty="0">
                <a:latin typeface="Consolas" panose="020B0609020204030204" pitchFamily="49" charset="0"/>
              </a:rPr>
              <a:t>		if (6==</a:t>
            </a:r>
            <a:r>
              <a:rPr lang="en-US" altLang="zh-CN" sz="2400" dirty="0" err="1">
                <a:latin typeface="Consolas" panose="020B0609020204030204" pitchFamily="49" charset="0"/>
              </a:rPr>
              <a:t>i</a:t>
            </a:r>
            <a:r>
              <a:rPr lang="en-US" altLang="zh-CN" sz="2400" dirty="0">
                <a:latin typeface="Consolas" panose="020B0609020204030204" pitchFamily="49" charset="0"/>
              </a:rPr>
              <a:t> || j==days) 							</a:t>
            </a:r>
            <a:r>
              <a:rPr lang="en-US" altLang="zh-CN" sz="2400" dirty="0" err="1">
                <a:latin typeface="Consolas" panose="020B0609020204030204" pitchFamily="49" charset="0"/>
              </a:rPr>
              <a:t>printf</a:t>
            </a:r>
            <a:r>
              <a:rPr lang="en-US" altLang="zh-CN" sz="2400" dirty="0">
                <a:latin typeface="Consolas" panose="020B0609020204030204" pitchFamily="49" charset="0"/>
              </a:rPr>
              <a:t>(</a:t>
            </a:r>
            <a:r>
              <a:rPr lang="en-US" altLang="zh-CN" sz="2400" dirty="0">
                <a:latin typeface="Consolas" panose="020B0609020204030204" pitchFamily="49" charset="0"/>
                <a:sym typeface="+mn-ea"/>
              </a:rPr>
              <a:t>"%d\n", j </a:t>
            </a:r>
            <a:r>
              <a:rPr lang="en-US" altLang="zh-CN" sz="2400" dirty="0">
                <a:latin typeface="Consolas" panose="020B0609020204030204" pitchFamily="49" charset="0"/>
              </a:rPr>
              <a:t>);</a:t>
            </a:r>
          </a:p>
          <a:p>
            <a:pPr marL="0" indent="0">
              <a:lnSpc>
                <a:spcPct val="80000"/>
              </a:lnSpc>
              <a:buNone/>
            </a:pPr>
            <a:r>
              <a:rPr lang="en-US" altLang="zh-CN" sz="2400" dirty="0">
                <a:latin typeface="Consolas" panose="020B0609020204030204" pitchFamily="49" charset="0"/>
              </a:rPr>
              <a:t>		else </a:t>
            </a:r>
            <a:r>
              <a:rPr lang="en-US" altLang="zh-CN" sz="2400" dirty="0" err="1">
                <a:latin typeface="Consolas" panose="020B0609020204030204" pitchFamily="49" charset="0"/>
              </a:rPr>
              <a:t>printf</a:t>
            </a:r>
            <a:r>
              <a:rPr lang="en-US" altLang="zh-CN" sz="2400" dirty="0">
                <a:latin typeface="Consolas" panose="020B0609020204030204" pitchFamily="49" charset="0"/>
              </a:rPr>
              <a:t>(</a:t>
            </a:r>
            <a:r>
              <a:rPr lang="en-US" altLang="zh-CN" sz="2400" dirty="0">
                <a:latin typeface="Consolas" panose="020B0609020204030204" pitchFamily="49" charset="0"/>
                <a:sym typeface="+mn-ea"/>
              </a:rPr>
              <a:t>"%d\t", j </a:t>
            </a:r>
            <a:r>
              <a:rPr lang="en-US" altLang="zh-CN" sz="2400" dirty="0">
                <a:latin typeface="Consolas" panose="020B0609020204030204" pitchFamily="49" charset="0"/>
              </a:rPr>
              <a:t>);</a:t>
            </a:r>
          </a:p>
          <a:p>
            <a:pPr marL="0" indent="0">
              <a:lnSpc>
                <a:spcPct val="80000"/>
              </a:lnSpc>
              <a:buNone/>
            </a:pPr>
            <a:r>
              <a:rPr lang="zh-CN" altLang="en-US" sz="2400" dirty="0">
                <a:latin typeface="Consolas" panose="020B0609020204030204" pitchFamily="49" charset="0"/>
              </a:rPr>
              <a:t>}</a:t>
            </a:r>
          </a:p>
        </p:txBody>
      </p:sp>
    </p:spTree>
  </p:cSld>
  <p:clrMapOvr>
    <a:masterClrMapping/>
  </p:clrMapOvr>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492125" y="1229678"/>
            <a:ext cx="7772400" cy="4611687"/>
          </a:xfrm>
        </p:spPr>
        <p:txBody>
          <a:bodyPr/>
          <a:lstStyle/>
          <a:p>
            <a:pPr marL="0" indent="0">
              <a:lnSpc>
                <a:spcPct val="90000"/>
              </a:lnSpc>
              <a:buNone/>
            </a:pPr>
            <a:r>
              <a:rPr lang="zh-CN" altLang="en-US" sz="2400" dirty="0">
                <a:latin typeface="Consolas" panose="020B0609020204030204" pitchFamily="49" charset="0"/>
              </a:rPr>
              <a:t>#include &lt;stdio.h&gt;</a:t>
            </a:r>
          </a:p>
          <a:p>
            <a:pPr marL="0" indent="0">
              <a:lnSpc>
                <a:spcPct val="90000"/>
              </a:lnSpc>
              <a:buNone/>
            </a:pPr>
            <a:r>
              <a:rPr lang="zh-CN" altLang="en-US" sz="2400" dirty="0">
                <a:latin typeface="Consolas" panose="020B0609020204030204" pitchFamily="49" charset="0"/>
              </a:rPr>
              <a:t>int getMonthDays(int year,int month);</a:t>
            </a:r>
          </a:p>
          <a:p>
            <a:pPr marL="0" indent="0">
              <a:lnSpc>
                <a:spcPct val="90000"/>
              </a:lnSpc>
              <a:buNone/>
            </a:pPr>
            <a:r>
              <a:rPr lang="zh-CN" altLang="en-US" sz="2400" dirty="0">
                <a:latin typeface="Consolas" panose="020B0609020204030204" pitchFamily="49" charset="0"/>
              </a:rPr>
              <a:t>int getWeekDay(int year,int month,int day);</a:t>
            </a:r>
          </a:p>
          <a:p>
            <a:pPr marL="0" indent="0">
              <a:lnSpc>
                <a:spcPct val="90000"/>
              </a:lnSpc>
              <a:buNone/>
            </a:pPr>
            <a:r>
              <a:rPr lang="zh-CN" altLang="en-US" sz="2400" dirty="0">
                <a:latin typeface="Consolas" panose="020B0609020204030204" pitchFamily="49" charset="0"/>
              </a:rPr>
              <a:t>void printMonthCalender(int startDay,int days);</a:t>
            </a:r>
          </a:p>
          <a:p>
            <a:pPr marL="0" indent="0">
              <a:lnSpc>
                <a:spcPct val="90000"/>
              </a:lnSpc>
              <a:buNone/>
            </a:pPr>
            <a:r>
              <a:rPr lang="zh-CN" altLang="en-US" sz="2400" dirty="0">
                <a:latin typeface="Consolas" panose="020B0609020204030204" pitchFamily="49" charset="0"/>
              </a:rPr>
              <a:t>int main(){</a:t>
            </a:r>
          </a:p>
          <a:p>
            <a:pPr marL="0" indent="0">
              <a:lnSpc>
                <a:spcPct val="90000"/>
              </a:lnSpc>
              <a:buNone/>
            </a:pPr>
            <a:r>
              <a:rPr lang="zh-CN" altLang="en-US" sz="2400" dirty="0">
                <a:latin typeface="Consolas" panose="020B0609020204030204" pitchFamily="49" charset="0"/>
              </a:rPr>
              <a:t>	int year,month;</a:t>
            </a:r>
          </a:p>
          <a:p>
            <a:pPr marL="0" indent="0">
              <a:lnSpc>
                <a:spcPct val="90000"/>
              </a:lnSpc>
              <a:buNone/>
            </a:pPr>
            <a:r>
              <a:rPr lang="zh-CN" altLang="en-US" sz="2400" dirty="0">
                <a:latin typeface="Consolas" panose="020B0609020204030204" pitchFamily="49" charset="0"/>
              </a:rPr>
              <a:t>	scanf(</a:t>
            </a:r>
            <a:r>
              <a:rPr lang="en-US" altLang="zh-CN" sz="2400" dirty="0">
                <a:latin typeface="Consolas" panose="020B0609020204030204" pitchFamily="49" charset="0"/>
              </a:rPr>
              <a:t>"</a:t>
            </a:r>
            <a:r>
              <a:rPr lang="zh-CN" altLang="en-US" sz="2400" dirty="0">
                <a:latin typeface="Consolas" panose="020B0609020204030204" pitchFamily="49" charset="0"/>
              </a:rPr>
              <a:t>%d%d</a:t>
            </a:r>
            <a:r>
              <a:rPr lang="en-US" altLang="zh-CN" sz="2400" dirty="0">
                <a:latin typeface="Consolas" panose="020B0609020204030204" pitchFamily="49" charset="0"/>
              </a:rPr>
              <a:t>"</a:t>
            </a:r>
            <a:r>
              <a:rPr lang="zh-CN" altLang="en-US" sz="2400" dirty="0">
                <a:latin typeface="Consolas" panose="020B0609020204030204" pitchFamily="49" charset="0"/>
              </a:rPr>
              <a:t>,&amp;year,&amp;month);</a:t>
            </a:r>
          </a:p>
          <a:p>
            <a:pPr marL="0" indent="0">
              <a:lnSpc>
                <a:spcPct val="90000"/>
              </a:lnSpc>
              <a:buNone/>
            </a:pPr>
            <a:r>
              <a:rPr lang="en-US" altLang="zh-CN" sz="2400" dirty="0">
                <a:latin typeface="Consolas" panose="020B0609020204030204" pitchFamily="49" charset="0"/>
              </a:rPr>
              <a:t>	</a:t>
            </a:r>
            <a:r>
              <a:rPr lang="zh-CN" altLang="en-US" sz="2400" dirty="0">
                <a:solidFill>
                  <a:srgbClr val="FF0000"/>
                </a:solidFill>
                <a:latin typeface="Consolas" panose="020B0609020204030204" pitchFamily="49" charset="0"/>
              </a:rPr>
              <a:t>printMonthCalender(</a:t>
            </a:r>
            <a:r>
              <a:rPr lang="zh-CN" altLang="en-US" sz="2400" dirty="0">
                <a:latin typeface="Consolas" panose="020B0609020204030204" pitchFamily="49" charset="0"/>
              </a:rPr>
              <a:t> </a:t>
            </a:r>
            <a:r>
              <a:rPr lang="zh-CN" altLang="en-US" sz="2400" dirty="0">
                <a:solidFill>
                  <a:srgbClr val="0070C0"/>
                </a:solidFill>
                <a:latin typeface="Consolas" panose="020B0609020204030204" pitchFamily="49" charset="0"/>
              </a:rPr>
              <a:t>getWeekDay(year,month,1)</a:t>
            </a:r>
            <a:r>
              <a:rPr lang="zh-CN" altLang="en-US" sz="2400" dirty="0">
                <a:latin typeface="Consolas" panose="020B0609020204030204" pitchFamily="49" charset="0"/>
              </a:rPr>
              <a:t>, </a:t>
            </a:r>
            <a:r>
              <a:rPr lang="zh-CN" altLang="en-US" sz="2400" dirty="0">
                <a:solidFill>
                  <a:srgbClr val="0070C0"/>
                </a:solidFill>
                <a:latin typeface="Consolas" panose="020B0609020204030204" pitchFamily="49" charset="0"/>
              </a:rPr>
              <a:t>getMonthDays(year,month)</a:t>
            </a:r>
            <a:r>
              <a:rPr lang="zh-CN" altLang="en-US" sz="2400" dirty="0">
                <a:latin typeface="Consolas" panose="020B0609020204030204" pitchFamily="49" charset="0"/>
              </a:rPr>
              <a:t> </a:t>
            </a:r>
            <a:r>
              <a:rPr lang="zh-CN" altLang="en-US" sz="2400" dirty="0">
                <a:solidFill>
                  <a:srgbClr val="FF0000"/>
                </a:solidFill>
                <a:latin typeface="Consolas" panose="020B0609020204030204" pitchFamily="49" charset="0"/>
              </a:rPr>
              <a:t>)</a:t>
            </a:r>
            <a:r>
              <a:rPr lang="zh-CN" altLang="en-US" sz="2400" dirty="0">
                <a:latin typeface="Consolas" panose="020B0609020204030204" pitchFamily="49" charset="0"/>
              </a:rPr>
              <a:t>;</a:t>
            </a:r>
          </a:p>
          <a:p>
            <a:pPr marL="0" indent="0">
              <a:lnSpc>
                <a:spcPct val="90000"/>
              </a:lnSpc>
              <a:buNone/>
            </a:pPr>
            <a:r>
              <a:rPr lang="zh-CN" altLang="en-US" sz="2400" dirty="0">
                <a:latin typeface="Consolas" panose="020B0609020204030204" pitchFamily="49" charset="0"/>
              </a:rPr>
              <a:t>	return 0;		</a:t>
            </a:r>
          </a:p>
          <a:p>
            <a:pPr marL="0" indent="0">
              <a:lnSpc>
                <a:spcPct val="90000"/>
              </a:lnSpc>
              <a:buNone/>
            </a:pPr>
            <a:r>
              <a:rPr lang="zh-CN" altLang="en-US" sz="2400" dirty="0">
                <a:latin typeface="Consolas" panose="020B0609020204030204" pitchFamily="49" charset="0"/>
              </a:rPr>
              <a:t>}</a:t>
            </a:r>
          </a:p>
        </p:txBody>
      </p:sp>
    </p:spTree>
  </p:cSld>
  <p:clrMapOvr>
    <a:masterClrMapping/>
  </p:clrMapOvr>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96</a:t>
            </a:fld>
            <a:endParaRPr lang="zh-CN" altLang="en-US" sz="1400" b="1" dirty="0"/>
          </a:p>
        </p:txBody>
      </p:sp>
      <p:sp>
        <p:nvSpPr>
          <p:cNvPr id="103427" name="Rectangle 2"/>
          <p:cNvSpPr>
            <a:spLocks noGrp="1"/>
          </p:cNvSpPr>
          <p:nvPr>
            <p:ph type="title"/>
          </p:nvPr>
        </p:nvSpPr>
        <p:spPr/>
        <p:txBody>
          <a:bodyPr vert="horz" wrap="square" lIns="91440" tIns="45720" rIns="91440" bIns="45720" anchor="ctr"/>
          <a:lstStyle/>
          <a:p>
            <a:pPr eaLnBrk="1" hangingPunct="1"/>
            <a:r>
              <a:rPr lang="zh-CN" altLang="en-US" b="1" dirty="0"/>
              <a:t>总结</a:t>
            </a:r>
          </a:p>
        </p:txBody>
      </p:sp>
      <p:sp>
        <p:nvSpPr>
          <p:cNvPr id="103428" name="Rectangle 3"/>
          <p:cNvSpPr>
            <a:spLocks noGrp="1"/>
          </p:cNvSpPr>
          <p:nvPr>
            <p:ph idx="1"/>
          </p:nvPr>
        </p:nvSpPr>
        <p:spPr/>
        <p:txBody>
          <a:bodyPr vert="horz" wrap="square" lIns="91440" tIns="45720" rIns="91440" bIns="45720" anchor="t"/>
          <a:lstStyle/>
          <a:p>
            <a:pPr eaLnBrk="1" hangingPunct="1"/>
            <a:r>
              <a:rPr lang="zh-CN" altLang="en-US" b="1" dirty="0"/>
              <a:t>子程序使得我们可以将算法分模块设计，一方面降低算法复杂度，另一方面可以重复使用已设计好的通用算法。</a:t>
            </a:r>
            <a:endParaRPr lang="en-US" altLang="zh-CN" b="1" dirty="0"/>
          </a:p>
          <a:p>
            <a:pPr eaLnBrk="1" hangingPunct="1"/>
            <a:r>
              <a:rPr lang="zh-CN" altLang="en-US" b="1" dirty="0"/>
              <a:t>子程序设计的局限在哪里</a:t>
            </a:r>
            <a:r>
              <a:rPr lang="en-US" altLang="zh-CN" b="1" dirty="0"/>
              <a:t>?</a:t>
            </a:r>
          </a:p>
          <a:p>
            <a:pPr lvl="1" eaLnBrk="1" hangingPunct="1"/>
            <a:r>
              <a:rPr lang="zh-CN" altLang="en-US" b="1" dirty="0"/>
              <a:t>思考：交换变量值的子程序能否突破传值调用的局限？</a:t>
            </a:r>
            <a:endParaRPr lang="en-US" altLang="zh-CN" b="1" dirty="0"/>
          </a:p>
          <a:p>
            <a:pPr lvl="1" eaLnBrk="1" hangingPunct="1"/>
            <a:r>
              <a:rPr lang="zh-CN" altLang="en-US" b="1" dirty="0"/>
              <a:t>思考：幂运算函数为何不能既用于整数，又用于小数？</a:t>
            </a:r>
            <a:endParaRPr lang="en-US" altLang="zh-CN" b="1" dirty="0"/>
          </a:p>
          <a:p>
            <a:pPr lvl="1" eaLnBrk="1" hangingPunct="1"/>
            <a:endParaRPr lang="zh-CN" altLang="en-US" b="1" dirty="0"/>
          </a:p>
        </p:txBody>
      </p:sp>
    </p:spTree>
    <p:extLst>
      <p:ext uri="{BB962C8B-B14F-4D97-AF65-F5344CB8AC3E}">
        <p14:creationId xmlns:p14="http://schemas.microsoft.com/office/powerpoint/2010/main" val="74834970"/>
      </p:ext>
    </p:extLst>
  </p:cSld>
  <p:clrMapOvr>
    <a:masterClrMapping/>
  </p:clrMapOvr>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灯片编号占位符 3"/>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97</a:t>
            </a:fld>
            <a:endParaRPr lang="zh-CN" altLang="en-US" sz="1400" b="1" dirty="0"/>
          </a:p>
        </p:txBody>
      </p:sp>
      <p:graphicFrame>
        <p:nvGraphicFramePr>
          <p:cNvPr id="109571" name="Object 4"/>
          <p:cNvGraphicFramePr>
            <a:graphicFrameLocks noGrp="1" noChangeAspect="1"/>
          </p:cNvGraphicFramePr>
          <p:nvPr>
            <p:ph/>
          </p:nvPr>
        </p:nvGraphicFramePr>
        <p:xfrm>
          <a:off x="3563938" y="2060575"/>
          <a:ext cx="2438400" cy="2270125"/>
        </p:xfrm>
        <a:graphic>
          <a:graphicData uri="http://schemas.openxmlformats.org/presentationml/2006/ole">
            <mc:AlternateContent xmlns:mc="http://schemas.openxmlformats.org/markup-compatibility/2006">
              <mc:Choice xmlns:v="urn:schemas-microsoft-com:vml" Requires="v">
                <p:oleObj r:id="rId2" imgW="1132205" imgH="1054100" progId="MS_ClipArt_Gallery.2">
                  <p:embed/>
                </p:oleObj>
              </mc:Choice>
              <mc:Fallback>
                <p:oleObj r:id="rId2" imgW="1132205" imgH="1054100" progId="MS_ClipArt_Gallery.2">
                  <p:embed/>
                  <p:pic>
                    <p:nvPicPr>
                      <p:cNvPr id="0" name="图片 3111"/>
                      <p:cNvPicPr/>
                      <p:nvPr/>
                    </p:nvPicPr>
                    <p:blipFill>
                      <a:blip r:embed="rId3"/>
                      <a:srcRect/>
                      <a:stretch>
                        <a:fillRect/>
                      </a:stretch>
                    </p:blipFill>
                    <p:spPr>
                      <a:xfrm>
                        <a:off x="3563938" y="2060575"/>
                        <a:ext cx="2438400" cy="2270125"/>
                      </a:xfrm>
                      <a:prstGeom prst="rect">
                        <a:avLst/>
                      </a:prstGeom>
                      <a:noFill/>
                      <a:ln w="38100">
                        <a:miter/>
                      </a:ln>
                    </p:spPr>
                  </p:pic>
                </p:oleObj>
              </mc:Fallback>
            </mc:AlternateContent>
          </a:graphicData>
        </a:graphic>
      </p:graphicFrame>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KSO_WM_SLIDE_MODEL_TYPE" val="numdgm"/>
</p:tagLst>
</file>

<file path=ppt/tags/tag2.xml><?xml version="1.0" encoding="utf-8"?>
<p:tagLst xmlns:a="http://schemas.openxmlformats.org/drawingml/2006/main" xmlns:r="http://schemas.openxmlformats.org/officeDocument/2006/relationships" xmlns:p="http://schemas.openxmlformats.org/presentationml/2006/main">
  <p:tag name="KSO_WM_SLIDE_MODEL_TYPE" val="numdgm"/>
</p:tagLst>
</file>

<file path=ppt/theme/theme1.xml><?xml version="1.0" encoding="utf-8"?>
<a:theme xmlns:a="http://schemas.openxmlformats.org/drawingml/2006/main" name="经分互动规范介绍">
  <a:themeElements>
    <a:clrScheme name="经分互动规范介绍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经分互动规范介绍">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lstStyle>
        <a:defPPr marL="342900" marR="0" indent="-342900" algn="l" defTabSz="914400" rtl="0" eaLnBrk="1" fontAlgn="base" latinLnBrk="0" hangingPunct="1">
          <a:lnSpc>
            <a:spcPct val="90000"/>
          </a:lnSpc>
          <a:spcBef>
            <a:spcPct val="20000"/>
          </a:spcBef>
          <a:spcAft>
            <a:spcPct val="0"/>
          </a:spcAft>
          <a:buClrTx/>
          <a:buSzTx/>
          <a:buFontTx/>
          <a:buNone/>
          <a:defRPr kumimoji="1" lang="en-US" sz="2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lstStyle>
        <a:defPPr marL="342900" marR="0" indent="-342900" algn="l" defTabSz="914400" rtl="0" eaLnBrk="1" fontAlgn="base" latinLnBrk="0" hangingPunct="1">
          <a:lnSpc>
            <a:spcPct val="90000"/>
          </a:lnSpc>
          <a:spcBef>
            <a:spcPct val="20000"/>
          </a:spcBef>
          <a:spcAft>
            <a:spcPct val="0"/>
          </a:spcAft>
          <a:buClrTx/>
          <a:buSzTx/>
          <a:buFontTx/>
          <a:buNone/>
          <a:defRPr kumimoji="1" lang="en-US" sz="2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经分互动规范介绍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经分互动规范介绍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经分互动规范介绍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经分互动规范介绍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经分互动规范介绍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经分互动规范介绍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经分互动规范介绍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经分互动规范介绍">
  <a:themeElements>
    <a:clrScheme name="经分互动规范介绍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经分互动规范介绍">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lstStyle>
        <a:defPPr marL="342900" marR="0" indent="-342900" algn="l" defTabSz="914400" rtl="0" eaLnBrk="1" fontAlgn="base" latinLnBrk="0" hangingPunct="1">
          <a:lnSpc>
            <a:spcPct val="90000"/>
          </a:lnSpc>
          <a:spcBef>
            <a:spcPct val="20000"/>
          </a:spcBef>
          <a:spcAft>
            <a:spcPct val="0"/>
          </a:spcAft>
          <a:buClrTx/>
          <a:buSzTx/>
          <a:buFontTx/>
          <a:buNone/>
          <a:defRPr kumimoji="1" lang="en-US" sz="2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lstStyle>
        <a:defPPr marL="342900" marR="0" indent="-342900" algn="l" defTabSz="914400" rtl="0" eaLnBrk="1" fontAlgn="base" latinLnBrk="0" hangingPunct="1">
          <a:lnSpc>
            <a:spcPct val="90000"/>
          </a:lnSpc>
          <a:spcBef>
            <a:spcPct val="20000"/>
          </a:spcBef>
          <a:spcAft>
            <a:spcPct val="0"/>
          </a:spcAft>
          <a:buClrTx/>
          <a:buSzTx/>
          <a:buFontTx/>
          <a:buNone/>
          <a:defRPr kumimoji="1" lang="en-US" sz="2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经分互动规范介绍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经分互动规范介绍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经分互动规范介绍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经分互动规范介绍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经分互动规范介绍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经分互动规范介绍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经分互动规范介绍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经分互动规范介绍">
  <a:themeElements>
    <a:clrScheme name="经分互动规范介绍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经分互动规范介绍">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lstStyle>
        <a:defPPr marL="342900" marR="0" indent="-342900" algn="l" defTabSz="914400" rtl="0" eaLnBrk="1" fontAlgn="base" latinLnBrk="0" hangingPunct="1">
          <a:spcBef>
            <a:spcPct val="20000"/>
          </a:spcBef>
          <a:spcAft>
            <a:spcPct val="0"/>
          </a:spcAft>
          <a:buClrTx/>
          <a:buSzTx/>
          <a:buFontTx/>
          <a:buChar char="•"/>
          <a:defRPr kumimoji="1" lang="en-US"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lstStyle>
        <a:defPPr marL="342900" marR="0" indent="-342900" algn="l" defTabSz="914400" rtl="0" eaLnBrk="1" fontAlgn="base" latinLnBrk="0" hangingPunct="1">
          <a:spcBef>
            <a:spcPct val="20000"/>
          </a:spcBef>
          <a:spcAft>
            <a:spcPct val="0"/>
          </a:spcAft>
          <a:buClrTx/>
          <a:buSzTx/>
          <a:buFontTx/>
          <a:buChar char="•"/>
          <a:defRPr kumimoji="1" lang="en-US"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经分互动规范介绍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经分互动规范介绍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经分互动规范介绍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经分互动规范介绍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经分互动规范介绍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经分互动规范介绍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经分互动规范介绍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模板</Template>
  <TotalTime>684</TotalTime>
  <Words>8409</Words>
  <Application>Microsoft Office PowerPoint</Application>
  <PresentationFormat>全屏显示(4:3)</PresentationFormat>
  <Paragraphs>1044</Paragraphs>
  <Slides>97</Slides>
  <Notes>8</Notes>
  <HiddenSlides>0</HiddenSlides>
  <MMClips>0</MMClips>
  <ScaleCrop>false</ScaleCrop>
  <HeadingPairs>
    <vt:vector size="8" baseType="variant">
      <vt:variant>
        <vt:lpstr>已用的字体</vt:lpstr>
      </vt:variant>
      <vt:variant>
        <vt:i4>8</vt:i4>
      </vt:variant>
      <vt:variant>
        <vt:lpstr>主题</vt:lpstr>
      </vt:variant>
      <vt:variant>
        <vt:i4>3</vt:i4>
      </vt:variant>
      <vt:variant>
        <vt:lpstr>嵌入 OLE 服务器</vt:lpstr>
      </vt:variant>
      <vt:variant>
        <vt:i4>3</vt:i4>
      </vt:variant>
      <vt:variant>
        <vt:lpstr>幻灯片标题</vt:lpstr>
      </vt:variant>
      <vt:variant>
        <vt:i4>97</vt:i4>
      </vt:variant>
    </vt:vector>
  </HeadingPairs>
  <TitlesOfParts>
    <vt:vector size="111" baseType="lpstr">
      <vt:lpstr>Monotype Sorts</vt:lpstr>
      <vt:lpstr>黑体</vt:lpstr>
      <vt:lpstr>楷体_GB2312</vt:lpstr>
      <vt:lpstr>宋体</vt:lpstr>
      <vt:lpstr>微软雅黑</vt:lpstr>
      <vt:lpstr>Consolas</vt:lpstr>
      <vt:lpstr>Times New Roman</vt:lpstr>
      <vt:lpstr>Wingdings</vt:lpstr>
      <vt:lpstr>经分互动规范介绍</vt:lpstr>
      <vt:lpstr>1_经分互动规范介绍</vt:lpstr>
      <vt:lpstr>2_经分互动规范介绍</vt:lpstr>
      <vt:lpstr>MS_ClipArt_Gallery.2</vt:lpstr>
      <vt:lpstr>Visio.Drawing.11</vt:lpstr>
      <vt:lpstr>Bitmap Image</vt:lpstr>
      <vt:lpstr>PowerPoint 演示文稿</vt:lpstr>
      <vt:lpstr>引言</vt:lpstr>
      <vt:lpstr>提纲</vt:lpstr>
      <vt:lpstr>5.3    子程序概念</vt:lpstr>
      <vt:lpstr>PowerPoint 演示文稿</vt:lpstr>
      <vt:lpstr>5.3    子程序概念与设计</vt:lpstr>
      <vt:lpstr>5.3    子程序概念与设计</vt:lpstr>
      <vt:lpstr>5.3    子程序概念与设计</vt:lpstr>
      <vt:lpstr>原来的代码：素数判定</vt:lpstr>
      <vt:lpstr>素数判定的穷举条件检测</vt:lpstr>
      <vt:lpstr>修改原来的代码进行封装</vt:lpstr>
      <vt:lpstr>PowerPoint 演示文稿</vt:lpstr>
      <vt:lpstr>PowerPoint 演示文稿</vt:lpstr>
      <vt:lpstr>PowerPoint 演示文稿</vt:lpstr>
      <vt:lpstr>修改原来的代码进行封装</vt:lpstr>
      <vt:lpstr>PowerPoint 演示文稿</vt:lpstr>
      <vt:lpstr>编写函数调用代码</vt:lpstr>
      <vt:lpstr>5.3    子程序概念与设计</vt:lpstr>
      <vt:lpstr>5.3    子程序概念与设计</vt:lpstr>
      <vt:lpstr>5.3    子程序概念与设计</vt:lpstr>
      <vt:lpstr>提纲</vt:lpstr>
      <vt:lpstr>5.4.1    函数</vt:lpstr>
      <vt:lpstr>5.4.2    函数的定义</vt:lpstr>
      <vt:lpstr>5.4.2    函数的定义</vt:lpstr>
      <vt:lpstr>5.4.2    函数的定义</vt:lpstr>
      <vt:lpstr>5.4.2    函数的定义</vt:lpstr>
      <vt:lpstr>5.4.2    函数的定义</vt:lpstr>
      <vt:lpstr>5.4.2    函数的定义</vt:lpstr>
      <vt:lpstr>5.4.2    函数的定义</vt:lpstr>
      <vt:lpstr>5.4.2    函数的定义</vt:lpstr>
      <vt:lpstr>5.4.2    函数的定义</vt:lpstr>
      <vt:lpstr>5.4.2    函数的定义</vt:lpstr>
      <vt:lpstr>提纲</vt:lpstr>
      <vt:lpstr>5.4.3    函数的调用</vt:lpstr>
      <vt:lpstr>5.4.3    函数的调用</vt:lpstr>
      <vt:lpstr>5.4.3    函数的调用</vt:lpstr>
      <vt:lpstr>5.4.3    函数的调用</vt:lpstr>
      <vt:lpstr>5.4.3    函数的调用</vt:lpstr>
      <vt:lpstr>5.4.3    函数的调用</vt:lpstr>
      <vt:lpstr>5.4.3    函数的调用</vt:lpstr>
      <vt:lpstr>5.4.3    函数的调用</vt:lpstr>
      <vt:lpstr>5.4.3    函数的调用</vt:lpstr>
      <vt:lpstr>5.4.3    函数的调用</vt:lpstr>
      <vt:lpstr>5.4.3    函数的调用</vt:lpstr>
      <vt:lpstr>5.4.3    函数的调用－栈区简介</vt:lpstr>
      <vt:lpstr>5.4.3    函数的调用</vt:lpstr>
      <vt:lpstr>5.4.3    函数的调用－栈区简介</vt:lpstr>
      <vt:lpstr>函数调用过程-开辟新的运行环境</vt:lpstr>
      <vt:lpstr>5.4.3    函数调用过程-开辟新的运行环境</vt:lpstr>
      <vt:lpstr>5.4.3    函数调用过程-开辟新的运行环境</vt:lpstr>
      <vt:lpstr> </vt:lpstr>
      <vt:lpstr>提纲</vt:lpstr>
      <vt:lpstr>5.4.4    函数的原型</vt:lpstr>
      <vt:lpstr>5.4.4    函数的原型</vt:lpstr>
      <vt:lpstr>PowerPoint 演示文稿</vt:lpstr>
      <vt:lpstr>5.4.4    函数的原型</vt:lpstr>
      <vt:lpstr>5.4.4    函数的原型</vt:lpstr>
      <vt:lpstr>5.4.4    函数的原型</vt:lpstr>
      <vt:lpstr>5.2.4    函数的原型</vt:lpstr>
      <vt:lpstr>5.4.4    函数的原型</vt:lpstr>
      <vt:lpstr>提纲</vt:lpstr>
      <vt:lpstr>5.5    头文件</vt:lpstr>
      <vt:lpstr>5.3    头文件</vt:lpstr>
      <vt:lpstr>math.h中函数原型</vt:lpstr>
      <vt:lpstr>自定义头文件</vt:lpstr>
      <vt:lpstr>提纲</vt:lpstr>
      <vt:lpstr>实验4-2:验证哥德巴赫猜想</vt:lpstr>
      <vt:lpstr>实验4-5:求ex</vt:lpstr>
      <vt:lpstr>实验4-6: 斐波那契数列</vt:lpstr>
      <vt:lpstr>最大公约数GCD</vt:lpstr>
      <vt:lpstr>进制转换函数</vt:lpstr>
      <vt:lpstr>例4、碰运气游戏</vt:lpstr>
      <vt:lpstr>PowerPoint 演示文稿</vt:lpstr>
      <vt:lpstr>PowerPoint 演示文稿</vt:lpstr>
      <vt:lpstr>PowerPoint 演示文稿</vt:lpstr>
      <vt:lpstr>掷骰子</vt:lpstr>
      <vt:lpstr>设置随机种子</vt:lpstr>
      <vt:lpstr>PowerPoint 演示文稿</vt:lpstr>
      <vt:lpstr>PowerPoint 演示文稿</vt:lpstr>
      <vt:lpstr>PowerPoint 演示文稿</vt:lpstr>
      <vt:lpstr>PowerPoint 演示文稿</vt:lpstr>
      <vt:lpstr>PowerPoint 演示文稿</vt:lpstr>
      <vt:lpstr>PowerPoint 演示文稿</vt:lpstr>
      <vt:lpstr>例4、碰运气游戏</vt:lpstr>
      <vt:lpstr>例5. 打印日历</vt:lpstr>
      <vt:lpstr>PowerPoint 演示文稿</vt:lpstr>
      <vt:lpstr>例5. 打印日历</vt:lpstr>
      <vt:lpstr>PowerPoint 演示文稿</vt:lpstr>
      <vt:lpstr>例5. 打印日历</vt:lpstr>
      <vt:lpstr>PowerPoint 演示文稿</vt:lpstr>
      <vt:lpstr>PowerPoint 演示文稿</vt:lpstr>
      <vt:lpstr>PowerPoint 演示文稿</vt:lpstr>
      <vt:lpstr>例5. 打印日历</vt:lpstr>
      <vt:lpstr>PowerPoint 演示文稿</vt:lpstr>
      <vt:lpstr>PowerPoint 演示文稿</vt:lpstr>
      <vt:lpstr>总结</vt:lpstr>
      <vt:lpstr>PowerPoint 演示文稿</vt:lpstr>
    </vt:vector>
  </TitlesOfParts>
  <Company>bupt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PASCAL程序设计</dc:title>
  <dc:creator>cyzhou</dc:creator>
  <cp:lastModifiedBy>zhang yanmei</cp:lastModifiedBy>
  <cp:revision>1831</cp:revision>
  <dcterms:created xsi:type="dcterms:W3CDTF">2002-12-06T01:10:00Z</dcterms:created>
  <dcterms:modified xsi:type="dcterms:W3CDTF">2022-11-02T12:18:29Z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2052-11.1.0.7932</vt:lpwstr>
  </property>
</Properties>
</file>
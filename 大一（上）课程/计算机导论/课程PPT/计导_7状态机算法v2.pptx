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4541" r:id="rId2"/>
  </p:sldMasterIdLst>
  <p:notesMasterIdLst>
    <p:notesMasterId r:id="rId34"/>
  </p:notesMasterIdLst>
  <p:handoutMasterIdLst>
    <p:handoutMasterId r:id="rId35"/>
  </p:handoutMasterIdLst>
  <p:sldIdLst>
    <p:sldId id="258" r:id="rId3"/>
    <p:sldId id="292" r:id="rId4"/>
    <p:sldId id="365" r:id="rId5"/>
    <p:sldId id="402" r:id="rId6"/>
    <p:sldId id="1988" r:id="rId7"/>
    <p:sldId id="361" r:id="rId8"/>
    <p:sldId id="1021" r:id="rId9"/>
    <p:sldId id="1022" r:id="rId10"/>
    <p:sldId id="360" r:id="rId11"/>
    <p:sldId id="277" r:id="rId12"/>
    <p:sldId id="1024" r:id="rId13"/>
    <p:sldId id="1029" r:id="rId14"/>
    <p:sldId id="299" r:id="rId15"/>
    <p:sldId id="313" r:id="rId16"/>
    <p:sldId id="300" r:id="rId17"/>
    <p:sldId id="301" r:id="rId18"/>
    <p:sldId id="1991" r:id="rId19"/>
    <p:sldId id="343" r:id="rId20"/>
    <p:sldId id="344" r:id="rId21"/>
    <p:sldId id="345" r:id="rId22"/>
    <p:sldId id="346" r:id="rId23"/>
    <p:sldId id="347" r:id="rId24"/>
    <p:sldId id="261" r:id="rId25"/>
    <p:sldId id="304" r:id="rId26"/>
    <p:sldId id="305" r:id="rId27"/>
    <p:sldId id="362" r:id="rId28"/>
    <p:sldId id="1060" r:id="rId29"/>
    <p:sldId id="1061" r:id="rId30"/>
    <p:sldId id="1989" r:id="rId31"/>
    <p:sldId id="1990" r:id="rId32"/>
    <p:sldId id="403" r:id="rId33"/>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默认节" id="{C323DE3D-7000-4740-92FB-2340924D2D0C}">
          <p14:sldIdLst>
            <p14:sldId id="258"/>
          </p14:sldIdLst>
        </p14:section>
        <p14:section name="状态机模型" id="{A39CB33E-0570-4427-88BA-E817A72891A4}">
          <p14:sldIdLst>
            <p14:sldId id="292"/>
            <p14:sldId id="365"/>
            <p14:sldId id="402"/>
            <p14:sldId id="1988"/>
            <p14:sldId id="361"/>
            <p14:sldId id="1021"/>
            <p14:sldId id="1022"/>
            <p14:sldId id="360"/>
            <p14:sldId id="277"/>
            <p14:sldId id="1024"/>
            <p14:sldId id="1029"/>
          </p14:sldIdLst>
        </p14:section>
        <p14:section name="交通灯观测" id="{372A7284-9358-4EB8-81E0-4EE124785F60}">
          <p14:sldIdLst>
            <p14:sldId id="299"/>
            <p14:sldId id="313"/>
            <p14:sldId id="300"/>
            <p14:sldId id="301"/>
            <p14:sldId id="1991"/>
            <p14:sldId id="343"/>
            <p14:sldId id="344"/>
            <p14:sldId id="345"/>
            <p14:sldId id="346"/>
            <p14:sldId id="347"/>
          </p14:sldIdLst>
        </p14:section>
        <p14:section name="识别段注释" id="{B143D066-E61C-41ED-8BDE-7C249A1A9C15}">
          <p14:sldIdLst>
            <p14:sldId id="261"/>
            <p14:sldId id="304"/>
            <p14:sldId id="305"/>
            <p14:sldId id="362"/>
            <p14:sldId id="1060"/>
            <p14:sldId id="1061"/>
            <p14:sldId id="1989"/>
            <p14:sldId id="1990"/>
            <p14:sldId id="403"/>
          </p14:sldIdLst>
        </p14:section>
      </p14:sectionLst>
    </p:ext>
    <p:ext uri="{EFAFB233-063F-42B5-8137-9DF3F51BA10A}">
      <p15:sldGuideLst xmlns:p15="http://schemas.microsoft.com/office/powerpoint/2012/main">
        <p15:guide id="1" orient="horz" pos="213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FF3300"/>
    <a:srgbClr val="000066"/>
    <a:srgbClr val="9900FF"/>
    <a:srgbClr val="CC0000"/>
    <a:srgbClr val="FF66CC"/>
    <a:srgbClr val="CCFFFF"/>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41" autoAdjust="0"/>
    <p:restoredTop sz="90192" autoAdjust="0"/>
  </p:normalViewPr>
  <p:slideViewPr>
    <p:cSldViewPr>
      <p:cViewPr varScale="1">
        <p:scale>
          <a:sx n="60" d="100"/>
          <a:sy n="60" d="100"/>
        </p:scale>
        <p:origin x="1512" y="56"/>
      </p:cViewPr>
      <p:guideLst>
        <p:guide orient="horz" pos="213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240567E8-914E-45B1-87A3-5D5E6ADD9156}"/>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kumimoji="0" sz="1200"/>
            </a:lvl1pPr>
          </a:lstStyle>
          <a:p>
            <a:pPr>
              <a:defRPr/>
            </a:pPr>
            <a:endParaRPr lang="zh-CN" altLang="en-US"/>
          </a:p>
        </p:txBody>
      </p:sp>
      <p:sp>
        <p:nvSpPr>
          <p:cNvPr id="253955" name="Rectangle 3">
            <a:extLst>
              <a:ext uri="{FF2B5EF4-FFF2-40B4-BE49-F238E27FC236}">
                <a16:creationId xmlns:a16="http://schemas.microsoft.com/office/drawing/2014/main" id="{5B9B470B-09FB-41B5-A9C8-4FBB244F98BD}"/>
              </a:ext>
            </a:extLst>
          </p:cNvPr>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kumimoji="0" sz="1200"/>
            </a:lvl1pPr>
          </a:lstStyle>
          <a:p>
            <a:pPr>
              <a:defRPr/>
            </a:pPr>
            <a:endParaRPr lang="en-US" altLang="zh-CN"/>
          </a:p>
        </p:txBody>
      </p:sp>
      <p:sp>
        <p:nvSpPr>
          <p:cNvPr id="253956" name="Rectangle 4">
            <a:extLst>
              <a:ext uri="{FF2B5EF4-FFF2-40B4-BE49-F238E27FC236}">
                <a16:creationId xmlns:a16="http://schemas.microsoft.com/office/drawing/2014/main" id="{0CB3194C-B39D-40B4-A956-0141DBC63516}"/>
              </a:ext>
            </a:extLst>
          </p:cNvPr>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kumimoji="0" sz="1200"/>
            </a:lvl1pPr>
          </a:lstStyle>
          <a:p>
            <a:pPr>
              <a:defRPr/>
            </a:pPr>
            <a:endParaRPr lang="en-US" altLang="zh-CN"/>
          </a:p>
        </p:txBody>
      </p:sp>
      <p:sp>
        <p:nvSpPr>
          <p:cNvPr id="253957" name="Rectangle 5">
            <a:extLst>
              <a:ext uri="{FF2B5EF4-FFF2-40B4-BE49-F238E27FC236}">
                <a16:creationId xmlns:a16="http://schemas.microsoft.com/office/drawing/2014/main" id="{F49AD14B-3947-40CF-832D-272043ED5188}"/>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noProof="1"/>
            </a:lvl1pPr>
          </a:lstStyle>
          <a:p>
            <a:pPr>
              <a:defRPr/>
            </a:pPr>
            <a:fld id="{F4480964-693D-4F6C-AE45-AA47535870D4}" type="slidenum">
              <a:rPr altLang="en-US"/>
              <a:pPr>
                <a:defRPr/>
              </a:pPr>
              <a:t>‹#›</a:t>
            </a:fld>
            <a:endParaRPr lang="zh-CN"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9B47DD3-766B-4824-87C6-D8C0BE34B59B}"/>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kumimoji="1" sz="1200"/>
            </a:lvl1pPr>
          </a:lstStyle>
          <a:p>
            <a:pPr>
              <a:defRPr/>
            </a:pPr>
            <a:endParaRPr lang="zh-CN" altLang="en-US"/>
          </a:p>
        </p:txBody>
      </p:sp>
      <p:sp>
        <p:nvSpPr>
          <p:cNvPr id="84995" name="Rectangle 3">
            <a:extLst>
              <a:ext uri="{FF2B5EF4-FFF2-40B4-BE49-F238E27FC236}">
                <a16:creationId xmlns:a16="http://schemas.microsoft.com/office/drawing/2014/main" id="{2C5321BA-1267-4825-A586-EDBE771D7D0D}"/>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kumimoji="1" sz="1200"/>
            </a:lvl1pPr>
          </a:lstStyle>
          <a:p>
            <a:pPr>
              <a:defRPr/>
            </a:pPr>
            <a:endParaRPr lang="en-US" altLang="zh-CN"/>
          </a:p>
        </p:txBody>
      </p:sp>
      <p:sp>
        <p:nvSpPr>
          <p:cNvPr id="13316" name="Rectangle 4">
            <a:extLst>
              <a:ext uri="{FF2B5EF4-FFF2-40B4-BE49-F238E27FC236}">
                <a16:creationId xmlns:a16="http://schemas.microsoft.com/office/drawing/2014/main" id="{8980EE3B-726B-4ECD-B6F2-94DFA7653305}"/>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0949" name="Rectangle 5">
            <a:extLst>
              <a:ext uri="{FF2B5EF4-FFF2-40B4-BE49-F238E27FC236}">
                <a16:creationId xmlns:a16="http://schemas.microsoft.com/office/drawing/2014/main" id="{C8AA89F3-4B8D-459D-88B9-A7D3072418A3}"/>
              </a:ext>
            </a:extLst>
          </p:cNvPr>
          <p:cNvSpPr>
            <a:spLocks noGrp="1" noChangeArrowheads="1"/>
          </p:cNvSpPr>
          <p:nvPr>
            <p:ph type="body" sz="quarter" idx="4294967295"/>
          </p:nvPr>
        </p:nvSpPr>
        <p:spPr bwMode="auto">
          <a:xfrm>
            <a:off x="914400" y="4343400"/>
            <a:ext cx="50292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a:extLst>
              <a:ext uri="{FF2B5EF4-FFF2-40B4-BE49-F238E27FC236}">
                <a16:creationId xmlns:a16="http://schemas.microsoft.com/office/drawing/2014/main" id="{BFBF7700-A15F-46B4-8D8F-84C38AE04AD9}"/>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kumimoji="1" sz="1200"/>
            </a:lvl1pPr>
          </a:lstStyle>
          <a:p>
            <a:pPr>
              <a:defRPr/>
            </a:pPr>
            <a:endParaRPr lang="en-US" altLang="zh-CN"/>
          </a:p>
        </p:txBody>
      </p:sp>
      <p:sp>
        <p:nvSpPr>
          <p:cNvPr id="84999" name="Rectangle 7">
            <a:extLst>
              <a:ext uri="{FF2B5EF4-FFF2-40B4-BE49-F238E27FC236}">
                <a16:creationId xmlns:a16="http://schemas.microsoft.com/office/drawing/2014/main" id="{10F7DC03-7466-4488-8741-BA8E2CD070D6}"/>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noProof="1"/>
            </a:lvl1pPr>
          </a:lstStyle>
          <a:p>
            <a:pPr>
              <a:defRPr/>
            </a:pPr>
            <a:fld id="{B5547E07-C8CA-4F14-96BD-BDCC9DBA94A1}" type="slidenum">
              <a:rPr altLang="en-US"/>
              <a:pPr>
                <a:defRPr/>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a:extLst>
              <a:ext uri="{FF2B5EF4-FFF2-40B4-BE49-F238E27FC236}">
                <a16:creationId xmlns:a16="http://schemas.microsoft.com/office/drawing/2014/main" id="{2A1DC227-25F7-4151-B391-D4AC90E03B0E}"/>
              </a:ext>
            </a:extLst>
          </p:cNvPr>
          <p:cNvSpPr>
            <a:spLocks noGrp="1" noRot="1" noChangeAspect="1" noChangeArrowheads="1" noTextEdit="1"/>
          </p:cNvSpPr>
          <p:nvPr>
            <p:ph type="sldImg" idx="4294967295"/>
          </p:nvPr>
        </p:nvSpPr>
        <p:spPr>
          <a:ln/>
        </p:spPr>
      </p:sp>
      <p:sp>
        <p:nvSpPr>
          <p:cNvPr id="148483" name="文本占位符 2">
            <a:extLst>
              <a:ext uri="{FF2B5EF4-FFF2-40B4-BE49-F238E27FC236}">
                <a16:creationId xmlns:a16="http://schemas.microsoft.com/office/drawing/2014/main" id="{486F3797-2262-4328-B5C1-0626D099934D}"/>
              </a:ext>
            </a:extLst>
          </p:cNvPr>
          <p:cNvSpPr>
            <a:spLocks noGrp="1" noChangeArrowheads="1"/>
          </p:cNvSpPr>
          <p:nvPr>
            <p:ph type="body"/>
          </p:nvPr>
        </p:nvSpPr>
        <p:spPr>
          <a:noFill/>
          <a:extLst>
            <a:ext uri="{909E8E84-426E-40DD-AFC4-6F175D3DCCD1}">
              <a14:hiddenFill xmlns:a14="http://schemas.microsoft.com/office/drawing/2010/main">
                <a:solidFill>
                  <a:srgbClr val="FFFFFF"/>
                </a:solidFill>
              </a14:hiddenFill>
            </a:ext>
          </a:extLst>
        </p:spPr>
        <p:txBody>
          <a:bodyPr/>
          <a:lstStyle/>
          <a:p>
            <a:r>
              <a:rPr lang="zh-CN" altLang="en-US" sz="5400" noProof="1"/>
              <a:t>虽然流程图可以直观显示程序</a:t>
            </a:r>
            <a:r>
              <a:rPr lang="zh-CN" altLang="zh-CN" sz="5400" noProof="1"/>
              <a:t>.</a:t>
            </a:r>
            <a:r>
              <a:rPr lang="zh-CN" altLang="en-US" sz="5400" noProof="1"/>
              <a:t>执行序列</a:t>
            </a:r>
            <a:r>
              <a:rPr lang="zh-CN" altLang="zh-CN" sz="5400" noProof="1"/>
              <a:t>,</a:t>
            </a:r>
            <a:r>
              <a:rPr lang="zh-CN" altLang="en-US" sz="5400" noProof="1"/>
              <a:t>但对于连续判断问题</a:t>
            </a:r>
            <a:r>
              <a:rPr lang="zh-CN" altLang="zh-CN" sz="5400" noProof="1"/>
              <a:t>, </a:t>
            </a:r>
            <a:r>
              <a:rPr lang="zh-CN" altLang="en-US" sz="5400" noProof="1"/>
              <a:t>循环</a:t>
            </a:r>
            <a:r>
              <a:rPr lang="zh-CN" altLang="zh-CN" sz="5400" noProof="1"/>
              <a:t>+</a:t>
            </a:r>
            <a:r>
              <a:rPr lang="zh-CN" altLang="en-US" sz="5400" noProof="1"/>
              <a:t>选择结构会导致逻辑路线模糊不清</a:t>
            </a:r>
            <a:r>
              <a:rPr lang="zh-CN" altLang="zh-CN" sz="5400" noProof="1"/>
              <a:t>.</a:t>
            </a:r>
          </a:p>
          <a:p>
            <a:r>
              <a:rPr lang="zh-CN" altLang="en-US" sz="5400" noProof="1"/>
              <a:t>因此</a:t>
            </a:r>
            <a:r>
              <a:rPr lang="zh-CN" altLang="zh-CN" sz="5400" noProof="1"/>
              <a:t>,</a:t>
            </a:r>
            <a:r>
              <a:rPr lang="zh-CN" altLang="en-US" sz="5400" noProof="1"/>
              <a:t>我们需要一种新的图形模型</a:t>
            </a:r>
            <a:r>
              <a:rPr lang="zh-CN" altLang="zh-CN" sz="5400" noProof="1"/>
              <a:t>,</a:t>
            </a:r>
            <a:r>
              <a:rPr lang="zh-CN" altLang="en-US" sz="5400" noProof="1"/>
              <a:t>帮助我们整理连续判断问题的控制逻辑</a:t>
            </a:r>
            <a:r>
              <a:rPr lang="zh-CN" altLang="zh-CN" sz="5400" noProof="1"/>
              <a:t>.</a:t>
            </a:r>
          </a:p>
          <a:p>
            <a:endParaRPr lang="zh-CN" altLang="zh-CN" sz="5400" noProof="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56674" name="幻灯片图像占位符 1">
            <a:extLst>
              <a:ext uri="{FF2B5EF4-FFF2-40B4-BE49-F238E27FC236}">
                <a16:creationId xmlns:a16="http://schemas.microsoft.com/office/drawing/2014/main" id="{5572BB19-623E-4367-81BC-CDC4B47DCC30}"/>
              </a:ext>
            </a:extLst>
          </p:cNvPr>
          <p:cNvSpPr>
            <a:spLocks noGrp="1" noRot="1" noChangeAspect="1" noChangeArrowheads="1" noTextEdit="1"/>
          </p:cNvSpPr>
          <p:nvPr>
            <p:ph type="sldImg" idx="4294967295"/>
          </p:nvPr>
        </p:nvSpPr>
        <p:spPr>
          <a:ln/>
        </p:spPr>
      </p:sp>
      <p:sp>
        <p:nvSpPr>
          <p:cNvPr id="156675" name="备注占位符 2">
            <a:extLst>
              <a:ext uri="{FF2B5EF4-FFF2-40B4-BE49-F238E27FC236}">
                <a16:creationId xmlns:a16="http://schemas.microsoft.com/office/drawing/2014/main" id="{CE77D30D-250D-445E-8A13-AF16D7B9271A}"/>
              </a:ext>
            </a:extLst>
          </p:cNvPr>
          <p:cNvSpPr>
            <a:spLocks noGrp="1" noChangeArrowheads="1"/>
          </p:cNvSpPr>
          <p:nvPr>
            <p:ph type="body" idx="4294967295"/>
          </p:nvPr>
        </p:nvSpPr>
        <p:spPr/>
        <p:txBody>
          <a:bodyPr/>
          <a:lstStyle/>
          <a:p>
            <a:r>
              <a:rPr lang="zh-CN" altLang="en-US"/>
              <a:t>利用这张图说明：如果读入的是</a:t>
            </a:r>
            <a:r>
              <a:rPr lang="en-US" altLang="zh-CN"/>
              <a:t>abb..ba</a:t>
            </a:r>
            <a:r>
              <a:rPr lang="zh-CN" altLang="en-US"/>
              <a:t>这样的字符串，能到达终止状态；如果读入的是</a:t>
            </a:r>
            <a:r>
              <a:rPr lang="en-US" altLang="zh-CN"/>
              <a:t>acca</a:t>
            </a:r>
            <a:r>
              <a:rPr lang="zh-CN" altLang="en-US"/>
              <a:t>这样的字符串，就无法到达终止状态，说明这个自动机不能接受这样的字符串。所以利用自动机能否到达终止状态，就可以用来识别一个字符串是否符合某种格式要求。程序设计语言的词法检查、语法检查就是构建自动机来实现的。自动机理论是构建编译器的重要工具。</a:t>
            </a:r>
          </a:p>
        </p:txBody>
      </p:sp>
      <p:sp>
        <p:nvSpPr>
          <p:cNvPr id="156676" name="灯片编号占位符 3">
            <a:extLst>
              <a:ext uri="{FF2B5EF4-FFF2-40B4-BE49-F238E27FC236}">
                <a16:creationId xmlns:a16="http://schemas.microsoft.com/office/drawing/2014/main" id="{B4CC27E5-947F-4423-A626-1E7D524AB30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800">
                <a:solidFill>
                  <a:schemeClr val="tx1"/>
                </a:solidFill>
                <a:latin typeface="Times New Roman" panose="02020603050405020304" pitchFamily="18" charset="0"/>
                <a:ea typeface="宋体" panose="02010600030101010101" pitchFamily="2" charset="-122"/>
              </a:defRPr>
            </a:lvl1pPr>
            <a:lvl2pPr marL="742950" indent="-285750">
              <a:defRPr sz="2800">
                <a:solidFill>
                  <a:schemeClr val="tx1"/>
                </a:solidFill>
                <a:latin typeface="Times New Roman" panose="02020603050405020304" pitchFamily="18" charset="0"/>
                <a:ea typeface="宋体" panose="02010600030101010101" pitchFamily="2" charset="-122"/>
              </a:defRPr>
            </a:lvl2pPr>
            <a:lvl3pPr marL="1143000" indent="-228600">
              <a:defRPr sz="2800">
                <a:solidFill>
                  <a:schemeClr val="tx1"/>
                </a:solidFill>
                <a:latin typeface="Times New Roman" panose="02020603050405020304" pitchFamily="18" charset="0"/>
                <a:ea typeface="宋体" panose="02010600030101010101" pitchFamily="2" charset="-122"/>
              </a:defRPr>
            </a:lvl3pPr>
            <a:lvl4pPr marL="1600200" indent="-228600">
              <a:defRPr sz="2800">
                <a:solidFill>
                  <a:schemeClr val="tx1"/>
                </a:solidFill>
                <a:latin typeface="Times New Roman" panose="02020603050405020304" pitchFamily="18" charset="0"/>
                <a:ea typeface="宋体" panose="02010600030101010101" pitchFamily="2" charset="-122"/>
              </a:defRPr>
            </a:lvl4pPr>
            <a:lvl5pPr marL="2057400" indent="-22860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algn="r" eaLnBrk="1" hangingPunct="1"/>
            <a:fld id="{BC2D51B3-7279-4EC2-8F84-16B02BE04011}" type="slidenum">
              <a:rPr lang="zh-CN" altLang="en-US" sz="1200"/>
              <a:pPr algn="r" eaLnBrk="1" hangingPunct="1"/>
              <a:t>12</a:t>
            </a:fld>
            <a:endParaRPr lang="zh-CN" altLang="en-US" sz="120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5">
            <a:extLst>
              <a:ext uri="{FF2B5EF4-FFF2-40B4-BE49-F238E27FC236}">
                <a16:creationId xmlns:a16="http://schemas.microsoft.com/office/drawing/2014/main" id="{2E870DF1-C2A8-45F5-A168-7BC59CE3CE6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D497E2F-AA14-4494-9565-87085B6F302B}"/>
              </a:ext>
            </a:extLst>
          </p:cNvPr>
          <p:cNvSpPr>
            <a:spLocks noGrp="1" noChangeArrowheads="1"/>
          </p:cNvSpPr>
          <p:nvPr>
            <p:ph type="sldNum" sz="quarter" idx="11"/>
          </p:nvPr>
        </p:nvSpPr>
        <p:spPr>
          <a:ln/>
        </p:spPr>
        <p:txBody>
          <a:bodyPr/>
          <a:lstStyle>
            <a:lvl1pPr>
              <a:defRPr/>
            </a:lvl1pPr>
          </a:lstStyle>
          <a:p>
            <a:pPr>
              <a:defRPr/>
            </a:pPr>
            <a:fld id="{38487474-A22C-4CA9-BAC6-91B0D616D2DF}" type="slidenum">
              <a:rPr altLang="en-US"/>
              <a:pPr>
                <a:defRPr/>
              </a:pPr>
              <a:t>‹#›</a:t>
            </a:fld>
            <a:endParaRPr lang="zh-CN" altLang="zh-CN"/>
          </a:p>
        </p:txBody>
      </p:sp>
    </p:spTree>
    <p:extLst>
      <p:ext uri="{BB962C8B-B14F-4D97-AF65-F5344CB8AC3E}">
        <p14:creationId xmlns:p14="http://schemas.microsoft.com/office/powerpoint/2010/main" val="72732012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7296269E-089D-40F9-9D4B-3EBAF612CFAF}"/>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7354034-5C10-450C-B92B-6C97947FD3AB}"/>
              </a:ext>
            </a:extLst>
          </p:cNvPr>
          <p:cNvSpPr>
            <a:spLocks noGrp="1" noChangeArrowheads="1"/>
          </p:cNvSpPr>
          <p:nvPr>
            <p:ph type="sldNum" sz="quarter" idx="11"/>
          </p:nvPr>
        </p:nvSpPr>
        <p:spPr>
          <a:ln/>
        </p:spPr>
        <p:txBody>
          <a:bodyPr/>
          <a:lstStyle>
            <a:lvl1pPr>
              <a:defRPr/>
            </a:lvl1pPr>
          </a:lstStyle>
          <a:p>
            <a:pPr>
              <a:defRPr/>
            </a:pPr>
            <a:fld id="{5AB1B258-EBA9-4D05-BD21-73CB84414314}" type="slidenum">
              <a:rPr altLang="en-US"/>
              <a:pPr>
                <a:defRPr/>
              </a:pPr>
              <a:t>‹#›</a:t>
            </a:fld>
            <a:endParaRPr lang="zh-CN" altLang="zh-CN"/>
          </a:p>
        </p:txBody>
      </p:sp>
    </p:spTree>
    <p:extLst>
      <p:ext uri="{BB962C8B-B14F-4D97-AF65-F5344CB8AC3E}">
        <p14:creationId xmlns:p14="http://schemas.microsoft.com/office/powerpoint/2010/main" val="135961971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5">
            <a:extLst>
              <a:ext uri="{FF2B5EF4-FFF2-40B4-BE49-F238E27FC236}">
                <a16:creationId xmlns:a16="http://schemas.microsoft.com/office/drawing/2014/main" id="{228AC08F-8FE6-470D-8A4B-C62B0BF48745}"/>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8E45026-347F-440C-82EA-974064526C92}"/>
              </a:ext>
            </a:extLst>
          </p:cNvPr>
          <p:cNvSpPr>
            <a:spLocks noGrp="1" noChangeArrowheads="1"/>
          </p:cNvSpPr>
          <p:nvPr>
            <p:ph type="sldNum" sz="quarter" idx="11"/>
          </p:nvPr>
        </p:nvSpPr>
        <p:spPr>
          <a:ln/>
        </p:spPr>
        <p:txBody>
          <a:bodyPr/>
          <a:lstStyle>
            <a:lvl1pPr>
              <a:defRPr/>
            </a:lvl1pPr>
          </a:lstStyle>
          <a:p>
            <a:pPr>
              <a:defRPr/>
            </a:pPr>
            <a:fld id="{5628BC89-5AB3-4957-B68F-DFF021FA404B}" type="slidenum">
              <a:rPr altLang="en-US"/>
              <a:pPr>
                <a:defRPr/>
              </a:pPr>
              <a:t>‹#›</a:t>
            </a:fld>
            <a:endParaRPr lang="zh-CN" altLang="zh-CN"/>
          </a:p>
        </p:txBody>
      </p:sp>
    </p:spTree>
    <p:extLst>
      <p:ext uri="{BB962C8B-B14F-4D97-AF65-F5344CB8AC3E}">
        <p14:creationId xmlns:p14="http://schemas.microsoft.com/office/powerpoint/2010/main" val="290690938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989A0075-231C-46AA-9D2F-0F462AA024D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2E3277F-9FAB-4298-B750-69EDFEE19256}"/>
              </a:ext>
            </a:extLst>
          </p:cNvPr>
          <p:cNvSpPr>
            <a:spLocks noGrp="1" noChangeArrowheads="1"/>
          </p:cNvSpPr>
          <p:nvPr>
            <p:ph type="sldNum" sz="quarter" idx="11"/>
          </p:nvPr>
        </p:nvSpPr>
        <p:spPr>
          <a:ln/>
        </p:spPr>
        <p:txBody>
          <a:bodyPr/>
          <a:lstStyle>
            <a:lvl1pPr>
              <a:defRPr/>
            </a:lvl1pPr>
          </a:lstStyle>
          <a:p>
            <a:pPr>
              <a:defRPr/>
            </a:pPr>
            <a:fld id="{32D208EA-E779-4D7F-ADEE-5C282B4B6848}" type="slidenum">
              <a:rPr altLang="en-US"/>
              <a:pPr>
                <a:defRPr/>
              </a:pPr>
              <a:t>‹#›</a:t>
            </a:fld>
            <a:endParaRPr lang="zh-CN" altLang="zh-CN"/>
          </a:p>
        </p:txBody>
      </p:sp>
    </p:spTree>
    <p:extLst>
      <p:ext uri="{BB962C8B-B14F-4D97-AF65-F5344CB8AC3E}">
        <p14:creationId xmlns:p14="http://schemas.microsoft.com/office/powerpoint/2010/main" val="422436200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86C0E9C9-AA71-4DCD-B5E0-BB41C0B4736D}"/>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C2F12B8D-68FE-4B4B-A832-773FB395DFC5}"/>
              </a:ext>
            </a:extLst>
          </p:cNvPr>
          <p:cNvSpPr>
            <a:spLocks noGrp="1" noChangeArrowheads="1"/>
          </p:cNvSpPr>
          <p:nvPr>
            <p:ph type="sldNum" sz="quarter" idx="11"/>
          </p:nvPr>
        </p:nvSpPr>
        <p:spPr>
          <a:ln/>
        </p:spPr>
        <p:txBody>
          <a:bodyPr/>
          <a:lstStyle>
            <a:lvl1pPr>
              <a:defRPr/>
            </a:lvl1pPr>
          </a:lstStyle>
          <a:p>
            <a:pPr>
              <a:defRPr/>
            </a:pPr>
            <a:fld id="{4237CCDD-E053-4741-B560-21F315794BC0}" type="slidenum">
              <a:rPr altLang="en-US"/>
              <a:pPr>
                <a:defRPr/>
              </a:pPr>
              <a:t>‹#›</a:t>
            </a:fld>
            <a:endParaRPr lang="zh-CN" altLang="zh-CN"/>
          </a:p>
        </p:txBody>
      </p:sp>
    </p:spTree>
    <p:extLst>
      <p:ext uri="{BB962C8B-B14F-4D97-AF65-F5344CB8AC3E}">
        <p14:creationId xmlns:p14="http://schemas.microsoft.com/office/powerpoint/2010/main" val="158596838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EE6B5EE8-2C02-467C-8387-5FF681D2C8C4}"/>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B6CD5F5-6A15-4322-8FA2-59AFF3FE589E}"/>
              </a:ext>
            </a:extLst>
          </p:cNvPr>
          <p:cNvSpPr>
            <a:spLocks noGrp="1" noChangeArrowheads="1"/>
          </p:cNvSpPr>
          <p:nvPr>
            <p:ph type="sldNum" sz="quarter" idx="11"/>
          </p:nvPr>
        </p:nvSpPr>
        <p:spPr>
          <a:ln/>
        </p:spPr>
        <p:txBody>
          <a:bodyPr/>
          <a:lstStyle>
            <a:lvl1pPr>
              <a:defRPr/>
            </a:lvl1pPr>
          </a:lstStyle>
          <a:p>
            <a:pPr>
              <a:defRPr/>
            </a:pPr>
            <a:fld id="{9E353905-2715-4A9F-9463-8EBB36997BFB}" type="slidenum">
              <a:rPr altLang="en-US"/>
              <a:pPr>
                <a:defRPr/>
              </a:pPr>
              <a:t>‹#›</a:t>
            </a:fld>
            <a:endParaRPr lang="zh-CN" altLang="zh-CN"/>
          </a:p>
        </p:txBody>
      </p:sp>
    </p:spTree>
    <p:extLst>
      <p:ext uri="{BB962C8B-B14F-4D97-AF65-F5344CB8AC3E}">
        <p14:creationId xmlns:p14="http://schemas.microsoft.com/office/powerpoint/2010/main" val="399130581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D289CE9-2677-443C-8AB8-45665693CFB6}"/>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3B7346D8-4201-4F37-BBAE-C0AD0A2C6A51}"/>
              </a:ext>
            </a:extLst>
          </p:cNvPr>
          <p:cNvSpPr>
            <a:spLocks noGrp="1" noChangeArrowheads="1"/>
          </p:cNvSpPr>
          <p:nvPr>
            <p:ph type="sldNum" sz="quarter" idx="11"/>
          </p:nvPr>
        </p:nvSpPr>
        <p:spPr>
          <a:ln/>
        </p:spPr>
        <p:txBody>
          <a:bodyPr/>
          <a:lstStyle>
            <a:lvl1pPr>
              <a:defRPr/>
            </a:lvl1pPr>
          </a:lstStyle>
          <a:p>
            <a:pPr>
              <a:defRPr/>
            </a:pPr>
            <a:fld id="{ECFAACE3-F71E-43F4-9037-A39BA39E161D}" type="slidenum">
              <a:rPr altLang="en-US"/>
              <a:pPr>
                <a:defRPr/>
              </a:pPr>
              <a:t>‹#›</a:t>
            </a:fld>
            <a:endParaRPr lang="zh-CN" altLang="zh-CN"/>
          </a:p>
        </p:txBody>
      </p:sp>
    </p:spTree>
    <p:extLst>
      <p:ext uri="{BB962C8B-B14F-4D97-AF65-F5344CB8AC3E}">
        <p14:creationId xmlns:p14="http://schemas.microsoft.com/office/powerpoint/2010/main" val="5904360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6AA46B34-910C-4515-A8C2-DCDBB91B1A9B}"/>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003B4AE-AA8B-471B-BF98-B1CB44574C3F}"/>
              </a:ext>
            </a:extLst>
          </p:cNvPr>
          <p:cNvSpPr>
            <a:spLocks noGrp="1" noChangeArrowheads="1"/>
          </p:cNvSpPr>
          <p:nvPr>
            <p:ph type="sldNum" sz="quarter" idx="11"/>
          </p:nvPr>
        </p:nvSpPr>
        <p:spPr>
          <a:ln/>
        </p:spPr>
        <p:txBody>
          <a:bodyPr/>
          <a:lstStyle>
            <a:lvl1pPr>
              <a:defRPr/>
            </a:lvl1pPr>
          </a:lstStyle>
          <a:p>
            <a:pPr>
              <a:defRPr/>
            </a:pPr>
            <a:fld id="{F8A99E58-D85B-4654-AFC3-21075D307FF7}" type="slidenum">
              <a:rPr altLang="en-US"/>
              <a:pPr>
                <a:defRPr/>
              </a:pPr>
              <a:t>‹#›</a:t>
            </a:fld>
            <a:endParaRPr lang="zh-CN" altLang="zh-CN"/>
          </a:p>
        </p:txBody>
      </p:sp>
    </p:spTree>
    <p:extLst>
      <p:ext uri="{BB962C8B-B14F-4D97-AF65-F5344CB8AC3E}">
        <p14:creationId xmlns:p14="http://schemas.microsoft.com/office/powerpoint/2010/main" val="197798474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199CA2DF-D838-45CB-A5F4-EEADF01BD00D}"/>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B354C36-72B3-4C41-9ED8-9D2E4D1D75CB}"/>
              </a:ext>
            </a:extLst>
          </p:cNvPr>
          <p:cNvSpPr>
            <a:spLocks noGrp="1" noChangeArrowheads="1"/>
          </p:cNvSpPr>
          <p:nvPr>
            <p:ph type="sldNum" sz="quarter" idx="11"/>
          </p:nvPr>
        </p:nvSpPr>
        <p:spPr>
          <a:ln/>
        </p:spPr>
        <p:txBody>
          <a:bodyPr/>
          <a:lstStyle>
            <a:lvl1pPr>
              <a:defRPr/>
            </a:lvl1pPr>
          </a:lstStyle>
          <a:p>
            <a:pPr>
              <a:defRPr/>
            </a:pPr>
            <a:fld id="{0FF73C33-07F8-419E-8269-F63BDA0528E3}" type="slidenum">
              <a:rPr altLang="en-US"/>
              <a:pPr>
                <a:defRPr/>
              </a:pPr>
              <a:t>‹#›</a:t>
            </a:fld>
            <a:endParaRPr lang="zh-CN" altLang="zh-CN"/>
          </a:p>
        </p:txBody>
      </p:sp>
    </p:spTree>
    <p:extLst>
      <p:ext uri="{BB962C8B-B14F-4D97-AF65-F5344CB8AC3E}">
        <p14:creationId xmlns:p14="http://schemas.microsoft.com/office/powerpoint/2010/main" val="398718075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757BFC05-641E-4F72-ACFF-9285C8BFF83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5A7B04C-0DA3-4159-9E6B-E813443A4E93}"/>
              </a:ext>
            </a:extLst>
          </p:cNvPr>
          <p:cNvSpPr>
            <a:spLocks noGrp="1" noChangeArrowheads="1"/>
          </p:cNvSpPr>
          <p:nvPr>
            <p:ph type="sldNum" sz="quarter" idx="11"/>
          </p:nvPr>
        </p:nvSpPr>
        <p:spPr>
          <a:ln/>
        </p:spPr>
        <p:txBody>
          <a:bodyPr/>
          <a:lstStyle>
            <a:lvl1pPr>
              <a:defRPr/>
            </a:lvl1pPr>
          </a:lstStyle>
          <a:p>
            <a:pPr>
              <a:defRPr/>
            </a:pPr>
            <a:fld id="{7B1021DB-B11C-49CB-BE42-68FBAD010FD8}" type="slidenum">
              <a:rPr altLang="en-US"/>
              <a:pPr>
                <a:defRPr/>
              </a:pPr>
              <a:t>‹#›</a:t>
            </a:fld>
            <a:endParaRPr lang="zh-CN" altLang="zh-CN"/>
          </a:p>
        </p:txBody>
      </p:sp>
    </p:spTree>
    <p:extLst>
      <p:ext uri="{BB962C8B-B14F-4D97-AF65-F5344CB8AC3E}">
        <p14:creationId xmlns:p14="http://schemas.microsoft.com/office/powerpoint/2010/main" val="186279450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7A7BF14F-28D5-462F-88C9-64F857B55770}"/>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CF678C3-DBA6-4F98-A58A-75C42CCAA6A8}"/>
              </a:ext>
            </a:extLst>
          </p:cNvPr>
          <p:cNvSpPr>
            <a:spLocks noGrp="1" noChangeArrowheads="1"/>
          </p:cNvSpPr>
          <p:nvPr>
            <p:ph type="sldNum" sz="quarter" idx="11"/>
          </p:nvPr>
        </p:nvSpPr>
        <p:spPr>
          <a:ln/>
        </p:spPr>
        <p:txBody>
          <a:bodyPr/>
          <a:lstStyle>
            <a:lvl1pPr>
              <a:defRPr/>
            </a:lvl1pPr>
          </a:lstStyle>
          <a:p>
            <a:pPr>
              <a:defRPr/>
            </a:pPr>
            <a:fld id="{76BC67F3-30AC-41F4-9359-1475C719AB93}" type="slidenum">
              <a:rPr altLang="en-US"/>
              <a:pPr>
                <a:defRPr/>
              </a:pPr>
              <a:t>‹#›</a:t>
            </a:fld>
            <a:endParaRPr lang="zh-CN" altLang="zh-CN"/>
          </a:p>
        </p:txBody>
      </p:sp>
    </p:spTree>
    <p:extLst>
      <p:ext uri="{BB962C8B-B14F-4D97-AF65-F5344CB8AC3E}">
        <p14:creationId xmlns:p14="http://schemas.microsoft.com/office/powerpoint/2010/main" val="221210567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5">
            <a:extLst>
              <a:ext uri="{FF2B5EF4-FFF2-40B4-BE49-F238E27FC236}">
                <a16:creationId xmlns:a16="http://schemas.microsoft.com/office/drawing/2014/main" id="{8E22A941-1398-40C2-8FBF-6A23B998B6EA}"/>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A4DC50A-C56F-49D2-AF06-7AEFEB03BD5F}"/>
              </a:ext>
            </a:extLst>
          </p:cNvPr>
          <p:cNvSpPr>
            <a:spLocks noGrp="1" noChangeArrowheads="1"/>
          </p:cNvSpPr>
          <p:nvPr>
            <p:ph type="sldNum" sz="quarter" idx="11"/>
          </p:nvPr>
        </p:nvSpPr>
        <p:spPr>
          <a:ln/>
        </p:spPr>
        <p:txBody>
          <a:bodyPr/>
          <a:lstStyle>
            <a:lvl1pPr>
              <a:defRPr/>
            </a:lvl1pPr>
          </a:lstStyle>
          <a:p>
            <a:pPr>
              <a:defRPr/>
            </a:pPr>
            <a:fld id="{66846024-4EF7-45FE-82B5-128640454341}" type="slidenum">
              <a:rPr altLang="en-US"/>
              <a:pPr>
                <a:defRPr/>
              </a:pPr>
              <a:t>‹#›</a:t>
            </a:fld>
            <a:endParaRPr lang="zh-CN" altLang="zh-CN"/>
          </a:p>
        </p:txBody>
      </p:sp>
    </p:spTree>
    <p:extLst>
      <p:ext uri="{BB962C8B-B14F-4D97-AF65-F5344CB8AC3E}">
        <p14:creationId xmlns:p14="http://schemas.microsoft.com/office/powerpoint/2010/main" val="425184487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117B03B4-AE91-4340-9560-2AFD36280F2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7E8386-CBCB-4449-8860-478D7F80C940}"/>
              </a:ext>
            </a:extLst>
          </p:cNvPr>
          <p:cNvSpPr>
            <a:spLocks noGrp="1" noChangeArrowheads="1"/>
          </p:cNvSpPr>
          <p:nvPr>
            <p:ph type="sldNum" sz="quarter" idx="11"/>
          </p:nvPr>
        </p:nvSpPr>
        <p:spPr>
          <a:ln/>
        </p:spPr>
        <p:txBody>
          <a:bodyPr/>
          <a:lstStyle>
            <a:lvl1pPr>
              <a:defRPr/>
            </a:lvl1pPr>
          </a:lstStyle>
          <a:p>
            <a:pPr>
              <a:defRPr/>
            </a:pPr>
            <a:fld id="{C3FEA6D8-53D5-40E7-9954-5B10449FDC78}" type="slidenum">
              <a:rPr altLang="en-US"/>
              <a:pPr>
                <a:defRPr/>
              </a:pPr>
              <a:t>‹#›</a:t>
            </a:fld>
            <a:endParaRPr lang="zh-CN" altLang="zh-CN"/>
          </a:p>
        </p:txBody>
      </p:sp>
    </p:spTree>
    <p:extLst>
      <p:ext uri="{BB962C8B-B14F-4D97-AF65-F5344CB8AC3E}">
        <p14:creationId xmlns:p14="http://schemas.microsoft.com/office/powerpoint/2010/main" val="344965014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5">
            <a:extLst>
              <a:ext uri="{FF2B5EF4-FFF2-40B4-BE49-F238E27FC236}">
                <a16:creationId xmlns:a16="http://schemas.microsoft.com/office/drawing/2014/main" id="{9AD3D3C8-776E-4967-AC38-4CB1C445EC79}"/>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C43E207-6CA0-4C85-80B9-212710AAEF54}"/>
              </a:ext>
            </a:extLst>
          </p:cNvPr>
          <p:cNvSpPr>
            <a:spLocks noGrp="1" noChangeArrowheads="1"/>
          </p:cNvSpPr>
          <p:nvPr>
            <p:ph type="sldNum" sz="quarter" idx="11"/>
          </p:nvPr>
        </p:nvSpPr>
        <p:spPr>
          <a:ln/>
        </p:spPr>
        <p:txBody>
          <a:bodyPr/>
          <a:lstStyle>
            <a:lvl1pPr>
              <a:defRPr/>
            </a:lvl1pPr>
          </a:lstStyle>
          <a:p>
            <a:pPr>
              <a:defRPr/>
            </a:pPr>
            <a:fld id="{91FEEF17-8718-42D6-AE6B-E4947E156D02}" type="slidenum">
              <a:rPr altLang="en-US"/>
              <a:pPr>
                <a:defRPr/>
              </a:pPr>
              <a:t>‹#›</a:t>
            </a:fld>
            <a:endParaRPr lang="zh-CN" altLang="zh-CN"/>
          </a:p>
        </p:txBody>
      </p:sp>
    </p:spTree>
    <p:extLst>
      <p:ext uri="{BB962C8B-B14F-4D97-AF65-F5344CB8AC3E}">
        <p14:creationId xmlns:p14="http://schemas.microsoft.com/office/powerpoint/2010/main" val="191515639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r>
              <a:rPr lang="zh-CN" altLang="en-US" noProof="1"/>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6858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46482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27B9C986-EEC4-4727-B44E-B57DBA8AB0DE}"/>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9435C8A6-3058-408C-B2E7-95C13806EEBA}"/>
              </a:ext>
            </a:extLst>
          </p:cNvPr>
          <p:cNvSpPr>
            <a:spLocks noGrp="1" noChangeArrowheads="1"/>
          </p:cNvSpPr>
          <p:nvPr>
            <p:ph type="sldNum" sz="quarter" idx="11"/>
          </p:nvPr>
        </p:nvSpPr>
        <p:spPr>
          <a:ln/>
        </p:spPr>
        <p:txBody>
          <a:bodyPr/>
          <a:lstStyle>
            <a:lvl1pPr>
              <a:defRPr/>
            </a:lvl1pPr>
          </a:lstStyle>
          <a:p>
            <a:pPr>
              <a:defRPr/>
            </a:pPr>
            <a:fld id="{EABC8541-B658-48CE-BB20-B0A8985848CC}" type="slidenum">
              <a:rPr altLang="en-US"/>
              <a:pPr>
                <a:defRPr/>
              </a:pPr>
              <a:t>‹#›</a:t>
            </a:fld>
            <a:endParaRPr lang="zh-CN" altLang="zh-CN"/>
          </a:p>
        </p:txBody>
      </p:sp>
    </p:spTree>
    <p:extLst>
      <p:ext uri="{BB962C8B-B14F-4D97-AF65-F5344CB8AC3E}">
        <p14:creationId xmlns:p14="http://schemas.microsoft.com/office/powerpoint/2010/main" val="358594437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5">
            <a:extLst>
              <a:ext uri="{FF2B5EF4-FFF2-40B4-BE49-F238E27FC236}">
                <a16:creationId xmlns:a16="http://schemas.microsoft.com/office/drawing/2014/main" id="{4462DB03-007F-4F80-B0BD-2DE405917AB7}"/>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18F0BEF-DEC0-4FF5-B6B6-4BD32C3EF1A7}"/>
              </a:ext>
            </a:extLst>
          </p:cNvPr>
          <p:cNvSpPr>
            <a:spLocks noGrp="1" noChangeArrowheads="1"/>
          </p:cNvSpPr>
          <p:nvPr>
            <p:ph type="sldNum" sz="quarter" idx="11"/>
          </p:nvPr>
        </p:nvSpPr>
        <p:spPr>
          <a:ln/>
        </p:spPr>
        <p:txBody>
          <a:bodyPr/>
          <a:lstStyle>
            <a:lvl1pPr>
              <a:defRPr/>
            </a:lvl1pPr>
          </a:lstStyle>
          <a:p>
            <a:pPr>
              <a:defRPr/>
            </a:pPr>
            <a:fld id="{7C58810B-AFC4-4693-A803-38C5A2EF2AC3}" type="slidenum">
              <a:rPr altLang="en-US"/>
              <a:pPr>
                <a:defRPr/>
              </a:pPr>
              <a:t>‹#›</a:t>
            </a:fld>
            <a:endParaRPr lang="zh-CN" altLang="zh-CN"/>
          </a:p>
        </p:txBody>
      </p:sp>
    </p:spTree>
    <p:extLst>
      <p:ext uri="{BB962C8B-B14F-4D97-AF65-F5344CB8AC3E}">
        <p14:creationId xmlns:p14="http://schemas.microsoft.com/office/powerpoint/2010/main" val="290797805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5">
            <a:extLst>
              <a:ext uri="{FF2B5EF4-FFF2-40B4-BE49-F238E27FC236}">
                <a16:creationId xmlns:a16="http://schemas.microsoft.com/office/drawing/2014/main" id="{CBB65467-D185-4ACC-8963-375C188EAE44}"/>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76761F7-D04B-4356-A86C-5C950CD8DFAF}"/>
              </a:ext>
            </a:extLst>
          </p:cNvPr>
          <p:cNvSpPr>
            <a:spLocks noGrp="1" noChangeArrowheads="1"/>
          </p:cNvSpPr>
          <p:nvPr>
            <p:ph type="sldNum" sz="quarter" idx="11"/>
          </p:nvPr>
        </p:nvSpPr>
        <p:spPr>
          <a:ln/>
        </p:spPr>
        <p:txBody>
          <a:bodyPr/>
          <a:lstStyle>
            <a:lvl1pPr>
              <a:defRPr/>
            </a:lvl1pPr>
          </a:lstStyle>
          <a:p>
            <a:pPr>
              <a:defRPr/>
            </a:pPr>
            <a:fld id="{184BAEDC-A7A2-4221-AD05-E8C2A59778B2}" type="slidenum">
              <a:rPr altLang="en-US"/>
              <a:pPr>
                <a:defRPr/>
              </a:pPr>
              <a:t>‹#›</a:t>
            </a:fld>
            <a:endParaRPr lang="zh-CN" altLang="zh-CN"/>
          </a:p>
        </p:txBody>
      </p:sp>
    </p:spTree>
    <p:extLst>
      <p:ext uri="{BB962C8B-B14F-4D97-AF65-F5344CB8AC3E}">
        <p14:creationId xmlns:p14="http://schemas.microsoft.com/office/powerpoint/2010/main" val="192936078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500ACD9B-99D3-4D02-8D90-A1E0D6E74DDD}"/>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7F68816-3D1A-4115-A506-6192909B79A6}"/>
              </a:ext>
            </a:extLst>
          </p:cNvPr>
          <p:cNvSpPr>
            <a:spLocks noGrp="1" noChangeArrowheads="1"/>
          </p:cNvSpPr>
          <p:nvPr>
            <p:ph type="sldNum" sz="quarter" idx="11"/>
          </p:nvPr>
        </p:nvSpPr>
        <p:spPr>
          <a:ln/>
        </p:spPr>
        <p:txBody>
          <a:bodyPr/>
          <a:lstStyle>
            <a:lvl1pPr>
              <a:defRPr/>
            </a:lvl1pPr>
          </a:lstStyle>
          <a:p>
            <a:pPr>
              <a:defRPr/>
            </a:pPr>
            <a:fld id="{6C01FD23-CB8B-45DA-8EB1-7EB9DAF011D6}" type="slidenum">
              <a:rPr altLang="en-US"/>
              <a:pPr>
                <a:defRPr/>
              </a:pPr>
              <a:t>‹#›</a:t>
            </a:fld>
            <a:endParaRPr lang="zh-CN" altLang="zh-CN"/>
          </a:p>
        </p:txBody>
      </p:sp>
    </p:spTree>
    <p:extLst>
      <p:ext uri="{BB962C8B-B14F-4D97-AF65-F5344CB8AC3E}">
        <p14:creationId xmlns:p14="http://schemas.microsoft.com/office/powerpoint/2010/main" val="373810761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5">
            <a:extLst>
              <a:ext uri="{FF2B5EF4-FFF2-40B4-BE49-F238E27FC236}">
                <a16:creationId xmlns:a16="http://schemas.microsoft.com/office/drawing/2014/main" id="{43E934A5-F974-4AFE-85B8-22ADE237BC1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06496C9-38B1-4A1F-B000-409FFDEEF4D5}"/>
              </a:ext>
            </a:extLst>
          </p:cNvPr>
          <p:cNvSpPr>
            <a:spLocks noGrp="1" noChangeArrowheads="1"/>
          </p:cNvSpPr>
          <p:nvPr>
            <p:ph type="sldNum" sz="quarter" idx="11"/>
          </p:nvPr>
        </p:nvSpPr>
        <p:spPr>
          <a:ln/>
        </p:spPr>
        <p:txBody>
          <a:bodyPr/>
          <a:lstStyle>
            <a:lvl1pPr>
              <a:defRPr/>
            </a:lvl1pPr>
          </a:lstStyle>
          <a:p>
            <a:pPr>
              <a:defRPr/>
            </a:pPr>
            <a:fld id="{D162B8B1-9D7B-4A52-BDAC-950F02D492B6}" type="slidenum">
              <a:rPr altLang="en-US"/>
              <a:pPr>
                <a:defRPr/>
              </a:pPr>
              <a:t>‹#›</a:t>
            </a:fld>
            <a:endParaRPr lang="zh-CN" altLang="zh-CN"/>
          </a:p>
        </p:txBody>
      </p:sp>
    </p:spTree>
    <p:extLst>
      <p:ext uri="{BB962C8B-B14F-4D97-AF65-F5344CB8AC3E}">
        <p14:creationId xmlns:p14="http://schemas.microsoft.com/office/powerpoint/2010/main" val="413030533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F738065C-61B9-403A-84E8-072A657402A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8CE98F6-C59E-4974-8063-CB439853850E}"/>
              </a:ext>
            </a:extLst>
          </p:cNvPr>
          <p:cNvSpPr>
            <a:spLocks noGrp="1" noChangeArrowheads="1"/>
          </p:cNvSpPr>
          <p:nvPr>
            <p:ph type="sldNum" sz="quarter" idx="11"/>
          </p:nvPr>
        </p:nvSpPr>
        <p:spPr>
          <a:ln/>
        </p:spPr>
        <p:txBody>
          <a:bodyPr/>
          <a:lstStyle>
            <a:lvl1pPr>
              <a:defRPr/>
            </a:lvl1pPr>
          </a:lstStyle>
          <a:p>
            <a:pPr>
              <a:defRPr/>
            </a:pPr>
            <a:fld id="{B15B7C62-3A14-4879-B589-3AB1E2CC1E98}" type="slidenum">
              <a:rPr altLang="en-US"/>
              <a:pPr>
                <a:defRPr/>
              </a:pPr>
              <a:t>‹#›</a:t>
            </a:fld>
            <a:endParaRPr lang="zh-CN" altLang="zh-CN"/>
          </a:p>
        </p:txBody>
      </p:sp>
    </p:spTree>
    <p:extLst>
      <p:ext uri="{BB962C8B-B14F-4D97-AF65-F5344CB8AC3E}">
        <p14:creationId xmlns:p14="http://schemas.microsoft.com/office/powerpoint/2010/main" val="144139629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C16408B8-0A4E-4AF9-963E-38FE6A713D2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6061B76C-5FF6-4071-8183-FC57C459CF3A}"/>
              </a:ext>
            </a:extLst>
          </p:cNvPr>
          <p:cNvSpPr>
            <a:spLocks noGrp="1" noChangeArrowheads="1"/>
          </p:cNvSpPr>
          <p:nvPr>
            <p:ph type="sldNum" sz="quarter" idx="11"/>
          </p:nvPr>
        </p:nvSpPr>
        <p:spPr>
          <a:ln/>
        </p:spPr>
        <p:txBody>
          <a:bodyPr/>
          <a:lstStyle>
            <a:lvl1pPr>
              <a:defRPr/>
            </a:lvl1pPr>
          </a:lstStyle>
          <a:p>
            <a:pPr>
              <a:defRPr/>
            </a:pPr>
            <a:fld id="{0FCEDB26-E4F3-4A78-BD36-C6A28B597D81}" type="slidenum">
              <a:rPr altLang="en-US"/>
              <a:pPr>
                <a:defRPr/>
              </a:pPr>
              <a:t>‹#›</a:t>
            </a:fld>
            <a:endParaRPr lang="zh-CN" altLang="zh-CN"/>
          </a:p>
        </p:txBody>
      </p:sp>
    </p:spTree>
    <p:extLst>
      <p:ext uri="{BB962C8B-B14F-4D97-AF65-F5344CB8AC3E}">
        <p14:creationId xmlns:p14="http://schemas.microsoft.com/office/powerpoint/2010/main" val="29341084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B4D109BD-4758-4D06-B02B-0662DD498160}"/>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2532480-0BFB-419B-BF32-8343D149CE8E}"/>
              </a:ext>
            </a:extLst>
          </p:cNvPr>
          <p:cNvSpPr>
            <a:spLocks noGrp="1" noChangeArrowheads="1"/>
          </p:cNvSpPr>
          <p:nvPr>
            <p:ph type="sldNum" sz="quarter" idx="11"/>
          </p:nvPr>
        </p:nvSpPr>
        <p:spPr>
          <a:ln/>
        </p:spPr>
        <p:txBody>
          <a:bodyPr/>
          <a:lstStyle>
            <a:lvl1pPr>
              <a:defRPr/>
            </a:lvl1pPr>
          </a:lstStyle>
          <a:p>
            <a:pPr>
              <a:defRPr/>
            </a:pPr>
            <a:fld id="{D8AFEF22-A0E1-4F9A-AD2E-775C63EEA1C6}" type="slidenum">
              <a:rPr altLang="en-US"/>
              <a:pPr>
                <a:defRPr/>
              </a:pPr>
              <a:t>‹#›</a:t>
            </a:fld>
            <a:endParaRPr lang="zh-CN" altLang="zh-CN"/>
          </a:p>
        </p:txBody>
      </p:sp>
    </p:spTree>
    <p:extLst>
      <p:ext uri="{BB962C8B-B14F-4D97-AF65-F5344CB8AC3E}">
        <p14:creationId xmlns:p14="http://schemas.microsoft.com/office/powerpoint/2010/main" val="2251089798"/>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D26E108-9AA6-4341-8FED-E50691D4F2F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43EC51DE-B630-460A-8D05-059F09DBC6E9}"/>
              </a:ext>
            </a:extLst>
          </p:cNvPr>
          <p:cNvSpPr>
            <a:spLocks noGrp="1" noChangeArrowheads="1"/>
          </p:cNvSpPr>
          <p:nvPr>
            <p:ph type="sldNum" sz="quarter" idx="11"/>
          </p:nvPr>
        </p:nvSpPr>
        <p:spPr>
          <a:ln/>
        </p:spPr>
        <p:txBody>
          <a:bodyPr/>
          <a:lstStyle>
            <a:lvl1pPr>
              <a:defRPr/>
            </a:lvl1pPr>
          </a:lstStyle>
          <a:p>
            <a:pPr>
              <a:defRPr/>
            </a:pPr>
            <a:fld id="{9B893955-437C-48AB-BE4B-5E6E28F5DEB9}" type="slidenum">
              <a:rPr altLang="en-US"/>
              <a:pPr>
                <a:defRPr/>
              </a:pPr>
              <a:t>‹#›</a:t>
            </a:fld>
            <a:endParaRPr lang="zh-CN" altLang="zh-CN"/>
          </a:p>
        </p:txBody>
      </p:sp>
    </p:spTree>
    <p:extLst>
      <p:ext uri="{BB962C8B-B14F-4D97-AF65-F5344CB8AC3E}">
        <p14:creationId xmlns:p14="http://schemas.microsoft.com/office/powerpoint/2010/main" val="2002020313"/>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F13648E8-2DE4-4AAA-ABE3-A0487AA9B31A}"/>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666BED3-ACF4-44D2-A169-6ED7DC7D8781}"/>
              </a:ext>
            </a:extLst>
          </p:cNvPr>
          <p:cNvSpPr>
            <a:spLocks noGrp="1" noChangeArrowheads="1"/>
          </p:cNvSpPr>
          <p:nvPr>
            <p:ph type="sldNum" sz="quarter" idx="11"/>
          </p:nvPr>
        </p:nvSpPr>
        <p:spPr>
          <a:ln/>
        </p:spPr>
        <p:txBody>
          <a:bodyPr/>
          <a:lstStyle>
            <a:lvl1pPr>
              <a:defRPr/>
            </a:lvl1pPr>
          </a:lstStyle>
          <a:p>
            <a:pPr>
              <a:defRPr/>
            </a:pPr>
            <a:fld id="{4BAC8F77-B1A3-413C-A5E5-865FB89F6AEB}" type="slidenum">
              <a:rPr altLang="en-US"/>
              <a:pPr>
                <a:defRPr/>
              </a:pPr>
              <a:t>‹#›</a:t>
            </a:fld>
            <a:endParaRPr lang="zh-CN" altLang="zh-CN"/>
          </a:p>
        </p:txBody>
      </p:sp>
    </p:spTree>
    <p:extLst>
      <p:ext uri="{BB962C8B-B14F-4D97-AF65-F5344CB8AC3E}">
        <p14:creationId xmlns:p14="http://schemas.microsoft.com/office/powerpoint/2010/main" val="50833330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DCD784DD-0887-4233-9FF6-193EB803AF9F}"/>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9DD1C95-33F1-40D9-A576-F0EC2144D9AE}"/>
              </a:ext>
            </a:extLst>
          </p:cNvPr>
          <p:cNvSpPr>
            <a:spLocks noGrp="1" noChangeArrowheads="1"/>
          </p:cNvSpPr>
          <p:nvPr>
            <p:ph type="sldNum" sz="quarter" idx="11"/>
          </p:nvPr>
        </p:nvSpPr>
        <p:spPr>
          <a:ln/>
        </p:spPr>
        <p:txBody>
          <a:bodyPr/>
          <a:lstStyle>
            <a:lvl1pPr>
              <a:defRPr/>
            </a:lvl1pPr>
          </a:lstStyle>
          <a:p>
            <a:pPr>
              <a:defRPr/>
            </a:pPr>
            <a:fld id="{28A77A00-4B29-4A60-AB3C-88F0503608B7}" type="slidenum">
              <a:rPr altLang="en-US"/>
              <a:pPr>
                <a:defRPr/>
              </a:pPr>
              <a:t>‹#›</a:t>
            </a:fld>
            <a:endParaRPr lang="zh-CN" altLang="zh-CN"/>
          </a:p>
        </p:txBody>
      </p:sp>
    </p:spTree>
    <p:extLst>
      <p:ext uri="{BB962C8B-B14F-4D97-AF65-F5344CB8AC3E}">
        <p14:creationId xmlns:p14="http://schemas.microsoft.com/office/powerpoint/2010/main" val="29358892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4E3ABA73-53D7-4534-A3B7-D29CD2C999C6}"/>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912F813-5922-42D0-91C3-09CAD28A800A}"/>
              </a:ext>
            </a:extLst>
          </p:cNvPr>
          <p:cNvSpPr>
            <a:spLocks noGrp="1" noChangeArrowheads="1"/>
          </p:cNvSpPr>
          <p:nvPr>
            <p:ph type="sldNum" sz="quarter" idx="11"/>
          </p:nvPr>
        </p:nvSpPr>
        <p:spPr>
          <a:ln/>
        </p:spPr>
        <p:txBody>
          <a:bodyPr/>
          <a:lstStyle>
            <a:lvl1pPr>
              <a:defRPr/>
            </a:lvl1pPr>
          </a:lstStyle>
          <a:p>
            <a:pPr>
              <a:defRPr/>
            </a:pPr>
            <a:fld id="{8B0596F7-1577-453D-829F-4DECFF4B30E1}" type="slidenum">
              <a:rPr altLang="en-US"/>
              <a:pPr>
                <a:defRPr/>
              </a:pPr>
              <a:t>‹#›</a:t>
            </a:fld>
            <a:endParaRPr lang="zh-CN" altLang="zh-CN"/>
          </a:p>
        </p:txBody>
      </p:sp>
    </p:spTree>
    <p:extLst>
      <p:ext uri="{BB962C8B-B14F-4D97-AF65-F5344CB8AC3E}">
        <p14:creationId xmlns:p14="http://schemas.microsoft.com/office/powerpoint/2010/main" val="364360573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879945CC-8E2C-4530-8841-167194C7FA4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4A3FB79-858C-40AE-A3A2-AB47EA7C7844}"/>
              </a:ext>
            </a:extLst>
          </p:cNvPr>
          <p:cNvSpPr>
            <a:spLocks noGrp="1" noChangeArrowheads="1"/>
          </p:cNvSpPr>
          <p:nvPr>
            <p:ph type="sldNum" sz="quarter" idx="11"/>
          </p:nvPr>
        </p:nvSpPr>
        <p:spPr>
          <a:ln/>
        </p:spPr>
        <p:txBody>
          <a:bodyPr/>
          <a:lstStyle>
            <a:lvl1pPr>
              <a:defRPr/>
            </a:lvl1pPr>
          </a:lstStyle>
          <a:p>
            <a:pPr>
              <a:defRPr/>
            </a:pPr>
            <a:fld id="{0C462E1B-2126-48C9-B693-0EA2327E595B}" type="slidenum">
              <a:rPr altLang="en-US"/>
              <a:pPr>
                <a:defRPr/>
              </a:pPr>
              <a:t>‹#›</a:t>
            </a:fld>
            <a:endParaRPr lang="zh-CN" altLang="zh-CN"/>
          </a:p>
        </p:txBody>
      </p:sp>
    </p:spTree>
    <p:extLst>
      <p:ext uri="{BB962C8B-B14F-4D97-AF65-F5344CB8AC3E}">
        <p14:creationId xmlns:p14="http://schemas.microsoft.com/office/powerpoint/2010/main" val="200960075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5">
            <a:extLst>
              <a:ext uri="{FF2B5EF4-FFF2-40B4-BE49-F238E27FC236}">
                <a16:creationId xmlns:a16="http://schemas.microsoft.com/office/drawing/2014/main" id="{9D33616C-8E14-4DBB-84A4-23D22E6F223B}"/>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E3676D6C-26B7-4E59-B9B2-DB9ACCCB64BB}"/>
              </a:ext>
            </a:extLst>
          </p:cNvPr>
          <p:cNvSpPr>
            <a:spLocks noGrp="1" noChangeArrowheads="1"/>
          </p:cNvSpPr>
          <p:nvPr>
            <p:ph type="sldNum" sz="quarter" idx="11"/>
          </p:nvPr>
        </p:nvSpPr>
        <p:spPr>
          <a:ln/>
        </p:spPr>
        <p:txBody>
          <a:bodyPr/>
          <a:lstStyle>
            <a:lvl1pPr>
              <a:defRPr/>
            </a:lvl1pPr>
          </a:lstStyle>
          <a:p>
            <a:pPr>
              <a:defRPr/>
            </a:pPr>
            <a:fld id="{4FFE3151-07E8-4952-B11A-CAE2AC06BD80}" type="slidenum">
              <a:rPr altLang="en-US"/>
              <a:pPr>
                <a:defRPr/>
              </a:pPr>
              <a:t>‹#›</a:t>
            </a:fld>
            <a:endParaRPr lang="zh-CN" altLang="zh-CN"/>
          </a:p>
        </p:txBody>
      </p:sp>
    </p:spTree>
    <p:extLst>
      <p:ext uri="{BB962C8B-B14F-4D97-AF65-F5344CB8AC3E}">
        <p14:creationId xmlns:p14="http://schemas.microsoft.com/office/powerpoint/2010/main" val="797992191"/>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37FE6787-29F1-4459-B5AB-B3037A554FB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3C42908-0138-43F1-9B77-080C39F5DFD1}"/>
              </a:ext>
            </a:extLst>
          </p:cNvPr>
          <p:cNvSpPr>
            <a:spLocks noGrp="1" noChangeArrowheads="1"/>
          </p:cNvSpPr>
          <p:nvPr>
            <p:ph type="sldNum" sz="quarter" idx="11"/>
          </p:nvPr>
        </p:nvSpPr>
        <p:spPr>
          <a:ln/>
        </p:spPr>
        <p:txBody>
          <a:bodyPr/>
          <a:lstStyle>
            <a:lvl1pPr>
              <a:defRPr/>
            </a:lvl1pPr>
          </a:lstStyle>
          <a:p>
            <a:pPr>
              <a:defRPr/>
            </a:pPr>
            <a:fld id="{6150B016-4A2E-4B63-888E-45CFF10B76BC}" type="slidenum">
              <a:rPr altLang="en-US"/>
              <a:pPr>
                <a:defRPr/>
              </a:pPr>
              <a:t>‹#›</a:t>
            </a:fld>
            <a:endParaRPr lang="zh-CN" altLang="zh-CN"/>
          </a:p>
        </p:txBody>
      </p:sp>
    </p:spTree>
    <p:extLst>
      <p:ext uri="{BB962C8B-B14F-4D97-AF65-F5344CB8AC3E}">
        <p14:creationId xmlns:p14="http://schemas.microsoft.com/office/powerpoint/2010/main" val="136492767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5">
            <a:extLst>
              <a:ext uri="{FF2B5EF4-FFF2-40B4-BE49-F238E27FC236}">
                <a16:creationId xmlns:a16="http://schemas.microsoft.com/office/drawing/2014/main" id="{BA627E75-44FD-455E-A4C0-D87C1EA301AB}"/>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FF03396-A0BD-4BBB-BFA9-14929E1F3AA1}"/>
              </a:ext>
            </a:extLst>
          </p:cNvPr>
          <p:cNvSpPr>
            <a:spLocks noGrp="1" noChangeArrowheads="1"/>
          </p:cNvSpPr>
          <p:nvPr>
            <p:ph type="sldNum" sz="quarter" idx="11"/>
          </p:nvPr>
        </p:nvSpPr>
        <p:spPr>
          <a:ln/>
        </p:spPr>
        <p:txBody>
          <a:bodyPr/>
          <a:lstStyle>
            <a:lvl1pPr>
              <a:defRPr/>
            </a:lvl1pPr>
          </a:lstStyle>
          <a:p>
            <a:pPr>
              <a:defRPr/>
            </a:pPr>
            <a:fld id="{9DE0DFAE-3AC0-4872-A6CA-6F92346A07FD}" type="slidenum">
              <a:rPr altLang="en-US"/>
              <a:pPr>
                <a:defRPr/>
              </a:pPr>
              <a:t>‹#›</a:t>
            </a:fld>
            <a:endParaRPr lang="zh-CN" altLang="zh-CN"/>
          </a:p>
        </p:txBody>
      </p:sp>
    </p:spTree>
    <p:extLst>
      <p:ext uri="{BB962C8B-B14F-4D97-AF65-F5344CB8AC3E}">
        <p14:creationId xmlns:p14="http://schemas.microsoft.com/office/powerpoint/2010/main" val="292124096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r>
              <a:rPr lang="zh-CN" altLang="en-US" noProof="1"/>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6858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46482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7202A3E3-AA12-42F3-A90F-118FB4239A0F}"/>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B57FFE28-5644-4228-9CBB-949EF11BC1C3}"/>
              </a:ext>
            </a:extLst>
          </p:cNvPr>
          <p:cNvSpPr>
            <a:spLocks noGrp="1" noChangeArrowheads="1"/>
          </p:cNvSpPr>
          <p:nvPr>
            <p:ph type="sldNum" sz="quarter" idx="11"/>
          </p:nvPr>
        </p:nvSpPr>
        <p:spPr>
          <a:ln/>
        </p:spPr>
        <p:txBody>
          <a:bodyPr/>
          <a:lstStyle>
            <a:lvl1pPr>
              <a:defRPr/>
            </a:lvl1pPr>
          </a:lstStyle>
          <a:p>
            <a:pPr>
              <a:defRPr/>
            </a:pPr>
            <a:fld id="{5380D938-8D27-411A-830C-59CEE611091B}" type="slidenum">
              <a:rPr altLang="en-US"/>
              <a:pPr>
                <a:defRPr/>
              </a:pPr>
              <a:t>‹#›</a:t>
            </a:fld>
            <a:endParaRPr lang="zh-CN" altLang="zh-CN"/>
          </a:p>
        </p:txBody>
      </p:sp>
    </p:spTree>
    <p:extLst>
      <p:ext uri="{BB962C8B-B14F-4D97-AF65-F5344CB8AC3E}">
        <p14:creationId xmlns:p14="http://schemas.microsoft.com/office/powerpoint/2010/main" val="156545293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5">
            <a:extLst>
              <a:ext uri="{FF2B5EF4-FFF2-40B4-BE49-F238E27FC236}">
                <a16:creationId xmlns:a16="http://schemas.microsoft.com/office/drawing/2014/main" id="{38EC36A8-9FE3-467C-B513-33FB70A123DE}"/>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1725F74-DAAE-414D-B7B7-569C650BDC1C}"/>
              </a:ext>
            </a:extLst>
          </p:cNvPr>
          <p:cNvSpPr>
            <a:spLocks noGrp="1" noChangeArrowheads="1"/>
          </p:cNvSpPr>
          <p:nvPr>
            <p:ph type="sldNum" sz="quarter" idx="11"/>
          </p:nvPr>
        </p:nvSpPr>
        <p:spPr>
          <a:ln/>
        </p:spPr>
        <p:txBody>
          <a:bodyPr/>
          <a:lstStyle>
            <a:lvl1pPr>
              <a:defRPr/>
            </a:lvl1pPr>
          </a:lstStyle>
          <a:p>
            <a:pPr>
              <a:defRPr/>
            </a:pPr>
            <a:fld id="{B09FCA6A-57B8-4F5B-A314-63CB5712DFCB}" type="slidenum">
              <a:rPr altLang="en-US"/>
              <a:pPr>
                <a:defRPr/>
              </a:pPr>
              <a:t>‹#›</a:t>
            </a:fld>
            <a:endParaRPr lang="zh-CN" altLang="zh-CN"/>
          </a:p>
        </p:txBody>
      </p:sp>
    </p:spTree>
    <p:extLst>
      <p:ext uri="{BB962C8B-B14F-4D97-AF65-F5344CB8AC3E}">
        <p14:creationId xmlns:p14="http://schemas.microsoft.com/office/powerpoint/2010/main" val="425903584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D494FBC-8656-4BFE-82E9-02672222A02F}"/>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a:extLst>
              <a:ext uri="{FF2B5EF4-FFF2-40B4-BE49-F238E27FC236}">
                <a16:creationId xmlns:a16="http://schemas.microsoft.com/office/drawing/2014/main" id="{641418BA-1C64-421E-8C95-9DC152067112}"/>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7029" name="Rectangle 5">
            <a:extLst>
              <a:ext uri="{FF2B5EF4-FFF2-40B4-BE49-F238E27FC236}">
                <a16:creationId xmlns:a16="http://schemas.microsoft.com/office/drawing/2014/main" id="{62E6FCC0-803B-4C41-8681-36AD4A63FF2C}"/>
              </a:ext>
            </a:extLst>
          </p:cNvPr>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buFontTx/>
              <a:buNone/>
              <a:defRPr kumimoji="1" sz="1400"/>
            </a:lvl1pPr>
          </a:lstStyle>
          <a:p>
            <a:pPr>
              <a:defRPr/>
            </a:pPr>
            <a:endParaRPr lang="en-US" altLang="zh-CN"/>
          </a:p>
        </p:txBody>
      </p:sp>
      <p:sp>
        <p:nvSpPr>
          <p:cNvPr id="257030" name="Rectangle 6">
            <a:extLst>
              <a:ext uri="{FF2B5EF4-FFF2-40B4-BE49-F238E27FC236}">
                <a16:creationId xmlns:a16="http://schemas.microsoft.com/office/drawing/2014/main" id="{7BED6C2D-B007-4E0F-850F-4C4FB683D7AE}"/>
              </a:ext>
            </a:extLst>
          </p:cNvPr>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prstTxWarp prst="textNoShape">
              <a:avLst/>
            </a:prstTxWarp>
          </a:bodyPr>
          <a:lstStyle>
            <a:lvl1pPr algn="r" eaLnBrk="1" hangingPunct="1">
              <a:spcBef>
                <a:spcPct val="50000"/>
              </a:spcBef>
              <a:buFont typeface="Arial" panose="020B0604020202020204" pitchFamily="34" charset="0"/>
              <a:buNone/>
              <a:defRPr sz="1400" b="1" noProof="1"/>
            </a:lvl1pPr>
          </a:lstStyle>
          <a:p>
            <a:pPr>
              <a:defRPr/>
            </a:pPr>
            <a:fld id="{F423AF61-D16B-449C-A69E-4CA845A7EEF9}" type="slidenum">
              <a:rPr altLang="en-US"/>
              <a:pPr>
                <a:defRPr/>
              </a:pPr>
              <a:t>‹#›</a:t>
            </a:fld>
            <a:endParaRPr lang="zh-CN" altLang="zh-CN"/>
          </a:p>
        </p:txBody>
      </p:sp>
      <p:grpSp>
        <p:nvGrpSpPr>
          <p:cNvPr id="1030" name="Group 7">
            <a:extLst>
              <a:ext uri="{FF2B5EF4-FFF2-40B4-BE49-F238E27FC236}">
                <a16:creationId xmlns:a16="http://schemas.microsoft.com/office/drawing/2014/main" id="{D8C612D8-AD80-4872-B891-EBC9F1A6C79A}"/>
              </a:ext>
            </a:extLst>
          </p:cNvPr>
          <p:cNvGrpSpPr>
            <a:grpSpLocks/>
          </p:cNvGrpSpPr>
          <p:nvPr/>
        </p:nvGrpSpPr>
        <p:grpSpPr bwMode="auto">
          <a:xfrm>
            <a:off x="0" y="6553200"/>
            <a:ext cx="9144000" cy="301625"/>
            <a:chOff x="0" y="4032"/>
            <a:chExt cx="5760" cy="288"/>
          </a:xfrm>
        </p:grpSpPr>
        <p:sp>
          <p:nvSpPr>
            <p:cNvPr id="1034" name="Rectangle 8">
              <a:extLst>
                <a:ext uri="{FF2B5EF4-FFF2-40B4-BE49-F238E27FC236}">
                  <a16:creationId xmlns:a16="http://schemas.microsoft.com/office/drawing/2014/main" id="{3FC4B7BB-533C-4BBA-9723-65FB5D6293F4}"/>
                </a:ext>
              </a:extLst>
            </p:cNvPr>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2400">
                  <a:sym typeface="+mn-ea"/>
                </a:rPr>
                <a:t>                  </a:t>
              </a:r>
            </a:p>
          </p:txBody>
        </p:sp>
        <p:sp>
          <p:nvSpPr>
            <p:cNvPr id="1032" name="Line 9">
              <a:extLst>
                <a:ext uri="{FF2B5EF4-FFF2-40B4-BE49-F238E27FC236}">
                  <a16:creationId xmlns:a16="http://schemas.microsoft.com/office/drawing/2014/main" id="{D1EFE4F8-8F45-432D-9F17-6ED4C8A612EA}"/>
                </a:ext>
              </a:extLst>
            </p:cNvPr>
            <p:cNvSpPr>
              <a:spLocks noChangeShapeType="1"/>
            </p:cNvSpPr>
            <p:nvPr/>
          </p:nvSpPr>
          <p:spPr bwMode="auto">
            <a:xfrm>
              <a:off x="4464" y="4032"/>
              <a:ext cx="288"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4" name="Line 10">
              <a:extLst>
                <a:ext uri="{FF2B5EF4-FFF2-40B4-BE49-F238E27FC236}">
                  <a16:creationId xmlns:a16="http://schemas.microsoft.com/office/drawing/2014/main" id="{C99E2B7D-70F2-47EE-B6A1-CC5783FA0281}"/>
                </a:ext>
              </a:extLst>
            </p:cNvPr>
            <p:cNvSpPr>
              <a:spLocks noChangeShapeType="1"/>
            </p:cNvSpPr>
            <p:nvPr/>
          </p:nvSpPr>
          <p:spPr bwMode="auto">
            <a:xfrm>
              <a:off x="4176" y="4032"/>
              <a:ext cx="336"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2" name="Line 11">
              <a:extLst>
                <a:ext uri="{FF2B5EF4-FFF2-40B4-BE49-F238E27FC236}">
                  <a16:creationId xmlns:a16="http://schemas.microsoft.com/office/drawing/2014/main" id="{87C57C5A-5775-4565-9F99-CF28C228B1E8}"/>
                </a:ext>
              </a:extLst>
            </p:cNvPr>
            <p:cNvSpPr>
              <a:spLocks noChangeShapeType="1"/>
            </p:cNvSpPr>
            <p:nvPr/>
          </p:nvSpPr>
          <p:spPr bwMode="auto">
            <a:xfrm>
              <a:off x="4704" y="4032"/>
              <a:ext cx="336"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5" name="Line 12">
              <a:extLst>
                <a:ext uri="{FF2B5EF4-FFF2-40B4-BE49-F238E27FC236}">
                  <a16:creationId xmlns:a16="http://schemas.microsoft.com/office/drawing/2014/main" id="{29CC27C5-6670-451E-B603-D2FCBA83EF58}"/>
                </a:ext>
              </a:extLst>
            </p:cNvPr>
            <p:cNvSpPr>
              <a:spLocks noChangeShapeType="1"/>
            </p:cNvSpPr>
            <p:nvPr/>
          </p:nvSpPr>
          <p:spPr bwMode="auto">
            <a:xfrm>
              <a:off x="5376" y="4032"/>
              <a:ext cx="384"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6" name="Line 13">
              <a:extLst>
                <a:ext uri="{FF2B5EF4-FFF2-40B4-BE49-F238E27FC236}">
                  <a16:creationId xmlns:a16="http://schemas.microsoft.com/office/drawing/2014/main" id="{6451E44A-93E1-43B0-AED4-3523C70808B2}"/>
                </a:ext>
              </a:extLst>
            </p:cNvPr>
            <p:cNvSpPr>
              <a:spLocks noChangeShapeType="1"/>
            </p:cNvSpPr>
            <p:nvPr/>
          </p:nvSpPr>
          <p:spPr bwMode="auto">
            <a:xfrm>
              <a:off x="5184" y="4032"/>
              <a:ext cx="384"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7" name="Line 14">
              <a:extLst>
                <a:ext uri="{FF2B5EF4-FFF2-40B4-BE49-F238E27FC236}">
                  <a16:creationId xmlns:a16="http://schemas.microsoft.com/office/drawing/2014/main" id="{BB4816B4-AE35-49B1-B6C7-AC59C50BD7CE}"/>
                </a:ext>
              </a:extLst>
            </p:cNvPr>
            <p:cNvSpPr>
              <a:spLocks noChangeShapeType="1"/>
            </p:cNvSpPr>
            <p:nvPr/>
          </p:nvSpPr>
          <p:spPr bwMode="auto">
            <a:xfrm>
              <a:off x="5568" y="4032"/>
              <a:ext cx="192" cy="144"/>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8" name="Line 15">
              <a:extLst>
                <a:ext uri="{FF2B5EF4-FFF2-40B4-BE49-F238E27FC236}">
                  <a16:creationId xmlns:a16="http://schemas.microsoft.com/office/drawing/2014/main" id="{8B421C15-038D-4FFD-A78D-BF79B9E44A7F}"/>
                </a:ext>
              </a:extLst>
            </p:cNvPr>
            <p:cNvSpPr>
              <a:spLocks noChangeShapeType="1"/>
            </p:cNvSpPr>
            <p:nvPr/>
          </p:nvSpPr>
          <p:spPr bwMode="auto">
            <a:xfrm>
              <a:off x="4992" y="4032"/>
              <a:ext cx="336"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grpSp>
      <p:sp>
        <p:nvSpPr>
          <p:cNvPr id="1039" name="Line 16">
            <a:extLst>
              <a:ext uri="{FF2B5EF4-FFF2-40B4-BE49-F238E27FC236}">
                <a16:creationId xmlns:a16="http://schemas.microsoft.com/office/drawing/2014/main" id="{C81BF033-23D8-4254-9038-35301381006F}"/>
              </a:ext>
            </a:extLst>
          </p:cNvPr>
          <p:cNvSpPr>
            <a:spLocks noChangeShapeType="1"/>
          </p:cNvSpPr>
          <p:nvPr/>
        </p:nvSpPr>
        <p:spPr bwMode="auto">
          <a:xfrm>
            <a:off x="468313" y="1176338"/>
            <a:ext cx="8458200" cy="0"/>
          </a:xfrm>
          <a:prstGeom prst="line">
            <a:avLst/>
          </a:prstGeom>
          <a:noFill/>
          <a:ln w="57150">
            <a:solidFill>
              <a:srgbClr val="33CCCC"/>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3" name="Text Box 17">
            <a:extLst>
              <a:ext uri="{FF2B5EF4-FFF2-40B4-BE49-F238E27FC236}">
                <a16:creationId xmlns:a16="http://schemas.microsoft.com/office/drawing/2014/main" id="{EF55FA39-EC63-4A3D-A889-8217E1195F64}"/>
              </a:ext>
            </a:extLst>
          </p:cNvPr>
          <p:cNvSpPr txBox="1">
            <a:spLocks noChangeArrowheads="1"/>
          </p:cNvSpPr>
          <p:nvPr/>
        </p:nvSpPr>
        <p:spPr bwMode="auto">
          <a:xfrm>
            <a:off x="457200" y="2514600"/>
            <a:ext cx="8305800" cy="3506788"/>
          </a:xfrm>
          <a:prstGeom prst="rect">
            <a:avLst/>
          </a:prstGeom>
          <a:noFill/>
          <a:ln>
            <a:noFill/>
          </a:ln>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p:txBody>
      </p:sp>
      <p:pic>
        <p:nvPicPr>
          <p:cNvPr id="1033" name="Picture 18" descr="bupt">
            <a:extLst>
              <a:ext uri="{FF2B5EF4-FFF2-40B4-BE49-F238E27FC236}">
                <a16:creationId xmlns:a16="http://schemas.microsoft.com/office/drawing/2014/main" id="{3C5B355A-BDE1-4D30-975F-D153D826DF8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736" r:id="rId1"/>
    <p:sldLayoutId id="2147484737" r:id="rId2"/>
    <p:sldLayoutId id="2147484738" r:id="rId3"/>
    <p:sldLayoutId id="2147484739" r:id="rId4"/>
    <p:sldLayoutId id="2147484740" r:id="rId5"/>
    <p:sldLayoutId id="2147484741" r:id="rId6"/>
    <p:sldLayoutId id="2147484742" r:id="rId7"/>
    <p:sldLayoutId id="2147484743" r:id="rId8"/>
    <p:sldLayoutId id="2147484744" r:id="rId9"/>
    <p:sldLayoutId id="2147484745" r:id="rId10"/>
    <p:sldLayoutId id="2147484746" r:id="rId11"/>
    <p:sldLayoutId id="2147484747" r:id="rId12"/>
    <p:sldLayoutId id="2147484748" r:id="rId13"/>
    <p:sldLayoutId id="2147484749" r:id="rId14"/>
    <p:sldLayoutId id="2147484750" r:id="rId15"/>
    <p:sldLayoutId id="2147484751" r:id="rId16"/>
  </p:sldLayoutIdLst>
  <p:transition/>
  <p:txStyles>
    <p:titleStyle>
      <a:lvl1pPr algn="r" rtl="0" eaLnBrk="0" fontAlgn="base" hangingPunct="0">
        <a:spcBef>
          <a:spcPct val="0"/>
        </a:spcBef>
        <a:spcAft>
          <a:spcPct val="0"/>
        </a:spcAft>
        <a:defRPr sz="3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Char char="–"/>
        <a:defRPr sz="2800">
          <a:solidFill>
            <a:schemeClr val="tx1"/>
          </a:solidFill>
          <a:latin typeface="+mn-lt"/>
          <a:ea typeface="+mn-ea"/>
        </a:defRPr>
      </a:lvl4pPr>
      <a:lvl5pPr marL="2057400" indent="-228600" algn="l" rtl="0" eaLnBrk="0" fontAlgn="base" hangingPunct="0">
        <a:spcBef>
          <a:spcPct val="20000"/>
        </a:spcBef>
        <a:spcAft>
          <a:spcPct val="0"/>
        </a:spcAft>
        <a:buChar char="»"/>
        <a:defRPr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658C32C-88B8-419A-BAD2-45F8DDA5B315}"/>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43" name="Rectangle 3">
            <a:extLst>
              <a:ext uri="{FF2B5EF4-FFF2-40B4-BE49-F238E27FC236}">
                <a16:creationId xmlns:a16="http://schemas.microsoft.com/office/drawing/2014/main" id="{51A01FA7-B885-4871-AE94-19BA6CE86BB7}"/>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7029" name="Rectangle 5">
            <a:extLst>
              <a:ext uri="{FF2B5EF4-FFF2-40B4-BE49-F238E27FC236}">
                <a16:creationId xmlns:a16="http://schemas.microsoft.com/office/drawing/2014/main" id="{8D4BD094-9EC7-46C4-BA09-0FD11D6C557C}"/>
              </a:ext>
            </a:extLst>
          </p:cNvPr>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buFontTx/>
              <a:buNone/>
              <a:defRPr kumimoji="1" sz="1400"/>
            </a:lvl1pPr>
          </a:lstStyle>
          <a:p>
            <a:pPr>
              <a:defRPr/>
            </a:pPr>
            <a:endParaRPr lang="en-US" altLang="zh-CN"/>
          </a:p>
        </p:txBody>
      </p:sp>
      <p:sp>
        <p:nvSpPr>
          <p:cNvPr id="257030" name="Rectangle 6">
            <a:extLst>
              <a:ext uri="{FF2B5EF4-FFF2-40B4-BE49-F238E27FC236}">
                <a16:creationId xmlns:a16="http://schemas.microsoft.com/office/drawing/2014/main" id="{EBF2F54A-0684-4FC1-851F-BCD91A172F4B}"/>
              </a:ext>
            </a:extLst>
          </p:cNvPr>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prstTxWarp prst="textNoShape">
              <a:avLst/>
            </a:prstTxWarp>
          </a:bodyPr>
          <a:lstStyle>
            <a:lvl1pPr algn="r" eaLnBrk="1" hangingPunct="1">
              <a:spcBef>
                <a:spcPct val="50000"/>
              </a:spcBef>
              <a:buFont typeface="Arial" panose="020B0604020202020204" pitchFamily="34" charset="0"/>
              <a:buNone/>
              <a:defRPr sz="1400" b="1" noProof="1"/>
            </a:lvl1pPr>
          </a:lstStyle>
          <a:p>
            <a:pPr>
              <a:defRPr/>
            </a:pPr>
            <a:fld id="{81FC4609-8114-4679-B928-021F95F24CAA}" type="slidenum">
              <a:rPr altLang="en-US"/>
              <a:pPr>
                <a:defRPr/>
              </a:pPr>
              <a:t>‹#›</a:t>
            </a:fld>
            <a:endParaRPr lang="zh-CN" altLang="zh-CN"/>
          </a:p>
        </p:txBody>
      </p:sp>
      <p:grpSp>
        <p:nvGrpSpPr>
          <p:cNvPr id="10246" name="Group 7">
            <a:extLst>
              <a:ext uri="{FF2B5EF4-FFF2-40B4-BE49-F238E27FC236}">
                <a16:creationId xmlns:a16="http://schemas.microsoft.com/office/drawing/2014/main" id="{A3C77659-8DD5-4FDC-B550-7D33FD96A2AE}"/>
              </a:ext>
            </a:extLst>
          </p:cNvPr>
          <p:cNvGrpSpPr>
            <a:grpSpLocks/>
          </p:cNvGrpSpPr>
          <p:nvPr/>
        </p:nvGrpSpPr>
        <p:grpSpPr bwMode="auto">
          <a:xfrm>
            <a:off x="0" y="6553200"/>
            <a:ext cx="9144000" cy="301625"/>
            <a:chOff x="0" y="4032"/>
            <a:chExt cx="5760" cy="288"/>
          </a:xfrm>
        </p:grpSpPr>
        <p:sp>
          <p:nvSpPr>
            <p:cNvPr id="1034" name="Rectangle 8">
              <a:extLst>
                <a:ext uri="{FF2B5EF4-FFF2-40B4-BE49-F238E27FC236}">
                  <a16:creationId xmlns:a16="http://schemas.microsoft.com/office/drawing/2014/main" id="{EE12911C-CD03-4A85-8E4C-E61975702786}"/>
                </a:ext>
              </a:extLst>
            </p:cNvPr>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2400">
                  <a:sym typeface="+mn-ea"/>
                </a:rPr>
                <a:t>                  </a:t>
              </a:r>
            </a:p>
          </p:txBody>
        </p:sp>
        <p:sp>
          <p:nvSpPr>
            <p:cNvPr id="1032" name="Line 9">
              <a:extLst>
                <a:ext uri="{FF2B5EF4-FFF2-40B4-BE49-F238E27FC236}">
                  <a16:creationId xmlns:a16="http://schemas.microsoft.com/office/drawing/2014/main" id="{0B72DAF3-7373-403D-AA81-8DED374C79F5}"/>
                </a:ext>
              </a:extLst>
            </p:cNvPr>
            <p:cNvSpPr>
              <a:spLocks noChangeShapeType="1"/>
            </p:cNvSpPr>
            <p:nvPr/>
          </p:nvSpPr>
          <p:spPr bwMode="auto">
            <a:xfrm>
              <a:off x="4464" y="4032"/>
              <a:ext cx="288"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4" name="Line 10">
              <a:extLst>
                <a:ext uri="{FF2B5EF4-FFF2-40B4-BE49-F238E27FC236}">
                  <a16:creationId xmlns:a16="http://schemas.microsoft.com/office/drawing/2014/main" id="{719E7C0E-DA8B-4171-AF24-7FCCB3317F06}"/>
                </a:ext>
              </a:extLst>
            </p:cNvPr>
            <p:cNvSpPr>
              <a:spLocks noChangeShapeType="1"/>
            </p:cNvSpPr>
            <p:nvPr/>
          </p:nvSpPr>
          <p:spPr bwMode="auto">
            <a:xfrm>
              <a:off x="4176" y="4032"/>
              <a:ext cx="336"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2" name="Line 11">
              <a:extLst>
                <a:ext uri="{FF2B5EF4-FFF2-40B4-BE49-F238E27FC236}">
                  <a16:creationId xmlns:a16="http://schemas.microsoft.com/office/drawing/2014/main" id="{AC8F8929-9D5C-4E3A-9AE0-3F267CF8E6E1}"/>
                </a:ext>
              </a:extLst>
            </p:cNvPr>
            <p:cNvSpPr>
              <a:spLocks noChangeShapeType="1"/>
            </p:cNvSpPr>
            <p:nvPr/>
          </p:nvSpPr>
          <p:spPr bwMode="auto">
            <a:xfrm>
              <a:off x="4704" y="4032"/>
              <a:ext cx="336"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5" name="Line 12">
              <a:extLst>
                <a:ext uri="{FF2B5EF4-FFF2-40B4-BE49-F238E27FC236}">
                  <a16:creationId xmlns:a16="http://schemas.microsoft.com/office/drawing/2014/main" id="{4F423FDF-DFF0-4C1E-A381-CB49EAEB074A}"/>
                </a:ext>
              </a:extLst>
            </p:cNvPr>
            <p:cNvSpPr>
              <a:spLocks noChangeShapeType="1"/>
            </p:cNvSpPr>
            <p:nvPr/>
          </p:nvSpPr>
          <p:spPr bwMode="auto">
            <a:xfrm>
              <a:off x="5376" y="4032"/>
              <a:ext cx="384"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6" name="Line 13">
              <a:extLst>
                <a:ext uri="{FF2B5EF4-FFF2-40B4-BE49-F238E27FC236}">
                  <a16:creationId xmlns:a16="http://schemas.microsoft.com/office/drawing/2014/main" id="{1CE4D1C8-6B85-48FE-91A4-54F605490862}"/>
                </a:ext>
              </a:extLst>
            </p:cNvPr>
            <p:cNvSpPr>
              <a:spLocks noChangeShapeType="1"/>
            </p:cNvSpPr>
            <p:nvPr/>
          </p:nvSpPr>
          <p:spPr bwMode="auto">
            <a:xfrm>
              <a:off x="5184" y="4032"/>
              <a:ext cx="384"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7" name="Line 14">
              <a:extLst>
                <a:ext uri="{FF2B5EF4-FFF2-40B4-BE49-F238E27FC236}">
                  <a16:creationId xmlns:a16="http://schemas.microsoft.com/office/drawing/2014/main" id="{FBB92F89-12DB-4D8D-906E-461250EC6088}"/>
                </a:ext>
              </a:extLst>
            </p:cNvPr>
            <p:cNvSpPr>
              <a:spLocks noChangeShapeType="1"/>
            </p:cNvSpPr>
            <p:nvPr/>
          </p:nvSpPr>
          <p:spPr bwMode="auto">
            <a:xfrm>
              <a:off x="5568" y="4032"/>
              <a:ext cx="192" cy="144"/>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1038" name="Line 15">
              <a:extLst>
                <a:ext uri="{FF2B5EF4-FFF2-40B4-BE49-F238E27FC236}">
                  <a16:creationId xmlns:a16="http://schemas.microsoft.com/office/drawing/2014/main" id="{74DD4E90-8999-4E1F-BBCF-FE220D9A449B}"/>
                </a:ext>
              </a:extLst>
            </p:cNvPr>
            <p:cNvSpPr>
              <a:spLocks noChangeShapeType="1"/>
            </p:cNvSpPr>
            <p:nvPr/>
          </p:nvSpPr>
          <p:spPr bwMode="auto">
            <a:xfrm>
              <a:off x="4992" y="4032"/>
              <a:ext cx="336" cy="288"/>
            </a:xfrm>
            <a:prstGeom prst="line">
              <a:avLst/>
            </a:prstGeom>
            <a:noFill/>
            <a:ln w="57150">
              <a:solidFill>
                <a:srgbClr val="FFFFFF"/>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grpSp>
      <p:sp>
        <p:nvSpPr>
          <p:cNvPr id="1039" name="Line 16">
            <a:extLst>
              <a:ext uri="{FF2B5EF4-FFF2-40B4-BE49-F238E27FC236}">
                <a16:creationId xmlns:a16="http://schemas.microsoft.com/office/drawing/2014/main" id="{54E04D07-A499-4576-919C-C5D9D6608D5B}"/>
              </a:ext>
            </a:extLst>
          </p:cNvPr>
          <p:cNvSpPr>
            <a:spLocks noChangeShapeType="1"/>
          </p:cNvSpPr>
          <p:nvPr/>
        </p:nvSpPr>
        <p:spPr bwMode="auto">
          <a:xfrm>
            <a:off x="468313" y="1176338"/>
            <a:ext cx="8458200" cy="0"/>
          </a:xfrm>
          <a:prstGeom prst="line">
            <a:avLst/>
          </a:prstGeom>
          <a:noFill/>
          <a:ln w="57150">
            <a:solidFill>
              <a:srgbClr val="33CCCC"/>
            </a:solidFill>
            <a:round/>
          </a:ln>
        </p:spPr>
        <p:txBody>
          <a:bodyPr/>
          <a:lstStyle>
            <a:lvl1pPr>
              <a:defRPr sz="2800">
                <a:solidFill>
                  <a:schemeClr val="tx1"/>
                </a:solidFill>
                <a:latin typeface="Times New Roman" panose="02020603050405020304" pitchFamily="18" charset="0"/>
                <a:ea typeface="宋体" panose="02010600030101010101" pitchFamily="2" charset="-122"/>
              </a:defRPr>
            </a:lvl1pPr>
            <a:lvl2pPr>
              <a:defRPr sz="2800">
                <a:solidFill>
                  <a:schemeClr val="tx1"/>
                </a:solidFill>
                <a:latin typeface="Times New Roman" panose="02020603050405020304" pitchFamily="18" charset="0"/>
                <a:ea typeface="宋体" panose="02010600030101010101" pitchFamily="2" charset="-122"/>
              </a:defRPr>
            </a:lvl2pPr>
            <a:lvl3pPr>
              <a:defRPr sz="2800">
                <a:solidFill>
                  <a:schemeClr val="tx1"/>
                </a:solidFill>
                <a:latin typeface="Times New Roman" panose="02020603050405020304" pitchFamily="18" charset="0"/>
                <a:ea typeface="宋体" panose="02010600030101010101" pitchFamily="2" charset="-122"/>
              </a:defRPr>
            </a:lvl3pPr>
            <a:lvl4pPr>
              <a:defRPr sz="2800">
                <a:solidFill>
                  <a:schemeClr val="tx1"/>
                </a:solidFill>
                <a:latin typeface="Times New Roman" panose="02020603050405020304" pitchFamily="18" charset="0"/>
                <a:ea typeface="宋体" panose="02010600030101010101" pitchFamily="2" charset="-122"/>
              </a:defRPr>
            </a:lvl4pPr>
            <a:lvl5pPr>
              <a:defRPr sz="28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defRPr/>
            </a:pPr>
            <a:endParaRPr lang="zh-CN" altLang="en-US"/>
          </a:p>
        </p:txBody>
      </p:sp>
      <p:sp>
        <p:nvSpPr>
          <p:cNvPr id="3" name="Text Box 17">
            <a:extLst>
              <a:ext uri="{FF2B5EF4-FFF2-40B4-BE49-F238E27FC236}">
                <a16:creationId xmlns:a16="http://schemas.microsoft.com/office/drawing/2014/main" id="{20439520-6AB7-4F53-BFEF-64671A8F063F}"/>
              </a:ext>
            </a:extLst>
          </p:cNvPr>
          <p:cNvSpPr txBox="1">
            <a:spLocks noChangeArrowheads="1"/>
          </p:cNvSpPr>
          <p:nvPr/>
        </p:nvSpPr>
        <p:spPr bwMode="auto">
          <a:xfrm>
            <a:off x="457200" y="2514600"/>
            <a:ext cx="8305800" cy="3506788"/>
          </a:xfrm>
          <a:prstGeom prst="rect">
            <a:avLst/>
          </a:prstGeom>
          <a:noFill/>
          <a:ln>
            <a:noFill/>
          </a:ln>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a:p>
            <a:pPr eaLnBrk="1" hangingPunct="1">
              <a:spcBef>
                <a:spcPct val="50000"/>
              </a:spcBef>
              <a:defRPr/>
            </a:pPr>
            <a:endParaRPr lang="zh-CN" altLang="en-US" sz="3200" b="1">
              <a:solidFill>
                <a:srgbClr val="FFFFFF"/>
              </a:solidFill>
              <a:sym typeface="+mn-ea"/>
            </a:endParaRPr>
          </a:p>
        </p:txBody>
      </p:sp>
      <p:pic>
        <p:nvPicPr>
          <p:cNvPr id="10249" name="Picture 18" descr="bupt">
            <a:extLst>
              <a:ext uri="{FF2B5EF4-FFF2-40B4-BE49-F238E27FC236}">
                <a16:creationId xmlns:a16="http://schemas.microsoft.com/office/drawing/2014/main" id="{BE8CE195-890E-487E-85D2-846024AB575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80" r:id="rId1"/>
    <p:sldLayoutId id="2147484881" r:id="rId2"/>
    <p:sldLayoutId id="2147484882" r:id="rId3"/>
    <p:sldLayoutId id="2147484883" r:id="rId4"/>
    <p:sldLayoutId id="2147484884" r:id="rId5"/>
    <p:sldLayoutId id="2147484885" r:id="rId6"/>
    <p:sldLayoutId id="2147484886" r:id="rId7"/>
    <p:sldLayoutId id="2147484887" r:id="rId8"/>
    <p:sldLayoutId id="2147484888" r:id="rId9"/>
    <p:sldLayoutId id="2147484889" r:id="rId10"/>
    <p:sldLayoutId id="2147484890" r:id="rId11"/>
    <p:sldLayoutId id="2147484891" r:id="rId12"/>
    <p:sldLayoutId id="2147484892" r:id="rId13"/>
    <p:sldLayoutId id="2147484893" r:id="rId14"/>
    <p:sldLayoutId id="2147484894" r:id="rId15"/>
    <p:sldLayoutId id="2147484895" r:id="rId16"/>
  </p:sldLayoutIdLst>
  <p:transition/>
  <p:txStyles>
    <p:titleStyle>
      <a:lvl1pPr algn="r" rtl="0" eaLnBrk="0" fontAlgn="base" hangingPunct="0">
        <a:spcBef>
          <a:spcPct val="0"/>
        </a:spcBef>
        <a:spcAft>
          <a:spcPct val="0"/>
        </a:spcAft>
        <a:defRPr sz="3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Char char="–"/>
        <a:defRPr sz="2800">
          <a:solidFill>
            <a:schemeClr val="tx1"/>
          </a:solidFill>
          <a:latin typeface="+mn-lt"/>
          <a:ea typeface="+mn-ea"/>
        </a:defRPr>
      </a:lvl4pPr>
      <a:lvl5pPr marL="2057400" indent="-228600" algn="l" rtl="0" eaLnBrk="0" fontAlgn="base" hangingPunct="0">
        <a:spcBef>
          <a:spcPct val="20000"/>
        </a:spcBef>
        <a:spcAft>
          <a:spcPct val="0"/>
        </a:spcAft>
        <a:buChar char="»"/>
        <a:defRPr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1.wmf"/><Relationship Id="rId18" Type="http://schemas.openxmlformats.org/officeDocument/2006/relationships/image" Target="../media/image13.wmf"/><Relationship Id="rId3" Type="http://schemas.openxmlformats.org/officeDocument/2006/relationships/image" Target="../media/image6.wmf"/><Relationship Id="rId7" Type="http://schemas.openxmlformats.org/officeDocument/2006/relationships/image" Target="../media/image8.wmf"/><Relationship Id="rId12" Type="http://schemas.openxmlformats.org/officeDocument/2006/relationships/oleObject" Target="../embeddings/oleObject7.bin"/><Relationship Id="rId17" Type="http://schemas.openxmlformats.org/officeDocument/2006/relationships/oleObject" Target="../embeddings/oleObject10.bin"/><Relationship Id="rId2" Type="http://schemas.openxmlformats.org/officeDocument/2006/relationships/oleObject" Target="../embeddings/oleObject2.bin"/><Relationship Id="rId16" Type="http://schemas.openxmlformats.org/officeDocument/2006/relationships/image" Target="../media/image12.wmf"/><Relationship Id="rId20" Type="http://schemas.openxmlformats.org/officeDocument/2006/relationships/image" Target="../media/image14.wmf"/><Relationship Id="rId1" Type="http://schemas.openxmlformats.org/officeDocument/2006/relationships/slideLayout" Target="../slideLayouts/slideLayout7.xml"/><Relationship Id="rId6" Type="http://schemas.openxmlformats.org/officeDocument/2006/relationships/oleObject" Target="../embeddings/oleObject4.bin"/><Relationship Id="rId11" Type="http://schemas.openxmlformats.org/officeDocument/2006/relationships/image" Target="../media/image10.wmf"/><Relationship Id="rId5" Type="http://schemas.openxmlformats.org/officeDocument/2006/relationships/image" Target="../media/image7.wmf"/><Relationship Id="rId15" Type="http://schemas.openxmlformats.org/officeDocument/2006/relationships/oleObject" Target="../embeddings/oleObject9.bin"/><Relationship Id="rId10" Type="http://schemas.openxmlformats.org/officeDocument/2006/relationships/oleObject" Target="../embeddings/oleObject6.bin"/><Relationship Id="rId19" Type="http://schemas.openxmlformats.org/officeDocument/2006/relationships/oleObject" Target="../embeddings/oleObject11.bin"/><Relationship Id="rId4" Type="http://schemas.openxmlformats.org/officeDocument/2006/relationships/oleObject" Target="../embeddings/oleObject3.bin"/><Relationship Id="rId9" Type="http://schemas.openxmlformats.org/officeDocument/2006/relationships/image" Target="../media/image9.wmf"/><Relationship Id="rId1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2.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4.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5.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7.bin"/><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9.bin"/><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0.bin"/><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4">
            <a:extLst>
              <a:ext uri="{FF2B5EF4-FFF2-40B4-BE49-F238E27FC236}">
                <a16:creationId xmlns:a16="http://schemas.microsoft.com/office/drawing/2014/main" id="{E0D7F935-227F-4DE6-B374-B7744792898E}"/>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C0E3C2E5-2729-4D35-A54C-D2214430EAF0}" type="slidenum">
              <a:rPr altLang="en-US" sz="1400" smtClean="0"/>
              <a:pPr>
                <a:spcBef>
                  <a:spcPct val="50000"/>
                </a:spcBef>
                <a:buFontTx/>
                <a:buNone/>
              </a:pPr>
              <a:t>1</a:t>
            </a:fld>
            <a:endParaRPr lang="zh-CN" altLang="en-US" sz="1400"/>
          </a:p>
        </p:txBody>
      </p:sp>
      <p:grpSp>
        <p:nvGrpSpPr>
          <p:cNvPr id="15363" name="Group 5">
            <a:extLst>
              <a:ext uri="{FF2B5EF4-FFF2-40B4-BE49-F238E27FC236}">
                <a16:creationId xmlns:a16="http://schemas.microsoft.com/office/drawing/2014/main" id="{960CE3AB-EA63-4582-B002-FED6FA9DA386}"/>
              </a:ext>
            </a:extLst>
          </p:cNvPr>
          <p:cNvGrpSpPr>
            <a:grpSpLocks/>
          </p:cNvGrpSpPr>
          <p:nvPr/>
        </p:nvGrpSpPr>
        <p:grpSpPr bwMode="auto">
          <a:xfrm>
            <a:off x="1258888" y="1989138"/>
            <a:ext cx="6869112" cy="1871662"/>
            <a:chOff x="1488" y="1152"/>
            <a:chExt cx="2736" cy="1239"/>
          </a:xfrm>
        </p:grpSpPr>
        <p:sp>
          <p:nvSpPr>
            <p:cNvPr id="15365" name="Rectangle 6">
              <a:extLst>
                <a:ext uri="{FF2B5EF4-FFF2-40B4-BE49-F238E27FC236}">
                  <a16:creationId xmlns:a16="http://schemas.microsoft.com/office/drawing/2014/main" id="{36525D88-EE82-4964-8115-C752C03D4EA6}"/>
                </a:ext>
              </a:extLst>
            </p:cNvPr>
            <p:cNvSpPr>
              <a:spLocks noChangeArrowheads="1"/>
            </p:cNvSpPr>
            <p:nvPr/>
          </p:nvSpPr>
          <p:spPr bwMode="auto">
            <a:xfrm>
              <a:off x="1488" y="1152"/>
              <a:ext cx="2736" cy="1239"/>
            </a:xfrm>
            <a:prstGeom prst="rect">
              <a:avLst/>
            </a:prstGeom>
            <a:gradFill rotWithShape="0">
              <a:gsLst>
                <a:gs pos="0">
                  <a:srgbClr val="3E040E"/>
                </a:gs>
                <a:gs pos="50000">
                  <a:srgbClr val="CF0E30"/>
                </a:gs>
                <a:gs pos="100000">
                  <a:srgbClr val="3E040E"/>
                </a:gs>
              </a:gsLst>
              <a:lin ang="27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366" name="Text Box 7">
              <a:extLst>
                <a:ext uri="{FF2B5EF4-FFF2-40B4-BE49-F238E27FC236}">
                  <a16:creationId xmlns:a16="http://schemas.microsoft.com/office/drawing/2014/main" id="{97A072FF-966E-4693-817A-A385D43A495A}"/>
                </a:ext>
              </a:extLst>
            </p:cNvPr>
            <p:cNvSpPr txBox="1">
              <a:spLocks noChangeArrowheads="1"/>
            </p:cNvSpPr>
            <p:nvPr/>
          </p:nvSpPr>
          <p:spPr bwMode="auto">
            <a:xfrm>
              <a:off x="1536" y="1200"/>
              <a:ext cx="2612"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3600" b="1" dirty="0">
                  <a:solidFill>
                    <a:schemeClr val="bg1"/>
                  </a:solidFill>
                  <a:latin typeface="微软雅黑" panose="020B0503020204020204" pitchFamily="34" charset="-122"/>
                  <a:ea typeface="微软雅黑" panose="020B0503020204020204" pitchFamily="34" charset="-122"/>
                </a:rPr>
                <a:t>算法与算法方法</a:t>
              </a:r>
              <a:r>
                <a:rPr lang="en-US" altLang="zh-CN" sz="3600" b="1" dirty="0">
                  <a:solidFill>
                    <a:schemeClr val="bg1"/>
                  </a:solidFill>
                  <a:latin typeface="微软雅黑" panose="020B0503020204020204" pitchFamily="34" charset="-122"/>
                  <a:ea typeface="微软雅黑" panose="020B0503020204020204" pitchFamily="34" charset="-122"/>
                </a:rPr>
                <a:t>-</a:t>
              </a:r>
            </a:p>
            <a:p>
              <a:pPr algn="ctr">
                <a:spcBef>
                  <a:spcPct val="50000"/>
                </a:spcBef>
                <a:buFontTx/>
                <a:buNone/>
              </a:pPr>
              <a:r>
                <a:rPr lang="zh-CN" altLang="en-US" sz="3600" b="1" dirty="0">
                  <a:solidFill>
                    <a:schemeClr val="bg1"/>
                  </a:solidFill>
                </a:rPr>
                <a:t>有限状态机模型</a:t>
              </a:r>
            </a:p>
          </p:txBody>
        </p:sp>
      </p:grpSp>
      <p:pic>
        <p:nvPicPr>
          <p:cNvPr id="15364" name="Picture 8" descr="地球">
            <a:extLst>
              <a:ext uri="{FF2B5EF4-FFF2-40B4-BE49-F238E27FC236}">
                <a16:creationId xmlns:a16="http://schemas.microsoft.com/office/drawing/2014/main" id="{0627CB18-C75B-4EFD-B920-DFFF13FE8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4508500"/>
            <a:ext cx="15843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a:extLst>
              <a:ext uri="{FF2B5EF4-FFF2-40B4-BE49-F238E27FC236}">
                <a16:creationId xmlns:a16="http://schemas.microsoft.com/office/drawing/2014/main" id="{80D5B325-D5C0-1B3B-8060-6088414B7D6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E32BAFD-3B60-4C44-B4AE-341B9BA17116}" type="slidenum">
              <a:rPr lang="zh-CN" altLang="en-US" sz="1400">
                <a:latin typeface="Times New Roman" panose="02020603050405020304" pitchFamily="18" charset="0"/>
              </a:rPr>
              <a:pPr algn="r" eaLnBrk="1" hangingPunct="1">
                <a:spcBef>
                  <a:spcPct val="50000"/>
                </a:spcBef>
                <a:buFontTx/>
                <a:buNone/>
              </a:pPr>
              <a:t>2</a:t>
            </a:fld>
            <a:endParaRPr lang="zh-CN" altLang="en-US" sz="1400">
              <a:latin typeface="Times New Roman" panose="02020603050405020304" pitchFamily="18" charset="0"/>
            </a:endParaRPr>
          </a:p>
        </p:txBody>
      </p:sp>
      <p:sp>
        <p:nvSpPr>
          <p:cNvPr id="4099" name="Rectangle 2">
            <a:extLst>
              <a:ext uri="{FF2B5EF4-FFF2-40B4-BE49-F238E27FC236}">
                <a16:creationId xmlns:a16="http://schemas.microsoft.com/office/drawing/2014/main" id="{7B6872FF-9581-3947-FC14-4B63573B41D8}"/>
              </a:ext>
            </a:extLst>
          </p:cNvPr>
          <p:cNvSpPr>
            <a:spLocks noGrp="1" noChangeArrowheads="1"/>
          </p:cNvSpPr>
          <p:nvPr>
            <p:ph type="title" idx="4294967295"/>
          </p:nvPr>
        </p:nvSpPr>
        <p:spPr/>
        <p:txBody>
          <a:bodyPr/>
          <a:lstStyle/>
          <a:p>
            <a:pPr eaLnBrk="1" hangingPunct="1"/>
            <a:r>
              <a:rPr lang="zh-CN" altLang="en-US" b="1"/>
              <a:t>前言</a:t>
            </a:r>
          </a:p>
        </p:txBody>
      </p:sp>
      <p:sp>
        <p:nvSpPr>
          <p:cNvPr id="4100" name="Rectangle 3">
            <a:extLst>
              <a:ext uri="{FF2B5EF4-FFF2-40B4-BE49-F238E27FC236}">
                <a16:creationId xmlns:a16="http://schemas.microsoft.com/office/drawing/2014/main" id="{D96A0E9E-76E1-D408-714A-CFB5287DC382}"/>
              </a:ext>
            </a:extLst>
          </p:cNvPr>
          <p:cNvSpPr>
            <a:spLocks noGrp="1" noChangeArrowheads="1"/>
          </p:cNvSpPr>
          <p:nvPr>
            <p:ph type="body" idx="4294967295"/>
          </p:nvPr>
        </p:nvSpPr>
        <p:spPr>
          <a:xfrm>
            <a:off x="685800" y="1319213"/>
            <a:ext cx="8153400" cy="4611687"/>
          </a:xfrm>
        </p:spPr>
        <p:txBody>
          <a:bodyPr/>
          <a:lstStyle/>
          <a:p>
            <a:pPr eaLnBrk="1" hangingPunct="1"/>
            <a:r>
              <a:rPr lang="zh-CN" altLang="en-US" b="1" dirty="0"/>
              <a:t>输入一个字符串，判断其是否是合法的</a:t>
            </a:r>
            <a:r>
              <a:rPr lang="en-US" altLang="zh-CN" b="1" dirty="0"/>
              <a:t>C</a:t>
            </a:r>
            <a:r>
              <a:rPr lang="zh-CN" altLang="en-US" b="1" dirty="0"/>
              <a:t>语言标识符；</a:t>
            </a:r>
          </a:p>
          <a:p>
            <a:pPr eaLnBrk="1" hangingPunct="1"/>
            <a:r>
              <a:rPr lang="zh-CN" altLang="en-US" b="1" dirty="0"/>
              <a:t>输入一个字符串，判断其是否是              形式</a:t>
            </a:r>
            <a:r>
              <a:rPr lang="en-US" altLang="zh-CN" b="1" dirty="0"/>
              <a:t>(</a:t>
            </a:r>
            <a:r>
              <a:rPr lang="zh-CN" altLang="en-US" b="1" dirty="0"/>
              <a:t>即先输入</a:t>
            </a:r>
            <a:r>
              <a:rPr lang="en-US" altLang="zh-CN" b="1" dirty="0"/>
              <a:t>a</a:t>
            </a:r>
            <a:r>
              <a:rPr lang="zh-CN" altLang="en-US" b="1" dirty="0"/>
              <a:t>、再输入</a:t>
            </a:r>
            <a:r>
              <a:rPr lang="en-US" altLang="zh-CN" b="1" dirty="0"/>
              <a:t>b</a:t>
            </a:r>
            <a:r>
              <a:rPr lang="zh-CN" altLang="en-US" b="1" dirty="0"/>
              <a:t>、最后输入</a:t>
            </a:r>
            <a:r>
              <a:rPr lang="en-US" altLang="zh-CN" b="1" dirty="0"/>
              <a:t>c</a:t>
            </a:r>
            <a:r>
              <a:rPr lang="zh-CN" altLang="en-US" b="1" dirty="0"/>
              <a:t>，且输入的</a:t>
            </a:r>
            <a:r>
              <a:rPr lang="en-US" altLang="zh-CN" b="1" dirty="0"/>
              <a:t>a</a:t>
            </a:r>
            <a:r>
              <a:rPr lang="zh-CN" altLang="en-US" b="1" dirty="0"/>
              <a:t>、</a:t>
            </a:r>
            <a:r>
              <a:rPr lang="en-US" altLang="zh-CN" b="1" dirty="0"/>
              <a:t>b</a:t>
            </a:r>
            <a:r>
              <a:rPr lang="zh-CN" altLang="en-US" b="1" dirty="0"/>
              <a:t>、</a:t>
            </a:r>
            <a:r>
              <a:rPr lang="en-US" altLang="zh-CN" b="1" dirty="0"/>
              <a:t>c</a:t>
            </a:r>
            <a:r>
              <a:rPr lang="zh-CN" altLang="en-US" b="1" dirty="0"/>
              <a:t>的个数相同）；</a:t>
            </a:r>
          </a:p>
          <a:p>
            <a:pPr eaLnBrk="1" hangingPunct="1"/>
            <a:r>
              <a:rPr lang="zh-CN" altLang="en-US" b="1" dirty="0"/>
              <a:t>读取</a:t>
            </a:r>
            <a:r>
              <a:rPr lang="en-US" altLang="zh-CN" b="1" dirty="0"/>
              <a:t>C</a:t>
            </a:r>
            <a:r>
              <a:rPr lang="zh-CN" altLang="en-US" b="1" dirty="0"/>
              <a:t>源代码，去除注释</a:t>
            </a:r>
            <a:r>
              <a:rPr lang="en-US" altLang="zh-CN" b="1" dirty="0"/>
              <a:t>;</a:t>
            </a:r>
          </a:p>
          <a:p>
            <a:pPr lvl="1" eaLnBrk="1" hangingPunct="1"/>
            <a:r>
              <a:rPr lang="zh-CN" altLang="en-US" sz="2400" b="1" dirty="0"/>
              <a:t>读取一行</a:t>
            </a:r>
            <a:r>
              <a:rPr lang="en-US" altLang="zh-CN" sz="2400" b="1" dirty="0"/>
              <a:t>C</a:t>
            </a:r>
            <a:r>
              <a:rPr lang="zh-CN" altLang="en-US" sz="2400" b="1" dirty="0"/>
              <a:t>语句，去除其中的注释并打印</a:t>
            </a:r>
            <a:r>
              <a:rPr lang="en-US" altLang="zh-CN" sz="2400" b="1" dirty="0"/>
              <a:t>;</a:t>
            </a:r>
          </a:p>
          <a:p>
            <a:pPr lvl="1" eaLnBrk="1" hangingPunct="1"/>
            <a:r>
              <a:rPr lang="zh-CN" altLang="en-US" sz="2400" b="1" dirty="0"/>
              <a:t>分析：</a:t>
            </a:r>
          </a:p>
          <a:p>
            <a:pPr lvl="2" eaLnBrk="1" hangingPunct="1"/>
            <a:r>
              <a:rPr lang="zh-CN" altLang="en-US" sz="2400" b="1" dirty="0"/>
              <a:t>循环读取字符，直到换行；</a:t>
            </a:r>
          </a:p>
          <a:p>
            <a:pPr lvl="3" eaLnBrk="1" hangingPunct="1"/>
            <a:r>
              <a:rPr lang="zh-CN" altLang="en-US" sz="2400" b="1" dirty="0"/>
              <a:t>识别</a:t>
            </a:r>
            <a:r>
              <a:rPr lang="en-US" altLang="zh-CN" sz="2400" b="1" dirty="0"/>
              <a:t>//</a:t>
            </a:r>
            <a:r>
              <a:rPr lang="zh-CN" altLang="en-US" sz="2400" b="1" dirty="0"/>
              <a:t>，将其后的字符都丢掉不打印。</a:t>
            </a:r>
            <a:endParaRPr lang="en-US" altLang="zh-CN" sz="2400" b="1" dirty="0"/>
          </a:p>
          <a:p>
            <a:pPr lvl="3" eaLnBrk="1" hangingPunct="1"/>
            <a:r>
              <a:rPr lang="zh-CN" altLang="en-US" sz="2400" b="1" dirty="0"/>
              <a:t>识别</a:t>
            </a:r>
            <a:r>
              <a:rPr lang="en-US" altLang="zh-CN" sz="2400" b="1" dirty="0"/>
              <a:t>/*...*/,</a:t>
            </a:r>
            <a:r>
              <a:rPr lang="zh-CN" altLang="en-US" sz="2400" b="1" dirty="0"/>
              <a:t>将其中的字符都丢掉不打印。</a:t>
            </a:r>
          </a:p>
          <a:p>
            <a:pPr lvl="3" eaLnBrk="1" hangingPunct="1"/>
            <a:r>
              <a:rPr lang="zh-CN" altLang="en-US" sz="2400" b="1" dirty="0"/>
              <a:t>其他字符，原样打印。</a:t>
            </a:r>
            <a:endParaRPr lang="en-US" altLang="zh-CN" sz="2400" b="1" dirty="0"/>
          </a:p>
        </p:txBody>
      </p:sp>
      <p:sp>
        <p:nvSpPr>
          <p:cNvPr id="4101" name="Rectangle 5">
            <a:extLst>
              <a:ext uri="{FF2B5EF4-FFF2-40B4-BE49-F238E27FC236}">
                <a16:creationId xmlns:a16="http://schemas.microsoft.com/office/drawing/2014/main" id="{EC5ECB44-F558-E0BA-8E36-FBCED7D51158}"/>
              </a:ext>
            </a:extLst>
          </p:cNvPr>
          <p:cNvSpPr>
            <a:spLocks noChangeArrowheads="1"/>
          </p:cNvSpPr>
          <p:nvPr/>
        </p:nvSpPr>
        <p:spPr bwMode="auto">
          <a:xfrm>
            <a:off x="0" y="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4102" name="Rectangle 7">
            <a:extLst>
              <a:ext uri="{FF2B5EF4-FFF2-40B4-BE49-F238E27FC236}">
                <a16:creationId xmlns:a16="http://schemas.microsoft.com/office/drawing/2014/main" id="{3541B241-08B9-7AF8-4E4F-B82761E694B4}"/>
              </a:ext>
            </a:extLst>
          </p:cNvPr>
          <p:cNvSpPr>
            <a:spLocks noChangeArrowheads="1"/>
          </p:cNvSpPr>
          <p:nvPr/>
        </p:nvSpPr>
        <p:spPr bwMode="auto">
          <a:xfrm>
            <a:off x="0" y="3281363"/>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4103" name="对象 4102">
            <a:extLst>
              <a:ext uri="{FF2B5EF4-FFF2-40B4-BE49-F238E27FC236}">
                <a16:creationId xmlns:a16="http://schemas.microsoft.com/office/drawing/2014/main" id="{ED53F3DF-982A-84FB-A78A-47A6319A516E}"/>
              </a:ext>
            </a:extLst>
          </p:cNvPr>
          <p:cNvGraphicFramePr>
            <a:graphicFrameLocks noChangeAspect="1"/>
          </p:cNvGraphicFramePr>
          <p:nvPr/>
        </p:nvGraphicFramePr>
        <p:xfrm>
          <a:off x="6156325" y="2276475"/>
          <a:ext cx="1152525" cy="488950"/>
        </p:xfrm>
        <a:graphic>
          <a:graphicData uri="http://schemas.openxmlformats.org/presentationml/2006/ole">
            <mc:AlternateContent xmlns:mc="http://schemas.openxmlformats.org/markup-compatibility/2006">
              <mc:Choice xmlns:v="urn:schemas-microsoft-com:vml" Requires="v">
                <p:oleObj r:id="rId2" imgW="470922" imgH="203642" progId="Equation.3">
                  <p:embed/>
                </p:oleObj>
              </mc:Choice>
              <mc:Fallback>
                <p:oleObj r:id="rId2" imgW="470922" imgH="203642" progId="Equation.3">
                  <p:embed/>
                  <p:pic>
                    <p:nvPicPr>
                      <p:cNvPr id="4103" name="对象 4102">
                        <a:extLst>
                          <a:ext uri="{FF2B5EF4-FFF2-40B4-BE49-F238E27FC236}">
                            <a16:creationId xmlns:a16="http://schemas.microsoft.com/office/drawing/2014/main" id="{ED53F3DF-982A-84FB-A78A-47A6319A51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2276475"/>
                        <a:ext cx="11525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a:extLst>
              <a:ext uri="{FF2B5EF4-FFF2-40B4-BE49-F238E27FC236}">
                <a16:creationId xmlns:a16="http://schemas.microsoft.com/office/drawing/2014/main" id="{A7EE6BC5-A018-DC9F-BA6F-5B3793A2C5C7}"/>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967F4D48-1471-4A14-9F66-3E315C43E1F3}" type="slidenum">
              <a:rPr lang="zh-CN" altLang="en-US" sz="1400">
                <a:latin typeface="Times New Roman" panose="02020603050405020304" pitchFamily="18" charset="0"/>
              </a:rPr>
              <a:pPr algn="r" eaLnBrk="1" hangingPunct="1">
                <a:spcBef>
                  <a:spcPct val="50000"/>
                </a:spcBef>
                <a:buFontTx/>
                <a:buNone/>
              </a:pPr>
              <a:t>3</a:t>
            </a:fld>
            <a:endParaRPr lang="zh-CN" altLang="en-US" sz="1400">
              <a:latin typeface="Times New Roman" panose="02020603050405020304" pitchFamily="18" charset="0"/>
            </a:endParaRPr>
          </a:p>
        </p:txBody>
      </p:sp>
      <p:sp>
        <p:nvSpPr>
          <p:cNvPr id="5123" name="Rectangle 2">
            <a:extLst>
              <a:ext uri="{FF2B5EF4-FFF2-40B4-BE49-F238E27FC236}">
                <a16:creationId xmlns:a16="http://schemas.microsoft.com/office/drawing/2014/main" id="{DA97CDCD-E087-95EC-5362-BD816F307E3C}"/>
              </a:ext>
            </a:extLst>
          </p:cNvPr>
          <p:cNvSpPr>
            <a:spLocks noGrp="1" noChangeArrowheads="1"/>
          </p:cNvSpPr>
          <p:nvPr>
            <p:ph type="title" idx="4294967295"/>
          </p:nvPr>
        </p:nvSpPr>
        <p:spPr/>
        <p:txBody>
          <a:bodyPr/>
          <a:lstStyle/>
          <a:p>
            <a:pPr eaLnBrk="1" hangingPunct="1"/>
            <a:r>
              <a:rPr lang="zh-CN" altLang="en-US" b="1"/>
              <a:t>解题思路：切分过程</a:t>
            </a:r>
          </a:p>
        </p:txBody>
      </p:sp>
      <p:sp>
        <p:nvSpPr>
          <p:cNvPr id="5124" name="Rectangle 3">
            <a:extLst>
              <a:ext uri="{FF2B5EF4-FFF2-40B4-BE49-F238E27FC236}">
                <a16:creationId xmlns:a16="http://schemas.microsoft.com/office/drawing/2014/main" id="{288E1690-1B00-C2D2-599B-67FB14834543}"/>
              </a:ext>
            </a:extLst>
          </p:cNvPr>
          <p:cNvSpPr>
            <a:spLocks noGrp="1" noChangeArrowheads="1"/>
          </p:cNvSpPr>
          <p:nvPr>
            <p:ph type="body" idx="4294967295"/>
          </p:nvPr>
        </p:nvSpPr>
        <p:spPr>
          <a:xfrm>
            <a:off x="468313" y="1327150"/>
            <a:ext cx="5759450" cy="5103813"/>
          </a:xfrm>
        </p:spPr>
        <p:txBody>
          <a:bodyPr/>
          <a:lstStyle/>
          <a:p>
            <a:pPr eaLnBrk="1" hangingPunct="1">
              <a:lnSpc>
                <a:spcPct val="80000"/>
              </a:lnSpc>
              <a:buFontTx/>
              <a:buNone/>
            </a:pPr>
            <a:r>
              <a:rPr lang="en-US" altLang="zh-CN" sz="1600">
                <a:latin typeface="Consolas" panose="020B0609020204030204" pitchFamily="49" charset="0"/>
              </a:rPr>
              <a:t>int main(void){</a:t>
            </a:r>
          </a:p>
          <a:p>
            <a:pPr eaLnBrk="1" hangingPunct="1">
              <a:lnSpc>
                <a:spcPct val="80000"/>
              </a:lnSpc>
              <a:buFontTx/>
              <a:buNone/>
            </a:pPr>
            <a:r>
              <a:rPr lang="en-US" altLang="zh-CN" sz="1600">
                <a:latin typeface="Consolas" panose="020B0609020204030204" pitchFamily="49" charset="0"/>
              </a:rPr>
              <a:t>	int count1=0,count2=0,count3=0;</a:t>
            </a:r>
          </a:p>
          <a:p>
            <a:pPr eaLnBrk="1" hangingPunct="1">
              <a:lnSpc>
                <a:spcPct val="80000"/>
              </a:lnSpc>
              <a:buFontTx/>
              <a:buNone/>
            </a:pPr>
            <a:r>
              <a:rPr lang="en-US" altLang="zh-CN" sz="1600">
                <a:latin typeface="Consolas" panose="020B0609020204030204" pitchFamily="49" charset="0"/>
              </a:rPr>
              <a:t>	char ch;</a:t>
            </a:r>
          </a:p>
          <a:p>
            <a:pPr eaLnBrk="1" hangingPunct="1">
              <a:lnSpc>
                <a:spcPct val="80000"/>
              </a:lnSpc>
              <a:buFontTx/>
              <a:buNone/>
            </a:pPr>
            <a:r>
              <a:rPr lang="en-US" altLang="zh-CN" sz="1600">
                <a:latin typeface="Consolas" panose="020B0609020204030204" pitchFamily="49" charset="0"/>
              </a:rPr>
              <a:t>	ch=getchar();</a:t>
            </a:r>
          </a:p>
          <a:p>
            <a:pPr eaLnBrk="1" hangingPunct="1">
              <a:lnSpc>
                <a:spcPct val="80000"/>
              </a:lnSpc>
              <a:buFontTx/>
              <a:buNone/>
            </a:pPr>
            <a:r>
              <a:rPr lang="en-US" altLang="zh-CN" sz="1600">
                <a:latin typeface="Consolas" panose="020B0609020204030204" pitchFamily="49" charset="0"/>
              </a:rPr>
              <a:t>	while (ch=='a'){ </a:t>
            </a:r>
          </a:p>
          <a:p>
            <a:pPr eaLnBrk="1" hangingPunct="1">
              <a:lnSpc>
                <a:spcPct val="80000"/>
              </a:lnSpc>
              <a:buFontTx/>
              <a:buNone/>
            </a:pPr>
            <a:r>
              <a:rPr lang="en-US" altLang="zh-CN" sz="1600">
                <a:latin typeface="Consolas" panose="020B0609020204030204" pitchFamily="49" charset="0"/>
              </a:rPr>
              <a:t>		count1++;</a:t>
            </a:r>
          </a:p>
          <a:p>
            <a:pPr eaLnBrk="1" hangingPunct="1">
              <a:lnSpc>
                <a:spcPct val="80000"/>
              </a:lnSpc>
              <a:buFontTx/>
              <a:buNone/>
            </a:pPr>
            <a:r>
              <a:rPr lang="en-US" altLang="zh-CN" sz="1600">
                <a:latin typeface="Consolas" panose="020B0609020204030204" pitchFamily="49" charset="0"/>
              </a:rPr>
              <a:t>		ch=getchar(); }</a:t>
            </a:r>
          </a:p>
          <a:p>
            <a:pPr eaLnBrk="1" hangingPunct="1">
              <a:lnSpc>
                <a:spcPct val="80000"/>
              </a:lnSpc>
              <a:buFontTx/>
              <a:buNone/>
            </a:pPr>
            <a:r>
              <a:rPr lang="en-US" altLang="zh-CN" sz="1600">
                <a:latin typeface="Consolas" panose="020B0609020204030204" pitchFamily="49" charset="0"/>
              </a:rPr>
              <a:t>	while (ch=='b'){ </a:t>
            </a:r>
          </a:p>
          <a:p>
            <a:pPr eaLnBrk="1" hangingPunct="1">
              <a:lnSpc>
                <a:spcPct val="80000"/>
              </a:lnSpc>
              <a:buFontTx/>
              <a:buNone/>
            </a:pPr>
            <a:r>
              <a:rPr lang="en-US" altLang="zh-CN" sz="1600">
                <a:latin typeface="Consolas" panose="020B0609020204030204" pitchFamily="49" charset="0"/>
              </a:rPr>
              <a:t>		count2++;</a:t>
            </a:r>
          </a:p>
          <a:p>
            <a:pPr eaLnBrk="1" hangingPunct="1">
              <a:lnSpc>
                <a:spcPct val="80000"/>
              </a:lnSpc>
              <a:buFontTx/>
              <a:buNone/>
            </a:pPr>
            <a:r>
              <a:rPr lang="en-US" altLang="zh-CN" sz="1600">
                <a:latin typeface="Consolas" panose="020B0609020204030204" pitchFamily="49" charset="0"/>
              </a:rPr>
              <a:t>		ch=getchar(); }</a:t>
            </a:r>
          </a:p>
          <a:p>
            <a:pPr eaLnBrk="1" hangingPunct="1">
              <a:lnSpc>
                <a:spcPct val="80000"/>
              </a:lnSpc>
              <a:buFontTx/>
              <a:buNone/>
            </a:pPr>
            <a:r>
              <a:rPr lang="en-US" altLang="zh-CN" sz="1600">
                <a:latin typeface="Consolas" panose="020B0609020204030204" pitchFamily="49" charset="0"/>
              </a:rPr>
              <a:t>	while (ch=='c'){ </a:t>
            </a:r>
          </a:p>
          <a:p>
            <a:pPr eaLnBrk="1" hangingPunct="1">
              <a:lnSpc>
                <a:spcPct val="80000"/>
              </a:lnSpc>
              <a:buFontTx/>
              <a:buNone/>
            </a:pPr>
            <a:r>
              <a:rPr lang="en-US" altLang="zh-CN" sz="1600">
                <a:latin typeface="Consolas" panose="020B0609020204030204" pitchFamily="49" charset="0"/>
              </a:rPr>
              <a:t>		count3++;</a:t>
            </a:r>
          </a:p>
          <a:p>
            <a:pPr eaLnBrk="1" hangingPunct="1">
              <a:lnSpc>
                <a:spcPct val="80000"/>
              </a:lnSpc>
              <a:buFontTx/>
              <a:buNone/>
            </a:pPr>
            <a:r>
              <a:rPr lang="en-US" altLang="zh-CN" sz="1600">
                <a:latin typeface="Consolas" panose="020B0609020204030204" pitchFamily="49" charset="0"/>
              </a:rPr>
              <a:t>		ch=getchar(); }</a:t>
            </a:r>
          </a:p>
          <a:p>
            <a:pPr eaLnBrk="1" hangingPunct="1">
              <a:lnSpc>
                <a:spcPct val="80000"/>
              </a:lnSpc>
              <a:buFontTx/>
              <a:buNone/>
            </a:pPr>
            <a:r>
              <a:rPr lang="en-US" altLang="zh-CN" sz="1600">
                <a:latin typeface="Consolas" panose="020B0609020204030204" pitchFamily="49" charset="0"/>
              </a:rPr>
              <a:t>	if (ch=='#')  {</a:t>
            </a:r>
          </a:p>
          <a:p>
            <a:pPr eaLnBrk="1" hangingPunct="1">
              <a:lnSpc>
                <a:spcPct val="80000"/>
              </a:lnSpc>
              <a:buFontTx/>
              <a:buNone/>
            </a:pPr>
            <a:r>
              <a:rPr lang="en-US" altLang="zh-CN" sz="1600">
                <a:latin typeface="Consolas" panose="020B0609020204030204" pitchFamily="49" charset="0"/>
              </a:rPr>
              <a:t>		if ( (count1==count2)&amp;&amp;(count2==count3) )</a:t>
            </a:r>
          </a:p>
          <a:p>
            <a:pPr eaLnBrk="1" hangingPunct="1">
              <a:lnSpc>
                <a:spcPct val="80000"/>
              </a:lnSpc>
              <a:buFontTx/>
              <a:buNone/>
            </a:pPr>
            <a:r>
              <a:rPr lang="en-US" altLang="zh-CN" sz="1600">
                <a:latin typeface="Consolas" panose="020B0609020204030204" pitchFamily="49" charset="0"/>
              </a:rPr>
              <a:t>		  printf("string is acceptable!\n");</a:t>
            </a:r>
          </a:p>
          <a:p>
            <a:pPr eaLnBrk="1" hangingPunct="1">
              <a:lnSpc>
                <a:spcPct val="80000"/>
              </a:lnSpc>
              <a:buFontTx/>
              <a:buNone/>
            </a:pPr>
            <a:r>
              <a:rPr lang="en-US" altLang="zh-CN" sz="1600">
                <a:latin typeface="Consolas" panose="020B0609020204030204" pitchFamily="49" charset="0"/>
              </a:rPr>
              <a:t>		else</a:t>
            </a:r>
          </a:p>
          <a:p>
            <a:pPr eaLnBrk="1" hangingPunct="1">
              <a:lnSpc>
                <a:spcPct val="80000"/>
              </a:lnSpc>
              <a:buFontTx/>
              <a:buNone/>
            </a:pPr>
            <a:r>
              <a:rPr lang="en-US" altLang="zh-CN" sz="1600">
                <a:latin typeface="Consolas" panose="020B0609020204030204" pitchFamily="49" charset="0"/>
              </a:rPr>
              <a:t>		   printf("string is not acceptable!\n");</a:t>
            </a:r>
          </a:p>
          <a:p>
            <a:pPr eaLnBrk="1" hangingPunct="1">
              <a:lnSpc>
                <a:spcPct val="80000"/>
              </a:lnSpc>
              <a:buFontTx/>
              <a:buNone/>
            </a:pPr>
            <a:r>
              <a:rPr lang="en-US" altLang="zh-CN" sz="1600">
                <a:latin typeface="Consolas" panose="020B0609020204030204" pitchFamily="49" charset="0"/>
              </a:rPr>
              <a:t>	}</a:t>
            </a:r>
          </a:p>
          <a:p>
            <a:pPr eaLnBrk="1" hangingPunct="1">
              <a:lnSpc>
                <a:spcPct val="80000"/>
              </a:lnSpc>
              <a:buFontTx/>
              <a:buNone/>
            </a:pPr>
            <a:r>
              <a:rPr lang="en-US" altLang="zh-CN" sz="1600">
                <a:latin typeface="Consolas" panose="020B0609020204030204" pitchFamily="49" charset="0"/>
              </a:rPr>
              <a:t>	return 0;</a:t>
            </a:r>
          </a:p>
          <a:p>
            <a:pPr eaLnBrk="1" hangingPunct="1">
              <a:lnSpc>
                <a:spcPct val="80000"/>
              </a:lnSpc>
              <a:buFontTx/>
              <a:buNone/>
            </a:pPr>
            <a:r>
              <a:rPr lang="en-US" altLang="zh-CN" sz="1600">
                <a:latin typeface="Consolas" panose="020B0609020204030204" pitchFamily="49" charset="0"/>
              </a:rPr>
              <a: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a:extLst>
              <a:ext uri="{FF2B5EF4-FFF2-40B4-BE49-F238E27FC236}">
                <a16:creationId xmlns:a16="http://schemas.microsoft.com/office/drawing/2014/main" id="{6F053A76-903D-BB74-5D5D-BA67F63B9D24}"/>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FAE4091-3683-4064-996A-B5E2BB1A8518}" type="slidenum">
              <a:rPr lang="zh-CN" altLang="en-US" sz="1400">
                <a:latin typeface="Times New Roman" panose="02020603050405020304" pitchFamily="18" charset="0"/>
              </a:rPr>
              <a:pPr algn="r" eaLnBrk="1" hangingPunct="1">
                <a:spcBef>
                  <a:spcPct val="50000"/>
                </a:spcBef>
                <a:buFontTx/>
                <a:buNone/>
              </a:pPr>
              <a:t>4</a:t>
            </a:fld>
            <a:endParaRPr lang="zh-CN" altLang="en-US" sz="1400">
              <a:latin typeface="Times New Roman" panose="02020603050405020304" pitchFamily="18" charset="0"/>
            </a:endParaRPr>
          </a:p>
        </p:txBody>
      </p:sp>
      <p:sp>
        <p:nvSpPr>
          <p:cNvPr id="6147" name="Rectangle 2">
            <a:extLst>
              <a:ext uri="{FF2B5EF4-FFF2-40B4-BE49-F238E27FC236}">
                <a16:creationId xmlns:a16="http://schemas.microsoft.com/office/drawing/2014/main" id="{D215624E-A77A-DA7C-E602-CE50E65540C1}"/>
              </a:ext>
            </a:extLst>
          </p:cNvPr>
          <p:cNvSpPr>
            <a:spLocks noGrp="1" noChangeArrowheads="1"/>
          </p:cNvSpPr>
          <p:nvPr>
            <p:ph type="title" idx="4294967295"/>
          </p:nvPr>
        </p:nvSpPr>
        <p:spPr/>
        <p:txBody>
          <a:bodyPr/>
          <a:lstStyle/>
          <a:p>
            <a:pPr eaLnBrk="1" hangingPunct="1"/>
            <a:endParaRPr lang="zh-CN" altLang="en-US" b="1"/>
          </a:p>
        </p:txBody>
      </p:sp>
      <p:sp>
        <p:nvSpPr>
          <p:cNvPr id="6148" name="Rectangle 3">
            <a:extLst>
              <a:ext uri="{FF2B5EF4-FFF2-40B4-BE49-F238E27FC236}">
                <a16:creationId xmlns:a16="http://schemas.microsoft.com/office/drawing/2014/main" id="{990DBBCE-AA3D-6526-116A-7D0CA7023551}"/>
              </a:ext>
            </a:extLst>
          </p:cNvPr>
          <p:cNvSpPr>
            <a:spLocks noGrp="1" noChangeArrowheads="1"/>
          </p:cNvSpPr>
          <p:nvPr>
            <p:ph type="body" idx="4294967295"/>
          </p:nvPr>
        </p:nvSpPr>
        <p:spPr>
          <a:xfrm>
            <a:off x="539750" y="1349375"/>
            <a:ext cx="8370888" cy="5103813"/>
          </a:xfrm>
        </p:spPr>
        <p:txBody>
          <a:bodyPr/>
          <a:lstStyle/>
          <a:p>
            <a:pPr eaLnBrk="1" hangingPunct="1">
              <a:lnSpc>
                <a:spcPct val="80000"/>
              </a:lnSpc>
              <a:buFontTx/>
              <a:buNone/>
            </a:pPr>
            <a:r>
              <a:rPr lang="zh-CN" altLang="en-US" sz="2000">
                <a:latin typeface="Consolas" panose="020B0609020204030204" pitchFamily="49" charset="0"/>
              </a:rPr>
              <a:t>测试结果：</a:t>
            </a:r>
            <a:endParaRPr lang="en-US" altLang="zh-CN" sz="2000">
              <a:latin typeface="Consolas" panose="020B0609020204030204" pitchFamily="49" charset="0"/>
            </a:endParaRPr>
          </a:p>
          <a:p>
            <a:pPr eaLnBrk="1" hangingPunct="1">
              <a:lnSpc>
                <a:spcPct val="80000"/>
              </a:lnSpc>
              <a:buFontTx/>
              <a:buNone/>
            </a:pPr>
            <a:r>
              <a:rPr lang="en-US" altLang="zh-CN" sz="2000">
                <a:latin typeface="Consolas" panose="020B0609020204030204" pitchFamily="49" charset="0"/>
              </a:rPr>
              <a:t>1</a:t>
            </a:r>
            <a:r>
              <a:rPr lang="zh-CN" altLang="en-US" sz="2000">
                <a:latin typeface="Consolas" panose="020B0609020204030204" pitchFamily="49" charset="0"/>
              </a:rPr>
              <a:t>、合法串可以识别。</a:t>
            </a:r>
            <a:endParaRPr lang="en-US" altLang="zh-CN" sz="2000">
              <a:latin typeface="Consolas" panose="020B0609020204030204" pitchFamily="49" charset="0"/>
            </a:endParaRPr>
          </a:p>
          <a:p>
            <a:pPr eaLnBrk="1" hangingPunct="1">
              <a:lnSpc>
                <a:spcPct val="80000"/>
              </a:lnSpc>
              <a:buFontTx/>
              <a:buNone/>
            </a:pPr>
            <a:r>
              <a:rPr lang="en-US" altLang="zh-CN" sz="2000">
                <a:latin typeface="Consolas" panose="020B0609020204030204" pitchFamily="49" charset="0"/>
              </a:rPr>
              <a:t>	# </a:t>
            </a:r>
          </a:p>
          <a:p>
            <a:pPr eaLnBrk="1" hangingPunct="1">
              <a:lnSpc>
                <a:spcPct val="80000"/>
              </a:lnSpc>
              <a:buFontTx/>
              <a:buNone/>
            </a:pPr>
            <a:r>
              <a:rPr lang="en-US" altLang="zh-CN" sz="2000">
                <a:latin typeface="Consolas" panose="020B0609020204030204" pitchFamily="49" charset="0"/>
              </a:rPr>
              <a:t>	abc#</a:t>
            </a:r>
          </a:p>
          <a:p>
            <a:pPr eaLnBrk="1" hangingPunct="1">
              <a:lnSpc>
                <a:spcPct val="80000"/>
              </a:lnSpc>
              <a:buFontTx/>
              <a:buNone/>
            </a:pPr>
            <a:r>
              <a:rPr lang="en-US" altLang="zh-CN" sz="2000">
                <a:latin typeface="Consolas" panose="020B0609020204030204" pitchFamily="49" charset="0"/>
              </a:rPr>
              <a:t>	aabbcc#</a:t>
            </a:r>
          </a:p>
          <a:p>
            <a:pPr eaLnBrk="1" hangingPunct="1">
              <a:lnSpc>
                <a:spcPct val="80000"/>
              </a:lnSpc>
              <a:buFontTx/>
              <a:buNone/>
            </a:pPr>
            <a:r>
              <a:rPr lang="en-US" altLang="zh-CN" sz="2000">
                <a:latin typeface="Consolas" panose="020B0609020204030204" pitchFamily="49" charset="0"/>
              </a:rPr>
              <a:t>	aaabbbccc#</a:t>
            </a:r>
          </a:p>
          <a:p>
            <a:pPr eaLnBrk="1" hangingPunct="1">
              <a:lnSpc>
                <a:spcPct val="80000"/>
              </a:lnSpc>
              <a:buFontTx/>
              <a:buNone/>
            </a:pPr>
            <a:r>
              <a:rPr lang="en-US" altLang="zh-CN" sz="2000">
                <a:latin typeface="Consolas" panose="020B0609020204030204" pitchFamily="49" charset="0"/>
              </a:rPr>
              <a:t>	…</a:t>
            </a:r>
          </a:p>
          <a:p>
            <a:pPr eaLnBrk="1" hangingPunct="1">
              <a:lnSpc>
                <a:spcPct val="80000"/>
              </a:lnSpc>
              <a:buFontTx/>
              <a:buNone/>
            </a:pPr>
            <a:r>
              <a:rPr lang="en-US" altLang="zh-CN" sz="2000">
                <a:latin typeface="Consolas" panose="020B0609020204030204" pitchFamily="49" charset="0"/>
              </a:rPr>
              <a:t>2</a:t>
            </a:r>
            <a:r>
              <a:rPr lang="zh-CN" altLang="en-US" sz="2000">
                <a:latin typeface="Consolas" panose="020B0609020204030204" pitchFamily="49" charset="0"/>
              </a:rPr>
              <a:t>、能给出识别结果的错误串，仅有数量不等的串：</a:t>
            </a:r>
            <a:endParaRPr lang="en-US" altLang="zh-CN" sz="2000">
              <a:latin typeface="Consolas" panose="020B0609020204030204" pitchFamily="49" charset="0"/>
            </a:endParaRPr>
          </a:p>
          <a:p>
            <a:pPr eaLnBrk="1" hangingPunct="1">
              <a:lnSpc>
                <a:spcPct val="80000"/>
              </a:lnSpc>
              <a:buFontTx/>
              <a:buNone/>
            </a:pPr>
            <a:r>
              <a:rPr lang="en-US" altLang="zh-CN" sz="2000">
                <a:latin typeface="Consolas" panose="020B0609020204030204" pitchFamily="49" charset="0"/>
              </a:rPr>
              <a:t>	a#,b#,c#, aabcc#,</a:t>
            </a:r>
          </a:p>
          <a:p>
            <a:pPr eaLnBrk="1" hangingPunct="1">
              <a:lnSpc>
                <a:spcPct val="80000"/>
              </a:lnSpc>
              <a:buFontTx/>
              <a:buNone/>
            </a:pPr>
            <a:r>
              <a:rPr lang="en-US" altLang="zh-CN" sz="2000">
                <a:latin typeface="Consolas" panose="020B0609020204030204" pitchFamily="49" charset="0"/>
              </a:rPr>
              <a:t>	ab#,ac#,bc#,</a:t>
            </a:r>
          </a:p>
          <a:p>
            <a:pPr eaLnBrk="1" hangingPunct="1">
              <a:lnSpc>
                <a:spcPct val="80000"/>
              </a:lnSpc>
              <a:buFontTx/>
              <a:buNone/>
            </a:pPr>
            <a:r>
              <a:rPr lang="en-US" altLang="zh-CN" sz="2000">
                <a:latin typeface="Consolas" panose="020B0609020204030204" pitchFamily="49" charset="0"/>
              </a:rPr>
              <a:t>	</a:t>
            </a:r>
          </a:p>
          <a:p>
            <a:pPr eaLnBrk="1" hangingPunct="1">
              <a:lnSpc>
                <a:spcPct val="80000"/>
              </a:lnSpc>
              <a:buFontTx/>
              <a:buNone/>
            </a:pPr>
            <a:r>
              <a:rPr lang="en-US" altLang="zh-CN" sz="2000">
                <a:latin typeface="Consolas" panose="020B0609020204030204" pitchFamily="49" charset="0"/>
              </a:rPr>
              <a:t>3</a:t>
            </a:r>
            <a:r>
              <a:rPr lang="zh-CN" altLang="en-US" sz="2000">
                <a:latin typeface="Consolas" panose="020B0609020204030204" pitchFamily="49" charset="0"/>
              </a:rPr>
              <a:t>、不能给出识别结果的错误串：</a:t>
            </a:r>
            <a:endParaRPr lang="en-US" altLang="zh-CN" sz="2000">
              <a:latin typeface="Consolas" panose="020B0609020204030204" pitchFamily="49" charset="0"/>
            </a:endParaRPr>
          </a:p>
          <a:p>
            <a:pPr eaLnBrk="1" hangingPunct="1">
              <a:lnSpc>
                <a:spcPct val="80000"/>
              </a:lnSpc>
              <a:buFontTx/>
              <a:buNone/>
            </a:pPr>
            <a:r>
              <a:rPr lang="en-US" altLang="zh-CN" sz="2000">
                <a:latin typeface="Consolas" panose="020B0609020204030204" pitchFamily="49" charset="0"/>
              </a:rPr>
              <a:t>	</a:t>
            </a:r>
            <a:r>
              <a:rPr lang="zh-CN" altLang="en-US" sz="2000">
                <a:latin typeface="Consolas" panose="020B0609020204030204" pitchFamily="49" charset="0"/>
              </a:rPr>
              <a:t>不加</a:t>
            </a:r>
            <a:r>
              <a:rPr lang="en-US" altLang="zh-CN" sz="2000">
                <a:latin typeface="Consolas" panose="020B0609020204030204" pitchFamily="49" charset="0"/>
              </a:rPr>
              <a:t>#</a:t>
            </a:r>
            <a:r>
              <a:rPr lang="zh-CN" altLang="en-US" sz="2000">
                <a:latin typeface="Consolas" panose="020B0609020204030204" pitchFamily="49" charset="0"/>
              </a:rPr>
              <a:t>的，</a:t>
            </a:r>
            <a:r>
              <a:rPr lang="en-US" altLang="zh-CN" sz="2000">
                <a:latin typeface="Consolas" panose="020B0609020204030204" pitchFamily="49" charset="0"/>
              </a:rPr>
              <a:t>abc</a:t>
            </a:r>
          </a:p>
          <a:p>
            <a:pPr eaLnBrk="1" hangingPunct="1">
              <a:lnSpc>
                <a:spcPct val="80000"/>
              </a:lnSpc>
              <a:buFontTx/>
              <a:buNone/>
            </a:pPr>
            <a:r>
              <a:rPr lang="en-US" altLang="zh-CN" sz="2000">
                <a:latin typeface="Consolas" panose="020B0609020204030204" pitchFamily="49" charset="0"/>
              </a:rPr>
              <a:t>	</a:t>
            </a:r>
            <a:r>
              <a:rPr lang="zh-CN" altLang="en-US" sz="2000">
                <a:latin typeface="Consolas" panose="020B0609020204030204" pitchFamily="49" charset="0"/>
              </a:rPr>
              <a:t>不按次序的，</a:t>
            </a:r>
            <a:r>
              <a:rPr lang="en-US" altLang="zh-CN" sz="2000">
                <a:latin typeface="Consolas" panose="020B0609020204030204" pitchFamily="49" charset="0"/>
              </a:rPr>
              <a:t>cba#,ba#,ca#,cb#,</a:t>
            </a:r>
          </a:p>
          <a:p>
            <a:pPr eaLnBrk="1" hangingPunct="1">
              <a:lnSpc>
                <a:spcPct val="80000"/>
              </a:lnSpc>
              <a:buFontTx/>
              <a:buNone/>
            </a:pPr>
            <a:r>
              <a:rPr lang="en-US" altLang="zh-CN" sz="2000">
                <a:latin typeface="Consolas" panose="020B0609020204030204" pitchFamily="49" charset="0"/>
              </a:rPr>
              <a:t>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4">
            <a:extLst>
              <a:ext uri="{FF2B5EF4-FFF2-40B4-BE49-F238E27FC236}">
                <a16:creationId xmlns:a16="http://schemas.microsoft.com/office/drawing/2014/main" id="{565AA9E8-BAB0-4FBA-A952-BB8661CAAF8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14DB0B75-5C76-4C2E-B1A0-9A768A6E5C54}" type="slidenum">
              <a:rPr lang="zh-CN" altLang="en-US" sz="1400" b="1"/>
              <a:pPr algn="r" eaLnBrk="1" hangingPunct="1">
                <a:spcBef>
                  <a:spcPct val="50000"/>
                </a:spcBef>
                <a:buFontTx/>
                <a:buNone/>
              </a:pPr>
              <a:t>5</a:t>
            </a:fld>
            <a:endParaRPr lang="zh-CN" altLang="en-US" sz="1400" b="1"/>
          </a:p>
        </p:txBody>
      </p:sp>
      <p:sp>
        <p:nvSpPr>
          <p:cNvPr id="147459" name="Rectangle 2">
            <a:extLst>
              <a:ext uri="{FF2B5EF4-FFF2-40B4-BE49-F238E27FC236}">
                <a16:creationId xmlns:a16="http://schemas.microsoft.com/office/drawing/2014/main" id="{EB9DC279-028E-44D0-9758-36EEF6EC4859}"/>
              </a:ext>
            </a:extLst>
          </p:cNvPr>
          <p:cNvSpPr>
            <a:spLocks noGrp="1" noChangeArrowheads="1"/>
          </p:cNvSpPr>
          <p:nvPr>
            <p:ph type="title" idx="4294967295"/>
          </p:nvPr>
        </p:nvSpPr>
        <p:spPr>
          <a:xfrm>
            <a:off x="1263650" y="404813"/>
            <a:ext cx="7412038" cy="720725"/>
          </a:xfrm>
        </p:spPr>
        <p:txBody>
          <a:bodyPr/>
          <a:lstStyle/>
          <a:p>
            <a:pPr eaLnBrk="1" hangingPunct="1"/>
            <a:r>
              <a:rPr lang="en-US" altLang="zh-CN" b="1"/>
              <a:t>4.7 </a:t>
            </a:r>
            <a:r>
              <a:rPr lang="zh-CN" altLang="en-US" b="1"/>
              <a:t>引言</a:t>
            </a:r>
          </a:p>
        </p:txBody>
      </p:sp>
      <p:sp>
        <p:nvSpPr>
          <p:cNvPr id="147460" name="Rectangle 3">
            <a:extLst>
              <a:ext uri="{FF2B5EF4-FFF2-40B4-BE49-F238E27FC236}">
                <a16:creationId xmlns:a16="http://schemas.microsoft.com/office/drawing/2014/main" id="{5EC18750-CE92-4FB9-B9C5-39A920927907}"/>
              </a:ext>
            </a:extLst>
          </p:cNvPr>
          <p:cNvSpPr>
            <a:spLocks noGrp="1" noChangeArrowheads="1"/>
          </p:cNvSpPr>
          <p:nvPr>
            <p:ph type="body" idx="4294967295"/>
          </p:nvPr>
        </p:nvSpPr>
        <p:spPr/>
        <p:txBody>
          <a:bodyPr/>
          <a:lstStyle/>
          <a:p>
            <a:pPr eaLnBrk="1" hangingPunct="1"/>
            <a:r>
              <a:rPr lang="zh-CN" altLang="en-US" b="1" dirty="0"/>
              <a:t>对于连续判断问题</a:t>
            </a:r>
            <a:r>
              <a:rPr lang="en-US" altLang="zh-CN" b="1" dirty="0"/>
              <a:t>, </a:t>
            </a:r>
            <a:r>
              <a:rPr lang="zh-CN" altLang="en-US" b="1" dirty="0"/>
              <a:t>循环</a:t>
            </a:r>
            <a:r>
              <a:rPr lang="en-US" altLang="zh-CN" b="1" dirty="0"/>
              <a:t>+</a:t>
            </a:r>
            <a:r>
              <a:rPr lang="zh-CN" altLang="en-US" b="1" dirty="0"/>
              <a:t>选择结构会导致逻辑路线模糊不清</a:t>
            </a:r>
            <a:r>
              <a:rPr lang="en-US" altLang="zh-CN" b="1" dirty="0"/>
              <a:t>.</a:t>
            </a:r>
          </a:p>
          <a:p>
            <a:pPr eaLnBrk="1" hangingPunct="1"/>
            <a:r>
              <a:rPr lang="zh-CN" altLang="en-US" b="1" dirty="0"/>
              <a:t>因此</a:t>
            </a:r>
            <a:r>
              <a:rPr lang="en-US" altLang="zh-CN" b="1" dirty="0"/>
              <a:t>,</a:t>
            </a:r>
            <a:r>
              <a:rPr lang="zh-CN" altLang="en-US" b="1" dirty="0"/>
              <a:t>我们需要一种新的图形模型</a:t>
            </a:r>
            <a:r>
              <a:rPr lang="en-US" altLang="zh-CN" b="1" dirty="0"/>
              <a:t>,</a:t>
            </a:r>
            <a:r>
              <a:rPr lang="zh-CN" altLang="en-US" b="1" dirty="0"/>
              <a:t>帮助我们整理连续判断问题的控制逻辑</a:t>
            </a:r>
            <a:r>
              <a:rPr lang="en-US" altLang="zh-CN" b="1" dirty="0"/>
              <a:t>.</a:t>
            </a:r>
          </a:p>
          <a:p>
            <a:pPr eaLnBrk="1" hangingPunct="1"/>
            <a:r>
              <a:rPr lang="zh-CN" altLang="en-US" b="1" dirty="0">
                <a:solidFill>
                  <a:srgbClr val="FF0000"/>
                </a:solidFill>
              </a:rPr>
              <a:t>怎样才能把环环相扣的逻辑分开？</a:t>
            </a:r>
          </a:p>
          <a:p>
            <a:pPr eaLnBrk="1" hangingPunct="1"/>
            <a:r>
              <a:rPr lang="zh-CN" altLang="en-US" b="1" dirty="0"/>
              <a:t>针对类似的字符串识别、处理问题，建立有限状态自动机模型，可以为分析、求解带来很大的帮助。</a:t>
            </a:r>
          </a:p>
        </p:txBody>
      </p:sp>
      <p:sp>
        <p:nvSpPr>
          <p:cNvPr id="147461" name="Rectangle 5">
            <a:extLst>
              <a:ext uri="{FF2B5EF4-FFF2-40B4-BE49-F238E27FC236}">
                <a16:creationId xmlns:a16="http://schemas.microsoft.com/office/drawing/2014/main" id="{F35A093D-EF20-4951-B53F-B3F29F1681F5}"/>
              </a:ext>
            </a:extLst>
          </p:cNvPr>
          <p:cNvSpPr>
            <a:spLocks noChangeArrowheads="1"/>
          </p:cNvSpPr>
          <p:nvPr/>
        </p:nvSpPr>
        <p:spPr bwMode="auto">
          <a:xfrm>
            <a:off x="0" y="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47462" name="Rectangle 7">
            <a:extLst>
              <a:ext uri="{FF2B5EF4-FFF2-40B4-BE49-F238E27FC236}">
                <a16:creationId xmlns:a16="http://schemas.microsoft.com/office/drawing/2014/main" id="{65D7B78B-6104-4E62-A15D-82598547E561}"/>
              </a:ext>
            </a:extLst>
          </p:cNvPr>
          <p:cNvSpPr>
            <a:spLocks noChangeArrowheads="1"/>
          </p:cNvSpPr>
          <p:nvPr/>
        </p:nvSpPr>
        <p:spPr bwMode="auto">
          <a:xfrm>
            <a:off x="0" y="3281363"/>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a:extLst>
              <a:ext uri="{FF2B5EF4-FFF2-40B4-BE49-F238E27FC236}">
                <a16:creationId xmlns:a16="http://schemas.microsoft.com/office/drawing/2014/main" id="{F8B391F0-6C90-81BF-B5B8-D60DB934C68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C7655ED6-0522-41A6-A2C7-D113B246A575}" type="slidenum">
              <a:rPr lang="zh-CN" altLang="en-US" sz="1400">
                <a:latin typeface="Times New Roman" panose="02020603050405020304" pitchFamily="18" charset="0"/>
              </a:rPr>
              <a:pPr algn="r" eaLnBrk="1" hangingPunct="1">
                <a:spcBef>
                  <a:spcPct val="50000"/>
                </a:spcBef>
                <a:buFontTx/>
                <a:buNone/>
              </a:pPr>
              <a:t>6</a:t>
            </a:fld>
            <a:endParaRPr lang="zh-CN" altLang="en-US" sz="1400">
              <a:latin typeface="Times New Roman" panose="02020603050405020304" pitchFamily="18" charset="0"/>
            </a:endParaRPr>
          </a:p>
        </p:txBody>
      </p:sp>
      <p:sp>
        <p:nvSpPr>
          <p:cNvPr id="7171" name="Rectangle 2">
            <a:extLst>
              <a:ext uri="{FF2B5EF4-FFF2-40B4-BE49-F238E27FC236}">
                <a16:creationId xmlns:a16="http://schemas.microsoft.com/office/drawing/2014/main" id="{B031CC81-1BDA-8869-9977-0FE0FDD3CF31}"/>
              </a:ext>
            </a:extLst>
          </p:cNvPr>
          <p:cNvSpPr>
            <a:spLocks noGrp="1" noChangeArrowheads="1"/>
          </p:cNvSpPr>
          <p:nvPr>
            <p:ph type="title" idx="4294967295"/>
          </p:nvPr>
        </p:nvSpPr>
        <p:spPr>
          <a:xfrm>
            <a:off x="1371600" y="404813"/>
            <a:ext cx="7772400" cy="720725"/>
          </a:xfrm>
        </p:spPr>
        <p:txBody>
          <a:bodyPr/>
          <a:lstStyle/>
          <a:p>
            <a:pPr eaLnBrk="1" hangingPunct="1"/>
            <a:r>
              <a:rPr lang="zh-CN" altLang="en-US" b="1">
                <a:latin typeface="宋体" panose="02010600030101010101" pitchFamily="2" charset="-122"/>
              </a:rPr>
              <a:t>什么是有限状态自动机？</a:t>
            </a:r>
          </a:p>
        </p:txBody>
      </p:sp>
      <p:sp>
        <p:nvSpPr>
          <p:cNvPr id="7172" name="Rectangle 3">
            <a:extLst>
              <a:ext uri="{FF2B5EF4-FFF2-40B4-BE49-F238E27FC236}">
                <a16:creationId xmlns:a16="http://schemas.microsoft.com/office/drawing/2014/main" id="{7E185119-DB3B-F586-B559-2D6DCFF15240}"/>
              </a:ext>
            </a:extLst>
          </p:cNvPr>
          <p:cNvSpPr>
            <a:spLocks noGrp="1" noChangeArrowheads="1"/>
          </p:cNvSpPr>
          <p:nvPr>
            <p:ph type="body" idx="4294967295"/>
          </p:nvPr>
        </p:nvSpPr>
        <p:spPr>
          <a:xfrm>
            <a:off x="252413" y="1198563"/>
            <a:ext cx="8891587" cy="5400675"/>
          </a:xfrm>
        </p:spPr>
        <p:txBody>
          <a:bodyPr/>
          <a:lstStyle/>
          <a:p>
            <a:pPr eaLnBrk="1" hangingPunct="1">
              <a:buFont typeface="Wingdings" panose="05000000000000000000" pitchFamily="2" charset="2"/>
              <a:buNone/>
            </a:pPr>
            <a:r>
              <a:rPr lang="en-US" altLang="zh-CN" sz="2400" dirty="0">
                <a:latin typeface="楷体_GB2312" pitchFamily="1" charset="-122"/>
                <a:ea typeface="楷体_GB2312" pitchFamily="1" charset="-122"/>
              </a:rPr>
              <a:t> </a:t>
            </a:r>
            <a:r>
              <a:rPr lang="en-US" altLang="zh-CN" sz="2400" dirty="0" err="1">
                <a:latin typeface="楷体_GB2312" pitchFamily="1" charset="-122"/>
                <a:ea typeface="楷体_GB2312" pitchFamily="1" charset="-122"/>
              </a:rPr>
              <a:t>有限自动机（Finite</a:t>
            </a:r>
            <a:r>
              <a:rPr lang="en-US" altLang="zh-CN" sz="2400" dirty="0">
                <a:latin typeface="楷体_GB2312" pitchFamily="1" charset="-122"/>
                <a:ea typeface="楷体_GB2312" pitchFamily="1" charset="-122"/>
              </a:rPr>
              <a:t> Automata </a:t>
            </a:r>
            <a:r>
              <a:rPr lang="en-US" altLang="zh-CN" sz="2400" dirty="0" err="1">
                <a:latin typeface="楷体_GB2312" pitchFamily="1" charset="-122"/>
                <a:ea typeface="楷体_GB2312" pitchFamily="1" charset="-122"/>
              </a:rPr>
              <a:t>Machine）是计算机科学的重要基石，它在软件开发领域内通常被称作有限状态机（Finite</a:t>
            </a:r>
            <a:r>
              <a:rPr lang="en-US" altLang="zh-CN" sz="2400" dirty="0">
                <a:latin typeface="楷体_GB2312" pitchFamily="1" charset="-122"/>
                <a:ea typeface="楷体_GB2312" pitchFamily="1" charset="-122"/>
              </a:rPr>
              <a:t> State Machine），</a:t>
            </a:r>
            <a:r>
              <a:rPr lang="en-US" altLang="zh-CN" sz="2400" dirty="0" err="1">
                <a:latin typeface="楷体_GB2312" pitchFamily="1" charset="-122"/>
                <a:ea typeface="楷体_GB2312" pitchFamily="1" charset="-122"/>
              </a:rPr>
              <a:t>是一种应用非常广泛的软件设计模式（Design</a:t>
            </a:r>
            <a:r>
              <a:rPr lang="en-US" altLang="zh-CN" sz="2400" dirty="0">
                <a:latin typeface="楷体_GB2312" pitchFamily="1" charset="-122"/>
                <a:ea typeface="楷体_GB2312" pitchFamily="1" charset="-122"/>
              </a:rPr>
              <a:t> Pattern）。</a:t>
            </a:r>
          </a:p>
          <a:p>
            <a:pPr eaLnBrk="1" hangingPunct="1">
              <a:buFont typeface="Wingdings" panose="05000000000000000000" pitchFamily="2" charset="2"/>
              <a:buNone/>
            </a:pPr>
            <a:r>
              <a:rPr lang="zh-CN" altLang="en-US" sz="2400" dirty="0">
                <a:latin typeface="楷体_GB2312" pitchFamily="1" charset="-122"/>
                <a:ea typeface="楷体_GB2312" pitchFamily="1" charset="-122"/>
              </a:rPr>
              <a:t>有限状态机可以简称状态机，是表示有限个状态以及在这些状态之间的转移和动作等行为的数学模型。</a:t>
            </a:r>
          </a:p>
          <a:p>
            <a:pPr marL="1588" lvl="4" indent="3151188" eaLnBrk="1" hangingPunct="1">
              <a:spcAft>
                <a:spcPts val="600"/>
              </a:spcAft>
            </a:pPr>
            <a:r>
              <a:rPr lang="zh-CN" altLang="en-US" sz="2400" dirty="0">
                <a:latin typeface="楷体_GB2312" pitchFamily="1" charset="-122"/>
                <a:ea typeface="楷体_GB2312" pitchFamily="1" charset="-122"/>
              </a:rPr>
              <a:t>状态：存储关于过去的信息，它反映从系</a:t>
            </a:r>
            <a:r>
              <a:rPr lang="en-US" altLang="zh-CN" sz="2400" dirty="0">
                <a:latin typeface="楷体_GB2312" pitchFamily="1" charset="-122"/>
                <a:ea typeface="楷体_GB2312" pitchFamily="1" charset="-122"/>
              </a:rPr>
              <a:t>				</a:t>
            </a:r>
            <a:r>
              <a:rPr lang="zh-CN" altLang="en-US" sz="2400" dirty="0">
                <a:latin typeface="楷体_GB2312" pitchFamily="1" charset="-122"/>
                <a:ea typeface="楷体_GB2312" pitchFamily="1" charset="-122"/>
              </a:rPr>
              <a:t>统开始到现在时刻的输入变化。</a:t>
            </a:r>
          </a:p>
          <a:p>
            <a:pPr marL="1588" lvl="4" indent="3151188" eaLnBrk="1" hangingPunct="1">
              <a:spcAft>
                <a:spcPts val="600"/>
              </a:spcAft>
            </a:pPr>
            <a:r>
              <a:rPr lang="zh-CN" altLang="en-US" sz="2400" dirty="0">
                <a:latin typeface="楷体_GB2312" pitchFamily="1" charset="-122"/>
                <a:ea typeface="楷体_GB2312" pitchFamily="1" charset="-122"/>
              </a:rPr>
              <a:t>转移</a:t>
            </a:r>
            <a:r>
              <a:rPr lang="en-US" altLang="zh-CN"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指示状态变更，并且用必须满足来</a:t>
            </a:r>
            <a:r>
              <a:rPr lang="en-US" altLang="zh-CN" sz="2400" dirty="0">
                <a:latin typeface="楷体_GB2312" pitchFamily="1" charset="-122"/>
                <a:ea typeface="楷体_GB2312" pitchFamily="1" charset="-122"/>
              </a:rPr>
              <a:t>				</a:t>
            </a:r>
            <a:r>
              <a:rPr lang="zh-CN" altLang="en-US" sz="2400" dirty="0">
                <a:latin typeface="楷体_GB2312" pitchFamily="1" charset="-122"/>
                <a:ea typeface="楷体_GB2312" pitchFamily="1" charset="-122"/>
              </a:rPr>
              <a:t>确使转移发生的条件来描述它。</a:t>
            </a:r>
          </a:p>
          <a:p>
            <a:pPr marL="1588" lvl="4" indent="3151188" eaLnBrk="1" hangingPunct="1">
              <a:spcAft>
                <a:spcPts val="600"/>
              </a:spcAft>
            </a:pPr>
            <a:r>
              <a:rPr lang="zh-CN" altLang="en-US" sz="2400" dirty="0">
                <a:latin typeface="楷体_GB2312" pitchFamily="1" charset="-122"/>
                <a:ea typeface="楷体_GB2312" pitchFamily="1" charset="-122"/>
              </a:rPr>
              <a:t>动作</a:t>
            </a:r>
            <a:r>
              <a:rPr lang="en-US" altLang="zh-CN"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在给定时刻要进行的活动的描述。</a:t>
            </a:r>
          </a:p>
        </p:txBody>
      </p:sp>
      <p:pic>
        <p:nvPicPr>
          <p:cNvPr id="7173" name="图片 4100">
            <a:extLst>
              <a:ext uri="{FF2B5EF4-FFF2-40B4-BE49-F238E27FC236}">
                <a16:creationId xmlns:a16="http://schemas.microsoft.com/office/drawing/2014/main" id="{2BAB3446-E314-242B-D6F2-7BE9A1946E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560763"/>
            <a:ext cx="3095625"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4">
            <a:extLst>
              <a:ext uri="{FF2B5EF4-FFF2-40B4-BE49-F238E27FC236}">
                <a16:creationId xmlns:a16="http://schemas.microsoft.com/office/drawing/2014/main" id="{E4C9BE36-ECCF-4CF6-98CF-8CE37565185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7D81D2A1-5BD2-4909-974A-9AD11F5BC632}" type="slidenum">
              <a:rPr lang="zh-CN" altLang="en-US" sz="1400" b="1"/>
              <a:pPr algn="r" eaLnBrk="1" hangingPunct="1">
                <a:spcBef>
                  <a:spcPct val="50000"/>
                </a:spcBef>
                <a:buFontTx/>
                <a:buNone/>
              </a:pPr>
              <a:t>7</a:t>
            </a:fld>
            <a:endParaRPr lang="zh-CN" altLang="en-US" sz="1400" b="1"/>
          </a:p>
        </p:txBody>
      </p:sp>
      <p:sp>
        <p:nvSpPr>
          <p:cNvPr id="150531" name="Rectangle 26">
            <a:extLst>
              <a:ext uri="{FF2B5EF4-FFF2-40B4-BE49-F238E27FC236}">
                <a16:creationId xmlns:a16="http://schemas.microsoft.com/office/drawing/2014/main" id="{0F6245D4-10B3-4BE2-9910-F107792606AD}"/>
              </a:ext>
            </a:extLst>
          </p:cNvPr>
          <p:cNvSpPr>
            <a:spLocks noGrp="1" noChangeArrowheads="1"/>
          </p:cNvSpPr>
          <p:nvPr>
            <p:ph type="title" idx="4294967295"/>
          </p:nvPr>
        </p:nvSpPr>
        <p:spPr>
          <a:xfrm>
            <a:off x="1143000" y="304800"/>
            <a:ext cx="7793038" cy="838200"/>
          </a:xfrm>
        </p:spPr>
        <p:txBody>
          <a:bodyPr anchor="b"/>
          <a:lstStyle/>
          <a:p>
            <a:pPr eaLnBrk="1" hangingPunct="1"/>
            <a:r>
              <a:rPr lang="en-US" altLang="zh-CN" b="1"/>
              <a:t>4.7 </a:t>
            </a:r>
            <a:r>
              <a:rPr lang="zh-CN" altLang="en-US" b="1"/>
              <a:t>基本概念</a:t>
            </a:r>
          </a:p>
        </p:txBody>
      </p:sp>
      <p:sp>
        <p:nvSpPr>
          <p:cNvPr id="150532" name="Rectangle 27">
            <a:extLst>
              <a:ext uri="{FF2B5EF4-FFF2-40B4-BE49-F238E27FC236}">
                <a16:creationId xmlns:a16="http://schemas.microsoft.com/office/drawing/2014/main" id="{9B9696F3-8BA0-47A4-8F68-240DB17461C9}"/>
              </a:ext>
            </a:extLst>
          </p:cNvPr>
          <p:cNvSpPr>
            <a:spLocks noGrp="1" noChangeArrowheads="1"/>
          </p:cNvSpPr>
          <p:nvPr>
            <p:ph type="body" idx="4294967295"/>
          </p:nvPr>
        </p:nvSpPr>
        <p:spPr>
          <a:xfrm>
            <a:off x="381000" y="1295400"/>
            <a:ext cx="8534400" cy="2133600"/>
          </a:xfrm>
        </p:spPr>
        <p:txBody>
          <a:bodyPr/>
          <a:lstStyle/>
          <a:p>
            <a:pPr eaLnBrk="1" hangingPunct="1">
              <a:buFontTx/>
              <a:buNone/>
            </a:pPr>
            <a:r>
              <a:rPr lang="zh-CN" altLang="en-US" b="1"/>
              <a:t>例</a:t>
            </a:r>
            <a:r>
              <a:rPr lang="en-US" altLang="zh-CN" b="1"/>
              <a:t>1</a:t>
            </a:r>
            <a:r>
              <a:rPr lang="zh-CN" altLang="en-US" b="1"/>
              <a:t>：打电话 </a:t>
            </a:r>
            <a:r>
              <a:rPr lang="en-US" altLang="zh-CN" b="1"/>
              <a:t>(</a:t>
            </a:r>
            <a:r>
              <a:rPr lang="zh-CN" altLang="en-US" b="1"/>
              <a:t>自动机在通信领域的应用</a:t>
            </a:r>
            <a:r>
              <a:rPr lang="en-US" altLang="zh-CN" b="1"/>
              <a:t>)</a:t>
            </a:r>
            <a:r>
              <a:rPr lang="zh-CN" altLang="en-US" b="1"/>
              <a:t>。</a:t>
            </a:r>
          </a:p>
          <a:p>
            <a:pPr eaLnBrk="1" hangingPunct="1">
              <a:buFontTx/>
              <a:buNone/>
            </a:pPr>
            <a:r>
              <a:rPr lang="zh-CN" altLang="en-US" b="1"/>
              <a:t>	      在一次呼叫中，从建立连接到通话完毕，要经历摘机，拨号，应答，进行通话等过程，话机的状态及状态迁移如下所示。</a:t>
            </a:r>
          </a:p>
        </p:txBody>
      </p:sp>
      <p:grpSp>
        <p:nvGrpSpPr>
          <p:cNvPr id="150533" name="Group 28">
            <a:extLst>
              <a:ext uri="{FF2B5EF4-FFF2-40B4-BE49-F238E27FC236}">
                <a16:creationId xmlns:a16="http://schemas.microsoft.com/office/drawing/2014/main" id="{34EA325A-1099-4ADE-9FDB-FEC895F26D4D}"/>
              </a:ext>
            </a:extLst>
          </p:cNvPr>
          <p:cNvGrpSpPr>
            <a:grpSpLocks/>
          </p:cNvGrpSpPr>
          <p:nvPr/>
        </p:nvGrpSpPr>
        <p:grpSpPr bwMode="auto">
          <a:xfrm>
            <a:off x="2627313" y="3124200"/>
            <a:ext cx="5884862" cy="3468688"/>
            <a:chOff x="0" y="0"/>
            <a:chExt cx="3707" cy="2089"/>
          </a:xfrm>
        </p:grpSpPr>
        <p:sp>
          <p:nvSpPr>
            <p:cNvPr id="150542" name="Freeform 29">
              <a:extLst>
                <a:ext uri="{FF2B5EF4-FFF2-40B4-BE49-F238E27FC236}">
                  <a16:creationId xmlns:a16="http://schemas.microsoft.com/office/drawing/2014/main" id="{BE23485F-B0FB-4A81-BDD3-074D5AD28543}"/>
                </a:ext>
              </a:extLst>
            </p:cNvPr>
            <p:cNvSpPr>
              <a:spLocks noChangeArrowheads="1"/>
            </p:cNvSpPr>
            <p:nvPr/>
          </p:nvSpPr>
          <p:spPr bwMode="auto">
            <a:xfrm>
              <a:off x="0" y="1096"/>
              <a:ext cx="412" cy="374"/>
            </a:xfrm>
            <a:custGeom>
              <a:avLst/>
              <a:gdLst>
                <a:gd name="T0" fmla="*/ 415 w 251"/>
                <a:gd name="T1" fmla="*/ 792 h 257"/>
                <a:gd name="T2" fmla="*/ 694 w 251"/>
                <a:gd name="T3" fmla="*/ 792 h 257"/>
                <a:gd name="T4" fmla="*/ 752 w 251"/>
                <a:gd name="T5" fmla="*/ 786 h 257"/>
                <a:gd name="T6" fmla="*/ 808 w 251"/>
                <a:gd name="T7" fmla="*/ 777 h 257"/>
                <a:gd name="T8" fmla="*/ 868 w 251"/>
                <a:gd name="T9" fmla="*/ 757 h 257"/>
                <a:gd name="T10" fmla="*/ 919 w 251"/>
                <a:gd name="T11" fmla="*/ 726 h 257"/>
                <a:gd name="T12" fmla="*/ 967 w 251"/>
                <a:gd name="T13" fmla="*/ 693 h 257"/>
                <a:gd name="T14" fmla="*/ 1008 w 251"/>
                <a:gd name="T15" fmla="*/ 656 h 257"/>
                <a:gd name="T16" fmla="*/ 1042 w 251"/>
                <a:gd name="T17" fmla="*/ 608 h 257"/>
                <a:gd name="T18" fmla="*/ 1075 w 251"/>
                <a:gd name="T19" fmla="*/ 557 h 257"/>
                <a:gd name="T20" fmla="*/ 1092 w 251"/>
                <a:gd name="T21" fmla="*/ 506 h 257"/>
                <a:gd name="T22" fmla="*/ 1105 w 251"/>
                <a:gd name="T23" fmla="*/ 453 h 257"/>
                <a:gd name="T24" fmla="*/ 1110 w 251"/>
                <a:gd name="T25" fmla="*/ 399 h 257"/>
                <a:gd name="T26" fmla="*/ 1105 w 251"/>
                <a:gd name="T27" fmla="*/ 339 h 257"/>
                <a:gd name="T28" fmla="*/ 1092 w 251"/>
                <a:gd name="T29" fmla="*/ 285 h 257"/>
                <a:gd name="T30" fmla="*/ 1075 w 251"/>
                <a:gd name="T31" fmla="*/ 231 h 257"/>
                <a:gd name="T32" fmla="*/ 1042 w 251"/>
                <a:gd name="T33" fmla="*/ 182 h 257"/>
                <a:gd name="T34" fmla="*/ 1008 w 251"/>
                <a:gd name="T35" fmla="*/ 138 h 257"/>
                <a:gd name="T36" fmla="*/ 967 w 251"/>
                <a:gd name="T37" fmla="*/ 99 h 257"/>
                <a:gd name="T38" fmla="*/ 919 w 251"/>
                <a:gd name="T39" fmla="*/ 65 h 257"/>
                <a:gd name="T40" fmla="*/ 868 w 251"/>
                <a:gd name="T41" fmla="*/ 36 h 257"/>
                <a:gd name="T42" fmla="*/ 808 w 251"/>
                <a:gd name="T43" fmla="*/ 19 h 257"/>
                <a:gd name="T44" fmla="*/ 752 w 251"/>
                <a:gd name="T45" fmla="*/ 1 h 257"/>
                <a:gd name="T46" fmla="*/ 694 w 251"/>
                <a:gd name="T47" fmla="*/ 0 h 257"/>
                <a:gd name="T48" fmla="*/ 415 w 251"/>
                <a:gd name="T49" fmla="*/ 0 h 257"/>
                <a:gd name="T50" fmla="*/ 358 w 251"/>
                <a:gd name="T51" fmla="*/ 1 h 257"/>
                <a:gd name="T52" fmla="*/ 302 w 251"/>
                <a:gd name="T53" fmla="*/ 19 h 257"/>
                <a:gd name="T54" fmla="*/ 243 w 251"/>
                <a:gd name="T55" fmla="*/ 36 h 257"/>
                <a:gd name="T56" fmla="*/ 194 w 251"/>
                <a:gd name="T57" fmla="*/ 65 h 257"/>
                <a:gd name="T58" fmla="*/ 146 w 251"/>
                <a:gd name="T59" fmla="*/ 99 h 257"/>
                <a:gd name="T60" fmla="*/ 105 w 251"/>
                <a:gd name="T61" fmla="*/ 138 h 257"/>
                <a:gd name="T62" fmla="*/ 67 w 251"/>
                <a:gd name="T63" fmla="*/ 182 h 257"/>
                <a:gd name="T64" fmla="*/ 41 w 251"/>
                <a:gd name="T65" fmla="*/ 231 h 257"/>
                <a:gd name="T66" fmla="*/ 18 w 251"/>
                <a:gd name="T67" fmla="*/ 285 h 257"/>
                <a:gd name="T68" fmla="*/ 5 w 251"/>
                <a:gd name="T69" fmla="*/ 339 h 257"/>
                <a:gd name="T70" fmla="*/ 0 w 251"/>
                <a:gd name="T71" fmla="*/ 399 h 257"/>
                <a:gd name="T72" fmla="*/ 5 w 251"/>
                <a:gd name="T73" fmla="*/ 453 h 257"/>
                <a:gd name="T74" fmla="*/ 18 w 251"/>
                <a:gd name="T75" fmla="*/ 506 h 257"/>
                <a:gd name="T76" fmla="*/ 41 w 251"/>
                <a:gd name="T77" fmla="*/ 557 h 257"/>
                <a:gd name="T78" fmla="*/ 67 w 251"/>
                <a:gd name="T79" fmla="*/ 608 h 257"/>
                <a:gd name="T80" fmla="*/ 105 w 251"/>
                <a:gd name="T81" fmla="*/ 656 h 257"/>
                <a:gd name="T82" fmla="*/ 146 w 251"/>
                <a:gd name="T83" fmla="*/ 693 h 257"/>
                <a:gd name="T84" fmla="*/ 194 w 251"/>
                <a:gd name="T85" fmla="*/ 726 h 257"/>
                <a:gd name="T86" fmla="*/ 243 w 251"/>
                <a:gd name="T87" fmla="*/ 757 h 257"/>
                <a:gd name="T88" fmla="*/ 302 w 251"/>
                <a:gd name="T89" fmla="*/ 777 h 257"/>
                <a:gd name="T90" fmla="*/ 358 w 251"/>
                <a:gd name="T91" fmla="*/ 786 h 257"/>
                <a:gd name="T92" fmla="*/ 415 w 251"/>
                <a:gd name="T93" fmla="*/ 792 h 25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1" h="257">
                  <a:moveTo>
                    <a:pt x="94" y="257"/>
                  </a:moveTo>
                  <a:lnTo>
                    <a:pt x="157" y="257"/>
                  </a:lnTo>
                  <a:lnTo>
                    <a:pt x="170" y="255"/>
                  </a:lnTo>
                  <a:lnTo>
                    <a:pt x="183" y="252"/>
                  </a:lnTo>
                  <a:lnTo>
                    <a:pt x="196" y="245"/>
                  </a:lnTo>
                  <a:lnTo>
                    <a:pt x="208" y="236"/>
                  </a:lnTo>
                  <a:lnTo>
                    <a:pt x="219" y="225"/>
                  </a:lnTo>
                  <a:lnTo>
                    <a:pt x="228" y="213"/>
                  </a:lnTo>
                  <a:lnTo>
                    <a:pt x="236" y="197"/>
                  </a:lnTo>
                  <a:lnTo>
                    <a:pt x="243" y="181"/>
                  </a:lnTo>
                  <a:lnTo>
                    <a:pt x="247" y="164"/>
                  </a:lnTo>
                  <a:lnTo>
                    <a:pt x="250" y="147"/>
                  </a:lnTo>
                  <a:lnTo>
                    <a:pt x="251" y="129"/>
                  </a:lnTo>
                  <a:lnTo>
                    <a:pt x="250" y="110"/>
                  </a:lnTo>
                  <a:lnTo>
                    <a:pt x="247" y="93"/>
                  </a:lnTo>
                  <a:lnTo>
                    <a:pt x="243" y="75"/>
                  </a:lnTo>
                  <a:lnTo>
                    <a:pt x="236" y="59"/>
                  </a:lnTo>
                  <a:lnTo>
                    <a:pt x="228" y="45"/>
                  </a:lnTo>
                  <a:lnTo>
                    <a:pt x="219" y="32"/>
                  </a:lnTo>
                  <a:lnTo>
                    <a:pt x="208" y="21"/>
                  </a:lnTo>
                  <a:lnTo>
                    <a:pt x="196" y="12"/>
                  </a:lnTo>
                  <a:lnTo>
                    <a:pt x="183" y="6"/>
                  </a:lnTo>
                  <a:lnTo>
                    <a:pt x="170" y="1"/>
                  </a:lnTo>
                  <a:lnTo>
                    <a:pt x="157" y="0"/>
                  </a:lnTo>
                  <a:lnTo>
                    <a:pt x="94" y="0"/>
                  </a:lnTo>
                  <a:lnTo>
                    <a:pt x="81" y="1"/>
                  </a:lnTo>
                  <a:lnTo>
                    <a:pt x="68" y="6"/>
                  </a:lnTo>
                  <a:lnTo>
                    <a:pt x="55" y="12"/>
                  </a:lnTo>
                  <a:lnTo>
                    <a:pt x="44" y="21"/>
                  </a:lnTo>
                  <a:lnTo>
                    <a:pt x="33" y="32"/>
                  </a:lnTo>
                  <a:lnTo>
                    <a:pt x="24" y="45"/>
                  </a:lnTo>
                  <a:lnTo>
                    <a:pt x="15" y="59"/>
                  </a:lnTo>
                  <a:lnTo>
                    <a:pt x="9" y="75"/>
                  </a:lnTo>
                  <a:lnTo>
                    <a:pt x="4" y="93"/>
                  </a:lnTo>
                  <a:lnTo>
                    <a:pt x="1" y="110"/>
                  </a:lnTo>
                  <a:lnTo>
                    <a:pt x="0" y="129"/>
                  </a:lnTo>
                  <a:lnTo>
                    <a:pt x="1" y="147"/>
                  </a:lnTo>
                  <a:lnTo>
                    <a:pt x="4" y="164"/>
                  </a:lnTo>
                  <a:lnTo>
                    <a:pt x="9" y="181"/>
                  </a:lnTo>
                  <a:lnTo>
                    <a:pt x="15" y="197"/>
                  </a:lnTo>
                  <a:lnTo>
                    <a:pt x="24" y="213"/>
                  </a:lnTo>
                  <a:lnTo>
                    <a:pt x="33" y="225"/>
                  </a:lnTo>
                  <a:lnTo>
                    <a:pt x="44" y="236"/>
                  </a:lnTo>
                  <a:lnTo>
                    <a:pt x="55" y="245"/>
                  </a:lnTo>
                  <a:lnTo>
                    <a:pt x="68" y="252"/>
                  </a:lnTo>
                  <a:lnTo>
                    <a:pt x="81" y="255"/>
                  </a:lnTo>
                  <a:lnTo>
                    <a:pt x="94" y="257"/>
                  </a:lnTo>
                  <a:close/>
                </a:path>
              </a:pathLst>
            </a:custGeom>
            <a:solidFill>
              <a:srgbClr val="FFFFFF"/>
            </a:solidFill>
            <a:ln w="3175">
              <a:solidFill>
                <a:srgbClr val="000000"/>
              </a:solidFill>
              <a:miter lim="800000"/>
              <a:headEnd/>
              <a:tailEnd/>
            </a:ln>
          </p:spPr>
          <p:txBody>
            <a:bodyPr/>
            <a:lstStyle/>
            <a:p>
              <a:endParaRPr lang="zh-CN" altLang="en-US"/>
            </a:p>
          </p:txBody>
        </p:sp>
        <p:sp>
          <p:nvSpPr>
            <p:cNvPr id="150543" name="Rectangle 30">
              <a:extLst>
                <a:ext uri="{FF2B5EF4-FFF2-40B4-BE49-F238E27FC236}">
                  <a16:creationId xmlns:a16="http://schemas.microsoft.com/office/drawing/2014/main" id="{2CBFD8AE-480D-4624-81C3-A5AC7EF304F9}"/>
                </a:ext>
              </a:extLst>
            </p:cNvPr>
            <p:cNvSpPr>
              <a:spLocks noChangeArrowheads="1"/>
            </p:cNvSpPr>
            <p:nvPr/>
          </p:nvSpPr>
          <p:spPr bwMode="auto">
            <a:xfrm>
              <a:off x="227" y="1185"/>
              <a:ext cx="13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1700" b="1">
                  <a:solidFill>
                    <a:srgbClr val="000000"/>
                  </a:solidFill>
                  <a:latin typeface="宋体" panose="02010600030101010101" pitchFamily="2" charset="-122"/>
                </a:rPr>
                <a:t>q0</a:t>
              </a:r>
              <a:endParaRPr lang="en-US" altLang="zh-CN" sz="2000" b="1">
                <a:solidFill>
                  <a:srgbClr val="009999"/>
                </a:solidFill>
              </a:endParaRPr>
            </a:p>
          </p:txBody>
        </p:sp>
        <p:sp>
          <p:nvSpPr>
            <p:cNvPr id="150544" name="Freeform 31">
              <a:extLst>
                <a:ext uri="{FF2B5EF4-FFF2-40B4-BE49-F238E27FC236}">
                  <a16:creationId xmlns:a16="http://schemas.microsoft.com/office/drawing/2014/main" id="{505DFBAC-A585-4C5F-80CD-580B878D964A}"/>
                </a:ext>
              </a:extLst>
            </p:cNvPr>
            <p:cNvSpPr>
              <a:spLocks noChangeArrowheads="1"/>
            </p:cNvSpPr>
            <p:nvPr/>
          </p:nvSpPr>
          <p:spPr bwMode="auto">
            <a:xfrm>
              <a:off x="907" y="352"/>
              <a:ext cx="411" cy="372"/>
            </a:xfrm>
            <a:custGeom>
              <a:avLst/>
              <a:gdLst>
                <a:gd name="T0" fmla="*/ 414 w 250"/>
                <a:gd name="T1" fmla="*/ 786 h 256"/>
                <a:gd name="T2" fmla="*/ 692 w 250"/>
                <a:gd name="T3" fmla="*/ 786 h 256"/>
                <a:gd name="T4" fmla="*/ 751 w 250"/>
                <a:gd name="T5" fmla="*/ 783 h 256"/>
                <a:gd name="T6" fmla="*/ 814 w 250"/>
                <a:gd name="T7" fmla="*/ 770 h 256"/>
                <a:gd name="T8" fmla="*/ 868 w 250"/>
                <a:gd name="T9" fmla="*/ 751 h 256"/>
                <a:gd name="T10" fmla="*/ 919 w 250"/>
                <a:gd name="T11" fmla="*/ 724 h 256"/>
                <a:gd name="T12" fmla="*/ 968 w 250"/>
                <a:gd name="T13" fmla="*/ 690 h 256"/>
                <a:gd name="T14" fmla="*/ 1008 w 250"/>
                <a:gd name="T15" fmla="*/ 651 h 256"/>
                <a:gd name="T16" fmla="*/ 1044 w 250"/>
                <a:gd name="T17" fmla="*/ 609 h 256"/>
                <a:gd name="T18" fmla="*/ 1070 w 250"/>
                <a:gd name="T19" fmla="*/ 555 h 256"/>
                <a:gd name="T20" fmla="*/ 1092 w 250"/>
                <a:gd name="T21" fmla="*/ 503 h 256"/>
                <a:gd name="T22" fmla="*/ 1105 w 250"/>
                <a:gd name="T23" fmla="*/ 448 h 256"/>
                <a:gd name="T24" fmla="*/ 1111 w 250"/>
                <a:gd name="T25" fmla="*/ 392 h 256"/>
                <a:gd name="T26" fmla="*/ 1105 w 250"/>
                <a:gd name="T27" fmla="*/ 339 h 256"/>
                <a:gd name="T28" fmla="*/ 1092 w 250"/>
                <a:gd name="T29" fmla="*/ 283 h 256"/>
                <a:gd name="T30" fmla="*/ 1070 w 250"/>
                <a:gd name="T31" fmla="*/ 230 h 256"/>
                <a:gd name="T32" fmla="*/ 1044 w 250"/>
                <a:gd name="T33" fmla="*/ 182 h 256"/>
                <a:gd name="T34" fmla="*/ 1008 w 250"/>
                <a:gd name="T35" fmla="*/ 135 h 256"/>
                <a:gd name="T36" fmla="*/ 968 w 250"/>
                <a:gd name="T37" fmla="*/ 94 h 256"/>
                <a:gd name="T38" fmla="*/ 919 w 250"/>
                <a:gd name="T39" fmla="*/ 65 h 256"/>
                <a:gd name="T40" fmla="*/ 868 w 250"/>
                <a:gd name="T41" fmla="*/ 36 h 256"/>
                <a:gd name="T42" fmla="*/ 814 w 250"/>
                <a:gd name="T43" fmla="*/ 15 h 256"/>
                <a:gd name="T44" fmla="*/ 751 w 250"/>
                <a:gd name="T45" fmla="*/ 1 h 256"/>
                <a:gd name="T46" fmla="*/ 692 w 250"/>
                <a:gd name="T47" fmla="*/ 0 h 256"/>
                <a:gd name="T48" fmla="*/ 414 w 250"/>
                <a:gd name="T49" fmla="*/ 0 h 256"/>
                <a:gd name="T50" fmla="*/ 357 w 250"/>
                <a:gd name="T51" fmla="*/ 1 h 256"/>
                <a:gd name="T52" fmla="*/ 298 w 250"/>
                <a:gd name="T53" fmla="*/ 15 h 256"/>
                <a:gd name="T54" fmla="*/ 240 w 250"/>
                <a:gd name="T55" fmla="*/ 36 h 256"/>
                <a:gd name="T56" fmla="*/ 192 w 250"/>
                <a:gd name="T57" fmla="*/ 65 h 256"/>
                <a:gd name="T58" fmla="*/ 143 w 250"/>
                <a:gd name="T59" fmla="*/ 94 h 256"/>
                <a:gd name="T60" fmla="*/ 97 w 250"/>
                <a:gd name="T61" fmla="*/ 135 h 256"/>
                <a:gd name="T62" fmla="*/ 62 w 250"/>
                <a:gd name="T63" fmla="*/ 182 h 256"/>
                <a:gd name="T64" fmla="*/ 35 w 250"/>
                <a:gd name="T65" fmla="*/ 230 h 256"/>
                <a:gd name="T66" fmla="*/ 13 w 250"/>
                <a:gd name="T67" fmla="*/ 283 h 256"/>
                <a:gd name="T68" fmla="*/ 5 w 250"/>
                <a:gd name="T69" fmla="*/ 339 h 256"/>
                <a:gd name="T70" fmla="*/ 0 w 250"/>
                <a:gd name="T71" fmla="*/ 392 h 256"/>
                <a:gd name="T72" fmla="*/ 5 w 250"/>
                <a:gd name="T73" fmla="*/ 448 h 256"/>
                <a:gd name="T74" fmla="*/ 13 w 250"/>
                <a:gd name="T75" fmla="*/ 503 h 256"/>
                <a:gd name="T76" fmla="*/ 35 w 250"/>
                <a:gd name="T77" fmla="*/ 555 h 256"/>
                <a:gd name="T78" fmla="*/ 62 w 250"/>
                <a:gd name="T79" fmla="*/ 609 h 256"/>
                <a:gd name="T80" fmla="*/ 97 w 250"/>
                <a:gd name="T81" fmla="*/ 651 h 256"/>
                <a:gd name="T82" fmla="*/ 143 w 250"/>
                <a:gd name="T83" fmla="*/ 690 h 256"/>
                <a:gd name="T84" fmla="*/ 192 w 250"/>
                <a:gd name="T85" fmla="*/ 724 h 256"/>
                <a:gd name="T86" fmla="*/ 240 w 250"/>
                <a:gd name="T87" fmla="*/ 751 h 256"/>
                <a:gd name="T88" fmla="*/ 298 w 250"/>
                <a:gd name="T89" fmla="*/ 770 h 256"/>
                <a:gd name="T90" fmla="*/ 357 w 250"/>
                <a:gd name="T91" fmla="*/ 783 h 256"/>
                <a:gd name="T92" fmla="*/ 414 w 250"/>
                <a:gd name="T93" fmla="*/ 786 h 25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0" h="256">
                  <a:moveTo>
                    <a:pt x="93" y="256"/>
                  </a:moveTo>
                  <a:lnTo>
                    <a:pt x="156" y="256"/>
                  </a:lnTo>
                  <a:lnTo>
                    <a:pt x="169" y="255"/>
                  </a:lnTo>
                  <a:lnTo>
                    <a:pt x="183" y="251"/>
                  </a:lnTo>
                  <a:lnTo>
                    <a:pt x="195" y="245"/>
                  </a:lnTo>
                  <a:lnTo>
                    <a:pt x="207" y="236"/>
                  </a:lnTo>
                  <a:lnTo>
                    <a:pt x="218" y="225"/>
                  </a:lnTo>
                  <a:lnTo>
                    <a:pt x="227" y="212"/>
                  </a:lnTo>
                  <a:lnTo>
                    <a:pt x="235" y="198"/>
                  </a:lnTo>
                  <a:lnTo>
                    <a:pt x="241" y="181"/>
                  </a:lnTo>
                  <a:lnTo>
                    <a:pt x="246" y="164"/>
                  </a:lnTo>
                  <a:lnTo>
                    <a:pt x="249" y="146"/>
                  </a:lnTo>
                  <a:lnTo>
                    <a:pt x="250" y="128"/>
                  </a:lnTo>
                  <a:lnTo>
                    <a:pt x="249" y="110"/>
                  </a:lnTo>
                  <a:lnTo>
                    <a:pt x="246" y="92"/>
                  </a:lnTo>
                  <a:lnTo>
                    <a:pt x="241" y="75"/>
                  </a:lnTo>
                  <a:lnTo>
                    <a:pt x="235" y="59"/>
                  </a:lnTo>
                  <a:lnTo>
                    <a:pt x="227" y="44"/>
                  </a:lnTo>
                  <a:lnTo>
                    <a:pt x="218" y="31"/>
                  </a:lnTo>
                  <a:lnTo>
                    <a:pt x="207" y="21"/>
                  </a:lnTo>
                  <a:lnTo>
                    <a:pt x="195" y="12"/>
                  </a:lnTo>
                  <a:lnTo>
                    <a:pt x="183" y="5"/>
                  </a:lnTo>
                  <a:lnTo>
                    <a:pt x="169" y="1"/>
                  </a:lnTo>
                  <a:lnTo>
                    <a:pt x="156" y="0"/>
                  </a:lnTo>
                  <a:lnTo>
                    <a:pt x="93" y="0"/>
                  </a:lnTo>
                  <a:lnTo>
                    <a:pt x="80" y="1"/>
                  </a:lnTo>
                  <a:lnTo>
                    <a:pt x="67" y="5"/>
                  </a:lnTo>
                  <a:lnTo>
                    <a:pt x="54" y="12"/>
                  </a:lnTo>
                  <a:lnTo>
                    <a:pt x="43" y="21"/>
                  </a:lnTo>
                  <a:lnTo>
                    <a:pt x="32" y="31"/>
                  </a:lnTo>
                  <a:lnTo>
                    <a:pt x="22" y="44"/>
                  </a:lnTo>
                  <a:lnTo>
                    <a:pt x="14" y="59"/>
                  </a:lnTo>
                  <a:lnTo>
                    <a:pt x="8" y="75"/>
                  </a:lnTo>
                  <a:lnTo>
                    <a:pt x="3" y="92"/>
                  </a:lnTo>
                  <a:lnTo>
                    <a:pt x="1" y="110"/>
                  </a:lnTo>
                  <a:lnTo>
                    <a:pt x="0" y="128"/>
                  </a:lnTo>
                  <a:lnTo>
                    <a:pt x="1" y="146"/>
                  </a:lnTo>
                  <a:lnTo>
                    <a:pt x="3" y="164"/>
                  </a:lnTo>
                  <a:lnTo>
                    <a:pt x="8" y="181"/>
                  </a:lnTo>
                  <a:lnTo>
                    <a:pt x="14" y="198"/>
                  </a:lnTo>
                  <a:lnTo>
                    <a:pt x="22" y="212"/>
                  </a:lnTo>
                  <a:lnTo>
                    <a:pt x="32" y="225"/>
                  </a:lnTo>
                  <a:lnTo>
                    <a:pt x="43" y="236"/>
                  </a:lnTo>
                  <a:lnTo>
                    <a:pt x="54" y="245"/>
                  </a:lnTo>
                  <a:lnTo>
                    <a:pt x="67" y="251"/>
                  </a:lnTo>
                  <a:lnTo>
                    <a:pt x="80" y="255"/>
                  </a:lnTo>
                  <a:lnTo>
                    <a:pt x="93" y="256"/>
                  </a:lnTo>
                  <a:close/>
                </a:path>
              </a:pathLst>
            </a:custGeom>
            <a:solidFill>
              <a:srgbClr val="FFFFFF"/>
            </a:solidFill>
            <a:ln w="3175">
              <a:solidFill>
                <a:srgbClr val="000000"/>
              </a:solidFill>
              <a:miter lim="800000"/>
              <a:headEnd/>
              <a:tailEnd/>
            </a:ln>
          </p:spPr>
          <p:txBody>
            <a:bodyPr/>
            <a:lstStyle/>
            <a:p>
              <a:endParaRPr lang="zh-CN" altLang="en-US"/>
            </a:p>
          </p:txBody>
        </p:sp>
        <p:sp>
          <p:nvSpPr>
            <p:cNvPr id="150545" name="Rectangle 32">
              <a:extLst>
                <a:ext uri="{FF2B5EF4-FFF2-40B4-BE49-F238E27FC236}">
                  <a16:creationId xmlns:a16="http://schemas.microsoft.com/office/drawing/2014/main" id="{843C55F7-905B-417C-8C94-9A55373F274A}"/>
                </a:ext>
              </a:extLst>
            </p:cNvPr>
            <p:cNvSpPr>
              <a:spLocks noChangeArrowheads="1"/>
            </p:cNvSpPr>
            <p:nvPr/>
          </p:nvSpPr>
          <p:spPr bwMode="auto">
            <a:xfrm>
              <a:off x="1117" y="439"/>
              <a:ext cx="1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1900" b="1">
                  <a:solidFill>
                    <a:srgbClr val="000000"/>
                  </a:solidFill>
                  <a:latin typeface="宋体" panose="02010600030101010101" pitchFamily="2" charset="-122"/>
                </a:rPr>
                <a:t>q1</a:t>
              </a:r>
              <a:endParaRPr lang="en-US" altLang="zh-CN" sz="2400" b="1">
                <a:solidFill>
                  <a:srgbClr val="009999"/>
                </a:solidFill>
              </a:endParaRPr>
            </a:p>
          </p:txBody>
        </p:sp>
        <p:sp>
          <p:nvSpPr>
            <p:cNvPr id="150546" name="Freeform 33">
              <a:extLst>
                <a:ext uri="{FF2B5EF4-FFF2-40B4-BE49-F238E27FC236}">
                  <a16:creationId xmlns:a16="http://schemas.microsoft.com/office/drawing/2014/main" id="{64836C5F-5B8A-4A96-8C56-C5E1925E0731}"/>
                </a:ext>
              </a:extLst>
            </p:cNvPr>
            <p:cNvSpPr>
              <a:spLocks noChangeArrowheads="1"/>
            </p:cNvSpPr>
            <p:nvPr/>
          </p:nvSpPr>
          <p:spPr bwMode="auto">
            <a:xfrm>
              <a:off x="2142" y="352"/>
              <a:ext cx="413" cy="372"/>
            </a:xfrm>
            <a:custGeom>
              <a:avLst/>
              <a:gdLst>
                <a:gd name="T0" fmla="*/ 420 w 251"/>
                <a:gd name="T1" fmla="*/ 786 h 256"/>
                <a:gd name="T2" fmla="*/ 696 w 251"/>
                <a:gd name="T3" fmla="*/ 786 h 256"/>
                <a:gd name="T4" fmla="*/ 759 w 251"/>
                <a:gd name="T5" fmla="*/ 783 h 256"/>
                <a:gd name="T6" fmla="*/ 814 w 251"/>
                <a:gd name="T7" fmla="*/ 770 h 256"/>
                <a:gd name="T8" fmla="*/ 874 w 251"/>
                <a:gd name="T9" fmla="*/ 751 h 256"/>
                <a:gd name="T10" fmla="*/ 923 w 251"/>
                <a:gd name="T11" fmla="*/ 724 h 256"/>
                <a:gd name="T12" fmla="*/ 972 w 251"/>
                <a:gd name="T13" fmla="*/ 690 h 256"/>
                <a:gd name="T14" fmla="*/ 1012 w 251"/>
                <a:gd name="T15" fmla="*/ 651 h 256"/>
                <a:gd name="T16" fmla="*/ 1048 w 251"/>
                <a:gd name="T17" fmla="*/ 609 h 256"/>
                <a:gd name="T18" fmla="*/ 1078 w 251"/>
                <a:gd name="T19" fmla="*/ 555 h 256"/>
                <a:gd name="T20" fmla="*/ 1096 w 251"/>
                <a:gd name="T21" fmla="*/ 503 h 256"/>
                <a:gd name="T22" fmla="*/ 1112 w 251"/>
                <a:gd name="T23" fmla="*/ 448 h 256"/>
                <a:gd name="T24" fmla="*/ 1119 w 251"/>
                <a:gd name="T25" fmla="*/ 392 h 256"/>
                <a:gd name="T26" fmla="*/ 1112 w 251"/>
                <a:gd name="T27" fmla="*/ 339 h 256"/>
                <a:gd name="T28" fmla="*/ 1096 w 251"/>
                <a:gd name="T29" fmla="*/ 283 h 256"/>
                <a:gd name="T30" fmla="*/ 1078 w 251"/>
                <a:gd name="T31" fmla="*/ 230 h 256"/>
                <a:gd name="T32" fmla="*/ 1048 w 251"/>
                <a:gd name="T33" fmla="*/ 182 h 256"/>
                <a:gd name="T34" fmla="*/ 1012 w 251"/>
                <a:gd name="T35" fmla="*/ 135 h 256"/>
                <a:gd name="T36" fmla="*/ 972 w 251"/>
                <a:gd name="T37" fmla="*/ 94 h 256"/>
                <a:gd name="T38" fmla="*/ 923 w 251"/>
                <a:gd name="T39" fmla="*/ 65 h 256"/>
                <a:gd name="T40" fmla="*/ 874 w 251"/>
                <a:gd name="T41" fmla="*/ 36 h 256"/>
                <a:gd name="T42" fmla="*/ 814 w 251"/>
                <a:gd name="T43" fmla="*/ 15 h 256"/>
                <a:gd name="T44" fmla="*/ 759 w 251"/>
                <a:gd name="T45" fmla="*/ 1 h 256"/>
                <a:gd name="T46" fmla="*/ 696 w 251"/>
                <a:gd name="T47" fmla="*/ 0 h 256"/>
                <a:gd name="T48" fmla="*/ 420 w 251"/>
                <a:gd name="T49" fmla="*/ 0 h 256"/>
                <a:gd name="T50" fmla="*/ 357 w 251"/>
                <a:gd name="T51" fmla="*/ 1 h 256"/>
                <a:gd name="T52" fmla="*/ 298 w 251"/>
                <a:gd name="T53" fmla="*/ 15 h 256"/>
                <a:gd name="T54" fmla="*/ 244 w 251"/>
                <a:gd name="T55" fmla="*/ 36 h 256"/>
                <a:gd name="T56" fmla="*/ 193 w 251"/>
                <a:gd name="T57" fmla="*/ 65 h 256"/>
                <a:gd name="T58" fmla="*/ 143 w 251"/>
                <a:gd name="T59" fmla="*/ 94 h 256"/>
                <a:gd name="T60" fmla="*/ 104 w 251"/>
                <a:gd name="T61" fmla="*/ 135 h 256"/>
                <a:gd name="T62" fmla="*/ 67 w 251"/>
                <a:gd name="T63" fmla="*/ 182 h 256"/>
                <a:gd name="T64" fmla="*/ 35 w 251"/>
                <a:gd name="T65" fmla="*/ 230 h 256"/>
                <a:gd name="T66" fmla="*/ 20 w 251"/>
                <a:gd name="T67" fmla="*/ 283 h 256"/>
                <a:gd name="T68" fmla="*/ 5 w 251"/>
                <a:gd name="T69" fmla="*/ 339 h 256"/>
                <a:gd name="T70" fmla="*/ 0 w 251"/>
                <a:gd name="T71" fmla="*/ 392 h 256"/>
                <a:gd name="T72" fmla="*/ 5 w 251"/>
                <a:gd name="T73" fmla="*/ 448 h 256"/>
                <a:gd name="T74" fmla="*/ 20 w 251"/>
                <a:gd name="T75" fmla="*/ 503 h 256"/>
                <a:gd name="T76" fmla="*/ 35 w 251"/>
                <a:gd name="T77" fmla="*/ 555 h 256"/>
                <a:gd name="T78" fmla="*/ 67 w 251"/>
                <a:gd name="T79" fmla="*/ 609 h 256"/>
                <a:gd name="T80" fmla="*/ 104 w 251"/>
                <a:gd name="T81" fmla="*/ 651 h 256"/>
                <a:gd name="T82" fmla="*/ 143 w 251"/>
                <a:gd name="T83" fmla="*/ 690 h 256"/>
                <a:gd name="T84" fmla="*/ 193 w 251"/>
                <a:gd name="T85" fmla="*/ 724 h 256"/>
                <a:gd name="T86" fmla="*/ 244 w 251"/>
                <a:gd name="T87" fmla="*/ 751 h 256"/>
                <a:gd name="T88" fmla="*/ 298 w 251"/>
                <a:gd name="T89" fmla="*/ 770 h 256"/>
                <a:gd name="T90" fmla="*/ 357 w 251"/>
                <a:gd name="T91" fmla="*/ 783 h 256"/>
                <a:gd name="T92" fmla="*/ 420 w 251"/>
                <a:gd name="T93" fmla="*/ 786 h 25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1" h="256">
                  <a:moveTo>
                    <a:pt x="94" y="256"/>
                  </a:moveTo>
                  <a:lnTo>
                    <a:pt x="156" y="256"/>
                  </a:lnTo>
                  <a:lnTo>
                    <a:pt x="170" y="255"/>
                  </a:lnTo>
                  <a:lnTo>
                    <a:pt x="183" y="251"/>
                  </a:lnTo>
                  <a:lnTo>
                    <a:pt x="196" y="245"/>
                  </a:lnTo>
                  <a:lnTo>
                    <a:pt x="207" y="236"/>
                  </a:lnTo>
                  <a:lnTo>
                    <a:pt x="218" y="225"/>
                  </a:lnTo>
                  <a:lnTo>
                    <a:pt x="227" y="212"/>
                  </a:lnTo>
                  <a:lnTo>
                    <a:pt x="235" y="198"/>
                  </a:lnTo>
                  <a:lnTo>
                    <a:pt x="242" y="181"/>
                  </a:lnTo>
                  <a:lnTo>
                    <a:pt x="246" y="164"/>
                  </a:lnTo>
                  <a:lnTo>
                    <a:pt x="250" y="146"/>
                  </a:lnTo>
                  <a:lnTo>
                    <a:pt x="251" y="128"/>
                  </a:lnTo>
                  <a:lnTo>
                    <a:pt x="250" y="110"/>
                  </a:lnTo>
                  <a:lnTo>
                    <a:pt x="246" y="92"/>
                  </a:lnTo>
                  <a:lnTo>
                    <a:pt x="242" y="75"/>
                  </a:lnTo>
                  <a:lnTo>
                    <a:pt x="235" y="59"/>
                  </a:lnTo>
                  <a:lnTo>
                    <a:pt x="227" y="44"/>
                  </a:lnTo>
                  <a:lnTo>
                    <a:pt x="218" y="31"/>
                  </a:lnTo>
                  <a:lnTo>
                    <a:pt x="207" y="21"/>
                  </a:lnTo>
                  <a:lnTo>
                    <a:pt x="196" y="12"/>
                  </a:lnTo>
                  <a:lnTo>
                    <a:pt x="183" y="5"/>
                  </a:lnTo>
                  <a:lnTo>
                    <a:pt x="170" y="1"/>
                  </a:lnTo>
                  <a:lnTo>
                    <a:pt x="156" y="0"/>
                  </a:lnTo>
                  <a:lnTo>
                    <a:pt x="94" y="0"/>
                  </a:lnTo>
                  <a:lnTo>
                    <a:pt x="80" y="1"/>
                  </a:lnTo>
                  <a:lnTo>
                    <a:pt x="67" y="5"/>
                  </a:lnTo>
                  <a:lnTo>
                    <a:pt x="55" y="12"/>
                  </a:lnTo>
                  <a:lnTo>
                    <a:pt x="43" y="21"/>
                  </a:lnTo>
                  <a:lnTo>
                    <a:pt x="32" y="31"/>
                  </a:lnTo>
                  <a:lnTo>
                    <a:pt x="23" y="44"/>
                  </a:lnTo>
                  <a:lnTo>
                    <a:pt x="15" y="59"/>
                  </a:lnTo>
                  <a:lnTo>
                    <a:pt x="8" y="75"/>
                  </a:lnTo>
                  <a:lnTo>
                    <a:pt x="4" y="92"/>
                  </a:lnTo>
                  <a:lnTo>
                    <a:pt x="1" y="110"/>
                  </a:lnTo>
                  <a:lnTo>
                    <a:pt x="0" y="128"/>
                  </a:lnTo>
                  <a:lnTo>
                    <a:pt x="1" y="146"/>
                  </a:lnTo>
                  <a:lnTo>
                    <a:pt x="4" y="164"/>
                  </a:lnTo>
                  <a:lnTo>
                    <a:pt x="8" y="181"/>
                  </a:lnTo>
                  <a:lnTo>
                    <a:pt x="15" y="198"/>
                  </a:lnTo>
                  <a:lnTo>
                    <a:pt x="23" y="212"/>
                  </a:lnTo>
                  <a:lnTo>
                    <a:pt x="32" y="225"/>
                  </a:lnTo>
                  <a:lnTo>
                    <a:pt x="43" y="236"/>
                  </a:lnTo>
                  <a:lnTo>
                    <a:pt x="55" y="245"/>
                  </a:lnTo>
                  <a:lnTo>
                    <a:pt x="67" y="251"/>
                  </a:lnTo>
                  <a:lnTo>
                    <a:pt x="80" y="255"/>
                  </a:lnTo>
                  <a:lnTo>
                    <a:pt x="94" y="256"/>
                  </a:lnTo>
                  <a:close/>
                </a:path>
              </a:pathLst>
            </a:custGeom>
            <a:solidFill>
              <a:srgbClr val="FFFFFF"/>
            </a:solidFill>
            <a:ln w="3175">
              <a:solidFill>
                <a:srgbClr val="000000"/>
              </a:solidFill>
              <a:miter lim="800000"/>
              <a:headEnd/>
              <a:tailEnd/>
            </a:ln>
          </p:spPr>
          <p:txBody>
            <a:bodyPr/>
            <a:lstStyle/>
            <a:p>
              <a:endParaRPr lang="zh-CN" altLang="en-US"/>
            </a:p>
          </p:txBody>
        </p:sp>
        <p:sp>
          <p:nvSpPr>
            <p:cNvPr id="150547" name="Rectangle 34">
              <a:extLst>
                <a:ext uri="{FF2B5EF4-FFF2-40B4-BE49-F238E27FC236}">
                  <a16:creationId xmlns:a16="http://schemas.microsoft.com/office/drawing/2014/main" id="{9B65B854-CCF6-4A64-B945-CE1AD4CAAFFC}"/>
                </a:ext>
              </a:extLst>
            </p:cNvPr>
            <p:cNvSpPr>
              <a:spLocks noChangeArrowheads="1"/>
            </p:cNvSpPr>
            <p:nvPr/>
          </p:nvSpPr>
          <p:spPr bwMode="auto">
            <a:xfrm>
              <a:off x="2367" y="439"/>
              <a:ext cx="13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1700" b="1">
                  <a:solidFill>
                    <a:srgbClr val="000000"/>
                  </a:solidFill>
                  <a:latin typeface="宋体" panose="02010600030101010101" pitchFamily="2" charset="-122"/>
                </a:rPr>
                <a:t>q2</a:t>
              </a:r>
              <a:endParaRPr lang="en-US" altLang="zh-CN" sz="2000" b="1">
                <a:solidFill>
                  <a:srgbClr val="009999"/>
                </a:solidFill>
              </a:endParaRPr>
            </a:p>
          </p:txBody>
        </p:sp>
        <p:sp>
          <p:nvSpPr>
            <p:cNvPr id="150548" name="Freeform 35">
              <a:extLst>
                <a:ext uri="{FF2B5EF4-FFF2-40B4-BE49-F238E27FC236}">
                  <a16:creationId xmlns:a16="http://schemas.microsoft.com/office/drawing/2014/main" id="{D1CB5B55-2638-4EC6-A17E-202BE3BAEDE1}"/>
                </a:ext>
              </a:extLst>
            </p:cNvPr>
            <p:cNvSpPr>
              <a:spLocks noChangeArrowheads="1"/>
            </p:cNvSpPr>
            <p:nvPr/>
          </p:nvSpPr>
          <p:spPr bwMode="auto">
            <a:xfrm>
              <a:off x="3294" y="1034"/>
              <a:ext cx="413" cy="373"/>
            </a:xfrm>
            <a:custGeom>
              <a:avLst/>
              <a:gdLst>
                <a:gd name="T0" fmla="*/ 420 w 251"/>
                <a:gd name="T1" fmla="*/ 785 h 257"/>
                <a:gd name="T2" fmla="*/ 699 w 251"/>
                <a:gd name="T3" fmla="*/ 785 h 257"/>
                <a:gd name="T4" fmla="*/ 760 w 251"/>
                <a:gd name="T5" fmla="*/ 784 h 257"/>
                <a:gd name="T6" fmla="*/ 814 w 251"/>
                <a:gd name="T7" fmla="*/ 771 h 257"/>
                <a:gd name="T8" fmla="*/ 874 w 251"/>
                <a:gd name="T9" fmla="*/ 750 h 257"/>
                <a:gd name="T10" fmla="*/ 926 w 251"/>
                <a:gd name="T11" fmla="*/ 724 h 257"/>
                <a:gd name="T12" fmla="*/ 972 w 251"/>
                <a:gd name="T13" fmla="*/ 689 h 257"/>
                <a:gd name="T14" fmla="*/ 1015 w 251"/>
                <a:gd name="T15" fmla="*/ 650 h 257"/>
                <a:gd name="T16" fmla="*/ 1050 w 251"/>
                <a:gd name="T17" fmla="*/ 605 h 257"/>
                <a:gd name="T18" fmla="*/ 1083 w 251"/>
                <a:gd name="T19" fmla="*/ 556 h 257"/>
                <a:gd name="T20" fmla="*/ 1099 w 251"/>
                <a:gd name="T21" fmla="*/ 501 h 257"/>
                <a:gd name="T22" fmla="*/ 1112 w 251"/>
                <a:gd name="T23" fmla="*/ 448 h 257"/>
                <a:gd name="T24" fmla="*/ 1119 w 251"/>
                <a:gd name="T25" fmla="*/ 393 h 257"/>
                <a:gd name="T26" fmla="*/ 1112 w 251"/>
                <a:gd name="T27" fmla="*/ 337 h 257"/>
                <a:gd name="T28" fmla="*/ 1099 w 251"/>
                <a:gd name="T29" fmla="*/ 284 h 257"/>
                <a:gd name="T30" fmla="*/ 1083 w 251"/>
                <a:gd name="T31" fmla="*/ 232 h 257"/>
                <a:gd name="T32" fmla="*/ 1050 w 251"/>
                <a:gd name="T33" fmla="*/ 183 h 257"/>
                <a:gd name="T34" fmla="*/ 1015 w 251"/>
                <a:gd name="T35" fmla="*/ 135 h 257"/>
                <a:gd name="T36" fmla="*/ 972 w 251"/>
                <a:gd name="T37" fmla="*/ 97 h 257"/>
                <a:gd name="T38" fmla="*/ 926 w 251"/>
                <a:gd name="T39" fmla="*/ 64 h 257"/>
                <a:gd name="T40" fmla="*/ 874 w 251"/>
                <a:gd name="T41" fmla="*/ 36 h 257"/>
                <a:gd name="T42" fmla="*/ 814 w 251"/>
                <a:gd name="T43" fmla="*/ 19 h 257"/>
                <a:gd name="T44" fmla="*/ 760 w 251"/>
                <a:gd name="T45" fmla="*/ 6 h 257"/>
                <a:gd name="T46" fmla="*/ 699 w 251"/>
                <a:gd name="T47" fmla="*/ 0 h 257"/>
                <a:gd name="T48" fmla="*/ 420 w 251"/>
                <a:gd name="T49" fmla="*/ 0 h 257"/>
                <a:gd name="T50" fmla="*/ 360 w 251"/>
                <a:gd name="T51" fmla="*/ 6 h 257"/>
                <a:gd name="T52" fmla="*/ 303 w 251"/>
                <a:gd name="T53" fmla="*/ 19 h 257"/>
                <a:gd name="T54" fmla="*/ 244 w 251"/>
                <a:gd name="T55" fmla="*/ 36 h 257"/>
                <a:gd name="T56" fmla="*/ 193 w 251"/>
                <a:gd name="T57" fmla="*/ 64 h 257"/>
                <a:gd name="T58" fmla="*/ 146 w 251"/>
                <a:gd name="T59" fmla="*/ 97 h 257"/>
                <a:gd name="T60" fmla="*/ 104 w 251"/>
                <a:gd name="T61" fmla="*/ 135 h 257"/>
                <a:gd name="T62" fmla="*/ 67 w 251"/>
                <a:gd name="T63" fmla="*/ 183 h 257"/>
                <a:gd name="T64" fmla="*/ 41 w 251"/>
                <a:gd name="T65" fmla="*/ 232 h 257"/>
                <a:gd name="T66" fmla="*/ 20 w 251"/>
                <a:gd name="T67" fmla="*/ 284 h 257"/>
                <a:gd name="T68" fmla="*/ 5 w 251"/>
                <a:gd name="T69" fmla="*/ 337 h 257"/>
                <a:gd name="T70" fmla="*/ 0 w 251"/>
                <a:gd name="T71" fmla="*/ 393 h 257"/>
                <a:gd name="T72" fmla="*/ 5 w 251"/>
                <a:gd name="T73" fmla="*/ 448 h 257"/>
                <a:gd name="T74" fmla="*/ 20 w 251"/>
                <a:gd name="T75" fmla="*/ 501 h 257"/>
                <a:gd name="T76" fmla="*/ 41 w 251"/>
                <a:gd name="T77" fmla="*/ 556 h 257"/>
                <a:gd name="T78" fmla="*/ 67 w 251"/>
                <a:gd name="T79" fmla="*/ 605 h 257"/>
                <a:gd name="T80" fmla="*/ 104 w 251"/>
                <a:gd name="T81" fmla="*/ 650 h 257"/>
                <a:gd name="T82" fmla="*/ 146 w 251"/>
                <a:gd name="T83" fmla="*/ 689 h 257"/>
                <a:gd name="T84" fmla="*/ 193 w 251"/>
                <a:gd name="T85" fmla="*/ 724 h 257"/>
                <a:gd name="T86" fmla="*/ 244 w 251"/>
                <a:gd name="T87" fmla="*/ 750 h 257"/>
                <a:gd name="T88" fmla="*/ 303 w 251"/>
                <a:gd name="T89" fmla="*/ 771 h 257"/>
                <a:gd name="T90" fmla="*/ 360 w 251"/>
                <a:gd name="T91" fmla="*/ 784 h 257"/>
                <a:gd name="T92" fmla="*/ 420 w 251"/>
                <a:gd name="T93" fmla="*/ 785 h 25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1" h="257">
                  <a:moveTo>
                    <a:pt x="94" y="257"/>
                  </a:moveTo>
                  <a:lnTo>
                    <a:pt x="157" y="257"/>
                  </a:lnTo>
                  <a:lnTo>
                    <a:pt x="171" y="256"/>
                  </a:lnTo>
                  <a:lnTo>
                    <a:pt x="183" y="252"/>
                  </a:lnTo>
                  <a:lnTo>
                    <a:pt x="196" y="245"/>
                  </a:lnTo>
                  <a:lnTo>
                    <a:pt x="208" y="237"/>
                  </a:lnTo>
                  <a:lnTo>
                    <a:pt x="218" y="225"/>
                  </a:lnTo>
                  <a:lnTo>
                    <a:pt x="228" y="213"/>
                  </a:lnTo>
                  <a:lnTo>
                    <a:pt x="236" y="198"/>
                  </a:lnTo>
                  <a:lnTo>
                    <a:pt x="243" y="182"/>
                  </a:lnTo>
                  <a:lnTo>
                    <a:pt x="247" y="164"/>
                  </a:lnTo>
                  <a:lnTo>
                    <a:pt x="250" y="147"/>
                  </a:lnTo>
                  <a:lnTo>
                    <a:pt x="251" y="129"/>
                  </a:lnTo>
                  <a:lnTo>
                    <a:pt x="250" y="110"/>
                  </a:lnTo>
                  <a:lnTo>
                    <a:pt x="247" y="93"/>
                  </a:lnTo>
                  <a:lnTo>
                    <a:pt x="243" y="76"/>
                  </a:lnTo>
                  <a:lnTo>
                    <a:pt x="236" y="60"/>
                  </a:lnTo>
                  <a:lnTo>
                    <a:pt x="228" y="44"/>
                  </a:lnTo>
                  <a:lnTo>
                    <a:pt x="218" y="32"/>
                  </a:lnTo>
                  <a:lnTo>
                    <a:pt x="208" y="21"/>
                  </a:lnTo>
                  <a:lnTo>
                    <a:pt x="196" y="12"/>
                  </a:lnTo>
                  <a:lnTo>
                    <a:pt x="183" y="6"/>
                  </a:lnTo>
                  <a:lnTo>
                    <a:pt x="171" y="2"/>
                  </a:lnTo>
                  <a:lnTo>
                    <a:pt x="157" y="0"/>
                  </a:lnTo>
                  <a:lnTo>
                    <a:pt x="94" y="0"/>
                  </a:lnTo>
                  <a:lnTo>
                    <a:pt x="81" y="2"/>
                  </a:lnTo>
                  <a:lnTo>
                    <a:pt x="68" y="6"/>
                  </a:lnTo>
                  <a:lnTo>
                    <a:pt x="55" y="12"/>
                  </a:lnTo>
                  <a:lnTo>
                    <a:pt x="43" y="21"/>
                  </a:lnTo>
                  <a:lnTo>
                    <a:pt x="33" y="32"/>
                  </a:lnTo>
                  <a:lnTo>
                    <a:pt x="23" y="44"/>
                  </a:lnTo>
                  <a:lnTo>
                    <a:pt x="15" y="60"/>
                  </a:lnTo>
                  <a:lnTo>
                    <a:pt x="9" y="76"/>
                  </a:lnTo>
                  <a:lnTo>
                    <a:pt x="4" y="93"/>
                  </a:lnTo>
                  <a:lnTo>
                    <a:pt x="1" y="110"/>
                  </a:lnTo>
                  <a:lnTo>
                    <a:pt x="0" y="129"/>
                  </a:lnTo>
                  <a:lnTo>
                    <a:pt x="1" y="147"/>
                  </a:lnTo>
                  <a:lnTo>
                    <a:pt x="4" y="164"/>
                  </a:lnTo>
                  <a:lnTo>
                    <a:pt x="9" y="182"/>
                  </a:lnTo>
                  <a:lnTo>
                    <a:pt x="15" y="198"/>
                  </a:lnTo>
                  <a:lnTo>
                    <a:pt x="23" y="213"/>
                  </a:lnTo>
                  <a:lnTo>
                    <a:pt x="33" y="225"/>
                  </a:lnTo>
                  <a:lnTo>
                    <a:pt x="43" y="237"/>
                  </a:lnTo>
                  <a:lnTo>
                    <a:pt x="55" y="245"/>
                  </a:lnTo>
                  <a:lnTo>
                    <a:pt x="68" y="252"/>
                  </a:lnTo>
                  <a:lnTo>
                    <a:pt x="81" y="256"/>
                  </a:lnTo>
                  <a:lnTo>
                    <a:pt x="94" y="257"/>
                  </a:lnTo>
                  <a:close/>
                </a:path>
              </a:pathLst>
            </a:custGeom>
            <a:solidFill>
              <a:srgbClr val="FFFFFF"/>
            </a:solidFill>
            <a:ln w="3175">
              <a:solidFill>
                <a:srgbClr val="000000"/>
              </a:solidFill>
              <a:miter lim="800000"/>
              <a:headEnd/>
              <a:tailEnd/>
            </a:ln>
          </p:spPr>
          <p:txBody>
            <a:bodyPr/>
            <a:lstStyle/>
            <a:p>
              <a:endParaRPr lang="zh-CN" altLang="en-US"/>
            </a:p>
          </p:txBody>
        </p:sp>
        <p:sp>
          <p:nvSpPr>
            <p:cNvPr id="150549" name="Rectangle 36">
              <a:extLst>
                <a:ext uri="{FF2B5EF4-FFF2-40B4-BE49-F238E27FC236}">
                  <a16:creationId xmlns:a16="http://schemas.microsoft.com/office/drawing/2014/main" id="{58386AC1-0D16-4289-B892-D00EF5EB6E19}"/>
                </a:ext>
              </a:extLst>
            </p:cNvPr>
            <p:cNvSpPr>
              <a:spLocks noChangeArrowheads="1"/>
            </p:cNvSpPr>
            <p:nvPr/>
          </p:nvSpPr>
          <p:spPr bwMode="auto">
            <a:xfrm>
              <a:off x="3521" y="1122"/>
              <a:ext cx="13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1700" b="1">
                  <a:solidFill>
                    <a:srgbClr val="000000"/>
                  </a:solidFill>
                  <a:latin typeface="宋体" panose="02010600030101010101" pitchFamily="2" charset="-122"/>
                </a:rPr>
                <a:t>q3</a:t>
              </a:r>
              <a:endParaRPr lang="en-US" altLang="zh-CN" sz="2000" b="1">
                <a:solidFill>
                  <a:srgbClr val="009999"/>
                </a:solidFill>
              </a:endParaRPr>
            </a:p>
          </p:txBody>
        </p:sp>
        <p:sp>
          <p:nvSpPr>
            <p:cNvPr id="150550" name="Freeform 37">
              <a:extLst>
                <a:ext uri="{FF2B5EF4-FFF2-40B4-BE49-F238E27FC236}">
                  <a16:creationId xmlns:a16="http://schemas.microsoft.com/office/drawing/2014/main" id="{7196EECE-B198-4B6C-BCCC-A8C940364E0E}"/>
                </a:ext>
              </a:extLst>
            </p:cNvPr>
            <p:cNvSpPr>
              <a:spLocks noChangeArrowheads="1"/>
            </p:cNvSpPr>
            <p:nvPr/>
          </p:nvSpPr>
          <p:spPr bwMode="auto">
            <a:xfrm>
              <a:off x="1647" y="1717"/>
              <a:ext cx="413" cy="372"/>
            </a:xfrm>
            <a:custGeom>
              <a:avLst/>
              <a:gdLst>
                <a:gd name="T0" fmla="*/ 420 w 251"/>
                <a:gd name="T1" fmla="*/ 786 h 256"/>
                <a:gd name="T2" fmla="*/ 699 w 251"/>
                <a:gd name="T3" fmla="*/ 786 h 256"/>
                <a:gd name="T4" fmla="*/ 759 w 251"/>
                <a:gd name="T5" fmla="*/ 783 h 256"/>
                <a:gd name="T6" fmla="*/ 814 w 251"/>
                <a:gd name="T7" fmla="*/ 770 h 256"/>
                <a:gd name="T8" fmla="*/ 874 w 251"/>
                <a:gd name="T9" fmla="*/ 750 h 256"/>
                <a:gd name="T10" fmla="*/ 926 w 251"/>
                <a:gd name="T11" fmla="*/ 724 h 256"/>
                <a:gd name="T12" fmla="*/ 972 w 251"/>
                <a:gd name="T13" fmla="*/ 690 h 256"/>
                <a:gd name="T14" fmla="*/ 1015 w 251"/>
                <a:gd name="T15" fmla="*/ 651 h 256"/>
                <a:gd name="T16" fmla="*/ 1050 w 251"/>
                <a:gd name="T17" fmla="*/ 605 h 256"/>
                <a:gd name="T18" fmla="*/ 1083 w 251"/>
                <a:gd name="T19" fmla="*/ 558 h 256"/>
                <a:gd name="T20" fmla="*/ 1099 w 251"/>
                <a:gd name="T21" fmla="*/ 503 h 256"/>
                <a:gd name="T22" fmla="*/ 1112 w 251"/>
                <a:gd name="T23" fmla="*/ 448 h 256"/>
                <a:gd name="T24" fmla="*/ 1119 w 251"/>
                <a:gd name="T25" fmla="*/ 392 h 256"/>
                <a:gd name="T26" fmla="*/ 1112 w 251"/>
                <a:gd name="T27" fmla="*/ 339 h 256"/>
                <a:gd name="T28" fmla="*/ 1099 w 251"/>
                <a:gd name="T29" fmla="*/ 283 h 256"/>
                <a:gd name="T30" fmla="*/ 1083 w 251"/>
                <a:gd name="T31" fmla="*/ 230 h 256"/>
                <a:gd name="T32" fmla="*/ 1050 w 251"/>
                <a:gd name="T33" fmla="*/ 182 h 256"/>
                <a:gd name="T34" fmla="*/ 1015 w 251"/>
                <a:gd name="T35" fmla="*/ 135 h 256"/>
                <a:gd name="T36" fmla="*/ 972 w 251"/>
                <a:gd name="T37" fmla="*/ 94 h 256"/>
                <a:gd name="T38" fmla="*/ 926 w 251"/>
                <a:gd name="T39" fmla="*/ 61 h 256"/>
                <a:gd name="T40" fmla="*/ 874 w 251"/>
                <a:gd name="T41" fmla="*/ 36 h 256"/>
                <a:gd name="T42" fmla="*/ 814 w 251"/>
                <a:gd name="T43" fmla="*/ 15 h 256"/>
                <a:gd name="T44" fmla="*/ 759 w 251"/>
                <a:gd name="T45" fmla="*/ 6 h 256"/>
                <a:gd name="T46" fmla="*/ 699 w 251"/>
                <a:gd name="T47" fmla="*/ 0 h 256"/>
                <a:gd name="T48" fmla="*/ 420 w 251"/>
                <a:gd name="T49" fmla="*/ 0 h 256"/>
                <a:gd name="T50" fmla="*/ 360 w 251"/>
                <a:gd name="T51" fmla="*/ 6 h 256"/>
                <a:gd name="T52" fmla="*/ 303 w 251"/>
                <a:gd name="T53" fmla="*/ 15 h 256"/>
                <a:gd name="T54" fmla="*/ 244 w 251"/>
                <a:gd name="T55" fmla="*/ 36 h 256"/>
                <a:gd name="T56" fmla="*/ 194 w 251"/>
                <a:gd name="T57" fmla="*/ 61 h 256"/>
                <a:gd name="T58" fmla="*/ 146 w 251"/>
                <a:gd name="T59" fmla="*/ 94 h 256"/>
                <a:gd name="T60" fmla="*/ 104 w 251"/>
                <a:gd name="T61" fmla="*/ 135 h 256"/>
                <a:gd name="T62" fmla="*/ 67 w 251"/>
                <a:gd name="T63" fmla="*/ 182 h 256"/>
                <a:gd name="T64" fmla="*/ 41 w 251"/>
                <a:gd name="T65" fmla="*/ 230 h 256"/>
                <a:gd name="T66" fmla="*/ 20 w 251"/>
                <a:gd name="T67" fmla="*/ 283 h 256"/>
                <a:gd name="T68" fmla="*/ 5 w 251"/>
                <a:gd name="T69" fmla="*/ 339 h 256"/>
                <a:gd name="T70" fmla="*/ 0 w 251"/>
                <a:gd name="T71" fmla="*/ 392 h 256"/>
                <a:gd name="T72" fmla="*/ 5 w 251"/>
                <a:gd name="T73" fmla="*/ 448 h 256"/>
                <a:gd name="T74" fmla="*/ 20 w 251"/>
                <a:gd name="T75" fmla="*/ 503 h 256"/>
                <a:gd name="T76" fmla="*/ 41 w 251"/>
                <a:gd name="T77" fmla="*/ 558 h 256"/>
                <a:gd name="T78" fmla="*/ 67 w 251"/>
                <a:gd name="T79" fmla="*/ 605 h 256"/>
                <a:gd name="T80" fmla="*/ 104 w 251"/>
                <a:gd name="T81" fmla="*/ 651 h 256"/>
                <a:gd name="T82" fmla="*/ 146 w 251"/>
                <a:gd name="T83" fmla="*/ 690 h 256"/>
                <a:gd name="T84" fmla="*/ 194 w 251"/>
                <a:gd name="T85" fmla="*/ 724 h 256"/>
                <a:gd name="T86" fmla="*/ 244 w 251"/>
                <a:gd name="T87" fmla="*/ 750 h 256"/>
                <a:gd name="T88" fmla="*/ 303 w 251"/>
                <a:gd name="T89" fmla="*/ 770 h 256"/>
                <a:gd name="T90" fmla="*/ 360 w 251"/>
                <a:gd name="T91" fmla="*/ 783 h 256"/>
                <a:gd name="T92" fmla="*/ 420 w 251"/>
                <a:gd name="T93" fmla="*/ 786 h 25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1" h="256">
                  <a:moveTo>
                    <a:pt x="94" y="256"/>
                  </a:moveTo>
                  <a:lnTo>
                    <a:pt x="157" y="256"/>
                  </a:lnTo>
                  <a:lnTo>
                    <a:pt x="170" y="255"/>
                  </a:lnTo>
                  <a:lnTo>
                    <a:pt x="183" y="251"/>
                  </a:lnTo>
                  <a:lnTo>
                    <a:pt x="196" y="244"/>
                  </a:lnTo>
                  <a:lnTo>
                    <a:pt x="208" y="236"/>
                  </a:lnTo>
                  <a:lnTo>
                    <a:pt x="218" y="225"/>
                  </a:lnTo>
                  <a:lnTo>
                    <a:pt x="228" y="212"/>
                  </a:lnTo>
                  <a:lnTo>
                    <a:pt x="236" y="197"/>
                  </a:lnTo>
                  <a:lnTo>
                    <a:pt x="243" y="182"/>
                  </a:lnTo>
                  <a:lnTo>
                    <a:pt x="247" y="164"/>
                  </a:lnTo>
                  <a:lnTo>
                    <a:pt x="250" y="146"/>
                  </a:lnTo>
                  <a:lnTo>
                    <a:pt x="251" y="128"/>
                  </a:lnTo>
                  <a:lnTo>
                    <a:pt x="250" y="110"/>
                  </a:lnTo>
                  <a:lnTo>
                    <a:pt x="247" y="92"/>
                  </a:lnTo>
                  <a:lnTo>
                    <a:pt x="243" y="75"/>
                  </a:lnTo>
                  <a:lnTo>
                    <a:pt x="236" y="59"/>
                  </a:lnTo>
                  <a:lnTo>
                    <a:pt x="228" y="44"/>
                  </a:lnTo>
                  <a:lnTo>
                    <a:pt x="218" y="31"/>
                  </a:lnTo>
                  <a:lnTo>
                    <a:pt x="208" y="20"/>
                  </a:lnTo>
                  <a:lnTo>
                    <a:pt x="196" y="12"/>
                  </a:lnTo>
                  <a:lnTo>
                    <a:pt x="183" y="5"/>
                  </a:lnTo>
                  <a:lnTo>
                    <a:pt x="170" y="2"/>
                  </a:lnTo>
                  <a:lnTo>
                    <a:pt x="157" y="0"/>
                  </a:lnTo>
                  <a:lnTo>
                    <a:pt x="94" y="0"/>
                  </a:lnTo>
                  <a:lnTo>
                    <a:pt x="81" y="2"/>
                  </a:lnTo>
                  <a:lnTo>
                    <a:pt x="68" y="5"/>
                  </a:lnTo>
                  <a:lnTo>
                    <a:pt x="55" y="12"/>
                  </a:lnTo>
                  <a:lnTo>
                    <a:pt x="44" y="20"/>
                  </a:lnTo>
                  <a:lnTo>
                    <a:pt x="33" y="31"/>
                  </a:lnTo>
                  <a:lnTo>
                    <a:pt x="23" y="44"/>
                  </a:lnTo>
                  <a:lnTo>
                    <a:pt x="15" y="59"/>
                  </a:lnTo>
                  <a:lnTo>
                    <a:pt x="9" y="75"/>
                  </a:lnTo>
                  <a:lnTo>
                    <a:pt x="4" y="92"/>
                  </a:lnTo>
                  <a:lnTo>
                    <a:pt x="1" y="110"/>
                  </a:lnTo>
                  <a:lnTo>
                    <a:pt x="0" y="128"/>
                  </a:lnTo>
                  <a:lnTo>
                    <a:pt x="1" y="146"/>
                  </a:lnTo>
                  <a:lnTo>
                    <a:pt x="4" y="164"/>
                  </a:lnTo>
                  <a:lnTo>
                    <a:pt x="9" y="182"/>
                  </a:lnTo>
                  <a:lnTo>
                    <a:pt x="15" y="197"/>
                  </a:lnTo>
                  <a:lnTo>
                    <a:pt x="23" y="212"/>
                  </a:lnTo>
                  <a:lnTo>
                    <a:pt x="33" y="225"/>
                  </a:lnTo>
                  <a:lnTo>
                    <a:pt x="44" y="236"/>
                  </a:lnTo>
                  <a:lnTo>
                    <a:pt x="55" y="244"/>
                  </a:lnTo>
                  <a:lnTo>
                    <a:pt x="68" y="251"/>
                  </a:lnTo>
                  <a:lnTo>
                    <a:pt x="81" y="255"/>
                  </a:lnTo>
                  <a:lnTo>
                    <a:pt x="94" y="256"/>
                  </a:lnTo>
                  <a:close/>
                </a:path>
              </a:pathLst>
            </a:custGeom>
            <a:solidFill>
              <a:srgbClr val="FFFFFF"/>
            </a:solidFill>
            <a:ln w="3175">
              <a:solidFill>
                <a:srgbClr val="000000"/>
              </a:solidFill>
              <a:miter lim="800000"/>
              <a:headEnd/>
              <a:tailEnd/>
            </a:ln>
          </p:spPr>
          <p:txBody>
            <a:bodyPr/>
            <a:lstStyle/>
            <a:p>
              <a:endParaRPr lang="zh-CN" altLang="en-US"/>
            </a:p>
          </p:txBody>
        </p:sp>
        <p:sp>
          <p:nvSpPr>
            <p:cNvPr id="150551" name="Rectangle 38">
              <a:extLst>
                <a:ext uri="{FF2B5EF4-FFF2-40B4-BE49-F238E27FC236}">
                  <a16:creationId xmlns:a16="http://schemas.microsoft.com/office/drawing/2014/main" id="{66C521D3-C4F8-418C-B534-D651EB1F3763}"/>
                </a:ext>
              </a:extLst>
            </p:cNvPr>
            <p:cNvSpPr>
              <a:spLocks noChangeArrowheads="1"/>
            </p:cNvSpPr>
            <p:nvPr/>
          </p:nvSpPr>
          <p:spPr bwMode="auto">
            <a:xfrm>
              <a:off x="1874" y="1804"/>
              <a:ext cx="13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1700" b="1">
                  <a:solidFill>
                    <a:srgbClr val="000000"/>
                  </a:solidFill>
                  <a:latin typeface="宋体" panose="02010600030101010101" pitchFamily="2" charset="-122"/>
                </a:rPr>
                <a:t>q4</a:t>
              </a:r>
              <a:endParaRPr lang="en-US" altLang="zh-CN" sz="2000" b="1">
                <a:solidFill>
                  <a:srgbClr val="009999"/>
                </a:solidFill>
              </a:endParaRPr>
            </a:p>
          </p:txBody>
        </p:sp>
        <p:sp>
          <p:nvSpPr>
            <p:cNvPr id="150552" name="Line 39">
              <a:extLst>
                <a:ext uri="{FF2B5EF4-FFF2-40B4-BE49-F238E27FC236}">
                  <a16:creationId xmlns:a16="http://schemas.microsoft.com/office/drawing/2014/main" id="{25431420-15E9-4FF1-8213-E53F86D3CD65}"/>
                </a:ext>
              </a:extLst>
            </p:cNvPr>
            <p:cNvSpPr>
              <a:spLocks noChangeShapeType="1"/>
            </p:cNvSpPr>
            <p:nvPr/>
          </p:nvSpPr>
          <p:spPr bwMode="auto">
            <a:xfrm flipV="1">
              <a:off x="205" y="538"/>
              <a:ext cx="702" cy="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3" name="Freeform 40">
              <a:extLst>
                <a:ext uri="{FF2B5EF4-FFF2-40B4-BE49-F238E27FC236}">
                  <a16:creationId xmlns:a16="http://schemas.microsoft.com/office/drawing/2014/main" id="{96F6C927-A3E5-4097-9304-A4C82EE04FD6}"/>
                </a:ext>
              </a:extLst>
            </p:cNvPr>
            <p:cNvSpPr>
              <a:spLocks noChangeArrowheads="1"/>
            </p:cNvSpPr>
            <p:nvPr/>
          </p:nvSpPr>
          <p:spPr bwMode="auto">
            <a:xfrm>
              <a:off x="841" y="522"/>
              <a:ext cx="66" cy="94"/>
            </a:xfrm>
            <a:custGeom>
              <a:avLst/>
              <a:gdLst>
                <a:gd name="T0" fmla="*/ 139 w 40"/>
                <a:gd name="T1" fmla="*/ 197 h 65"/>
                <a:gd name="T2" fmla="*/ 180 w 40"/>
                <a:gd name="T3" fmla="*/ 33 h 65"/>
                <a:gd name="T4" fmla="*/ 0 w 40"/>
                <a:gd name="T5" fmla="*/ 0 h 65"/>
                <a:gd name="T6" fmla="*/ 0 60000 65536"/>
                <a:gd name="T7" fmla="*/ 0 60000 65536"/>
                <a:gd name="T8" fmla="*/ 0 60000 65536"/>
              </a:gdLst>
              <a:ahLst/>
              <a:cxnLst>
                <a:cxn ang="T6">
                  <a:pos x="T0" y="T1"/>
                </a:cxn>
                <a:cxn ang="T7">
                  <a:pos x="T2" y="T3"/>
                </a:cxn>
                <a:cxn ang="T8">
                  <a:pos x="T4" y="T5"/>
                </a:cxn>
              </a:cxnLst>
              <a:rect l="0" t="0" r="r" b="b"/>
              <a:pathLst>
                <a:path w="40" h="65">
                  <a:moveTo>
                    <a:pt x="31" y="65"/>
                  </a:moveTo>
                  <a:lnTo>
                    <a:pt x="40" y="11"/>
                  </a:lnTo>
                  <a:lnTo>
                    <a:pt x="0"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54" name="Rectangle 41">
              <a:extLst>
                <a:ext uri="{FF2B5EF4-FFF2-40B4-BE49-F238E27FC236}">
                  <a16:creationId xmlns:a16="http://schemas.microsoft.com/office/drawing/2014/main" id="{F113C271-B125-41AE-8487-768A49274F6A}"/>
                </a:ext>
              </a:extLst>
            </p:cNvPr>
            <p:cNvSpPr>
              <a:spLocks noChangeArrowheads="1"/>
            </p:cNvSpPr>
            <p:nvPr/>
          </p:nvSpPr>
          <p:spPr bwMode="auto">
            <a:xfrm>
              <a:off x="313" y="624"/>
              <a:ext cx="274"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zh-CN" altLang="en-US" sz="1700" b="1">
                  <a:solidFill>
                    <a:srgbClr val="000000"/>
                  </a:solidFill>
                  <a:latin typeface="宋体" panose="02010600030101010101" pitchFamily="2" charset="-122"/>
                </a:rPr>
                <a:t>摘机</a:t>
              </a:r>
              <a:endParaRPr lang="zh-CN" altLang="en-US" sz="2000" b="1">
                <a:solidFill>
                  <a:srgbClr val="009999"/>
                </a:solidFill>
              </a:endParaRPr>
            </a:p>
          </p:txBody>
        </p:sp>
        <p:sp>
          <p:nvSpPr>
            <p:cNvPr id="150555" name="Line 42">
              <a:extLst>
                <a:ext uri="{FF2B5EF4-FFF2-40B4-BE49-F238E27FC236}">
                  <a16:creationId xmlns:a16="http://schemas.microsoft.com/office/drawing/2014/main" id="{2FEA2786-BB38-4D34-851C-3214A060A5F3}"/>
                </a:ext>
              </a:extLst>
            </p:cNvPr>
            <p:cNvSpPr>
              <a:spLocks noChangeShapeType="1"/>
            </p:cNvSpPr>
            <p:nvPr/>
          </p:nvSpPr>
          <p:spPr bwMode="auto">
            <a:xfrm>
              <a:off x="1318" y="538"/>
              <a:ext cx="82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6" name="Freeform 43">
              <a:extLst>
                <a:ext uri="{FF2B5EF4-FFF2-40B4-BE49-F238E27FC236}">
                  <a16:creationId xmlns:a16="http://schemas.microsoft.com/office/drawing/2014/main" id="{DC6BD88A-A329-4950-B05E-D49B3D6C0978}"/>
                </a:ext>
              </a:extLst>
            </p:cNvPr>
            <p:cNvSpPr>
              <a:spLocks noChangeArrowheads="1"/>
            </p:cNvSpPr>
            <p:nvPr/>
          </p:nvSpPr>
          <p:spPr bwMode="auto">
            <a:xfrm>
              <a:off x="2094" y="481"/>
              <a:ext cx="48" cy="114"/>
            </a:xfrm>
            <a:custGeom>
              <a:avLst/>
              <a:gdLst>
                <a:gd name="T0" fmla="*/ 0 w 29"/>
                <a:gd name="T1" fmla="*/ 244 h 78"/>
                <a:gd name="T2" fmla="*/ 131 w 29"/>
                <a:gd name="T3" fmla="*/ 121 h 78"/>
                <a:gd name="T4" fmla="*/ 0 w 29"/>
                <a:gd name="T5" fmla="*/ 0 h 78"/>
                <a:gd name="T6" fmla="*/ 0 60000 65536"/>
                <a:gd name="T7" fmla="*/ 0 60000 65536"/>
                <a:gd name="T8" fmla="*/ 0 60000 65536"/>
              </a:gdLst>
              <a:ahLst/>
              <a:cxnLst>
                <a:cxn ang="T6">
                  <a:pos x="T0" y="T1"/>
                </a:cxn>
                <a:cxn ang="T7">
                  <a:pos x="T2" y="T3"/>
                </a:cxn>
                <a:cxn ang="T8">
                  <a:pos x="T4" y="T5"/>
                </a:cxn>
              </a:cxnLst>
              <a:rect l="0" t="0" r="r" b="b"/>
              <a:pathLst>
                <a:path w="29" h="78">
                  <a:moveTo>
                    <a:pt x="0" y="78"/>
                  </a:moveTo>
                  <a:lnTo>
                    <a:pt x="29" y="39"/>
                  </a:lnTo>
                  <a:lnTo>
                    <a:pt x="0"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57" name="Rectangle 44">
              <a:extLst>
                <a:ext uri="{FF2B5EF4-FFF2-40B4-BE49-F238E27FC236}">
                  <a16:creationId xmlns:a16="http://schemas.microsoft.com/office/drawing/2014/main" id="{B4FF4080-47DD-4AAB-B314-6D977A935F80}"/>
                </a:ext>
              </a:extLst>
            </p:cNvPr>
            <p:cNvSpPr>
              <a:spLocks noChangeArrowheads="1"/>
            </p:cNvSpPr>
            <p:nvPr/>
          </p:nvSpPr>
          <p:spPr bwMode="auto">
            <a:xfrm>
              <a:off x="1366" y="288"/>
              <a:ext cx="685"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zh-CN" altLang="en-US" sz="1700" b="1">
                  <a:solidFill>
                    <a:srgbClr val="000000"/>
                  </a:solidFill>
                  <a:latin typeface="宋体" panose="02010600030101010101" pitchFamily="2" charset="-122"/>
                </a:rPr>
                <a:t>收到拨号音</a:t>
              </a:r>
              <a:endParaRPr lang="zh-CN" altLang="en-US" sz="2000" b="1">
                <a:solidFill>
                  <a:srgbClr val="009999"/>
                </a:solidFill>
              </a:endParaRPr>
            </a:p>
          </p:txBody>
        </p:sp>
        <p:sp>
          <p:nvSpPr>
            <p:cNvPr id="150558" name="Freeform 45">
              <a:extLst>
                <a:ext uri="{FF2B5EF4-FFF2-40B4-BE49-F238E27FC236}">
                  <a16:creationId xmlns:a16="http://schemas.microsoft.com/office/drawing/2014/main" id="{98959D89-8450-4878-B19A-CC9FEA7D68FE}"/>
                </a:ext>
              </a:extLst>
            </p:cNvPr>
            <p:cNvSpPr>
              <a:spLocks noChangeArrowheads="1"/>
            </p:cNvSpPr>
            <p:nvPr/>
          </p:nvSpPr>
          <p:spPr bwMode="auto">
            <a:xfrm>
              <a:off x="2346" y="3"/>
              <a:ext cx="470" cy="535"/>
            </a:xfrm>
            <a:custGeom>
              <a:avLst/>
              <a:gdLst>
                <a:gd name="T0" fmla="*/ 5 w 286"/>
                <a:gd name="T1" fmla="*/ 737 h 368"/>
                <a:gd name="T2" fmla="*/ 0 w 286"/>
                <a:gd name="T3" fmla="*/ 689 h 368"/>
                <a:gd name="T4" fmla="*/ 8 w 286"/>
                <a:gd name="T5" fmla="*/ 638 h 368"/>
                <a:gd name="T6" fmla="*/ 26 w 286"/>
                <a:gd name="T7" fmla="*/ 595 h 368"/>
                <a:gd name="T8" fmla="*/ 49 w 286"/>
                <a:gd name="T9" fmla="*/ 544 h 368"/>
                <a:gd name="T10" fmla="*/ 81 w 286"/>
                <a:gd name="T11" fmla="*/ 499 h 368"/>
                <a:gd name="T12" fmla="*/ 118 w 286"/>
                <a:gd name="T13" fmla="*/ 448 h 368"/>
                <a:gd name="T14" fmla="*/ 164 w 286"/>
                <a:gd name="T15" fmla="*/ 401 h 368"/>
                <a:gd name="T16" fmla="*/ 214 w 286"/>
                <a:gd name="T17" fmla="*/ 358 h 368"/>
                <a:gd name="T18" fmla="*/ 268 w 286"/>
                <a:gd name="T19" fmla="*/ 313 h 368"/>
                <a:gd name="T20" fmla="*/ 324 w 286"/>
                <a:gd name="T21" fmla="*/ 270 h 368"/>
                <a:gd name="T22" fmla="*/ 386 w 286"/>
                <a:gd name="T23" fmla="*/ 230 h 368"/>
                <a:gd name="T24" fmla="*/ 449 w 286"/>
                <a:gd name="T25" fmla="*/ 190 h 368"/>
                <a:gd name="T26" fmla="*/ 516 w 286"/>
                <a:gd name="T27" fmla="*/ 157 h 368"/>
                <a:gd name="T28" fmla="*/ 580 w 286"/>
                <a:gd name="T29" fmla="*/ 122 h 368"/>
                <a:gd name="T30" fmla="*/ 647 w 286"/>
                <a:gd name="T31" fmla="*/ 94 h 368"/>
                <a:gd name="T32" fmla="*/ 715 w 286"/>
                <a:gd name="T33" fmla="*/ 68 h 368"/>
                <a:gd name="T34" fmla="*/ 777 w 286"/>
                <a:gd name="T35" fmla="*/ 47 h 368"/>
                <a:gd name="T36" fmla="*/ 843 w 286"/>
                <a:gd name="T37" fmla="*/ 28 h 368"/>
                <a:gd name="T38" fmla="*/ 902 w 286"/>
                <a:gd name="T39" fmla="*/ 15 h 368"/>
                <a:gd name="T40" fmla="*/ 958 w 286"/>
                <a:gd name="T41" fmla="*/ 6 h 368"/>
                <a:gd name="T42" fmla="*/ 1012 w 286"/>
                <a:gd name="T43" fmla="*/ 0 h 368"/>
                <a:gd name="T44" fmla="*/ 1088 w 286"/>
                <a:gd name="T45" fmla="*/ 6 h 368"/>
                <a:gd name="T46" fmla="*/ 1113 w 286"/>
                <a:gd name="T47" fmla="*/ 13 h 368"/>
                <a:gd name="T48" fmla="*/ 1137 w 286"/>
                <a:gd name="T49" fmla="*/ 19 h 368"/>
                <a:gd name="T50" fmla="*/ 1159 w 286"/>
                <a:gd name="T51" fmla="*/ 28 h 368"/>
                <a:gd name="T52" fmla="*/ 1180 w 286"/>
                <a:gd name="T53" fmla="*/ 41 h 368"/>
                <a:gd name="T54" fmla="*/ 1193 w 286"/>
                <a:gd name="T55" fmla="*/ 48 h 368"/>
                <a:gd name="T56" fmla="*/ 1213 w 286"/>
                <a:gd name="T57" fmla="*/ 65 h 368"/>
                <a:gd name="T58" fmla="*/ 1226 w 286"/>
                <a:gd name="T59" fmla="*/ 80 h 368"/>
                <a:gd name="T60" fmla="*/ 1234 w 286"/>
                <a:gd name="T61" fmla="*/ 94 h 368"/>
                <a:gd name="T62" fmla="*/ 1247 w 286"/>
                <a:gd name="T63" fmla="*/ 110 h 368"/>
                <a:gd name="T64" fmla="*/ 1256 w 286"/>
                <a:gd name="T65" fmla="*/ 134 h 368"/>
                <a:gd name="T66" fmla="*/ 1260 w 286"/>
                <a:gd name="T67" fmla="*/ 150 h 368"/>
                <a:gd name="T68" fmla="*/ 1264 w 286"/>
                <a:gd name="T69" fmla="*/ 169 h 368"/>
                <a:gd name="T70" fmla="*/ 1269 w 286"/>
                <a:gd name="T71" fmla="*/ 190 h 368"/>
                <a:gd name="T72" fmla="*/ 1269 w 286"/>
                <a:gd name="T73" fmla="*/ 211 h 368"/>
                <a:gd name="T74" fmla="*/ 1269 w 286"/>
                <a:gd name="T75" fmla="*/ 233 h 368"/>
                <a:gd name="T76" fmla="*/ 1264 w 286"/>
                <a:gd name="T77" fmla="*/ 256 h 368"/>
                <a:gd name="T78" fmla="*/ 1260 w 286"/>
                <a:gd name="T79" fmla="*/ 279 h 368"/>
                <a:gd name="T80" fmla="*/ 1256 w 286"/>
                <a:gd name="T81" fmla="*/ 304 h 368"/>
                <a:gd name="T82" fmla="*/ 1251 w 286"/>
                <a:gd name="T83" fmla="*/ 326 h 368"/>
                <a:gd name="T84" fmla="*/ 1237 w 286"/>
                <a:gd name="T85" fmla="*/ 346 h 368"/>
                <a:gd name="T86" fmla="*/ 1201 w 286"/>
                <a:gd name="T87" fmla="*/ 411 h 368"/>
                <a:gd name="T88" fmla="*/ 1175 w 286"/>
                <a:gd name="T89" fmla="*/ 455 h 368"/>
                <a:gd name="T90" fmla="*/ 1139 w 286"/>
                <a:gd name="T91" fmla="*/ 499 h 368"/>
                <a:gd name="T92" fmla="*/ 1101 w 286"/>
                <a:gd name="T93" fmla="*/ 536 h 368"/>
                <a:gd name="T94" fmla="*/ 1062 w 286"/>
                <a:gd name="T95" fmla="*/ 577 h 368"/>
                <a:gd name="T96" fmla="*/ 1016 w 286"/>
                <a:gd name="T97" fmla="*/ 621 h 368"/>
                <a:gd name="T98" fmla="*/ 973 w 286"/>
                <a:gd name="T99" fmla="*/ 663 h 368"/>
                <a:gd name="T100" fmla="*/ 924 w 286"/>
                <a:gd name="T101" fmla="*/ 707 h 368"/>
                <a:gd name="T102" fmla="*/ 874 w 286"/>
                <a:gd name="T103" fmla="*/ 753 h 368"/>
                <a:gd name="T104" fmla="*/ 827 w 286"/>
                <a:gd name="T105" fmla="*/ 801 h 368"/>
                <a:gd name="T106" fmla="*/ 777 w 286"/>
                <a:gd name="T107" fmla="*/ 848 h 368"/>
                <a:gd name="T108" fmla="*/ 730 w 286"/>
                <a:gd name="T109" fmla="*/ 900 h 368"/>
                <a:gd name="T110" fmla="*/ 684 w 286"/>
                <a:gd name="T111" fmla="*/ 954 h 368"/>
                <a:gd name="T112" fmla="*/ 639 w 286"/>
                <a:gd name="T113" fmla="*/ 1007 h 368"/>
                <a:gd name="T114" fmla="*/ 600 w 286"/>
                <a:gd name="T115" fmla="*/ 1070 h 368"/>
                <a:gd name="T116" fmla="*/ 564 w 286"/>
                <a:gd name="T117" fmla="*/ 1131 h 36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86" h="368">
                  <a:moveTo>
                    <a:pt x="1" y="240"/>
                  </a:moveTo>
                  <a:lnTo>
                    <a:pt x="0" y="224"/>
                  </a:lnTo>
                  <a:lnTo>
                    <a:pt x="2" y="208"/>
                  </a:lnTo>
                  <a:lnTo>
                    <a:pt x="6" y="193"/>
                  </a:lnTo>
                  <a:lnTo>
                    <a:pt x="11" y="177"/>
                  </a:lnTo>
                  <a:lnTo>
                    <a:pt x="18" y="162"/>
                  </a:lnTo>
                  <a:lnTo>
                    <a:pt x="27" y="146"/>
                  </a:lnTo>
                  <a:lnTo>
                    <a:pt x="37" y="131"/>
                  </a:lnTo>
                  <a:lnTo>
                    <a:pt x="48" y="116"/>
                  </a:lnTo>
                  <a:lnTo>
                    <a:pt x="60" y="102"/>
                  </a:lnTo>
                  <a:lnTo>
                    <a:pt x="73" y="88"/>
                  </a:lnTo>
                  <a:lnTo>
                    <a:pt x="87" y="75"/>
                  </a:lnTo>
                  <a:lnTo>
                    <a:pt x="101" y="62"/>
                  </a:lnTo>
                  <a:lnTo>
                    <a:pt x="116" y="51"/>
                  </a:lnTo>
                  <a:lnTo>
                    <a:pt x="131" y="40"/>
                  </a:lnTo>
                  <a:lnTo>
                    <a:pt x="146" y="31"/>
                  </a:lnTo>
                  <a:lnTo>
                    <a:pt x="161" y="22"/>
                  </a:lnTo>
                  <a:lnTo>
                    <a:pt x="175" y="15"/>
                  </a:lnTo>
                  <a:lnTo>
                    <a:pt x="190" y="9"/>
                  </a:lnTo>
                  <a:lnTo>
                    <a:pt x="203" y="5"/>
                  </a:lnTo>
                  <a:lnTo>
                    <a:pt x="216" y="2"/>
                  </a:lnTo>
                  <a:lnTo>
                    <a:pt x="228" y="0"/>
                  </a:lnTo>
                  <a:lnTo>
                    <a:pt x="245" y="2"/>
                  </a:lnTo>
                  <a:lnTo>
                    <a:pt x="251" y="4"/>
                  </a:lnTo>
                  <a:lnTo>
                    <a:pt x="256" y="6"/>
                  </a:lnTo>
                  <a:lnTo>
                    <a:pt x="261" y="9"/>
                  </a:lnTo>
                  <a:lnTo>
                    <a:pt x="266" y="13"/>
                  </a:lnTo>
                  <a:lnTo>
                    <a:pt x="269" y="16"/>
                  </a:lnTo>
                  <a:lnTo>
                    <a:pt x="273" y="21"/>
                  </a:lnTo>
                  <a:lnTo>
                    <a:pt x="276" y="26"/>
                  </a:lnTo>
                  <a:lnTo>
                    <a:pt x="278" y="31"/>
                  </a:lnTo>
                  <a:lnTo>
                    <a:pt x="281" y="36"/>
                  </a:lnTo>
                  <a:lnTo>
                    <a:pt x="283" y="43"/>
                  </a:lnTo>
                  <a:lnTo>
                    <a:pt x="284" y="49"/>
                  </a:lnTo>
                  <a:lnTo>
                    <a:pt x="285" y="55"/>
                  </a:lnTo>
                  <a:lnTo>
                    <a:pt x="286" y="62"/>
                  </a:lnTo>
                  <a:lnTo>
                    <a:pt x="286" y="69"/>
                  </a:lnTo>
                  <a:lnTo>
                    <a:pt x="286" y="76"/>
                  </a:lnTo>
                  <a:lnTo>
                    <a:pt x="285" y="83"/>
                  </a:lnTo>
                  <a:lnTo>
                    <a:pt x="284" y="91"/>
                  </a:lnTo>
                  <a:lnTo>
                    <a:pt x="283" y="99"/>
                  </a:lnTo>
                  <a:lnTo>
                    <a:pt x="282" y="106"/>
                  </a:lnTo>
                  <a:lnTo>
                    <a:pt x="279" y="113"/>
                  </a:lnTo>
                  <a:lnTo>
                    <a:pt x="271" y="134"/>
                  </a:lnTo>
                  <a:lnTo>
                    <a:pt x="265" y="148"/>
                  </a:lnTo>
                  <a:lnTo>
                    <a:pt x="257" y="162"/>
                  </a:lnTo>
                  <a:lnTo>
                    <a:pt x="248" y="175"/>
                  </a:lnTo>
                  <a:lnTo>
                    <a:pt x="239" y="188"/>
                  </a:lnTo>
                  <a:lnTo>
                    <a:pt x="229" y="202"/>
                  </a:lnTo>
                  <a:lnTo>
                    <a:pt x="219" y="216"/>
                  </a:lnTo>
                  <a:lnTo>
                    <a:pt x="208" y="230"/>
                  </a:lnTo>
                  <a:lnTo>
                    <a:pt x="197" y="245"/>
                  </a:lnTo>
                  <a:lnTo>
                    <a:pt x="186" y="261"/>
                  </a:lnTo>
                  <a:lnTo>
                    <a:pt x="175" y="276"/>
                  </a:lnTo>
                  <a:lnTo>
                    <a:pt x="164" y="293"/>
                  </a:lnTo>
                  <a:lnTo>
                    <a:pt x="154" y="310"/>
                  </a:lnTo>
                  <a:lnTo>
                    <a:pt x="144" y="328"/>
                  </a:lnTo>
                  <a:lnTo>
                    <a:pt x="135" y="348"/>
                  </a:lnTo>
                  <a:lnTo>
                    <a:pt x="127" y="368"/>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59" name="Freeform 46">
              <a:extLst>
                <a:ext uri="{FF2B5EF4-FFF2-40B4-BE49-F238E27FC236}">
                  <a16:creationId xmlns:a16="http://schemas.microsoft.com/office/drawing/2014/main" id="{CC2CF3FF-D661-43A3-A0E9-95ED18971B12}"/>
                </a:ext>
              </a:extLst>
            </p:cNvPr>
            <p:cNvSpPr>
              <a:spLocks noChangeArrowheads="1"/>
            </p:cNvSpPr>
            <p:nvPr/>
          </p:nvSpPr>
          <p:spPr bwMode="auto">
            <a:xfrm>
              <a:off x="2533" y="461"/>
              <a:ext cx="84" cy="77"/>
            </a:xfrm>
            <a:custGeom>
              <a:avLst/>
              <a:gdLst>
                <a:gd name="T0" fmla="*/ 0 w 51"/>
                <a:gd name="T1" fmla="*/ 0 h 53"/>
                <a:gd name="T2" fmla="*/ 58 w 51"/>
                <a:gd name="T3" fmla="*/ 163 h 53"/>
                <a:gd name="T4" fmla="*/ 227 w 51"/>
                <a:gd name="T5" fmla="*/ 113 h 53"/>
                <a:gd name="T6" fmla="*/ 0 60000 65536"/>
                <a:gd name="T7" fmla="*/ 0 60000 65536"/>
                <a:gd name="T8" fmla="*/ 0 60000 65536"/>
              </a:gdLst>
              <a:ahLst/>
              <a:cxnLst>
                <a:cxn ang="T6">
                  <a:pos x="T0" y="T1"/>
                </a:cxn>
                <a:cxn ang="T7">
                  <a:pos x="T2" y="T3"/>
                </a:cxn>
                <a:cxn ang="T8">
                  <a:pos x="T4" y="T5"/>
                </a:cxn>
              </a:cxnLst>
              <a:rect l="0" t="0" r="r" b="b"/>
              <a:pathLst>
                <a:path w="51" h="53">
                  <a:moveTo>
                    <a:pt x="0" y="0"/>
                  </a:moveTo>
                  <a:lnTo>
                    <a:pt x="13" y="53"/>
                  </a:lnTo>
                  <a:lnTo>
                    <a:pt x="51" y="37"/>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60" name="Rectangle 47">
              <a:extLst>
                <a:ext uri="{FF2B5EF4-FFF2-40B4-BE49-F238E27FC236}">
                  <a16:creationId xmlns:a16="http://schemas.microsoft.com/office/drawing/2014/main" id="{BEE342D1-C748-4619-9DCC-E5E2B39CDE5F}"/>
                </a:ext>
              </a:extLst>
            </p:cNvPr>
            <p:cNvSpPr>
              <a:spLocks noChangeArrowheads="1"/>
            </p:cNvSpPr>
            <p:nvPr/>
          </p:nvSpPr>
          <p:spPr bwMode="auto">
            <a:xfrm>
              <a:off x="2905" y="0"/>
              <a:ext cx="274"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zh-CN" altLang="en-US" sz="1700" b="1">
                  <a:solidFill>
                    <a:srgbClr val="000000"/>
                  </a:solidFill>
                  <a:latin typeface="宋体" panose="02010600030101010101" pitchFamily="2" charset="-122"/>
                </a:rPr>
                <a:t>拨号</a:t>
              </a:r>
              <a:endParaRPr lang="zh-CN" altLang="en-US" sz="2000" b="1">
                <a:solidFill>
                  <a:srgbClr val="009999"/>
                </a:solidFill>
              </a:endParaRPr>
            </a:p>
          </p:txBody>
        </p:sp>
        <p:sp>
          <p:nvSpPr>
            <p:cNvPr id="150561" name="Line 48">
              <a:extLst>
                <a:ext uri="{FF2B5EF4-FFF2-40B4-BE49-F238E27FC236}">
                  <a16:creationId xmlns:a16="http://schemas.microsoft.com/office/drawing/2014/main" id="{856D6F37-D4FF-4AF2-AF47-C4A0A897651B}"/>
                </a:ext>
              </a:extLst>
            </p:cNvPr>
            <p:cNvSpPr>
              <a:spLocks noChangeShapeType="1"/>
            </p:cNvSpPr>
            <p:nvPr/>
          </p:nvSpPr>
          <p:spPr bwMode="auto">
            <a:xfrm flipH="1">
              <a:off x="2060" y="1407"/>
              <a:ext cx="1440" cy="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2" name="Freeform 49">
              <a:extLst>
                <a:ext uri="{FF2B5EF4-FFF2-40B4-BE49-F238E27FC236}">
                  <a16:creationId xmlns:a16="http://schemas.microsoft.com/office/drawing/2014/main" id="{48A20BB0-2731-41FF-92A3-9304C92E01FC}"/>
                </a:ext>
              </a:extLst>
            </p:cNvPr>
            <p:cNvSpPr>
              <a:spLocks noChangeArrowheads="1"/>
            </p:cNvSpPr>
            <p:nvPr/>
          </p:nvSpPr>
          <p:spPr bwMode="auto">
            <a:xfrm>
              <a:off x="2060" y="1833"/>
              <a:ext cx="57" cy="109"/>
            </a:xfrm>
            <a:custGeom>
              <a:avLst/>
              <a:gdLst>
                <a:gd name="T0" fmla="*/ 88 w 35"/>
                <a:gd name="T1" fmla="*/ 0 h 75"/>
                <a:gd name="T2" fmla="*/ 0 w 35"/>
                <a:gd name="T3" fmla="*/ 148 h 75"/>
                <a:gd name="T4" fmla="*/ 151 w 35"/>
                <a:gd name="T5" fmla="*/ 230 h 75"/>
                <a:gd name="T6" fmla="*/ 0 60000 65536"/>
                <a:gd name="T7" fmla="*/ 0 60000 65536"/>
                <a:gd name="T8" fmla="*/ 0 60000 65536"/>
              </a:gdLst>
              <a:ahLst/>
              <a:cxnLst>
                <a:cxn ang="T6">
                  <a:pos x="T0" y="T1"/>
                </a:cxn>
                <a:cxn ang="T7">
                  <a:pos x="T2" y="T3"/>
                </a:cxn>
                <a:cxn ang="T8">
                  <a:pos x="T4" y="T5"/>
                </a:cxn>
              </a:cxnLst>
              <a:rect l="0" t="0" r="r" b="b"/>
              <a:pathLst>
                <a:path w="35" h="75">
                  <a:moveTo>
                    <a:pt x="20" y="0"/>
                  </a:moveTo>
                  <a:lnTo>
                    <a:pt x="0" y="48"/>
                  </a:lnTo>
                  <a:lnTo>
                    <a:pt x="35" y="75"/>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63" name="Rectangle 50">
              <a:extLst>
                <a:ext uri="{FF2B5EF4-FFF2-40B4-BE49-F238E27FC236}">
                  <a16:creationId xmlns:a16="http://schemas.microsoft.com/office/drawing/2014/main" id="{CC69F804-736E-466A-B5E1-D97B569CF13E}"/>
                </a:ext>
              </a:extLst>
            </p:cNvPr>
            <p:cNvSpPr>
              <a:spLocks noChangeArrowheads="1"/>
            </p:cNvSpPr>
            <p:nvPr/>
          </p:nvSpPr>
          <p:spPr bwMode="auto">
            <a:xfrm>
              <a:off x="2139" y="1344"/>
              <a:ext cx="80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zh-CN" altLang="en-US" sz="2000" b="1">
                  <a:solidFill>
                    <a:srgbClr val="000000"/>
                  </a:solidFill>
                  <a:latin typeface="宋体" panose="02010600030101010101" pitchFamily="2" charset="-122"/>
                </a:rPr>
                <a:t>收应答信号</a:t>
              </a:r>
              <a:endParaRPr lang="zh-CN" altLang="en-US" sz="2000" b="1">
                <a:solidFill>
                  <a:srgbClr val="009999"/>
                </a:solidFill>
              </a:endParaRPr>
            </a:p>
          </p:txBody>
        </p:sp>
        <p:sp>
          <p:nvSpPr>
            <p:cNvPr id="150564" name="Line 51">
              <a:extLst>
                <a:ext uri="{FF2B5EF4-FFF2-40B4-BE49-F238E27FC236}">
                  <a16:creationId xmlns:a16="http://schemas.microsoft.com/office/drawing/2014/main" id="{F69E3A9F-2087-40DD-B339-83E45DA8728F}"/>
                </a:ext>
              </a:extLst>
            </p:cNvPr>
            <p:cNvSpPr>
              <a:spLocks noChangeShapeType="1"/>
            </p:cNvSpPr>
            <p:nvPr/>
          </p:nvSpPr>
          <p:spPr bwMode="auto">
            <a:xfrm flipH="1" flipV="1">
              <a:off x="412" y="1284"/>
              <a:ext cx="1235" cy="6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5" name="Freeform 52">
              <a:extLst>
                <a:ext uri="{FF2B5EF4-FFF2-40B4-BE49-F238E27FC236}">
                  <a16:creationId xmlns:a16="http://schemas.microsoft.com/office/drawing/2014/main" id="{8A355858-F140-4C56-B4E9-996C6851DE58}"/>
                </a:ext>
              </a:extLst>
            </p:cNvPr>
            <p:cNvSpPr>
              <a:spLocks noChangeArrowheads="1"/>
            </p:cNvSpPr>
            <p:nvPr/>
          </p:nvSpPr>
          <p:spPr bwMode="auto">
            <a:xfrm>
              <a:off x="412" y="1252"/>
              <a:ext cx="61" cy="104"/>
            </a:xfrm>
            <a:custGeom>
              <a:avLst/>
              <a:gdLst>
                <a:gd name="T0" fmla="*/ 167 w 37"/>
                <a:gd name="T1" fmla="*/ 0 h 72"/>
                <a:gd name="T2" fmla="*/ 0 w 37"/>
                <a:gd name="T3" fmla="*/ 66 h 72"/>
                <a:gd name="T4" fmla="*/ 68 w 37"/>
                <a:gd name="T5" fmla="*/ 217 h 72"/>
                <a:gd name="T6" fmla="*/ 0 60000 65536"/>
                <a:gd name="T7" fmla="*/ 0 60000 65536"/>
                <a:gd name="T8" fmla="*/ 0 60000 65536"/>
              </a:gdLst>
              <a:ahLst/>
              <a:cxnLst>
                <a:cxn ang="T6">
                  <a:pos x="T0" y="T1"/>
                </a:cxn>
                <a:cxn ang="T7">
                  <a:pos x="T2" y="T3"/>
                </a:cxn>
                <a:cxn ang="T8">
                  <a:pos x="T4" y="T5"/>
                </a:cxn>
              </a:cxnLst>
              <a:rect l="0" t="0" r="r" b="b"/>
              <a:pathLst>
                <a:path w="37" h="72">
                  <a:moveTo>
                    <a:pt x="37" y="0"/>
                  </a:moveTo>
                  <a:lnTo>
                    <a:pt x="0" y="22"/>
                  </a:lnTo>
                  <a:lnTo>
                    <a:pt x="15" y="72"/>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66" name="Rectangle 53">
              <a:extLst>
                <a:ext uri="{FF2B5EF4-FFF2-40B4-BE49-F238E27FC236}">
                  <a16:creationId xmlns:a16="http://schemas.microsoft.com/office/drawing/2014/main" id="{3ACF3009-C6FB-4BE7-BB1A-0BAFB2634A1E}"/>
                </a:ext>
              </a:extLst>
            </p:cNvPr>
            <p:cNvSpPr>
              <a:spLocks noChangeArrowheads="1"/>
            </p:cNvSpPr>
            <p:nvPr/>
          </p:nvSpPr>
          <p:spPr bwMode="auto">
            <a:xfrm>
              <a:off x="940" y="1296"/>
              <a:ext cx="3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zh-CN" altLang="en-US" sz="2000" b="1">
                  <a:solidFill>
                    <a:srgbClr val="000000"/>
                  </a:solidFill>
                  <a:latin typeface="宋体" panose="02010600030101010101" pitchFamily="2" charset="-122"/>
                </a:rPr>
                <a:t>挂机</a:t>
              </a:r>
              <a:endParaRPr lang="zh-CN" altLang="en-US" sz="2000" b="1">
                <a:solidFill>
                  <a:srgbClr val="009999"/>
                </a:solidFill>
              </a:endParaRPr>
            </a:p>
          </p:txBody>
        </p:sp>
        <p:sp>
          <p:nvSpPr>
            <p:cNvPr id="150567" name="Line 54">
              <a:extLst>
                <a:ext uri="{FF2B5EF4-FFF2-40B4-BE49-F238E27FC236}">
                  <a16:creationId xmlns:a16="http://schemas.microsoft.com/office/drawing/2014/main" id="{E12E49C9-58DE-471C-9EFA-D907B6E00FE3}"/>
                </a:ext>
              </a:extLst>
            </p:cNvPr>
            <p:cNvSpPr>
              <a:spLocks noChangeShapeType="1"/>
            </p:cNvSpPr>
            <p:nvPr/>
          </p:nvSpPr>
          <p:spPr bwMode="auto">
            <a:xfrm>
              <a:off x="2555" y="538"/>
              <a:ext cx="945" cy="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8" name="Freeform 55">
              <a:extLst>
                <a:ext uri="{FF2B5EF4-FFF2-40B4-BE49-F238E27FC236}">
                  <a16:creationId xmlns:a16="http://schemas.microsoft.com/office/drawing/2014/main" id="{DF05362E-A646-4DF7-BC97-B0A3D38B44FB}"/>
                </a:ext>
              </a:extLst>
            </p:cNvPr>
            <p:cNvSpPr>
              <a:spLocks noChangeArrowheads="1"/>
            </p:cNvSpPr>
            <p:nvPr/>
          </p:nvSpPr>
          <p:spPr bwMode="auto">
            <a:xfrm>
              <a:off x="3439" y="959"/>
              <a:ext cx="61" cy="105"/>
            </a:xfrm>
            <a:custGeom>
              <a:avLst/>
              <a:gdLst>
                <a:gd name="T0" fmla="*/ 0 w 37"/>
                <a:gd name="T1" fmla="*/ 223 h 72"/>
                <a:gd name="T2" fmla="*/ 167 w 37"/>
                <a:gd name="T3" fmla="*/ 158 h 72"/>
                <a:gd name="T4" fmla="*/ 104 w 37"/>
                <a:gd name="T5" fmla="*/ 0 h 72"/>
                <a:gd name="T6" fmla="*/ 0 60000 65536"/>
                <a:gd name="T7" fmla="*/ 0 60000 65536"/>
                <a:gd name="T8" fmla="*/ 0 60000 65536"/>
              </a:gdLst>
              <a:ahLst/>
              <a:cxnLst>
                <a:cxn ang="T6">
                  <a:pos x="T0" y="T1"/>
                </a:cxn>
                <a:cxn ang="T7">
                  <a:pos x="T2" y="T3"/>
                </a:cxn>
                <a:cxn ang="T8">
                  <a:pos x="T4" y="T5"/>
                </a:cxn>
              </a:cxnLst>
              <a:rect l="0" t="0" r="r" b="b"/>
              <a:pathLst>
                <a:path w="37" h="72">
                  <a:moveTo>
                    <a:pt x="0" y="72"/>
                  </a:moveTo>
                  <a:lnTo>
                    <a:pt x="37" y="51"/>
                  </a:lnTo>
                  <a:lnTo>
                    <a:pt x="23"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569" name="Rectangle 56">
              <a:extLst>
                <a:ext uri="{FF2B5EF4-FFF2-40B4-BE49-F238E27FC236}">
                  <a16:creationId xmlns:a16="http://schemas.microsoft.com/office/drawing/2014/main" id="{39A5E0B3-B8FD-48E7-A96E-4EFEF623367B}"/>
                </a:ext>
              </a:extLst>
            </p:cNvPr>
            <p:cNvSpPr>
              <a:spLocks noChangeArrowheads="1"/>
            </p:cNvSpPr>
            <p:nvPr/>
          </p:nvSpPr>
          <p:spPr bwMode="auto">
            <a:xfrm rot="1380000">
              <a:off x="2876" y="564"/>
              <a:ext cx="6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zh-CN" altLang="en-US" sz="2000" b="1">
                  <a:solidFill>
                    <a:srgbClr val="000000"/>
                  </a:solidFill>
                  <a:latin typeface="宋体" panose="02010600030101010101" pitchFamily="2" charset="-122"/>
                </a:rPr>
                <a:t>收齐号码</a:t>
              </a:r>
              <a:endParaRPr lang="zh-CN" altLang="en-US" sz="2000" b="1">
                <a:solidFill>
                  <a:srgbClr val="009999"/>
                </a:solidFill>
              </a:endParaRPr>
            </a:p>
          </p:txBody>
        </p:sp>
      </p:grpSp>
      <p:grpSp>
        <p:nvGrpSpPr>
          <p:cNvPr id="150534" name="Group 57">
            <a:extLst>
              <a:ext uri="{FF2B5EF4-FFF2-40B4-BE49-F238E27FC236}">
                <a16:creationId xmlns:a16="http://schemas.microsoft.com/office/drawing/2014/main" id="{BE2C1EDA-37FD-4E6E-BBEE-2E6C11D06573}"/>
              </a:ext>
            </a:extLst>
          </p:cNvPr>
          <p:cNvGrpSpPr>
            <a:grpSpLocks/>
          </p:cNvGrpSpPr>
          <p:nvPr/>
        </p:nvGrpSpPr>
        <p:grpSpPr bwMode="auto">
          <a:xfrm>
            <a:off x="50800" y="3505200"/>
            <a:ext cx="2173288" cy="2917825"/>
            <a:chOff x="0" y="0"/>
            <a:chExt cx="838" cy="1126"/>
          </a:xfrm>
        </p:grpSpPr>
        <p:sp>
          <p:nvSpPr>
            <p:cNvPr id="150537" name="Rectangle 58">
              <a:extLst>
                <a:ext uri="{FF2B5EF4-FFF2-40B4-BE49-F238E27FC236}">
                  <a16:creationId xmlns:a16="http://schemas.microsoft.com/office/drawing/2014/main" id="{EB586F94-97FF-41CA-ACCB-CC3771210FC9}"/>
                </a:ext>
              </a:extLst>
            </p:cNvPr>
            <p:cNvSpPr>
              <a:spLocks noChangeArrowheads="1"/>
            </p:cNvSpPr>
            <p:nvPr/>
          </p:nvSpPr>
          <p:spPr bwMode="auto">
            <a:xfrm>
              <a:off x="104" y="0"/>
              <a:ext cx="54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2000" b="1">
                  <a:solidFill>
                    <a:srgbClr val="000000"/>
                  </a:solidFill>
                  <a:latin typeface="宋体" panose="02010600030101010101" pitchFamily="2" charset="-122"/>
                </a:rPr>
                <a:t>q0:</a:t>
              </a:r>
              <a:r>
                <a:rPr lang="zh-CN" altLang="en-US" sz="2000" b="1">
                  <a:solidFill>
                    <a:srgbClr val="000000"/>
                  </a:solidFill>
                  <a:latin typeface="宋体" panose="02010600030101010101" pitchFamily="2" charset="-122"/>
                </a:rPr>
                <a:t>空闲状态</a:t>
              </a:r>
              <a:endParaRPr lang="zh-CN" altLang="en-US" sz="2000" b="1">
                <a:solidFill>
                  <a:srgbClr val="009999"/>
                </a:solidFill>
              </a:endParaRPr>
            </a:p>
          </p:txBody>
        </p:sp>
        <p:sp>
          <p:nvSpPr>
            <p:cNvPr id="150538" name="Rectangle 59">
              <a:extLst>
                <a:ext uri="{FF2B5EF4-FFF2-40B4-BE49-F238E27FC236}">
                  <a16:creationId xmlns:a16="http://schemas.microsoft.com/office/drawing/2014/main" id="{CB41E9DF-5831-49D4-8F53-85104AB470DF}"/>
                </a:ext>
              </a:extLst>
            </p:cNvPr>
            <p:cNvSpPr>
              <a:spLocks noChangeArrowheads="1"/>
            </p:cNvSpPr>
            <p:nvPr/>
          </p:nvSpPr>
          <p:spPr bwMode="auto">
            <a:xfrm>
              <a:off x="0" y="251"/>
              <a:ext cx="838"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2000" b="1">
                  <a:solidFill>
                    <a:srgbClr val="000000"/>
                  </a:solidFill>
                  <a:latin typeface="宋体" panose="02010600030101010101" pitchFamily="2" charset="-122"/>
                </a:rPr>
                <a:t>q1:</a:t>
              </a:r>
              <a:r>
                <a:rPr lang="zh-CN" altLang="en-US" sz="2000" b="1">
                  <a:solidFill>
                    <a:srgbClr val="000000"/>
                  </a:solidFill>
                  <a:latin typeface="宋体" panose="02010600030101010101" pitchFamily="2" charset="-122"/>
                </a:rPr>
                <a:t>等待拨号音状态</a:t>
              </a:r>
              <a:endParaRPr lang="zh-CN" altLang="en-US" sz="2000" b="1">
                <a:solidFill>
                  <a:srgbClr val="009999"/>
                </a:solidFill>
              </a:endParaRPr>
            </a:p>
          </p:txBody>
        </p:sp>
        <p:sp>
          <p:nvSpPr>
            <p:cNvPr id="150539" name="Rectangle 60">
              <a:extLst>
                <a:ext uri="{FF2B5EF4-FFF2-40B4-BE49-F238E27FC236}">
                  <a16:creationId xmlns:a16="http://schemas.microsoft.com/office/drawing/2014/main" id="{866EADAF-156E-4BA9-B8FD-A68B323BFDA1}"/>
                </a:ext>
              </a:extLst>
            </p:cNvPr>
            <p:cNvSpPr>
              <a:spLocks noChangeArrowheads="1"/>
            </p:cNvSpPr>
            <p:nvPr/>
          </p:nvSpPr>
          <p:spPr bwMode="auto">
            <a:xfrm>
              <a:off x="98" y="504"/>
              <a:ext cx="74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2000" b="1">
                  <a:solidFill>
                    <a:srgbClr val="000000"/>
                  </a:solidFill>
                  <a:latin typeface="宋体" panose="02010600030101010101" pitchFamily="2" charset="-122"/>
                </a:rPr>
                <a:t>q2:</a:t>
              </a:r>
              <a:r>
                <a:rPr lang="zh-CN" altLang="en-US" sz="2000" b="1">
                  <a:solidFill>
                    <a:srgbClr val="000000"/>
                  </a:solidFill>
                  <a:latin typeface="宋体" panose="02010600030101010101" pitchFamily="2" charset="-122"/>
                </a:rPr>
                <a:t>可以拨号状态</a:t>
              </a:r>
              <a:endParaRPr lang="zh-CN" altLang="en-US" sz="2000" b="1">
                <a:solidFill>
                  <a:srgbClr val="009999"/>
                </a:solidFill>
              </a:endParaRPr>
            </a:p>
          </p:txBody>
        </p:sp>
        <p:sp>
          <p:nvSpPr>
            <p:cNvPr id="150540" name="Rectangle 61">
              <a:extLst>
                <a:ext uri="{FF2B5EF4-FFF2-40B4-BE49-F238E27FC236}">
                  <a16:creationId xmlns:a16="http://schemas.microsoft.com/office/drawing/2014/main" id="{00E71D3F-4857-4BDC-8E21-B2ABD662F199}"/>
                </a:ext>
              </a:extLst>
            </p:cNvPr>
            <p:cNvSpPr>
              <a:spLocks noChangeArrowheads="1"/>
            </p:cNvSpPr>
            <p:nvPr/>
          </p:nvSpPr>
          <p:spPr bwMode="auto">
            <a:xfrm>
              <a:off x="98" y="755"/>
              <a:ext cx="74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2000" b="1">
                  <a:solidFill>
                    <a:srgbClr val="000000"/>
                  </a:solidFill>
                  <a:latin typeface="宋体" panose="02010600030101010101" pitchFamily="2" charset="-122"/>
                </a:rPr>
                <a:t>q3:</a:t>
              </a:r>
              <a:r>
                <a:rPr lang="zh-CN" altLang="en-US" sz="2000" b="1">
                  <a:solidFill>
                    <a:srgbClr val="000000"/>
                  </a:solidFill>
                  <a:latin typeface="宋体" panose="02010600030101010101" pitchFamily="2" charset="-122"/>
                </a:rPr>
                <a:t>等待应答状态</a:t>
              </a:r>
              <a:endParaRPr lang="zh-CN" altLang="en-US" sz="2000" b="1">
                <a:solidFill>
                  <a:srgbClr val="009999"/>
                </a:solidFill>
              </a:endParaRPr>
            </a:p>
          </p:txBody>
        </p:sp>
        <p:sp>
          <p:nvSpPr>
            <p:cNvPr id="150541" name="Rectangle 62">
              <a:extLst>
                <a:ext uri="{FF2B5EF4-FFF2-40B4-BE49-F238E27FC236}">
                  <a16:creationId xmlns:a16="http://schemas.microsoft.com/office/drawing/2014/main" id="{C58E68B0-DA08-4667-BCB6-9A08FED3FC16}"/>
                </a:ext>
              </a:extLst>
            </p:cNvPr>
            <p:cNvSpPr>
              <a:spLocks noChangeArrowheads="1"/>
            </p:cNvSpPr>
            <p:nvPr/>
          </p:nvSpPr>
          <p:spPr bwMode="auto">
            <a:xfrm>
              <a:off x="104" y="1008"/>
              <a:ext cx="54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a:buClr>
                  <a:schemeClr val="folHlink"/>
                </a:buClr>
                <a:buSzPct val="60000"/>
                <a:buFontTx/>
                <a:buNone/>
              </a:pPr>
              <a:r>
                <a:rPr lang="en-US" altLang="zh-CN" sz="2000" b="1">
                  <a:solidFill>
                    <a:srgbClr val="000000"/>
                  </a:solidFill>
                  <a:latin typeface="宋体" panose="02010600030101010101" pitchFamily="2" charset="-122"/>
                </a:rPr>
                <a:t>q4:</a:t>
              </a:r>
              <a:r>
                <a:rPr lang="zh-CN" altLang="en-US" sz="2000" b="1">
                  <a:solidFill>
                    <a:srgbClr val="000000"/>
                  </a:solidFill>
                  <a:latin typeface="宋体" panose="02010600030101010101" pitchFamily="2" charset="-122"/>
                </a:rPr>
                <a:t>通话状态</a:t>
              </a:r>
              <a:endParaRPr lang="zh-CN" altLang="en-US" sz="2000" b="1">
                <a:solidFill>
                  <a:srgbClr val="009999"/>
                </a:solidFill>
              </a:endParaRPr>
            </a:p>
          </p:txBody>
        </p:sp>
      </p:grpSp>
      <p:sp>
        <p:nvSpPr>
          <p:cNvPr id="150535" name="AutoShape 63">
            <a:extLst>
              <a:ext uri="{FF2B5EF4-FFF2-40B4-BE49-F238E27FC236}">
                <a16:creationId xmlns:a16="http://schemas.microsoft.com/office/drawing/2014/main" id="{86D80BFB-4ADF-46FA-BCBC-5E6DEED51FB3}"/>
              </a:ext>
            </a:extLst>
          </p:cNvPr>
          <p:cNvSpPr>
            <a:spLocks noChangeArrowheads="1"/>
          </p:cNvSpPr>
          <p:nvPr/>
        </p:nvSpPr>
        <p:spPr bwMode="auto">
          <a:xfrm>
            <a:off x="2339975" y="3571875"/>
            <a:ext cx="1570038" cy="373063"/>
          </a:xfrm>
          <a:prstGeom prst="wedgeRoundRectCallout">
            <a:avLst>
              <a:gd name="adj1" fmla="val 27421"/>
              <a:gd name="adj2" fmla="val 121694"/>
              <a:gd name="adj3" fmla="val 16667"/>
            </a:avLst>
          </a:prstGeom>
          <a:solidFill>
            <a:srgbClr val="CCFFFF"/>
          </a:solidFill>
          <a:ln w="9525">
            <a:solidFill>
              <a:srgbClr val="3366FF"/>
            </a:solidFill>
            <a:miter lim="800000"/>
            <a:headEnd/>
            <a:tailEnd/>
          </a:ln>
          <a:effectLst>
            <a:prstShdw prst="shdw17" dist="17961" dir="13500000">
              <a:srgbClr val="1F3D99"/>
            </a:prstShdw>
          </a:effectLst>
        </p:spPr>
        <p:txBody>
          <a:bodyPr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状态迁移</a:t>
            </a:r>
          </a:p>
        </p:txBody>
      </p:sp>
      <p:sp>
        <p:nvSpPr>
          <p:cNvPr id="150536" name="AutoShape 64">
            <a:extLst>
              <a:ext uri="{FF2B5EF4-FFF2-40B4-BE49-F238E27FC236}">
                <a16:creationId xmlns:a16="http://schemas.microsoft.com/office/drawing/2014/main" id="{61C10EFF-E36F-435B-AFE8-F9BD82E29BFE}"/>
              </a:ext>
            </a:extLst>
          </p:cNvPr>
          <p:cNvSpPr>
            <a:spLocks noChangeArrowheads="1"/>
          </p:cNvSpPr>
          <p:nvPr/>
        </p:nvSpPr>
        <p:spPr bwMode="auto">
          <a:xfrm>
            <a:off x="4533900" y="3122613"/>
            <a:ext cx="957263" cy="306387"/>
          </a:xfrm>
          <a:prstGeom prst="wedgeRoundRectCallout">
            <a:avLst>
              <a:gd name="adj1" fmla="val -47986"/>
              <a:gd name="adj2" fmla="val 162019"/>
              <a:gd name="adj3" fmla="val 16667"/>
            </a:avLst>
          </a:prstGeom>
          <a:solidFill>
            <a:srgbClr val="CCFFFF"/>
          </a:solidFill>
          <a:ln w="9525">
            <a:solidFill>
              <a:srgbClr val="3366FF"/>
            </a:solidFill>
            <a:miter lim="800000"/>
            <a:headEnd/>
            <a:tailEnd/>
          </a:ln>
          <a:effectLst>
            <a:prstShdw prst="shdw17" dist="17961" dir="13500000">
              <a:srgbClr val="1F3D99"/>
            </a:prstShdw>
          </a:effectLst>
        </p:spPr>
        <p:txBody>
          <a:bodyPr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状态</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灯片编号占位符 4">
            <a:extLst>
              <a:ext uri="{FF2B5EF4-FFF2-40B4-BE49-F238E27FC236}">
                <a16:creationId xmlns:a16="http://schemas.microsoft.com/office/drawing/2014/main" id="{6B2D240C-3328-46A7-A0DA-0ED55E03189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D4B7820C-9EBF-4883-B6B0-24432A1013BD}" type="slidenum">
              <a:rPr lang="zh-CN" altLang="en-US" sz="1400" b="1"/>
              <a:pPr algn="r" eaLnBrk="1" hangingPunct="1">
                <a:spcBef>
                  <a:spcPct val="50000"/>
                </a:spcBef>
                <a:buFontTx/>
                <a:buNone/>
              </a:pPr>
              <a:t>8</a:t>
            </a:fld>
            <a:endParaRPr lang="zh-CN" altLang="en-US" sz="1400" b="1"/>
          </a:p>
        </p:txBody>
      </p:sp>
      <p:sp>
        <p:nvSpPr>
          <p:cNvPr id="151555" name="Rectangle 4">
            <a:extLst>
              <a:ext uri="{FF2B5EF4-FFF2-40B4-BE49-F238E27FC236}">
                <a16:creationId xmlns:a16="http://schemas.microsoft.com/office/drawing/2014/main" id="{A7A5164B-214C-458B-944E-B56DB227AF24}"/>
              </a:ext>
            </a:extLst>
          </p:cNvPr>
          <p:cNvSpPr>
            <a:spLocks noGrp="1" noChangeArrowheads="1"/>
          </p:cNvSpPr>
          <p:nvPr>
            <p:ph type="title" idx="4294967295"/>
          </p:nvPr>
        </p:nvSpPr>
        <p:spPr>
          <a:xfrm>
            <a:off x="1143000" y="304800"/>
            <a:ext cx="7793038" cy="838200"/>
          </a:xfrm>
        </p:spPr>
        <p:txBody>
          <a:bodyPr anchor="b"/>
          <a:lstStyle/>
          <a:p>
            <a:pPr eaLnBrk="1" hangingPunct="1"/>
            <a:r>
              <a:rPr lang="en-US" altLang="zh-CN" b="1"/>
              <a:t>4.7 </a:t>
            </a:r>
            <a:r>
              <a:rPr lang="zh-CN" altLang="en-US" b="1"/>
              <a:t>基本概念</a:t>
            </a:r>
          </a:p>
        </p:txBody>
      </p:sp>
      <p:sp>
        <p:nvSpPr>
          <p:cNvPr id="151556" name="Rectangle 5">
            <a:extLst>
              <a:ext uri="{FF2B5EF4-FFF2-40B4-BE49-F238E27FC236}">
                <a16:creationId xmlns:a16="http://schemas.microsoft.com/office/drawing/2014/main" id="{E1EB7765-3ABE-4A35-AF97-484818E7209C}"/>
              </a:ext>
            </a:extLst>
          </p:cNvPr>
          <p:cNvSpPr>
            <a:spLocks noGrp="1" noChangeArrowheads="1"/>
          </p:cNvSpPr>
          <p:nvPr>
            <p:ph type="body" idx="4294967295"/>
          </p:nvPr>
        </p:nvSpPr>
        <p:spPr>
          <a:xfrm>
            <a:off x="304800" y="1295400"/>
            <a:ext cx="8534400" cy="1752600"/>
          </a:xfrm>
        </p:spPr>
        <p:txBody>
          <a:bodyPr/>
          <a:lstStyle/>
          <a:p>
            <a:pPr eaLnBrk="1" hangingPunct="1">
              <a:buFontTx/>
              <a:buNone/>
            </a:pPr>
            <a:r>
              <a:rPr lang="zh-CN" altLang="en-US" b="1"/>
              <a:t>例</a:t>
            </a:r>
            <a:r>
              <a:rPr lang="en-US" altLang="zh-CN" b="1"/>
              <a:t>2</a:t>
            </a:r>
            <a:r>
              <a:rPr lang="zh-CN" altLang="en-US" b="1"/>
              <a:t>：串口通信（通信协议处理）</a:t>
            </a:r>
          </a:p>
          <a:p>
            <a:pPr eaLnBrk="1" hangingPunct="1">
              <a:buFontTx/>
              <a:buNone/>
            </a:pPr>
            <a:r>
              <a:rPr lang="zh-CN" altLang="en-US" b="1"/>
              <a:t>  	         两台微机通过串口通信</a:t>
            </a:r>
            <a:r>
              <a:rPr lang="en-US" altLang="zh-CN" b="1"/>
              <a:t>, </a:t>
            </a:r>
            <a:r>
              <a:rPr lang="zh-CN" altLang="en-US" b="1"/>
              <a:t>需在两台机器间建立好连接后，才可以传递数据，可以使用有限状态自动机，描述串口通信的状态。</a:t>
            </a:r>
          </a:p>
        </p:txBody>
      </p:sp>
      <p:grpSp>
        <p:nvGrpSpPr>
          <p:cNvPr id="151557" name="Group 6">
            <a:extLst>
              <a:ext uri="{FF2B5EF4-FFF2-40B4-BE49-F238E27FC236}">
                <a16:creationId xmlns:a16="http://schemas.microsoft.com/office/drawing/2014/main" id="{C091A050-60FE-4074-A741-A62D0439281B}"/>
              </a:ext>
            </a:extLst>
          </p:cNvPr>
          <p:cNvGrpSpPr>
            <a:grpSpLocks/>
          </p:cNvGrpSpPr>
          <p:nvPr/>
        </p:nvGrpSpPr>
        <p:grpSpPr bwMode="auto">
          <a:xfrm>
            <a:off x="1908175" y="3213100"/>
            <a:ext cx="6856413" cy="3208338"/>
            <a:chOff x="0" y="0"/>
            <a:chExt cx="4319" cy="2021"/>
          </a:xfrm>
        </p:grpSpPr>
        <p:sp>
          <p:nvSpPr>
            <p:cNvPr id="151559" name="Text Box 7">
              <a:extLst>
                <a:ext uri="{FF2B5EF4-FFF2-40B4-BE49-F238E27FC236}">
                  <a16:creationId xmlns:a16="http://schemas.microsoft.com/office/drawing/2014/main" id="{06AEC23F-2F8C-4595-B8E1-69AB7A724390}"/>
                </a:ext>
              </a:extLst>
            </p:cNvPr>
            <p:cNvSpPr txBox="1">
              <a:spLocks noChangeArrowheads="1"/>
            </p:cNvSpPr>
            <p:nvPr/>
          </p:nvSpPr>
          <p:spPr bwMode="auto">
            <a:xfrm>
              <a:off x="3120" y="1584"/>
              <a:ext cx="1199" cy="4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zh-CN" altLang="en-US" sz="2000" b="1"/>
                <a:t>传输数据</a:t>
              </a:r>
            </a:p>
          </p:txBody>
        </p:sp>
        <p:grpSp>
          <p:nvGrpSpPr>
            <p:cNvPr id="151560" name="Group 8">
              <a:extLst>
                <a:ext uri="{FF2B5EF4-FFF2-40B4-BE49-F238E27FC236}">
                  <a16:creationId xmlns:a16="http://schemas.microsoft.com/office/drawing/2014/main" id="{E3888614-CD80-41FB-95A0-A2A43E19B028}"/>
                </a:ext>
              </a:extLst>
            </p:cNvPr>
            <p:cNvGrpSpPr>
              <a:grpSpLocks/>
            </p:cNvGrpSpPr>
            <p:nvPr/>
          </p:nvGrpSpPr>
          <p:grpSpPr bwMode="auto">
            <a:xfrm>
              <a:off x="0" y="0"/>
              <a:ext cx="3449" cy="1945"/>
              <a:chOff x="0" y="0"/>
              <a:chExt cx="3449" cy="1945"/>
            </a:xfrm>
          </p:grpSpPr>
          <p:sp>
            <p:nvSpPr>
              <p:cNvPr id="151561" name="Line 9">
                <a:extLst>
                  <a:ext uri="{FF2B5EF4-FFF2-40B4-BE49-F238E27FC236}">
                    <a16:creationId xmlns:a16="http://schemas.microsoft.com/office/drawing/2014/main" id="{CE187B35-9178-4A19-9FDC-8D0869A27767}"/>
                  </a:ext>
                </a:extLst>
              </p:cNvPr>
              <p:cNvSpPr>
                <a:spLocks noChangeShapeType="1"/>
              </p:cNvSpPr>
              <p:nvPr/>
            </p:nvSpPr>
            <p:spPr bwMode="auto">
              <a:xfrm flipH="1">
                <a:off x="2570" y="1315"/>
                <a:ext cx="171" cy="1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62" name="Text Box 10">
                <a:extLst>
                  <a:ext uri="{FF2B5EF4-FFF2-40B4-BE49-F238E27FC236}">
                    <a16:creationId xmlns:a16="http://schemas.microsoft.com/office/drawing/2014/main" id="{6FADAAD4-0AC7-44D8-8AB4-F6AD1FF6DDA0}"/>
                  </a:ext>
                </a:extLst>
              </p:cNvPr>
              <p:cNvSpPr txBox="1">
                <a:spLocks noChangeArrowheads="1"/>
              </p:cNvSpPr>
              <p:nvPr/>
            </p:nvSpPr>
            <p:spPr bwMode="auto">
              <a:xfrm>
                <a:off x="2592" y="576"/>
                <a:ext cx="857" cy="7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zh-CN" altLang="en-US" sz="2000" b="1"/>
                  <a:t>收到</a:t>
                </a:r>
              </a:p>
              <a:p>
                <a:pPr algn="just">
                  <a:spcBef>
                    <a:spcPct val="0"/>
                  </a:spcBef>
                  <a:buFontTx/>
                  <a:buNone/>
                </a:pPr>
                <a:r>
                  <a:rPr lang="zh-CN" altLang="en-US" sz="2000" b="1"/>
                  <a:t>应答</a:t>
                </a:r>
              </a:p>
            </p:txBody>
          </p:sp>
          <p:sp>
            <p:nvSpPr>
              <p:cNvPr id="151563" name="Text Box 11">
                <a:extLst>
                  <a:ext uri="{FF2B5EF4-FFF2-40B4-BE49-F238E27FC236}">
                    <a16:creationId xmlns:a16="http://schemas.microsoft.com/office/drawing/2014/main" id="{EC472C90-6D0B-44E9-B412-6D950F9D1881}"/>
                  </a:ext>
                </a:extLst>
              </p:cNvPr>
              <p:cNvSpPr txBox="1">
                <a:spLocks noChangeArrowheads="1"/>
              </p:cNvSpPr>
              <p:nvPr/>
            </p:nvSpPr>
            <p:spPr bwMode="auto">
              <a:xfrm>
                <a:off x="912" y="960"/>
                <a:ext cx="856" cy="7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zh-CN" altLang="en-US" sz="2000" b="1"/>
                  <a:t>断开</a:t>
                </a:r>
              </a:p>
              <a:p>
                <a:pPr algn="just">
                  <a:spcBef>
                    <a:spcPct val="0"/>
                  </a:spcBef>
                  <a:buFontTx/>
                  <a:buNone/>
                </a:pPr>
                <a:r>
                  <a:rPr lang="zh-CN" altLang="en-US" sz="2000" b="1"/>
                  <a:t>连接</a:t>
                </a:r>
              </a:p>
            </p:txBody>
          </p:sp>
          <p:grpSp>
            <p:nvGrpSpPr>
              <p:cNvPr id="151564" name="Group 12">
                <a:extLst>
                  <a:ext uri="{FF2B5EF4-FFF2-40B4-BE49-F238E27FC236}">
                    <a16:creationId xmlns:a16="http://schemas.microsoft.com/office/drawing/2014/main" id="{99278EAC-C99B-42E2-82E5-F0199DDA247A}"/>
                  </a:ext>
                </a:extLst>
              </p:cNvPr>
              <p:cNvGrpSpPr>
                <a:grpSpLocks/>
              </p:cNvGrpSpPr>
              <p:nvPr/>
            </p:nvGrpSpPr>
            <p:grpSpPr bwMode="auto">
              <a:xfrm>
                <a:off x="514" y="96"/>
                <a:ext cx="599" cy="512"/>
                <a:chOff x="0" y="0"/>
                <a:chExt cx="720" cy="624"/>
              </a:xfrm>
            </p:grpSpPr>
            <p:sp>
              <p:nvSpPr>
                <p:cNvPr id="151576" name="Oval 13">
                  <a:extLst>
                    <a:ext uri="{FF2B5EF4-FFF2-40B4-BE49-F238E27FC236}">
                      <a16:creationId xmlns:a16="http://schemas.microsoft.com/office/drawing/2014/main" id="{00E626CB-7F03-4E69-AD09-0D35C7D2209A}"/>
                    </a:ext>
                  </a:extLst>
                </p:cNvPr>
                <p:cNvSpPr>
                  <a:spLocks noChangeArrowheads="1"/>
                </p:cNvSpPr>
                <p:nvPr/>
              </p:nvSpPr>
              <p:spPr bwMode="auto">
                <a:xfrm>
                  <a:off x="0" y="0"/>
                  <a:ext cx="720" cy="624"/>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1577" name="Oval 14">
                  <a:extLst>
                    <a:ext uri="{FF2B5EF4-FFF2-40B4-BE49-F238E27FC236}">
                      <a16:creationId xmlns:a16="http://schemas.microsoft.com/office/drawing/2014/main" id="{BD5D931C-E3EC-47CE-9A80-A9058485074B}"/>
                    </a:ext>
                  </a:extLst>
                </p:cNvPr>
                <p:cNvSpPr>
                  <a:spLocks noChangeArrowheads="1"/>
                </p:cNvSpPr>
                <p:nvPr/>
              </p:nvSpPr>
              <p:spPr bwMode="auto">
                <a:xfrm>
                  <a:off x="90" y="81"/>
                  <a:ext cx="540" cy="468"/>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grpSp>
          <p:sp>
            <p:nvSpPr>
              <p:cNvPr id="151565" name="Oval 15">
                <a:extLst>
                  <a:ext uri="{FF2B5EF4-FFF2-40B4-BE49-F238E27FC236}">
                    <a16:creationId xmlns:a16="http://schemas.microsoft.com/office/drawing/2014/main" id="{6D53ABCB-9068-452B-8FDA-2D65F9CBA363}"/>
                  </a:ext>
                </a:extLst>
              </p:cNvPr>
              <p:cNvSpPr>
                <a:spLocks noChangeArrowheads="1"/>
              </p:cNvSpPr>
              <p:nvPr/>
            </p:nvSpPr>
            <p:spPr bwMode="auto">
              <a:xfrm>
                <a:off x="2227" y="152"/>
                <a:ext cx="514" cy="436"/>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1566" name="Oval 16">
                <a:extLst>
                  <a:ext uri="{FF2B5EF4-FFF2-40B4-BE49-F238E27FC236}">
                    <a16:creationId xmlns:a16="http://schemas.microsoft.com/office/drawing/2014/main" id="{9637A204-CB0E-41AA-A30E-D63FB870B099}"/>
                  </a:ext>
                </a:extLst>
              </p:cNvPr>
              <p:cNvSpPr>
                <a:spLocks noChangeArrowheads="1"/>
              </p:cNvSpPr>
              <p:nvPr/>
            </p:nvSpPr>
            <p:spPr bwMode="auto">
              <a:xfrm>
                <a:off x="2112" y="1344"/>
                <a:ext cx="513" cy="436"/>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1567" name="Line 17">
                <a:extLst>
                  <a:ext uri="{FF2B5EF4-FFF2-40B4-BE49-F238E27FC236}">
                    <a16:creationId xmlns:a16="http://schemas.microsoft.com/office/drawing/2014/main" id="{C290949F-8F49-43ED-B5E2-DADEAC94889C}"/>
                  </a:ext>
                </a:extLst>
              </p:cNvPr>
              <p:cNvSpPr>
                <a:spLocks noChangeShapeType="1"/>
              </p:cNvSpPr>
              <p:nvPr/>
            </p:nvSpPr>
            <p:spPr bwMode="auto">
              <a:xfrm>
                <a:off x="0" y="353"/>
                <a:ext cx="51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68" name="Line 18">
                <a:extLst>
                  <a:ext uri="{FF2B5EF4-FFF2-40B4-BE49-F238E27FC236}">
                    <a16:creationId xmlns:a16="http://schemas.microsoft.com/office/drawing/2014/main" id="{0A2B274F-8057-4305-9846-F4CD913E45DA}"/>
                  </a:ext>
                </a:extLst>
              </p:cNvPr>
              <p:cNvSpPr>
                <a:spLocks noChangeShapeType="1"/>
              </p:cNvSpPr>
              <p:nvPr/>
            </p:nvSpPr>
            <p:spPr bwMode="auto">
              <a:xfrm>
                <a:off x="1156" y="373"/>
                <a:ext cx="1100" cy="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69" name="Line 19">
                <a:extLst>
                  <a:ext uri="{FF2B5EF4-FFF2-40B4-BE49-F238E27FC236}">
                    <a16:creationId xmlns:a16="http://schemas.microsoft.com/office/drawing/2014/main" id="{240EA591-9483-414D-BDB2-B7F9C845C00E}"/>
                  </a:ext>
                </a:extLst>
              </p:cNvPr>
              <p:cNvSpPr>
                <a:spLocks noChangeShapeType="1"/>
              </p:cNvSpPr>
              <p:nvPr/>
            </p:nvSpPr>
            <p:spPr bwMode="auto">
              <a:xfrm>
                <a:off x="2455" y="588"/>
                <a:ext cx="0" cy="72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0" name="Line 20">
                <a:extLst>
                  <a:ext uri="{FF2B5EF4-FFF2-40B4-BE49-F238E27FC236}">
                    <a16:creationId xmlns:a16="http://schemas.microsoft.com/office/drawing/2014/main" id="{F28B8FD1-871F-4CCD-B6F2-1C10656ACEA4}"/>
                  </a:ext>
                </a:extLst>
              </p:cNvPr>
              <p:cNvSpPr>
                <a:spLocks noChangeShapeType="1"/>
              </p:cNvSpPr>
              <p:nvPr/>
            </p:nvSpPr>
            <p:spPr bwMode="auto">
              <a:xfrm flipH="1" flipV="1">
                <a:off x="1028" y="588"/>
                <a:ext cx="1084" cy="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1" name="Freeform 21">
                <a:extLst>
                  <a:ext uri="{FF2B5EF4-FFF2-40B4-BE49-F238E27FC236}">
                    <a16:creationId xmlns:a16="http://schemas.microsoft.com/office/drawing/2014/main" id="{D19353C8-A82D-493B-9568-77B34F914AC6}"/>
                  </a:ext>
                </a:extLst>
              </p:cNvPr>
              <p:cNvSpPr>
                <a:spLocks noChangeArrowheads="1"/>
              </p:cNvSpPr>
              <p:nvPr/>
            </p:nvSpPr>
            <p:spPr bwMode="auto">
              <a:xfrm>
                <a:off x="2570" y="1315"/>
                <a:ext cx="542" cy="630"/>
              </a:xfrm>
              <a:custGeom>
                <a:avLst/>
                <a:gdLst>
                  <a:gd name="T0" fmla="*/ 0 w 570"/>
                  <a:gd name="T1" fmla="*/ 378 h 676"/>
                  <a:gd name="T2" fmla="*/ 309 w 570"/>
                  <a:gd name="T3" fmla="*/ 505 h 676"/>
                  <a:gd name="T4" fmla="*/ 464 w 570"/>
                  <a:gd name="T5" fmla="*/ 126 h 676"/>
                  <a:gd name="T6" fmla="*/ 155 w 570"/>
                  <a:gd name="T7" fmla="*/ 0 h 6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0" h="676">
                    <a:moveTo>
                      <a:pt x="0" y="468"/>
                    </a:moveTo>
                    <a:cubicBezTo>
                      <a:pt x="135" y="572"/>
                      <a:pt x="270" y="676"/>
                      <a:pt x="360" y="624"/>
                    </a:cubicBezTo>
                    <a:cubicBezTo>
                      <a:pt x="450" y="572"/>
                      <a:pt x="570" y="260"/>
                      <a:pt x="540" y="156"/>
                    </a:cubicBezTo>
                    <a:cubicBezTo>
                      <a:pt x="510" y="52"/>
                      <a:pt x="240" y="26"/>
                      <a:pt x="180" y="0"/>
                    </a:cubicBez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1572" name="Text Box 22">
                <a:extLst>
                  <a:ext uri="{FF2B5EF4-FFF2-40B4-BE49-F238E27FC236}">
                    <a16:creationId xmlns:a16="http://schemas.microsoft.com/office/drawing/2014/main" id="{BA67C74F-2B95-4E39-B849-2AC92C7A3D53}"/>
                  </a:ext>
                </a:extLst>
              </p:cNvPr>
              <p:cNvSpPr txBox="1">
                <a:spLocks noChangeArrowheads="1"/>
              </p:cNvSpPr>
              <p:nvPr/>
            </p:nvSpPr>
            <p:spPr bwMode="auto">
              <a:xfrm>
                <a:off x="1152" y="0"/>
                <a:ext cx="119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zh-CN" altLang="en-US" sz="2000" b="1"/>
                  <a:t>发出连接请求</a:t>
                </a:r>
              </a:p>
            </p:txBody>
          </p:sp>
          <p:sp>
            <p:nvSpPr>
              <p:cNvPr id="151573" name="Text Box 23">
                <a:extLst>
                  <a:ext uri="{FF2B5EF4-FFF2-40B4-BE49-F238E27FC236}">
                    <a16:creationId xmlns:a16="http://schemas.microsoft.com/office/drawing/2014/main" id="{53A4363C-56D6-4FD5-B296-713DD6E96B8C}"/>
                  </a:ext>
                </a:extLst>
              </p:cNvPr>
              <p:cNvSpPr txBox="1">
                <a:spLocks noChangeArrowheads="1"/>
              </p:cNvSpPr>
              <p:nvPr/>
            </p:nvSpPr>
            <p:spPr bwMode="auto">
              <a:xfrm>
                <a:off x="571" y="99"/>
                <a:ext cx="514"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en-US" altLang="zh-CN" sz="3600" b="1"/>
                  <a:t>q</a:t>
                </a:r>
                <a:r>
                  <a:rPr lang="en-US" altLang="zh-CN" sz="3600" b="1" baseline="-25000"/>
                  <a:t>0</a:t>
                </a:r>
                <a:endParaRPr lang="en-US" altLang="zh-CN" sz="3600" b="1"/>
              </a:p>
            </p:txBody>
          </p:sp>
          <p:sp>
            <p:nvSpPr>
              <p:cNvPr id="151574" name="Text Box 24">
                <a:extLst>
                  <a:ext uri="{FF2B5EF4-FFF2-40B4-BE49-F238E27FC236}">
                    <a16:creationId xmlns:a16="http://schemas.microsoft.com/office/drawing/2014/main" id="{6DC0AA88-B30F-444C-B3ED-AC3DE84FAF12}"/>
                  </a:ext>
                </a:extLst>
              </p:cNvPr>
              <p:cNvSpPr txBox="1">
                <a:spLocks noChangeArrowheads="1"/>
              </p:cNvSpPr>
              <p:nvPr/>
            </p:nvSpPr>
            <p:spPr bwMode="auto">
              <a:xfrm>
                <a:off x="2256" y="144"/>
                <a:ext cx="610"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en-US" altLang="zh-CN" sz="3600" b="1"/>
                  <a:t>q</a:t>
                </a:r>
                <a:r>
                  <a:rPr lang="en-US" altLang="zh-CN" sz="3600" b="1" baseline="-25000"/>
                  <a:t>1</a:t>
                </a:r>
                <a:endParaRPr lang="en-US" altLang="zh-CN" sz="3600" b="1"/>
              </a:p>
            </p:txBody>
          </p:sp>
          <p:sp>
            <p:nvSpPr>
              <p:cNvPr id="151575" name="Text Box 25">
                <a:extLst>
                  <a:ext uri="{FF2B5EF4-FFF2-40B4-BE49-F238E27FC236}">
                    <a16:creationId xmlns:a16="http://schemas.microsoft.com/office/drawing/2014/main" id="{E3ADFC1E-5CF3-433F-96CE-F9A87123CB34}"/>
                  </a:ext>
                </a:extLst>
              </p:cNvPr>
              <p:cNvSpPr txBox="1">
                <a:spLocks noChangeArrowheads="1"/>
              </p:cNvSpPr>
              <p:nvPr/>
            </p:nvSpPr>
            <p:spPr bwMode="auto">
              <a:xfrm>
                <a:off x="2184" y="1273"/>
                <a:ext cx="514"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en-US" altLang="zh-CN" sz="3600" b="1"/>
                  <a:t>q</a:t>
                </a:r>
                <a:r>
                  <a:rPr lang="en-US" altLang="zh-CN" sz="3600" b="1" baseline="-25000"/>
                  <a:t>2</a:t>
                </a:r>
                <a:endParaRPr lang="en-US" altLang="zh-CN" sz="3600" b="1"/>
              </a:p>
            </p:txBody>
          </p:sp>
        </p:grpSp>
      </p:grpSp>
      <p:sp>
        <p:nvSpPr>
          <p:cNvPr id="151558" name="Text Box 26">
            <a:extLst>
              <a:ext uri="{FF2B5EF4-FFF2-40B4-BE49-F238E27FC236}">
                <a16:creationId xmlns:a16="http://schemas.microsoft.com/office/drawing/2014/main" id="{E29CB31A-5761-43CF-909D-4738BD5E3519}"/>
              </a:ext>
            </a:extLst>
          </p:cNvPr>
          <p:cNvSpPr txBox="1">
            <a:spLocks noChangeArrowheads="1"/>
          </p:cNvSpPr>
          <p:nvPr/>
        </p:nvSpPr>
        <p:spPr bwMode="auto">
          <a:xfrm>
            <a:off x="395288" y="4149725"/>
            <a:ext cx="2808287" cy="15525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q0</a:t>
            </a:r>
            <a:r>
              <a:rPr lang="zh-CN" altLang="en-US" sz="2400" b="1"/>
              <a:t>：空闲状态</a:t>
            </a:r>
          </a:p>
          <a:p>
            <a:pPr eaLnBrk="1" hangingPunct="1">
              <a:spcBef>
                <a:spcPct val="50000"/>
              </a:spcBef>
              <a:buFontTx/>
              <a:buNone/>
            </a:pPr>
            <a:r>
              <a:rPr lang="en-US" altLang="zh-CN" sz="2400" b="1"/>
              <a:t>q1: </a:t>
            </a:r>
            <a:r>
              <a:rPr lang="zh-CN" altLang="en-US" sz="2400" b="1"/>
              <a:t>等待应答状态</a:t>
            </a:r>
          </a:p>
          <a:p>
            <a:pPr eaLnBrk="1" hangingPunct="1">
              <a:spcBef>
                <a:spcPct val="50000"/>
              </a:spcBef>
              <a:buFontTx/>
              <a:buNone/>
            </a:pPr>
            <a:r>
              <a:rPr lang="en-US" altLang="zh-CN" sz="2400" b="1"/>
              <a:t>q2</a:t>
            </a:r>
            <a:r>
              <a:rPr lang="zh-CN" altLang="en-US" sz="2400" b="1"/>
              <a:t>：通信状态</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4">
            <a:extLst>
              <a:ext uri="{FF2B5EF4-FFF2-40B4-BE49-F238E27FC236}">
                <a16:creationId xmlns:a16="http://schemas.microsoft.com/office/drawing/2014/main" id="{018F0E2B-057E-A44E-CB88-9E47D91CBF1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FD2219EE-B2A2-480D-9D5C-EA5A55D5EF46}" type="slidenum">
              <a:rPr lang="zh-CN" altLang="en-US" sz="1400">
                <a:latin typeface="Times New Roman" panose="02020603050405020304" pitchFamily="18" charset="0"/>
              </a:rPr>
              <a:pPr algn="r" eaLnBrk="1" hangingPunct="1">
                <a:spcBef>
                  <a:spcPct val="50000"/>
                </a:spcBef>
                <a:buFontTx/>
                <a:buNone/>
              </a:pPr>
              <a:t>9</a:t>
            </a:fld>
            <a:endParaRPr lang="zh-CN" altLang="en-US" sz="1400">
              <a:latin typeface="Times New Roman" panose="02020603050405020304" pitchFamily="18" charset="0"/>
            </a:endParaRPr>
          </a:p>
        </p:txBody>
      </p:sp>
      <p:sp>
        <p:nvSpPr>
          <p:cNvPr id="11267" name="Rectangle 2">
            <a:extLst>
              <a:ext uri="{FF2B5EF4-FFF2-40B4-BE49-F238E27FC236}">
                <a16:creationId xmlns:a16="http://schemas.microsoft.com/office/drawing/2014/main" id="{E98E215E-2E16-2307-9051-CAE92B86BA29}"/>
              </a:ext>
            </a:extLst>
          </p:cNvPr>
          <p:cNvSpPr>
            <a:spLocks noGrp="1" noChangeArrowheads="1"/>
          </p:cNvSpPr>
          <p:nvPr>
            <p:ph type="title" idx="4294967295"/>
          </p:nvPr>
        </p:nvSpPr>
        <p:spPr/>
        <p:txBody>
          <a:bodyPr/>
          <a:lstStyle/>
          <a:p>
            <a:pPr eaLnBrk="1" hangingPunct="1"/>
            <a:r>
              <a:rPr lang="zh-CN" altLang="en-US" b="1" dirty="0"/>
              <a:t>有限状态机的应用</a:t>
            </a:r>
          </a:p>
        </p:txBody>
      </p:sp>
      <p:sp>
        <p:nvSpPr>
          <p:cNvPr id="11268" name="Rectangle 3">
            <a:extLst>
              <a:ext uri="{FF2B5EF4-FFF2-40B4-BE49-F238E27FC236}">
                <a16:creationId xmlns:a16="http://schemas.microsoft.com/office/drawing/2014/main" id="{916D0A59-7C50-00A6-8222-AD68E361057A}"/>
              </a:ext>
            </a:extLst>
          </p:cNvPr>
          <p:cNvSpPr>
            <a:spLocks noGrp="1" noChangeArrowheads="1"/>
          </p:cNvSpPr>
          <p:nvPr>
            <p:ph type="body" idx="4294967295"/>
          </p:nvPr>
        </p:nvSpPr>
        <p:spPr>
          <a:xfrm>
            <a:off x="685800" y="1311275"/>
            <a:ext cx="7772400" cy="4619625"/>
          </a:xfrm>
        </p:spPr>
        <p:txBody>
          <a:bodyPr/>
          <a:lstStyle/>
          <a:p>
            <a:pPr eaLnBrk="1" hangingPunct="1">
              <a:lnSpc>
                <a:spcPct val="90000"/>
              </a:lnSpc>
            </a:pPr>
            <a:r>
              <a:rPr lang="zh-CN" altLang="en-US" b="1" dirty="0"/>
              <a:t>事实上许多实用的软件系统都必须维护一两个非常关键的对象，它们通常具有非常复杂的状态转换关系，而且需要对来自外部的各种异步事件进行响应。</a:t>
            </a:r>
          </a:p>
          <a:p>
            <a:pPr lvl="1" eaLnBrk="1" hangingPunct="1">
              <a:lnSpc>
                <a:spcPct val="90000"/>
              </a:lnSpc>
            </a:pPr>
            <a:r>
              <a:rPr lang="zh-CN" altLang="en-US" sz="2000" b="1" dirty="0"/>
              <a:t>例如，在</a:t>
            </a:r>
            <a:r>
              <a:rPr lang="en-US" altLang="zh-CN" sz="2000" b="1" dirty="0"/>
              <a:t>VoIP</a:t>
            </a:r>
            <a:r>
              <a:rPr lang="zh-CN" altLang="en-US" sz="2000" b="1" dirty="0"/>
              <a:t>电话系统中，电话类（</a:t>
            </a:r>
            <a:r>
              <a:rPr lang="en-US" altLang="zh-CN" sz="2000" b="1" dirty="0"/>
              <a:t>Telephone</a:t>
            </a:r>
            <a:r>
              <a:rPr lang="zh-CN" altLang="en-US" sz="2000" b="1" dirty="0"/>
              <a:t>）的实例必须能够响应来自对方的随机呼叫，来自用户的按键事件，以及来自网络的信令等。在处理这些消息时，</a:t>
            </a:r>
            <a:r>
              <a:rPr lang="en-US" altLang="zh-CN" sz="2000" b="1" dirty="0"/>
              <a:t>Telephone</a:t>
            </a:r>
            <a:r>
              <a:rPr lang="zh-CN" altLang="en-US" sz="2000" b="1" dirty="0"/>
              <a:t>所要采取的行为完全依赖于它当前所处的状态，因而此时使用状态机就将是一个不错的选择。</a:t>
            </a:r>
            <a:endParaRPr lang="en-US" altLang="zh-CN" sz="2000" b="1" dirty="0"/>
          </a:p>
          <a:p>
            <a:pPr lvl="1" eaLnBrk="1" hangingPunct="1">
              <a:lnSpc>
                <a:spcPct val="90000"/>
              </a:lnSpc>
            </a:pPr>
            <a:r>
              <a:rPr lang="zh-CN" altLang="en-US" sz="2000" b="1" dirty="0"/>
              <a:t>例：操作系统的进程调度</a:t>
            </a:r>
          </a:p>
          <a:p>
            <a:pPr lvl="1" eaLnBrk="1" hangingPunct="1">
              <a:lnSpc>
                <a:spcPct val="90000"/>
              </a:lnSpc>
            </a:pPr>
            <a:endParaRPr lang="zh-CN" altLang="en-US" sz="2000" b="1" dirty="0"/>
          </a:p>
        </p:txBody>
      </p:sp>
      <p:sp>
        <p:nvSpPr>
          <p:cNvPr id="11269" name="Rectangle 4">
            <a:extLst>
              <a:ext uri="{FF2B5EF4-FFF2-40B4-BE49-F238E27FC236}">
                <a16:creationId xmlns:a16="http://schemas.microsoft.com/office/drawing/2014/main" id="{FE5AEA8D-C7F0-445C-C344-F4C2A2985D90}"/>
              </a:ext>
            </a:extLst>
          </p:cNvPr>
          <p:cNvSpPr>
            <a:spLocks noChangeArrowheads="1"/>
          </p:cNvSpPr>
          <p:nvPr/>
        </p:nvSpPr>
        <p:spPr bwMode="auto">
          <a:xfrm>
            <a:off x="0" y="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11270" name="Rectangle 5">
            <a:extLst>
              <a:ext uri="{FF2B5EF4-FFF2-40B4-BE49-F238E27FC236}">
                <a16:creationId xmlns:a16="http://schemas.microsoft.com/office/drawing/2014/main" id="{6617B3E0-82A4-583B-7394-CB3E0D8455C2}"/>
              </a:ext>
            </a:extLst>
          </p:cNvPr>
          <p:cNvSpPr>
            <a:spLocks noChangeArrowheads="1"/>
          </p:cNvSpPr>
          <p:nvPr/>
        </p:nvSpPr>
        <p:spPr bwMode="auto">
          <a:xfrm>
            <a:off x="0" y="3281363"/>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pic>
        <p:nvPicPr>
          <p:cNvPr id="2" name="图片 1" descr="0NTJ4V193R6EIDK%R~Z{DDN">
            <a:extLst>
              <a:ext uri="{FF2B5EF4-FFF2-40B4-BE49-F238E27FC236}">
                <a16:creationId xmlns:a16="http://schemas.microsoft.com/office/drawing/2014/main" id="{6DEE2A34-FD68-1788-7B31-99886CBC3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4140759"/>
            <a:ext cx="2520057" cy="2076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866980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a:extLst>
              <a:ext uri="{FF2B5EF4-FFF2-40B4-BE49-F238E27FC236}">
                <a16:creationId xmlns:a16="http://schemas.microsoft.com/office/drawing/2014/main" id="{237CD640-08FD-D1F6-61B7-3B99DA8D91C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9497143A-FCDD-4F37-AD1B-F32AE0AAB973}" type="slidenum">
              <a:rPr lang="zh-CN" altLang="en-US" sz="1400">
                <a:latin typeface="Times New Roman" panose="02020603050405020304" pitchFamily="18" charset="0"/>
              </a:rPr>
              <a:pPr algn="r" eaLnBrk="1" hangingPunct="1">
                <a:spcBef>
                  <a:spcPct val="50000"/>
                </a:spcBef>
                <a:buFontTx/>
                <a:buNone/>
              </a:pPr>
              <a:t>10</a:t>
            </a:fld>
            <a:endParaRPr lang="zh-CN" altLang="en-US" sz="1400">
              <a:latin typeface="Times New Roman" panose="02020603050405020304" pitchFamily="18" charset="0"/>
            </a:endParaRPr>
          </a:p>
        </p:txBody>
      </p:sp>
      <p:sp>
        <p:nvSpPr>
          <p:cNvPr id="13315" name="Rectangle 3">
            <a:extLst>
              <a:ext uri="{FF2B5EF4-FFF2-40B4-BE49-F238E27FC236}">
                <a16:creationId xmlns:a16="http://schemas.microsoft.com/office/drawing/2014/main" id="{E19C30A3-59B8-0F76-CD95-99099973B9F7}"/>
              </a:ext>
            </a:extLst>
          </p:cNvPr>
          <p:cNvSpPr>
            <a:spLocks noGrp="1" noChangeArrowheads="1"/>
          </p:cNvSpPr>
          <p:nvPr>
            <p:ph type="body" idx="4294967295"/>
          </p:nvPr>
        </p:nvSpPr>
        <p:spPr>
          <a:xfrm>
            <a:off x="838200" y="1447800"/>
            <a:ext cx="8001000" cy="4114800"/>
          </a:xfrm>
        </p:spPr>
        <p:txBody>
          <a:bodyPr/>
          <a:lstStyle/>
          <a:p>
            <a:pPr eaLnBrk="1" hangingPunct="1">
              <a:lnSpc>
                <a:spcPct val="90000"/>
              </a:lnSpc>
            </a:pPr>
            <a:r>
              <a:rPr lang="zh-CN" altLang="en-US"/>
              <a:t> </a:t>
            </a:r>
            <a:r>
              <a:rPr lang="zh-CN" altLang="en-US" b="1">
                <a:solidFill>
                  <a:schemeClr val="accent2"/>
                </a:solidFill>
              </a:rPr>
              <a:t>确定的有限自动机的形式化定义</a:t>
            </a:r>
          </a:p>
          <a:p>
            <a:pPr eaLnBrk="1" hangingPunct="1">
              <a:lnSpc>
                <a:spcPct val="90000"/>
              </a:lnSpc>
              <a:buFontTx/>
              <a:buNone/>
            </a:pPr>
            <a:endParaRPr lang="zh-CN" altLang="en-US" sz="1200" b="1">
              <a:solidFill>
                <a:schemeClr val="accent2"/>
              </a:solidFill>
            </a:endParaRPr>
          </a:p>
          <a:p>
            <a:pPr algn="just" eaLnBrk="1" hangingPunct="1">
              <a:lnSpc>
                <a:spcPct val="90000"/>
              </a:lnSpc>
              <a:buFontTx/>
              <a:buNone/>
            </a:pPr>
            <a:r>
              <a:rPr lang="zh-CN" altLang="en-US" b="1"/>
              <a:t>确定的有限自动机是一个五元组</a:t>
            </a:r>
          </a:p>
          <a:p>
            <a:pPr algn="just" eaLnBrk="1" hangingPunct="1">
              <a:lnSpc>
                <a:spcPct val="90000"/>
              </a:lnSpc>
              <a:buFontTx/>
              <a:buNone/>
            </a:pPr>
            <a:r>
              <a:rPr lang="zh-CN" altLang="en-US" b="1"/>
              <a:t>其中：</a:t>
            </a:r>
          </a:p>
          <a:p>
            <a:pPr algn="just" eaLnBrk="1" hangingPunct="1">
              <a:lnSpc>
                <a:spcPct val="90000"/>
              </a:lnSpc>
              <a:buFontTx/>
              <a:buNone/>
            </a:pPr>
            <a:r>
              <a:rPr lang="zh-CN" altLang="en-US" b="1"/>
              <a:t>           ：有限的状态集合；</a:t>
            </a:r>
          </a:p>
          <a:p>
            <a:pPr algn="just" eaLnBrk="1" hangingPunct="1">
              <a:lnSpc>
                <a:spcPct val="90000"/>
              </a:lnSpc>
              <a:buFontTx/>
              <a:buNone/>
            </a:pPr>
            <a:r>
              <a:rPr lang="zh-CN" altLang="en-US" b="1"/>
              <a:t>           ：有限的输入字母表；</a:t>
            </a:r>
          </a:p>
          <a:p>
            <a:pPr algn="just" eaLnBrk="1" hangingPunct="1">
              <a:lnSpc>
                <a:spcPct val="90000"/>
              </a:lnSpc>
              <a:buFontTx/>
              <a:buNone/>
            </a:pPr>
            <a:r>
              <a:rPr lang="zh-CN" altLang="en-US" b="1"/>
              <a:t>           ： 转换函数，是       到     的映射；</a:t>
            </a:r>
          </a:p>
          <a:p>
            <a:pPr algn="just" eaLnBrk="1" hangingPunct="1">
              <a:lnSpc>
                <a:spcPct val="90000"/>
              </a:lnSpc>
              <a:buFontTx/>
              <a:buNone/>
            </a:pPr>
            <a:r>
              <a:rPr lang="zh-CN" altLang="en-US" b="1"/>
              <a:t>           ： 初始状态，          ；</a:t>
            </a:r>
          </a:p>
          <a:p>
            <a:pPr eaLnBrk="1" hangingPunct="1">
              <a:lnSpc>
                <a:spcPct val="90000"/>
              </a:lnSpc>
              <a:buFontTx/>
              <a:buNone/>
            </a:pPr>
            <a:r>
              <a:rPr lang="zh-CN" altLang="en-US" b="1"/>
              <a:t>           </a:t>
            </a:r>
            <a:r>
              <a:rPr lang="zh-CN" altLang="en-US" b="1">
                <a:latin typeface="宋体" panose="02010600030101010101" pitchFamily="2" charset="-122"/>
              </a:rPr>
              <a:t>：</a:t>
            </a:r>
            <a:r>
              <a:rPr lang="zh-CN" altLang="en-US" b="1"/>
              <a:t> </a:t>
            </a:r>
            <a:r>
              <a:rPr lang="zh-CN" altLang="en-US" b="1">
                <a:latin typeface="宋体" panose="02010600030101010101" pitchFamily="2" charset="-122"/>
              </a:rPr>
              <a:t>终止状态集，</a:t>
            </a:r>
            <a:r>
              <a:rPr lang="zh-CN" altLang="en-US" b="1">
                <a:solidFill>
                  <a:schemeClr val="accent2"/>
                </a:solidFill>
              </a:rPr>
              <a:t>          </a:t>
            </a:r>
            <a:r>
              <a:rPr lang="zh-CN" altLang="en-US" b="1"/>
              <a:t>；</a:t>
            </a:r>
            <a:endParaRPr lang="en-US" altLang="zh-CN" b="1"/>
          </a:p>
        </p:txBody>
      </p:sp>
      <p:sp>
        <p:nvSpPr>
          <p:cNvPr id="13316" name="Rectangle 5">
            <a:extLst>
              <a:ext uri="{FF2B5EF4-FFF2-40B4-BE49-F238E27FC236}">
                <a16:creationId xmlns:a16="http://schemas.microsoft.com/office/drawing/2014/main" id="{6AA6E41E-A392-1772-F620-99FF3A99C744}"/>
              </a:ext>
            </a:extLst>
          </p:cNvPr>
          <p:cNvSpPr>
            <a:spLocks noChangeArrowheads="1"/>
          </p:cNvSpPr>
          <p:nvPr/>
        </p:nvSpPr>
        <p:spPr bwMode="auto">
          <a:xfrm>
            <a:off x="44958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13317" name="Rectangle 7">
            <a:extLst>
              <a:ext uri="{FF2B5EF4-FFF2-40B4-BE49-F238E27FC236}">
                <a16:creationId xmlns:a16="http://schemas.microsoft.com/office/drawing/2014/main" id="{4EF2CD5B-4333-7585-36F9-E75B7961A898}"/>
              </a:ext>
            </a:extLst>
          </p:cNvPr>
          <p:cNvSpPr>
            <a:spLocks noChangeArrowheads="1"/>
          </p:cNvSpPr>
          <p:nvPr/>
        </p:nvSpPr>
        <p:spPr bwMode="auto">
          <a:xfrm>
            <a:off x="44958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13318" name="Rectangle 9">
            <a:extLst>
              <a:ext uri="{FF2B5EF4-FFF2-40B4-BE49-F238E27FC236}">
                <a16:creationId xmlns:a16="http://schemas.microsoft.com/office/drawing/2014/main" id="{C09EEF8B-E5CE-DE6F-0E2B-269E916B8708}"/>
              </a:ext>
            </a:extLst>
          </p:cNvPr>
          <p:cNvSpPr>
            <a:spLocks noChangeArrowheads="1"/>
          </p:cNvSpPr>
          <p:nvPr/>
        </p:nvSpPr>
        <p:spPr bwMode="auto">
          <a:xfrm>
            <a:off x="44958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13319" name="对象 13318">
            <a:extLst>
              <a:ext uri="{FF2B5EF4-FFF2-40B4-BE49-F238E27FC236}">
                <a16:creationId xmlns:a16="http://schemas.microsoft.com/office/drawing/2014/main" id="{1B276DA3-9F00-F177-5B25-83C8A993602B}"/>
              </a:ext>
            </a:extLst>
          </p:cNvPr>
          <p:cNvGraphicFramePr>
            <a:graphicFrameLocks noChangeAspect="1"/>
          </p:cNvGraphicFramePr>
          <p:nvPr/>
        </p:nvGraphicFramePr>
        <p:xfrm>
          <a:off x="1414463" y="3119438"/>
          <a:ext cx="285750" cy="381000"/>
        </p:xfrm>
        <a:graphic>
          <a:graphicData uri="http://schemas.openxmlformats.org/presentationml/2006/ole">
            <mc:AlternateContent xmlns:mc="http://schemas.openxmlformats.org/markup-compatibility/2006">
              <mc:Choice xmlns:v="urn:schemas-microsoft-com:vml" Requires="v">
                <p:oleObj r:id="rId2" imgW="152798" imgH="203731" progId="Equation.3">
                  <p:embed/>
                </p:oleObj>
              </mc:Choice>
              <mc:Fallback>
                <p:oleObj r:id="rId2" imgW="152798" imgH="203731" progId="Equation.3">
                  <p:embed/>
                  <p:pic>
                    <p:nvPicPr>
                      <p:cNvPr id="13319" name="对象 13318">
                        <a:extLst>
                          <a:ext uri="{FF2B5EF4-FFF2-40B4-BE49-F238E27FC236}">
                            <a16:creationId xmlns:a16="http://schemas.microsoft.com/office/drawing/2014/main" id="{1B276DA3-9F00-F177-5B25-83C8A9936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463" y="3119438"/>
                        <a:ext cx="285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0" name="对象 13319">
            <a:extLst>
              <a:ext uri="{FF2B5EF4-FFF2-40B4-BE49-F238E27FC236}">
                <a16:creationId xmlns:a16="http://schemas.microsoft.com/office/drawing/2014/main" id="{F7FF5E18-F2F5-F3FC-04CF-75D6E1D7A131}"/>
              </a:ext>
            </a:extLst>
          </p:cNvPr>
          <p:cNvGraphicFramePr>
            <a:graphicFrameLocks noChangeAspect="1"/>
          </p:cNvGraphicFramePr>
          <p:nvPr/>
        </p:nvGraphicFramePr>
        <p:xfrm>
          <a:off x="1425575" y="3622675"/>
          <a:ext cx="261938" cy="309563"/>
        </p:xfrm>
        <a:graphic>
          <a:graphicData uri="http://schemas.openxmlformats.org/presentationml/2006/ole">
            <mc:AlternateContent xmlns:mc="http://schemas.openxmlformats.org/markup-compatibility/2006">
              <mc:Choice xmlns:v="urn:schemas-microsoft-com:vml" Requires="v">
                <p:oleObj r:id="rId4" imgW="140065" imgH="165531" progId="Equation.3">
                  <p:embed/>
                </p:oleObj>
              </mc:Choice>
              <mc:Fallback>
                <p:oleObj r:id="rId4" imgW="140065" imgH="165531" progId="Equation.3">
                  <p:embed/>
                  <p:pic>
                    <p:nvPicPr>
                      <p:cNvPr id="13320" name="对象 13319">
                        <a:extLst>
                          <a:ext uri="{FF2B5EF4-FFF2-40B4-BE49-F238E27FC236}">
                            <a16:creationId xmlns:a16="http://schemas.microsoft.com/office/drawing/2014/main" id="{F7FF5E18-F2F5-F3FC-04CF-75D6E1D7A1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5575" y="3622675"/>
                        <a:ext cx="2619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1" name="对象 13320">
            <a:extLst>
              <a:ext uri="{FF2B5EF4-FFF2-40B4-BE49-F238E27FC236}">
                <a16:creationId xmlns:a16="http://schemas.microsoft.com/office/drawing/2014/main" id="{856D2100-B10C-B2A8-5826-37DBECFFC16C}"/>
              </a:ext>
            </a:extLst>
          </p:cNvPr>
          <p:cNvGraphicFramePr>
            <a:graphicFrameLocks noChangeAspect="1"/>
          </p:cNvGraphicFramePr>
          <p:nvPr/>
        </p:nvGraphicFramePr>
        <p:xfrm>
          <a:off x="1403350" y="4076700"/>
          <a:ext cx="261938" cy="333375"/>
        </p:xfrm>
        <a:graphic>
          <a:graphicData uri="http://schemas.openxmlformats.org/presentationml/2006/ole">
            <mc:AlternateContent xmlns:mc="http://schemas.openxmlformats.org/markup-compatibility/2006">
              <mc:Choice xmlns:v="urn:schemas-microsoft-com:vml" Requires="v">
                <p:oleObj r:id="rId6" imgW="140065" imgH="178264" progId="Equation.3">
                  <p:embed/>
                </p:oleObj>
              </mc:Choice>
              <mc:Fallback>
                <p:oleObj r:id="rId6" imgW="140065" imgH="178264" progId="Equation.3">
                  <p:embed/>
                  <p:pic>
                    <p:nvPicPr>
                      <p:cNvPr id="13321" name="对象 13320">
                        <a:extLst>
                          <a:ext uri="{FF2B5EF4-FFF2-40B4-BE49-F238E27FC236}">
                            <a16:creationId xmlns:a16="http://schemas.microsoft.com/office/drawing/2014/main" id="{856D2100-B10C-B2A8-5826-37DBECFFC1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4076700"/>
                        <a:ext cx="2619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2" name="对象 13321">
            <a:extLst>
              <a:ext uri="{FF2B5EF4-FFF2-40B4-BE49-F238E27FC236}">
                <a16:creationId xmlns:a16="http://schemas.microsoft.com/office/drawing/2014/main" id="{D866D1DE-32B5-374E-0C13-44C3330E2659}"/>
              </a:ext>
            </a:extLst>
          </p:cNvPr>
          <p:cNvGraphicFramePr>
            <a:graphicFrameLocks noChangeAspect="1"/>
          </p:cNvGraphicFramePr>
          <p:nvPr/>
        </p:nvGraphicFramePr>
        <p:xfrm>
          <a:off x="1403350" y="4437063"/>
          <a:ext cx="309563" cy="428625"/>
        </p:xfrm>
        <a:graphic>
          <a:graphicData uri="http://schemas.openxmlformats.org/presentationml/2006/ole">
            <mc:AlternateContent xmlns:mc="http://schemas.openxmlformats.org/markup-compatibility/2006">
              <mc:Choice xmlns:v="urn:schemas-microsoft-com:vml" Requires="v">
                <p:oleObj r:id="rId8" imgW="165459" imgH="229097" progId="Equation.3">
                  <p:embed/>
                </p:oleObj>
              </mc:Choice>
              <mc:Fallback>
                <p:oleObj r:id="rId8" imgW="165459" imgH="229097" progId="Equation.3">
                  <p:embed/>
                  <p:pic>
                    <p:nvPicPr>
                      <p:cNvPr id="13322" name="对象 13321">
                        <a:extLst>
                          <a:ext uri="{FF2B5EF4-FFF2-40B4-BE49-F238E27FC236}">
                            <a16:creationId xmlns:a16="http://schemas.microsoft.com/office/drawing/2014/main" id="{D866D1DE-32B5-374E-0C13-44C3330E2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4437063"/>
                        <a:ext cx="3095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3" name="对象 13322">
            <a:extLst>
              <a:ext uri="{FF2B5EF4-FFF2-40B4-BE49-F238E27FC236}">
                <a16:creationId xmlns:a16="http://schemas.microsoft.com/office/drawing/2014/main" id="{E652BF38-0C5B-FC89-DBFC-55324A505D13}"/>
              </a:ext>
            </a:extLst>
          </p:cNvPr>
          <p:cNvGraphicFramePr>
            <a:graphicFrameLocks noChangeAspect="1"/>
          </p:cNvGraphicFramePr>
          <p:nvPr/>
        </p:nvGraphicFramePr>
        <p:xfrm>
          <a:off x="1403350" y="5013325"/>
          <a:ext cx="309563" cy="309563"/>
        </p:xfrm>
        <a:graphic>
          <a:graphicData uri="http://schemas.openxmlformats.org/presentationml/2006/ole">
            <mc:AlternateContent xmlns:mc="http://schemas.openxmlformats.org/markup-compatibility/2006">
              <mc:Choice xmlns:v="urn:schemas-microsoft-com:vml" Requires="v">
                <p:oleObj r:id="rId10" imgW="165459" imgH="165459" progId="Equation.3">
                  <p:embed/>
                </p:oleObj>
              </mc:Choice>
              <mc:Fallback>
                <p:oleObj r:id="rId10" imgW="165459" imgH="165459" progId="Equation.3">
                  <p:embed/>
                  <p:pic>
                    <p:nvPicPr>
                      <p:cNvPr id="13323" name="对象 13322">
                        <a:extLst>
                          <a:ext uri="{FF2B5EF4-FFF2-40B4-BE49-F238E27FC236}">
                            <a16:creationId xmlns:a16="http://schemas.microsoft.com/office/drawing/2014/main" id="{E652BF38-0C5B-FC89-DBFC-55324A505D1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03350" y="5013325"/>
                        <a:ext cx="30956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4" name="对象 13323">
            <a:extLst>
              <a:ext uri="{FF2B5EF4-FFF2-40B4-BE49-F238E27FC236}">
                <a16:creationId xmlns:a16="http://schemas.microsoft.com/office/drawing/2014/main" id="{2E2E6AB7-8FA9-0F7C-BE5F-070AC8F571C7}"/>
              </a:ext>
            </a:extLst>
          </p:cNvPr>
          <p:cNvGraphicFramePr>
            <a:graphicFrameLocks noChangeAspect="1"/>
          </p:cNvGraphicFramePr>
          <p:nvPr/>
        </p:nvGraphicFramePr>
        <p:xfrm>
          <a:off x="4500563" y="4056063"/>
          <a:ext cx="690562" cy="381000"/>
        </p:xfrm>
        <a:graphic>
          <a:graphicData uri="http://schemas.openxmlformats.org/presentationml/2006/ole">
            <mc:AlternateContent xmlns:mc="http://schemas.openxmlformats.org/markup-compatibility/2006">
              <mc:Choice xmlns:v="urn:schemas-microsoft-com:vml" Requires="v">
                <p:oleObj r:id="rId12" imgW="368780" imgH="203465" progId="Equation.3">
                  <p:embed/>
                </p:oleObj>
              </mc:Choice>
              <mc:Fallback>
                <p:oleObj r:id="rId12" imgW="368780" imgH="203465" progId="Equation.3">
                  <p:embed/>
                  <p:pic>
                    <p:nvPicPr>
                      <p:cNvPr id="13324" name="对象 13323">
                        <a:extLst>
                          <a:ext uri="{FF2B5EF4-FFF2-40B4-BE49-F238E27FC236}">
                            <a16:creationId xmlns:a16="http://schemas.microsoft.com/office/drawing/2014/main" id="{2E2E6AB7-8FA9-0F7C-BE5F-070AC8F571C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00563" y="4056063"/>
                        <a:ext cx="6905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5" name="对象 13324">
            <a:extLst>
              <a:ext uri="{FF2B5EF4-FFF2-40B4-BE49-F238E27FC236}">
                <a16:creationId xmlns:a16="http://schemas.microsoft.com/office/drawing/2014/main" id="{EA6C56A2-8C91-9F8A-C989-A7A71CABFCB9}"/>
              </a:ext>
            </a:extLst>
          </p:cNvPr>
          <p:cNvGraphicFramePr>
            <a:graphicFrameLocks noChangeAspect="1"/>
          </p:cNvGraphicFramePr>
          <p:nvPr/>
        </p:nvGraphicFramePr>
        <p:xfrm>
          <a:off x="5581650" y="4056063"/>
          <a:ext cx="285750" cy="381000"/>
        </p:xfrm>
        <a:graphic>
          <a:graphicData uri="http://schemas.openxmlformats.org/presentationml/2006/ole">
            <mc:AlternateContent xmlns:mc="http://schemas.openxmlformats.org/markup-compatibility/2006">
              <mc:Choice xmlns:v="urn:schemas-microsoft-com:vml" Requires="v">
                <p:oleObj r:id="rId14" imgW="152798" imgH="203731" progId="Equation.3">
                  <p:embed/>
                </p:oleObj>
              </mc:Choice>
              <mc:Fallback>
                <p:oleObj r:id="rId14" imgW="152798" imgH="203731" progId="Equation.3">
                  <p:embed/>
                  <p:pic>
                    <p:nvPicPr>
                      <p:cNvPr id="13325" name="对象 13324">
                        <a:extLst>
                          <a:ext uri="{FF2B5EF4-FFF2-40B4-BE49-F238E27FC236}">
                            <a16:creationId xmlns:a16="http://schemas.microsoft.com/office/drawing/2014/main" id="{EA6C56A2-8C91-9F8A-C989-A7A71CABFC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1650" y="4056063"/>
                        <a:ext cx="285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6" name="对象 13325">
            <a:extLst>
              <a:ext uri="{FF2B5EF4-FFF2-40B4-BE49-F238E27FC236}">
                <a16:creationId xmlns:a16="http://schemas.microsoft.com/office/drawing/2014/main" id="{D9E41F4C-8322-F3EA-BC3A-4A288614E4EE}"/>
              </a:ext>
            </a:extLst>
          </p:cNvPr>
          <p:cNvGraphicFramePr>
            <a:graphicFrameLocks noChangeAspect="1"/>
          </p:cNvGraphicFramePr>
          <p:nvPr/>
        </p:nvGraphicFramePr>
        <p:xfrm>
          <a:off x="4386263" y="4992688"/>
          <a:ext cx="833437" cy="381000"/>
        </p:xfrm>
        <a:graphic>
          <a:graphicData uri="http://schemas.openxmlformats.org/presentationml/2006/ole">
            <mc:AlternateContent xmlns:mc="http://schemas.openxmlformats.org/markup-compatibility/2006">
              <mc:Choice xmlns:v="urn:schemas-microsoft-com:vml" Requires="v">
                <p:oleObj r:id="rId15" imgW="445080" imgH="203465" progId="Equation.3">
                  <p:embed/>
                </p:oleObj>
              </mc:Choice>
              <mc:Fallback>
                <p:oleObj r:id="rId15" imgW="445080" imgH="203465" progId="Equation.3">
                  <p:embed/>
                  <p:pic>
                    <p:nvPicPr>
                      <p:cNvPr id="13326" name="对象 13325">
                        <a:extLst>
                          <a:ext uri="{FF2B5EF4-FFF2-40B4-BE49-F238E27FC236}">
                            <a16:creationId xmlns:a16="http://schemas.microsoft.com/office/drawing/2014/main" id="{D9E41F4C-8322-F3EA-BC3A-4A288614E4E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86263" y="4992688"/>
                        <a:ext cx="833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27" name="Rectangle 22">
            <a:extLst>
              <a:ext uri="{FF2B5EF4-FFF2-40B4-BE49-F238E27FC236}">
                <a16:creationId xmlns:a16="http://schemas.microsoft.com/office/drawing/2014/main" id="{12CD7402-12FD-C152-CDC8-A978076167A1}"/>
              </a:ext>
            </a:extLst>
          </p:cNvPr>
          <p:cNvSpPr>
            <a:spLocks noGrp="1" noChangeArrowheads="1"/>
          </p:cNvSpPr>
          <p:nvPr>
            <p:ph type="title" idx="4294967295"/>
          </p:nvPr>
        </p:nvSpPr>
        <p:spPr/>
        <p:txBody>
          <a:bodyPr/>
          <a:lstStyle/>
          <a:p>
            <a:pPr eaLnBrk="1" hangingPunct="1"/>
            <a:r>
              <a:rPr lang="zh-CN" altLang="en-US" b="1" dirty="0"/>
              <a:t>有限状态机的数学模型</a:t>
            </a:r>
          </a:p>
        </p:txBody>
      </p:sp>
      <p:sp>
        <p:nvSpPr>
          <p:cNvPr id="13328" name="Rectangle 24">
            <a:extLst>
              <a:ext uri="{FF2B5EF4-FFF2-40B4-BE49-F238E27FC236}">
                <a16:creationId xmlns:a16="http://schemas.microsoft.com/office/drawing/2014/main" id="{75C9AA18-FF89-B4FF-AE36-43DFCDB68A5D}"/>
              </a:ext>
            </a:extLst>
          </p:cNvPr>
          <p:cNvSpPr>
            <a:spLocks noChangeArrowheads="1"/>
          </p:cNvSpPr>
          <p:nvPr/>
        </p:nvSpPr>
        <p:spPr bwMode="auto">
          <a:xfrm>
            <a:off x="0" y="331470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13329" name="对象 13328">
            <a:extLst>
              <a:ext uri="{FF2B5EF4-FFF2-40B4-BE49-F238E27FC236}">
                <a16:creationId xmlns:a16="http://schemas.microsoft.com/office/drawing/2014/main" id="{479FF172-6626-3DC3-E4FD-87BE5AE94050}"/>
              </a:ext>
            </a:extLst>
          </p:cNvPr>
          <p:cNvGraphicFramePr>
            <a:graphicFrameLocks noChangeAspect="1"/>
          </p:cNvGraphicFramePr>
          <p:nvPr/>
        </p:nvGraphicFramePr>
        <p:xfrm>
          <a:off x="4067175" y="4435475"/>
          <a:ext cx="1009650" cy="506413"/>
        </p:xfrm>
        <a:graphic>
          <a:graphicData uri="http://schemas.openxmlformats.org/presentationml/2006/ole">
            <mc:AlternateContent xmlns:mc="http://schemas.openxmlformats.org/markup-compatibility/2006">
              <mc:Choice xmlns:v="urn:schemas-microsoft-com:vml" Requires="v">
                <p:oleObj r:id="rId17" imgW="460397" imgH="230199" progId="Equation.3">
                  <p:embed/>
                </p:oleObj>
              </mc:Choice>
              <mc:Fallback>
                <p:oleObj r:id="rId17" imgW="460397" imgH="230199" progId="Equation.3">
                  <p:embed/>
                  <p:pic>
                    <p:nvPicPr>
                      <p:cNvPr id="13329" name="对象 13328">
                        <a:extLst>
                          <a:ext uri="{FF2B5EF4-FFF2-40B4-BE49-F238E27FC236}">
                            <a16:creationId xmlns:a16="http://schemas.microsoft.com/office/drawing/2014/main" id="{479FF172-6626-3DC3-E4FD-87BE5AE9405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67175" y="4435475"/>
                        <a:ext cx="100965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30" name="Rectangle 26">
            <a:extLst>
              <a:ext uri="{FF2B5EF4-FFF2-40B4-BE49-F238E27FC236}">
                <a16:creationId xmlns:a16="http://schemas.microsoft.com/office/drawing/2014/main" id="{7CBC0677-8154-34D7-4640-B1830724FA1A}"/>
              </a:ext>
            </a:extLst>
          </p:cNvPr>
          <p:cNvSpPr>
            <a:spLocks noChangeArrowheads="1"/>
          </p:cNvSpPr>
          <p:nvPr/>
        </p:nvSpPr>
        <p:spPr bwMode="auto">
          <a:xfrm>
            <a:off x="0" y="331470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13331" name="对象 13330">
            <a:extLst>
              <a:ext uri="{FF2B5EF4-FFF2-40B4-BE49-F238E27FC236}">
                <a16:creationId xmlns:a16="http://schemas.microsoft.com/office/drawing/2014/main" id="{F426A779-D807-BFF7-5E92-17F03C961DC9}"/>
              </a:ext>
            </a:extLst>
          </p:cNvPr>
          <p:cNvGraphicFramePr>
            <a:graphicFrameLocks noChangeAspect="1"/>
          </p:cNvGraphicFramePr>
          <p:nvPr/>
        </p:nvGraphicFramePr>
        <p:xfrm>
          <a:off x="5940425" y="2133600"/>
          <a:ext cx="2916238" cy="534988"/>
        </p:xfrm>
        <a:graphic>
          <a:graphicData uri="http://schemas.openxmlformats.org/presentationml/2006/ole">
            <mc:AlternateContent xmlns:mc="http://schemas.openxmlformats.org/markup-compatibility/2006">
              <mc:Choice xmlns:v="urn:schemas-microsoft-com:vml" Requires="v">
                <p:oleObj r:id="rId19" imgW="1248937" imgH="229397" progId="Equation.3">
                  <p:embed/>
                </p:oleObj>
              </mc:Choice>
              <mc:Fallback>
                <p:oleObj r:id="rId19" imgW="1248937" imgH="229397" progId="Equation.3">
                  <p:embed/>
                  <p:pic>
                    <p:nvPicPr>
                      <p:cNvPr id="13331" name="对象 13330">
                        <a:extLst>
                          <a:ext uri="{FF2B5EF4-FFF2-40B4-BE49-F238E27FC236}">
                            <a16:creationId xmlns:a16="http://schemas.microsoft.com/office/drawing/2014/main" id="{F426A779-D807-BFF7-5E92-17F03C961DC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40425" y="2133600"/>
                        <a:ext cx="29162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32" name="Text Box 28">
            <a:extLst>
              <a:ext uri="{FF2B5EF4-FFF2-40B4-BE49-F238E27FC236}">
                <a16:creationId xmlns:a16="http://schemas.microsoft.com/office/drawing/2014/main" id="{49D0F1EC-0ED9-C5D8-780C-BF3B9847C192}"/>
              </a:ext>
            </a:extLst>
          </p:cNvPr>
          <p:cNvSpPr txBox="1">
            <a:spLocks noChangeArrowheads="1"/>
          </p:cNvSpPr>
          <p:nvPr/>
        </p:nvSpPr>
        <p:spPr bwMode="auto">
          <a:xfrm>
            <a:off x="5076825" y="4437063"/>
            <a:ext cx="3887788"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（初始状态只有一个）</a:t>
            </a:r>
          </a:p>
        </p:txBody>
      </p:sp>
    </p:spTree>
    <p:extLst>
      <p:ext uri="{BB962C8B-B14F-4D97-AF65-F5344CB8AC3E}">
        <p14:creationId xmlns:p14="http://schemas.microsoft.com/office/powerpoint/2010/main" val="299520521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灯片编号占位符 4">
            <a:extLst>
              <a:ext uri="{FF2B5EF4-FFF2-40B4-BE49-F238E27FC236}">
                <a16:creationId xmlns:a16="http://schemas.microsoft.com/office/drawing/2014/main" id="{E8EACE07-DBBA-4B74-A5B0-01D9A13B90F1}"/>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0EF7AEB4-023A-49C1-95F8-8D740905CCDC}" type="slidenum">
              <a:rPr lang="zh-CN" altLang="en-US" sz="1400" b="1"/>
              <a:pPr algn="r" eaLnBrk="1" hangingPunct="1">
                <a:spcBef>
                  <a:spcPct val="50000"/>
                </a:spcBef>
                <a:buFontTx/>
                <a:buNone/>
              </a:pPr>
              <a:t>11</a:t>
            </a:fld>
            <a:endParaRPr lang="zh-CN" altLang="en-US" sz="1400" b="1"/>
          </a:p>
        </p:txBody>
      </p:sp>
      <p:sp>
        <p:nvSpPr>
          <p:cNvPr id="153603" name="Rectangle 2">
            <a:extLst>
              <a:ext uri="{FF2B5EF4-FFF2-40B4-BE49-F238E27FC236}">
                <a16:creationId xmlns:a16="http://schemas.microsoft.com/office/drawing/2014/main" id="{C3EBFCA1-4EEA-464A-A252-B9C340281D13}"/>
              </a:ext>
            </a:extLst>
          </p:cNvPr>
          <p:cNvSpPr>
            <a:spLocks noGrp="1" noChangeArrowheads="1"/>
          </p:cNvSpPr>
          <p:nvPr>
            <p:ph type="title" idx="4294967295"/>
          </p:nvPr>
        </p:nvSpPr>
        <p:spPr>
          <a:xfrm>
            <a:off x="1371600" y="404813"/>
            <a:ext cx="7772400" cy="720725"/>
          </a:xfrm>
        </p:spPr>
        <p:txBody>
          <a:bodyPr/>
          <a:lstStyle/>
          <a:p>
            <a:pPr eaLnBrk="1" hangingPunct="1"/>
            <a:r>
              <a:rPr lang="en-US" altLang="zh-CN" b="1"/>
              <a:t>4.7 </a:t>
            </a:r>
            <a:r>
              <a:rPr lang="zh-CN" altLang="en-US" b="1"/>
              <a:t>基本概念</a:t>
            </a:r>
          </a:p>
        </p:txBody>
      </p:sp>
      <p:sp>
        <p:nvSpPr>
          <p:cNvPr id="153604" name="Rectangle 3">
            <a:extLst>
              <a:ext uri="{FF2B5EF4-FFF2-40B4-BE49-F238E27FC236}">
                <a16:creationId xmlns:a16="http://schemas.microsoft.com/office/drawing/2014/main" id="{4AF31BE6-9C28-4F27-A8F6-C0F83AC403D4}"/>
              </a:ext>
            </a:extLst>
          </p:cNvPr>
          <p:cNvSpPr>
            <a:spLocks noGrp="1" noChangeArrowheads="1"/>
          </p:cNvSpPr>
          <p:nvPr>
            <p:ph type="body" idx="4294967295"/>
          </p:nvPr>
        </p:nvSpPr>
        <p:spPr>
          <a:xfrm>
            <a:off x="685800" y="1319213"/>
            <a:ext cx="8153400" cy="4918075"/>
          </a:xfrm>
        </p:spPr>
        <p:txBody>
          <a:bodyPr/>
          <a:lstStyle/>
          <a:p>
            <a:pPr eaLnBrk="1" hangingPunct="1">
              <a:buFont typeface="Wingdings" panose="05000000000000000000" pitchFamily="2" charset="2"/>
              <a:buChar char="l"/>
            </a:pPr>
            <a:r>
              <a:rPr lang="zh-CN" altLang="en-US" sz="3200" b="1" dirty="0"/>
              <a:t>如何设计有限状态自动机？</a:t>
            </a:r>
          </a:p>
          <a:p>
            <a:pPr eaLnBrk="1" hangingPunct="1">
              <a:lnSpc>
                <a:spcPct val="130000"/>
              </a:lnSpc>
            </a:pPr>
            <a:r>
              <a:rPr lang="zh-CN" altLang="en-US" sz="3200" b="1" dirty="0">
                <a:solidFill>
                  <a:srgbClr val="333399"/>
                </a:solidFill>
              </a:rPr>
              <a:t>可能出现的有限个状态、运行的规则都是事先确定的。一旦开始运行，就按照事先确定的规则工作，因此叫“自动机”。</a:t>
            </a:r>
            <a:endParaRPr lang="en-US" altLang="zh-CN" sz="3200" b="1" dirty="0">
              <a:solidFill>
                <a:srgbClr val="333399"/>
              </a:solidFill>
            </a:endParaRPr>
          </a:p>
          <a:p>
            <a:pPr eaLnBrk="1" hangingPunct="1">
              <a:lnSpc>
                <a:spcPct val="130000"/>
              </a:lnSpc>
            </a:pPr>
            <a:r>
              <a:rPr lang="zh-CN" altLang="en-US" sz="3200" b="1" dirty="0">
                <a:solidFill>
                  <a:srgbClr val="333399"/>
                </a:solidFill>
              </a:rPr>
              <a:t>使用状态转换图形直观描述整个工作过程。</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灯片编号占位符 4">
            <a:extLst>
              <a:ext uri="{FF2B5EF4-FFF2-40B4-BE49-F238E27FC236}">
                <a16:creationId xmlns:a16="http://schemas.microsoft.com/office/drawing/2014/main" id="{968634C7-0FFE-40C3-9ABB-05E00975A809}"/>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3E924940-C50E-44CE-8DB4-DADB5E1075DA}" type="slidenum">
              <a:rPr lang="zh-CN" altLang="en-US" sz="1400" b="1"/>
              <a:pPr algn="r" eaLnBrk="1" hangingPunct="1">
                <a:spcBef>
                  <a:spcPct val="50000"/>
                </a:spcBef>
                <a:buFontTx/>
                <a:buNone/>
              </a:pPr>
              <a:t>12</a:t>
            </a:fld>
            <a:endParaRPr lang="zh-CN" altLang="en-US" sz="1400" b="1"/>
          </a:p>
        </p:txBody>
      </p:sp>
      <p:sp>
        <p:nvSpPr>
          <p:cNvPr id="14339" name="Rectangle 3">
            <a:extLst>
              <a:ext uri="{FF2B5EF4-FFF2-40B4-BE49-F238E27FC236}">
                <a16:creationId xmlns:a16="http://schemas.microsoft.com/office/drawing/2014/main" id="{E579955E-015F-47D1-8CD9-FE6D2C08827B}"/>
              </a:ext>
            </a:extLst>
          </p:cNvPr>
          <p:cNvSpPr>
            <a:spLocks noGrp="1"/>
          </p:cNvSpPr>
          <p:nvPr>
            <p:ph type="body" idx="4294967295"/>
          </p:nvPr>
        </p:nvSpPr>
        <p:spPr>
          <a:ln>
            <a:miter/>
          </a:ln>
        </p:spPr>
        <p:txBody>
          <a:bodyPr/>
          <a:lstStyle/>
          <a:p>
            <a:pPr eaLnBrk="1" hangingPunct="1">
              <a:defRPr/>
            </a:pPr>
            <a:r>
              <a:rPr lang="zh-CN" altLang="en-US" b="1" noProof="1"/>
              <a:t>为了描述一个有限状态自动机的工作状况，可采用</a:t>
            </a:r>
            <a:r>
              <a:rPr lang="zh-CN" altLang="en-US" b="1" noProof="1">
                <a:solidFill>
                  <a:srgbClr val="003399"/>
                </a:solidFill>
                <a:effectLst>
                  <a:outerShdw blurRad="38100" dist="38100" dir="2700000">
                    <a:srgbClr val="C0C0C0"/>
                  </a:outerShdw>
                </a:effectLst>
              </a:rPr>
              <a:t>状态转换图</a:t>
            </a:r>
            <a:r>
              <a:rPr lang="zh-CN" altLang="en-US" b="1" noProof="1"/>
              <a:t>。状态转换图是一个有向图，图中的每个节点表示一种状态，一条边（或弧）表示一个转换关系。</a:t>
            </a:r>
          </a:p>
          <a:p>
            <a:pPr eaLnBrk="1" hangingPunct="1">
              <a:defRPr/>
            </a:pPr>
            <a:endParaRPr lang="zh-CN" altLang="en-US" b="1" noProof="1"/>
          </a:p>
        </p:txBody>
      </p:sp>
      <p:sp>
        <p:nvSpPr>
          <p:cNvPr id="155652" name="Text Box 26">
            <a:extLst>
              <a:ext uri="{FF2B5EF4-FFF2-40B4-BE49-F238E27FC236}">
                <a16:creationId xmlns:a16="http://schemas.microsoft.com/office/drawing/2014/main" id="{40281EFE-0E97-40E1-AE05-E56074C99C68}"/>
              </a:ext>
            </a:extLst>
          </p:cNvPr>
          <p:cNvSpPr txBox="1">
            <a:spLocks noChangeArrowheads="1"/>
          </p:cNvSpPr>
          <p:nvPr/>
        </p:nvSpPr>
        <p:spPr bwMode="auto">
          <a:xfrm>
            <a:off x="1042988" y="3573463"/>
            <a:ext cx="3095625" cy="20764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600" b="1"/>
              <a:t>初始状态：</a:t>
            </a:r>
            <a:r>
              <a:rPr lang="en-US" altLang="zh-CN" sz="2600" b="1"/>
              <a:t>q0</a:t>
            </a:r>
          </a:p>
          <a:p>
            <a:pPr eaLnBrk="1" hangingPunct="1">
              <a:spcBef>
                <a:spcPct val="50000"/>
              </a:spcBef>
              <a:buFontTx/>
              <a:buNone/>
            </a:pPr>
            <a:r>
              <a:rPr lang="zh-CN" altLang="en-US" sz="2600" b="1"/>
              <a:t>终止状态：</a:t>
            </a:r>
            <a:r>
              <a:rPr lang="en-US" altLang="zh-CN" sz="2600" b="1"/>
              <a:t>q3</a:t>
            </a:r>
          </a:p>
          <a:p>
            <a:pPr eaLnBrk="1" hangingPunct="1">
              <a:spcBef>
                <a:spcPct val="50000"/>
              </a:spcBef>
              <a:buFontTx/>
              <a:buNone/>
            </a:pPr>
            <a:r>
              <a:rPr lang="zh-CN" altLang="en-US" sz="2600" b="1"/>
              <a:t>控制器的状态集合：</a:t>
            </a:r>
            <a:r>
              <a:rPr lang="en-US" altLang="zh-CN" sz="2600" b="1"/>
              <a:t>{q0,q1,q2,q3}</a:t>
            </a:r>
          </a:p>
        </p:txBody>
      </p:sp>
      <p:sp>
        <p:nvSpPr>
          <p:cNvPr id="155653" name="Rectangle 27">
            <a:extLst>
              <a:ext uri="{FF2B5EF4-FFF2-40B4-BE49-F238E27FC236}">
                <a16:creationId xmlns:a16="http://schemas.microsoft.com/office/drawing/2014/main" id="{64FD1A73-23D6-4D3E-99CF-873D787F627C}"/>
              </a:ext>
            </a:extLst>
          </p:cNvPr>
          <p:cNvSpPr>
            <a:spLocks noGrp="1" noChangeArrowheads="1"/>
          </p:cNvSpPr>
          <p:nvPr>
            <p:ph type="title" idx="4294967295"/>
          </p:nvPr>
        </p:nvSpPr>
        <p:spPr/>
        <p:txBody>
          <a:bodyPr/>
          <a:lstStyle/>
          <a:p>
            <a:pPr eaLnBrk="1" hangingPunct="1"/>
            <a:r>
              <a:rPr lang="en-US" altLang="zh-CN" b="1" dirty="0"/>
              <a:t>4.7 </a:t>
            </a:r>
            <a:r>
              <a:rPr lang="zh-CN" altLang="en-US" b="1" dirty="0"/>
              <a:t>基本概念</a:t>
            </a:r>
          </a:p>
        </p:txBody>
      </p:sp>
      <p:grpSp>
        <p:nvGrpSpPr>
          <p:cNvPr id="155654" name="组合 1">
            <a:extLst>
              <a:ext uri="{FF2B5EF4-FFF2-40B4-BE49-F238E27FC236}">
                <a16:creationId xmlns:a16="http://schemas.microsoft.com/office/drawing/2014/main" id="{D7FBDBD7-329D-40AA-B74B-CD2A869D9739}"/>
              </a:ext>
            </a:extLst>
          </p:cNvPr>
          <p:cNvGrpSpPr>
            <a:grpSpLocks/>
          </p:cNvGrpSpPr>
          <p:nvPr/>
        </p:nvGrpSpPr>
        <p:grpSpPr bwMode="auto">
          <a:xfrm>
            <a:off x="3924300" y="2852738"/>
            <a:ext cx="4679950" cy="3121025"/>
            <a:chOff x="0" y="0"/>
            <a:chExt cx="4679950" cy="3121025"/>
          </a:xfrm>
        </p:grpSpPr>
        <p:sp>
          <p:nvSpPr>
            <p:cNvPr id="155655" name="Line 4">
              <a:extLst>
                <a:ext uri="{FF2B5EF4-FFF2-40B4-BE49-F238E27FC236}">
                  <a16:creationId xmlns:a16="http://schemas.microsoft.com/office/drawing/2014/main" id="{4EB5A5C3-98CB-4D98-A589-A2EC1808E3A3}"/>
                </a:ext>
              </a:extLst>
            </p:cNvPr>
            <p:cNvSpPr>
              <a:spLocks noChangeShapeType="1"/>
            </p:cNvSpPr>
            <p:nvPr/>
          </p:nvSpPr>
          <p:spPr bwMode="auto">
            <a:xfrm>
              <a:off x="0" y="1780865"/>
              <a:ext cx="4889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656" name="Oval 5">
              <a:extLst>
                <a:ext uri="{FF2B5EF4-FFF2-40B4-BE49-F238E27FC236}">
                  <a16:creationId xmlns:a16="http://schemas.microsoft.com/office/drawing/2014/main" id="{3C634033-0E37-4ADB-A93E-CA4781891FC0}"/>
                </a:ext>
              </a:extLst>
            </p:cNvPr>
            <p:cNvSpPr>
              <a:spLocks noChangeArrowheads="1"/>
            </p:cNvSpPr>
            <p:nvPr/>
          </p:nvSpPr>
          <p:spPr bwMode="auto">
            <a:xfrm>
              <a:off x="488950" y="1438391"/>
              <a:ext cx="628650" cy="61645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5657" name="Text Box 6">
              <a:extLst>
                <a:ext uri="{FF2B5EF4-FFF2-40B4-BE49-F238E27FC236}">
                  <a16:creationId xmlns:a16="http://schemas.microsoft.com/office/drawing/2014/main" id="{02683B92-277D-462A-BD89-418D46D9E595}"/>
                </a:ext>
              </a:extLst>
            </p:cNvPr>
            <p:cNvSpPr txBox="1">
              <a:spLocks noChangeArrowheads="1"/>
            </p:cNvSpPr>
            <p:nvPr/>
          </p:nvSpPr>
          <p:spPr bwMode="auto">
            <a:xfrm>
              <a:off x="558800" y="1506886"/>
              <a:ext cx="488950" cy="456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t>q</a:t>
              </a:r>
              <a:r>
                <a:rPr lang="en-US" altLang="zh-CN" sz="2400" b="1" baseline="-16000"/>
                <a:t>0</a:t>
              </a:r>
            </a:p>
          </p:txBody>
        </p:sp>
        <p:sp>
          <p:nvSpPr>
            <p:cNvPr id="155658" name="Oval 7">
              <a:extLst>
                <a:ext uri="{FF2B5EF4-FFF2-40B4-BE49-F238E27FC236}">
                  <a16:creationId xmlns:a16="http://schemas.microsoft.com/office/drawing/2014/main" id="{524CD5AB-CB5C-4A51-956E-B0098216F7CD}"/>
                </a:ext>
              </a:extLst>
            </p:cNvPr>
            <p:cNvSpPr>
              <a:spLocks noChangeArrowheads="1"/>
            </p:cNvSpPr>
            <p:nvPr/>
          </p:nvSpPr>
          <p:spPr bwMode="auto">
            <a:xfrm>
              <a:off x="2235200" y="684948"/>
              <a:ext cx="628650" cy="61645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5659" name="Text Box 8">
              <a:extLst>
                <a:ext uri="{FF2B5EF4-FFF2-40B4-BE49-F238E27FC236}">
                  <a16:creationId xmlns:a16="http://schemas.microsoft.com/office/drawing/2014/main" id="{90B6D811-B61F-4F9C-9F43-B8D347166C67}"/>
                </a:ext>
              </a:extLst>
            </p:cNvPr>
            <p:cNvSpPr txBox="1">
              <a:spLocks noChangeArrowheads="1"/>
            </p:cNvSpPr>
            <p:nvPr/>
          </p:nvSpPr>
          <p:spPr bwMode="auto">
            <a:xfrm>
              <a:off x="2305050" y="753443"/>
              <a:ext cx="488950" cy="45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t>q</a:t>
              </a:r>
              <a:r>
                <a:rPr lang="en-US" altLang="zh-CN" sz="2400" b="1" baseline="-16000"/>
                <a:t>1</a:t>
              </a:r>
            </a:p>
          </p:txBody>
        </p:sp>
        <p:sp>
          <p:nvSpPr>
            <p:cNvPr id="155660" name="Oval 9">
              <a:extLst>
                <a:ext uri="{FF2B5EF4-FFF2-40B4-BE49-F238E27FC236}">
                  <a16:creationId xmlns:a16="http://schemas.microsoft.com/office/drawing/2014/main" id="{6B47A315-18BF-4F74-8E9D-05039110F998}"/>
                </a:ext>
              </a:extLst>
            </p:cNvPr>
            <p:cNvSpPr>
              <a:spLocks noChangeArrowheads="1"/>
            </p:cNvSpPr>
            <p:nvPr/>
          </p:nvSpPr>
          <p:spPr bwMode="auto">
            <a:xfrm>
              <a:off x="3981450" y="1369896"/>
              <a:ext cx="628650" cy="61645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5661" name="Text Box 10">
              <a:extLst>
                <a:ext uri="{FF2B5EF4-FFF2-40B4-BE49-F238E27FC236}">
                  <a16:creationId xmlns:a16="http://schemas.microsoft.com/office/drawing/2014/main" id="{5E1F2EB4-D877-421C-8AB3-8F73EF648F20}"/>
                </a:ext>
              </a:extLst>
            </p:cNvPr>
            <p:cNvSpPr txBox="1">
              <a:spLocks noChangeArrowheads="1"/>
            </p:cNvSpPr>
            <p:nvPr/>
          </p:nvSpPr>
          <p:spPr bwMode="auto">
            <a:xfrm>
              <a:off x="4051300" y="1438391"/>
              <a:ext cx="488950" cy="456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t>q</a:t>
              </a:r>
              <a:r>
                <a:rPr lang="en-US" altLang="zh-CN" sz="2400" b="1" baseline="-16000"/>
                <a:t>3</a:t>
              </a:r>
            </a:p>
          </p:txBody>
        </p:sp>
        <p:sp>
          <p:nvSpPr>
            <p:cNvPr id="155662" name="Oval 11">
              <a:extLst>
                <a:ext uri="{FF2B5EF4-FFF2-40B4-BE49-F238E27FC236}">
                  <a16:creationId xmlns:a16="http://schemas.microsoft.com/office/drawing/2014/main" id="{F67EA369-267A-4842-A80A-582B3EAD611A}"/>
                </a:ext>
              </a:extLst>
            </p:cNvPr>
            <p:cNvSpPr>
              <a:spLocks noChangeArrowheads="1"/>
            </p:cNvSpPr>
            <p:nvPr/>
          </p:nvSpPr>
          <p:spPr bwMode="auto">
            <a:xfrm>
              <a:off x="2235200" y="1917855"/>
              <a:ext cx="628650" cy="61645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5663" name="Text Box 12">
              <a:extLst>
                <a:ext uri="{FF2B5EF4-FFF2-40B4-BE49-F238E27FC236}">
                  <a16:creationId xmlns:a16="http://schemas.microsoft.com/office/drawing/2014/main" id="{7A577F3E-D465-433A-9A4C-5614331F3068}"/>
                </a:ext>
              </a:extLst>
            </p:cNvPr>
            <p:cNvSpPr txBox="1">
              <a:spLocks noChangeArrowheads="1"/>
            </p:cNvSpPr>
            <p:nvPr/>
          </p:nvSpPr>
          <p:spPr bwMode="auto">
            <a:xfrm>
              <a:off x="2305050" y="1986349"/>
              <a:ext cx="488950" cy="456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t>q</a:t>
              </a:r>
              <a:r>
                <a:rPr lang="en-US" altLang="zh-CN" sz="2400" b="1" baseline="-16000"/>
                <a:t>2</a:t>
              </a:r>
            </a:p>
          </p:txBody>
        </p:sp>
        <p:sp>
          <p:nvSpPr>
            <p:cNvPr id="155664" name="Line 13">
              <a:extLst>
                <a:ext uri="{FF2B5EF4-FFF2-40B4-BE49-F238E27FC236}">
                  <a16:creationId xmlns:a16="http://schemas.microsoft.com/office/drawing/2014/main" id="{9EF0E973-E0F6-437C-8105-F6AC1067E3FE}"/>
                </a:ext>
              </a:extLst>
            </p:cNvPr>
            <p:cNvSpPr>
              <a:spLocks noChangeShapeType="1"/>
            </p:cNvSpPr>
            <p:nvPr/>
          </p:nvSpPr>
          <p:spPr bwMode="auto">
            <a:xfrm flipV="1">
              <a:off x="1117600" y="1095917"/>
              <a:ext cx="1117600" cy="41096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665" name="Line 14">
              <a:extLst>
                <a:ext uri="{FF2B5EF4-FFF2-40B4-BE49-F238E27FC236}">
                  <a16:creationId xmlns:a16="http://schemas.microsoft.com/office/drawing/2014/main" id="{E898736E-85AF-4EAC-848A-DD01D0514C7D}"/>
                </a:ext>
              </a:extLst>
            </p:cNvPr>
            <p:cNvSpPr>
              <a:spLocks noChangeShapeType="1"/>
            </p:cNvSpPr>
            <p:nvPr/>
          </p:nvSpPr>
          <p:spPr bwMode="auto">
            <a:xfrm>
              <a:off x="2933700" y="1095917"/>
              <a:ext cx="977900" cy="4794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666" name="Line 15">
              <a:extLst>
                <a:ext uri="{FF2B5EF4-FFF2-40B4-BE49-F238E27FC236}">
                  <a16:creationId xmlns:a16="http://schemas.microsoft.com/office/drawing/2014/main" id="{027621F9-514A-4F1B-9223-4339BF776FA0}"/>
                </a:ext>
              </a:extLst>
            </p:cNvPr>
            <p:cNvSpPr>
              <a:spLocks noChangeShapeType="1"/>
            </p:cNvSpPr>
            <p:nvPr/>
          </p:nvSpPr>
          <p:spPr bwMode="auto">
            <a:xfrm flipV="1">
              <a:off x="2933700" y="1849360"/>
              <a:ext cx="977900" cy="3424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667" name="Line 16">
              <a:extLst>
                <a:ext uri="{FF2B5EF4-FFF2-40B4-BE49-F238E27FC236}">
                  <a16:creationId xmlns:a16="http://schemas.microsoft.com/office/drawing/2014/main" id="{DB088700-01DE-4A26-97A1-5EFFFBF1A6E8}"/>
                </a:ext>
              </a:extLst>
            </p:cNvPr>
            <p:cNvSpPr>
              <a:spLocks noChangeShapeType="1"/>
            </p:cNvSpPr>
            <p:nvPr/>
          </p:nvSpPr>
          <p:spPr bwMode="auto">
            <a:xfrm>
              <a:off x="1117600" y="1917855"/>
              <a:ext cx="1047750" cy="3424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668" name="AutoShape 17">
              <a:extLst>
                <a:ext uri="{FF2B5EF4-FFF2-40B4-BE49-F238E27FC236}">
                  <a16:creationId xmlns:a16="http://schemas.microsoft.com/office/drawing/2014/main" id="{035AE035-6949-489C-A6E3-D5B73F2D07D8}"/>
                </a:ext>
              </a:extLst>
            </p:cNvPr>
            <p:cNvSpPr>
              <a:spLocks noChangeArrowheads="1"/>
            </p:cNvSpPr>
            <p:nvPr/>
          </p:nvSpPr>
          <p:spPr bwMode="auto">
            <a:xfrm flipV="1">
              <a:off x="2235200" y="2397318"/>
              <a:ext cx="698500" cy="410969"/>
            </a:xfrm>
            <a:custGeom>
              <a:avLst/>
              <a:gdLst>
                <a:gd name="T0" fmla="*/ 636541142 w 21600"/>
                <a:gd name="T1" fmla="*/ 120422403 h 21600"/>
                <a:gd name="T2" fmla="*/ 718378954 w 21600"/>
                <a:gd name="T3" fmla="*/ 74385922 h 21600"/>
                <a:gd name="T4" fmla="*/ 365226053 w 21600"/>
                <a:gd name="T5" fmla="*/ 2458717 h 21600"/>
                <a:gd name="T6" fmla="*/ 12073120 w 21600"/>
                <a:gd name="T7" fmla="*/ 74385922 h 21600"/>
                <a:gd name="T8" fmla="*/ 89040899 w 21600"/>
                <a:gd name="T9" fmla="*/ 119210063 h 21600"/>
                <a:gd name="T10" fmla="*/ 79606202 w 21600"/>
                <a:gd name="T11" fmla="*/ 120746041 h 21600"/>
                <a:gd name="T12" fmla="*/ 0 w 21600"/>
                <a:gd name="T13" fmla="*/ 74385922 h 21600"/>
                <a:gd name="T14" fmla="*/ 365226053 w 21600"/>
                <a:gd name="T15" fmla="*/ 0 h 21600"/>
                <a:gd name="T16" fmla="*/ 730452074 w 21600"/>
                <a:gd name="T17" fmla="*/ 74385922 h 21600"/>
                <a:gd name="T18" fmla="*/ 645807488 w 21600"/>
                <a:gd name="T19" fmla="*/ 121992761 h 21600"/>
                <a:gd name="T20" fmla="*/ 715977925 w 21600"/>
                <a:gd name="T21" fmla="*/ 133901178 h 21600"/>
                <a:gd name="T22" fmla="*/ 578849537 w 21600"/>
                <a:gd name="T23" fmla="*/ 136449661 h 21600"/>
                <a:gd name="T24" fmla="*/ 566370673 w 21600"/>
                <a:gd name="T25" fmla="*/ 108520512 h 21600"/>
                <a:gd name="T26" fmla="*/ 636541142 w 21600"/>
                <a:gd name="T27" fmla="*/ 120422403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823" y="17484"/>
                  </a:moveTo>
                  <a:cubicBezTo>
                    <a:pt x="20386" y="15607"/>
                    <a:pt x="21243" y="13242"/>
                    <a:pt x="21243" y="10800"/>
                  </a:cubicBezTo>
                  <a:cubicBezTo>
                    <a:pt x="21243" y="5032"/>
                    <a:pt x="16567" y="357"/>
                    <a:pt x="10800" y="357"/>
                  </a:cubicBezTo>
                  <a:cubicBezTo>
                    <a:pt x="5032" y="357"/>
                    <a:pt x="357" y="5032"/>
                    <a:pt x="357" y="10800"/>
                  </a:cubicBezTo>
                  <a:cubicBezTo>
                    <a:pt x="356" y="13164"/>
                    <a:pt x="1159" y="15459"/>
                    <a:pt x="2633" y="17308"/>
                  </a:cubicBezTo>
                  <a:lnTo>
                    <a:pt x="2354" y="17531"/>
                  </a:lnTo>
                  <a:cubicBezTo>
                    <a:pt x="830" y="15618"/>
                    <a:pt x="0" y="13245"/>
                    <a:pt x="0" y="10800"/>
                  </a:cubicBezTo>
                  <a:cubicBezTo>
                    <a:pt x="0" y="4835"/>
                    <a:pt x="4835" y="0"/>
                    <a:pt x="10800" y="0"/>
                  </a:cubicBezTo>
                  <a:cubicBezTo>
                    <a:pt x="16764" y="0"/>
                    <a:pt x="21600" y="4835"/>
                    <a:pt x="21600" y="10800"/>
                  </a:cubicBezTo>
                  <a:cubicBezTo>
                    <a:pt x="21600" y="13326"/>
                    <a:pt x="20714" y="15772"/>
                    <a:pt x="19097" y="17712"/>
                  </a:cubicBezTo>
                  <a:lnTo>
                    <a:pt x="21172" y="19441"/>
                  </a:lnTo>
                  <a:lnTo>
                    <a:pt x="17117" y="19811"/>
                  </a:lnTo>
                  <a:lnTo>
                    <a:pt x="16748" y="15756"/>
                  </a:lnTo>
                  <a:lnTo>
                    <a:pt x="18823" y="17484"/>
                  </a:lnTo>
                  <a:close/>
                </a:path>
              </a:pathLst>
            </a:custGeom>
            <a:solidFill>
              <a:schemeClr val="accent1"/>
            </a:solidFill>
            <a:ln w="9525">
              <a:solidFill>
                <a:schemeClr val="tx1"/>
              </a:solidFill>
              <a:round/>
              <a:headEnd/>
              <a:tailEnd/>
            </a:ln>
          </p:spPr>
          <p:txBody>
            <a:bodyPr/>
            <a:lstStyle/>
            <a:p>
              <a:endParaRPr lang="zh-CN" altLang="en-US"/>
            </a:p>
          </p:txBody>
        </p:sp>
        <p:sp>
          <p:nvSpPr>
            <p:cNvPr id="155669" name="Text Box 18">
              <a:extLst>
                <a:ext uri="{FF2B5EF4-FFF2-40B4-BE49-F238E27FC236}">
                  <a16:creationId xmlns:a16="http://schemas.microsoft.com/office/drawing/2014/main" id="{EEC994C0-A4DD-436F-A6E3-707DF42B2A23}"/>
                </a:ext>
              </a:extLst>
            </p:cNvPr>
            <p:cNvSpPr txBox="1">
              <a:spLocks noChangeArrowheads="1"/>
            </p:cNvSpPr>
            <p:nvPr/>
          </p:nvSpPr>
          <p:spPr bwMode="auto">
            <a:xfrm>
              <a:off x="1223764" y="890432"/>
              <a:ext cx="5923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p>
          </p:txBody>
        </p:sp>
        <p:sp>
          <p:nvSpPr>
            <p:cNvPr id="155670" name="Text Box 19">
              <a:extLst>
                <a:ext uri="{FF2B5EF4-FFF2-40B4-BE49-F238E27FC236}">
                  <a16:creationId xmlns:a16="http://schemas.microsoft.com/office/drawing/2014/main" id="{E37A1CCC-8F9B-4F3D-968C-6A277B2087E2}"/>
                </a:ext>
              </a:extLst>
            </p:cNvPr>
            <p:cNvSpPr txBox="1">
              <a:spLocks noChangeArrowheads="1"/>
            </p:cNvSpPr>
            <p:nvPr/>
          </p:nvSpPr>
          <p:spPr bwMode="auto">
            <a:xfrm>
              <a:off x="3352800" y="890432"/>
              <a:ext cx="558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p>
          </p:txBody>
        </p:sp>
        <p:sp>
          <p:nvSpPr>
            <p:cNvPr id="155671" name="Text Box 20">
              <a:extLst>
                <a:ext uri="{FF2B5EF4-FFF2-40B4-BE49-F238E27FC236}">
                  <a16:creationId xmlns:a16="http://schemas.microsoft.com/office/drawing/2014/main" id="{486796F5-2BF4-4887-B15D-BC71E7C633E6}"/>
                </a:ext>
              </a:extLst>
            </p:cNvPr>
            <p:cNvSpPr txBox="1">
              <a:spLocks noChangeArrowheads="1"/>
            </p:cNvSpPr>
            <p:nvPr/>
          </p:nvSpPr>
          <p:spPr bwMode="auto">
            <a:xfrm>
              <a:off x="1466850" y="2124766"/>
              <a:ext cx="5490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‘b’</a:t>
              </a:r>
            </a:p>
          </p:txBody>
        </p:sp>
        <p:sp>
          <p:nvSpPr>
            <p:cNvPr id="155672" name="Text Box 21">
              <a:extLst>
                <a:ext uri="{FF2B5EF4-FFF2-40B4-BE49-F238E27FC236}">
                  <a16:creationId xmlns:a16="http://schemas.microsoft.com/office/drawing/2014/main" id="{9B87C5DF-4D73-481D-AE61-CB2105534C1A}"/>
                </a:ext>
              </a:extLst>
            </p:cNvPr>
            <p:cNvSpPr txBox="1">
              <a:spLocks noChangeArrowheads="1"/>
            </p:cNvSpPr>
            <p:nvPr/>
          </p:nvSpPr>
          <p:spPr bwMode="auto">
            <a:xfrm>
              <a:off x="3422650" y="2054844"/>
              <a:ext cx="628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‘b’</a:t>
              </a:r>
            </a:p>
          </p:txBody>
        </p:sp>
        <p:sp>
          <p:nvSpPr>
            <p:cNvPr id="155673" name="Oval 22">
              <a:extLst>
                <a:ext uri="{FF2B5EF4-FFF2-40B4-BE49-F238E27FC236}">
                  <a16:creationId xmlns:a16="http://schemas.microsoft.com/office/drawing/2014/main" id="{6584EC10-11B3-4827-AAB3-3CFE44525116}"/>
                </a:ext>
              </a:extLst>
            </p:cNvPr>
            <p:cNvSpPr>
              <a:spLocks noChangeArrowheads="1"/>
            </p:cNvSpPr>
            <p:nvPr/>
          </p:nvSpPr>
          <p:spPr bwMode="auto">
            <a:xfrm>
              <a:off x="3911600" y="1301401"/>
              <a:ext cx="768350" cy="75344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55674" name="AutoShape 23">
              <a:extLst>
                <a:ext uri="{FF2B5EF4-FFF2-40B4-BE49-F238E27FC236}">
                  <a16:creationId xmlns:a16="http://schemas.microsoft.com/office/drawing/2014/main" id="{2D37D5FB-47AF-4EB9-9D7F-260270CCD3F4}"/>
                </a:ext>
              </a:extLst>
            </p:cNvPr>
            <p:cNvSpPr>
              <a:spLocks noChangeArrowheads="1"/>
            </p:cNvSpPr>
            <p:nvPr/>
          </p:nvSpPr>
          <p:spPr bwMode="auto">
            <a:xfrm>
              <a:off x="2165350" y="342474"/>
              <a:ext cx="768350" cy="479464"/>
            </a:xfrm>
            <a:custGeom>
              <a:avLst/>
              <a:gdLst>
                <a:gd name="T0" fmla="*/ 848812003 w 21600"/>
                <a:gd name="T1" fmla="*/ 190526363 h 21600"/>
                <a:gd name="T2" fmla="*/ 955577188 w 21600"/>
                <a:gd name="T3" fmla="*/ 118121928 h 21600"/>
                <a:gd name="T4" fmla="*/ 486115872 w 21600"/>
                <a:gd name="T5" fmla="*/ 4046743 h 21600"/>
                <a:gd name="T6" fmla="*/ 16654520 w 21600"/>
                <a:gd name="T7" fmla="*/ 118121928 h 21600"/>
                <a:gd name="T8" fmla="*/ 244542826 w 21600"/>
                <a:gd name="T9" fmla="*/ 215933227 h 21600"/>
                <a:gd name="T10" fmla="*/ 235991588 w 21600"/>
                <a:gd name="T11" fmla="*/ 219400551 h 21600"/>
                <a:gd name="T12" fmla="*/ 0 w 21600"/>
                <a:gd name="T13" fmla="*/ 118121928 h 21600"/>
                <a:gd name="T14" fmla="*/ 486115872 w 21600"/>
                <a:gd name="T15" fmla="*/ 0 h 21600"/>
                <a:gd name="T16" fmla="*/ 972231708 w 21600"/>
                <a:gd name="T17" fmla="*/ 118121928 h 21600"/>
                <a:gd name="T18" fmla="*/ 861685672 w 21600"/>
                <a:gd name="T19" fmla="*/ 193096423 h 21600"/>
                <a:gd name="T20" fmla="*/ 955622720 w 21600"/>
                <a:gd name="T21" fmla="*/ 211843133 h 21600"/>
                <a:gd name="T22" fmla="*/ 772834069 w 21600"/>
                <a:gd name="T23" fmla="*/ 216195867 h 21600"/>
                <a:gd name="T24" fmla="*/ 754920487 w 21600"/>
                <a:gd name="T25" fmla="*/ 171790997 h 21600"/>
                <a:gd name="T26" fmla="*/ 848812003 w 21600"/>
                <a:gd name="T27" fmla="*/ 190526363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858" y="17420"/>
                  </a:moveTo>
                  <a:cubicBezTo>
                    <a:pt x="20391" y="15555"/>
                    <a:pt x="21230" y="13214"/>
                    <a:pt x="21230" y="10800"/>
                  </a:cubicBezTo>
                  <a:cubicBezTo>
                    <a:pt x="21230" y="5039"/>
                    <a:pt x="16560" y="370"/>
                    <a:pt x="10800" y="370"/>
                  </a:cubicBezTo>
                  <a:cubicBezTo>
                    <a:pt x="5039" y="370"/>
                    <a:pt x="370" y="5039"/>
                    <a:pt x="370" y="10800"/>
                  </a:cubicBezTo>
                  <a:cubicBezTo>
                    <a:pt x="369" y="14463"/>
                    <a:pt x="2292" y="17858"/>
                    <a:pt x="5433" y="19743"/>
                  </a:cubicBezTo>
                  <a:lnTo>
                    <a:pt x="5243" y="20060"/>
                  </a:lnTo>
                  <a:cubicBezTo>
                    <a:pt x="1990" y="18109"/>
                    <a:pt x="0" y="14593"/>
                    <a:pt x="0" y="10800"/>
                  </a:cubicBezTo>
                  <a:cubicBezTo>
                    <a:pt x="0" y="4835"/>
                    <a:pt x="4835" y="0"/>
                    <a:pt x="10800" y="0"/>
                  </a:cubicBezTo>
                  <a:cubicBezTo>
                    <a:pt x="16764" y="0"/>
                    <a:pt x="21600" y="4835"/>
                    <a:pt x="21600" y="10800"/>
                  </a:cubicBezTo>
                  <a:cubicBezTo>
                    <a:pt x="21600" y="13300"/>
                    <a:pt x="20732" y="15723"/>
                    <a:pt x="19144" y="17655"/>
                  </a:cubicBezTo>
                  <a:lnTo>
                    <a:pt x="21231" y="19369"/>
                  </a:lnTo>
                  <a:lnTo>
                    <a:pt x="17170" y="19767"/>
                  </a:lnTo>
                  <a:lnTo>
                    <a:pt x="16772" y="15707"/>
                  </a:lnTo>
                  <a:lnTo>
                    <a:pt x="18858" y="17420"/>
                  </a:lnTo>
                  <a:close/>
                </a:path>
              </a:pathLst>
            </a:custGeom>
            <a:solidFill>
              <a:schemeClr val="accent1"/>
            </a:solidFill>
            <a:ln w="9525">
              <a:solidFill>
                <a:schemeClr val="tx1"/>
              </a:solidFill>
              <a:round/>
              <a:headEnd/>
              <a:tailEnd/>
            </a:ln>
          </p:spPr>
          <p:txBody>
            <a:bodyPr/>
            <a:lstStyle/>
            <a:p>
              <a:endParaRPr lang="zh-CN" altLang="en-US"/>
            </a:p>
          </p:txBody>
        </p:sp>
        <p:sp>
          <p:nvSpPr>
            <p:cNvPr id="155675" name="Text Box 24">
              <a:extLst>
                <a:ext uri="{FF2B5EF4-FFF2-40B4-BE49-F238E27FC236}">
                  <a16:creationId xmlns:a16="http://schemas.microsoft.com/office/drawing/2014/main" id="{D7EAE120-3519-4718-B8AE-2D253C4A3989}"/>
                </a:ext>
              </a:extLst>
            </p:cNvPr>
            <p:cNvSpPr txBox="1">
              <a:spLocks noChangeArrowheads="1"/>
            </p:cNvSpPr>
            <p:nvPr/>
          </p:nvSpPr>
          <p:spPr bwMode="auto">
            <a:xfrm>
              <a:off x="2374900" y="0"/>
              <a:ext cx="558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‘b’</a:t>
              </a:r>
            </a:p>
          </p:txBody>
        </p:sp>
        <p:sp>
          <p:nvSpPr>
            <p:cNvPr id="155676" name="Text Box 28">
              <a:extLst>
                <a:ext uri="{FF2B5EF4-FFF2-40B4-BE49-F238E27FC236}">
                  <a16:creationId xmlns:a16="http://schemas.microsoft.com/office/drawing/2014/main" id="{19974C0C-5A72-4E5A-A083-7AE29CAF11DA}"/>
                </a:ext>
              </a:extLst>
            </p:cNvPr>
            <p:cNvSpPr txBox="1">
              <a:spLocks noChangeArrowheads="1"/>
            </p:cNvSpPr>
            <p:nvPr/>
          </p:nvSpPr>
          <p:spPr bwMode="auto">
            <a:xfrm>
              <a:off x="2376488" y="2663825"/>
              <a:ext cx="649287"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a:extLst>
              <a:ext uri="{FF2B5EF4-FFF2-40B4-BE49-F238E27FC236}">
                <a16:creationId xmlns:a16="http://schemas.microsoft.com/office/drawing/2014/main" id="{968C3967-F462-4222-EE7C-5DD63C0DB31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21BE3B6A-A20F-4EAC-AC87-4C3A66B61E7A}" type="slidenum">
              <a:rPr lang="zh-CN" altLang="en-US" sz="1400">
                <a:latin typeface="Times New Roman" panose="02020603050405020304" pitchFamily="18" charset="0"/>
              </a:rPr>
              <a:pPr algn="r" eaLnBrk="1" hangingPunct="1">
                <a:spcBef>
                  <a:spcPct val="50000"/>
                </a:spcBef>
                <a:buFontTx/>
                <a:buNone/>
              </a:pPr>
              <a:t>13</a:t>
            </a:fld>
            <a:endParaRPr lang="zh-CN" altLang="en-US" sz="1400">
              <a:latin typeface="Times New Roman" panose="02020603050405020304" pitchFamily="18" charset="0"/>
            </a:endParaRPr>
          </a:p>
        </p:txBody>
      </p:sp>
      <p:sp>
        <p:nvSpPr>
          <p:cNvPr id="19459" name="Rectangle 4">
            <a:extLst>
              <a:ext uri="{FF2B5EF4-FFF2-40B4-BE49-F238E27FC236}">
                <a16:creationId xmlns:a16="http://schemas.microsoft.com/office/drawing/2014/main" id="{953A0E0A-1644-02A6-B23B-8E24F8D515A6}"/>
              </a:ext>
            </a:extLst>
          </p:cNvPr>
          <p:cNvSpPr>
            <a:spLocks noGrp="1" noChangeArrowheads="1"/>
          </p:cNvSpPr>
          <p:nvPr>
            <p:ph type="body" sz="half" idx="4294967295"/>
          </p:nvPr>
        </p:nvSpPr>
        <p:spPr>
          <a:xfrm>
            <a:off x="467544" y="1193577"/>
            <a:ext cx="7847013" cy="4611687"/>
          </a:xfrm>
        </p:spPr>
        <p:txBody>
          <a:bodyPr/>
          <a:lstStyle/>
          <a:p>
            <a:pPr eaLnBrk="1" hangingPunct="1">
              <a:buFontTx/>
              <a:buNone/>
            </a:pPr>
            <a:r>
              <a:rPr lang="zh-CN" altLang="en-US" sz="2400" b="1" dirty="0"/>
              <a:t>设计交通车辆观测统计算法。 </a:t>
            </a:r>
          </a:p>
          <a:p>
            <a:pPr eaLnBrk="1" hangingPunct="1">
              <a:buFontTx/>
              <a:buNone/>
            </a:pPr>
            <a:r>
              <a:rPr lang="zh-CN" altLang="en-US" sz="2400" b="1" dirty="0"/>
              <a:t>问题描述：在一个路口设置一个探测器，通过通信线路连接到后台的计算机。路口每通过一辆汽车，探测器向计算机发出一个车辆信号</a:t>
            </a:r>
            <a:r>
              <a:rPr lang="zh-CN" altLang="en-US" sz="2400" b="1" dirty="0">
                <a:latin typeface="宋体" panose="02010600030101010101" pitchFamily="2" charset="-122"/>
              </a:rPr>
              <a:t>‘</a:t>
            </a:r>
            <a:r>
              <a:rPr lang="en-US" altLang="zh-CN" sz="2400" b="1" dirty="0"/>
              <a:t>1</a:t>
            </a:r>
            <a:r>
              <a:rPr lang="en-US" altLang="zh-CN" sz="2400" b="1" dirty="0">
                <a:latin typeface="宋体" panose="02010600030101010101" pitchFamily="2" charset="-122"/>
              </a:rPr>
              <a:t>’</a:t>
            </a:r>
            <a:r>
              <a:rPr lang="zh-CN" altLang="en-US" sz="2400" b="1" dirty="0"/>
              <a:t>，探测器每隔</a:t>
            </a:r>
            <a:r>
              <a:rPr lang="en-US" altLang="zh-CN" sz="2400" b="1" dirty="0"/>
              <a:t>1</a:t>
            </a:r>
            <a:r>
              <a:rPr lang="zh-CN" altLang="en-US" sz="2400" b="1" dirty="0"/>
              <a:t>秒钟向计算机发出一个时钟信号</a:t>
            </a:r>
            <a:r>
              <a:rPr lang="zh-CN" altLang="en-US" sz="2400" b="1" dirty="0">
                <a:latin typeface="宋体" panose="02010600030101010101" pitchFamily="2" charset="-122"/>
              </a:rPr>
              <a:t>‘</a:t>
            </a:r>
            <a:r>
              <a:rPr lang="en-US" altLang="zh-CN" sz="2400" b="1" dirty="0"/>
              <a:t>0</a:t>
            </a:r>
            <a:r>
              <a:rPr lang="en-US" altLang="zh-CN" sz="2400" b="1" dirty="0">
                <a:latin typeface="宋体" panose="02010600030101010101" pitchFamily="2" charset="-122"/>
              </a:rPr>
              <a:t>’</a:t>
            </a:r>
            <a:r>
              <a:rPr lang="zh-CN" altLang="en-US" sz="2400" b="1" dirty="0"/>
              <a:t>，观测结束向计算机发出结束信号</a:t>
            </a:r>
            <a:r>
              <a:rPr lang="zh-CN" altLang="en-US" sz="2400" b="1" dirty="0">
                <a:latin typeface="宋体" panose="02010600030101010101" pitchFamily="2" charset="-122"/>
              </a:rPr>
              <a:t>‘</a:t>
            </a:r>
            <a:r>
              <a:rPr lang="zh-CN" altLang="en-US" sz="2400" b="1" dirty="0"/>
              <a:t>＃</a:t>
            </a:r>
            <a:r>
              <a:rPr lang="zh-CN" altLang="en-US" sz="2400" b="1" dirty="0">
                <a:latin typeface="宋体" panose="02010600030101010101" pitchFamily="2" charset="-122"/>
              </a:rPr>
              <a:t>’</a:t>
            </a:r>
            <a:r>
              <a:rPr lang="zh-CN" altLang="en-US" sz="2400" b="1" dirty="0"/>
              <a:t>。 </a:t>
            </a:r>
          </a:p>
          <a:p>
            <a:pPr eaLnBrk="1" hangingPunct="1">
              <a:buFontTx/>
              <a:buNone/>
            </a:pPr>
            <a:r>
              <a:rPr lang="zh-CN" altLang="en-US" sz="2400" b="1" dirty="0"/>
              <a:t>要求在计算机上设计一个程序，能够接收探测器发出的信号，统计出观测的时长、在观测时长内通过的车辆总数、以及两辆车之间最大的时间间隔。 </a:t>
            </a:r>
            <a:endParaRPr lang="en-US" altLang="zh-CN" sz="2400" b="1" dirty="0"/>
          </a:p>
          <a:p>
            <a:pPr eaLnBrk="1" hangingPunct="1">
              <a:spcBef>
                <a:spcPct val="0"/>
              </a:spcBef>
              <a:buFontTx/>
              <a:buNone/>
            </a:pPr>
            <a:endParaRPr lang="en-US" altLang="zh-CN" sz="2400" b="1" dirty="0"/>
          </a:p>
          <a:p>
            <a:pPr eaLnBrk="1" hangingPunct="1">
              <a:spcBef>
                <a:spcPct val="0"/>
              </a:spcBef>
              <a:buFontTx/>
              <a:buNone/>
            </a:pPr>
            <a:r>
              <a:rPr lang="zh-CN" altLang="en-US" sz="2400" b="1" dirty="0"/>
              <a:t>分析：</a:t>
            </a:r>
            <a:r>
              <a:rPr lang="zh-CN" altLang="en-US" sz="2400" dirty="0">
                <a:solidFill>
                  <a:srgbClr val="FF3300"/>
                </a:solidFill>
                <a:latin typeface="Times New Roman" panose="02020603050405020304" pitchFamily="18" charset="0"/>
              </a:rPr>
              <a:t>观测时长</a:t>
            </a:r>
            <a:r>
              <a:rPr lang="en-US" altLang="zh-CN" sz="2400" dirty="0">
                <a:solidFill>
                  <a:srgbClr val="FF3300"/>
                </a:solidFill>
                <a:latin typeface="Times New Roman" panose="02020603050405020304" pitchFamily="18" charset="0"/>
              </a:rPr>
              <a:t>=</a:t>
            </a:r>
            <a:r>
              <a:rPr lang="zh-CN" altLang="en-US" sz="2400" dirty="0">
                <a:latin typeface="Times New Roman" panose="02020603050405020304" pitchFamily="18" charset="0"/>
              </a:rPr>
              <a:t>字符序列中</a:t>
            </a:r>
            <a:r>
              <a:rPr lang="en-US" altLang="zh-CN" sz="2400" dirty="0">
                <a:latin typeface="Times New Roman" panose="02020603050405020304" pitchFamily="18" charset="0"/>
              </a:rPr>
              <a:t>0</a:t>
            </a:r>
            <a:r>
              <a:rPr lang="zh-CN" altLang="en-US" sz="2400" dirty="0">
                <a:latin typeface="Times New Roman" panose="02020603050405020304" pitchFamily="18" charset="0"/>
              </a:rPr>
              <a:t>的个数</a:t>
            </a:r>
            <a:r>
              <a:rPr lang="en-US" altLang="zh-CN" sz="2400" dirty="0">
                <a:latin typeface="Times New Roman" panose="02020603050405020304" pitchFamily="18" charset="0"/>
              </a:rPr>
              <a:t>(6</a:t>
            </a:r>
            <a:r>
              <a:rPr lang="zh-CN" altLang="en-US" sz="2400" dirty="0">
                <a:latin typeface="Times New Roman" panose="02020603050405020304" pitchFamily="18" charset="0"/>
              </a:rPr>
              <a:t>秒</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eaLnBrk="1" hangingPunct="1">
              <a:spcBef>
                <a:spcPct val="0"/>
              </a:spcBef>
              <a:buFontTx/>
              <a:buNone/>
            </a:pPr>
            <a:r>
              <a:rPr lang="zh-CN" altLang="en-US" sz="2400" dirty="0">
                <a:solidFill>
                  <a:srgbClr val="FF3300"/>
                </a:solidFill>
                <a:latin typeface="Times New Roman" panose="02020603050405020304" pitchFamily="18" charset="0"/>
              </a:rPr>
              <a:t>车辆总数</a:t>
            </a:r>
            <a:r>
              <a:rPr lang="en-US" altLang="zh-CN" sz="2400" dirty="0">
                <a:solidFill>
                  <a:srgbClr val="FF3300"/>
                </a:solidFill>
                <a:latin typeface="Times New Roman" panose="02020603050405020304" pitchFamily="18" charset="0"/>
              </a:rPr>
              <a:t>=</a:t>
            </a:r>
            <a:r>
              <a:rPr lang="zh-CN" altLang="en-US" sz="2400" dirty="0">
                <a:latin typeface="Times New Roman" panose="02020603050405020304" pitchFamily="18" charset="0"/>
              </a:rPr>
              <a:t>字符序列中</a:t>
            </a:r>
            <a:r>
              <a:rPr lang="en-US" altLang="zh-CN" sz="2400" dirty="0">
                <a:latin typeface="Times New Roman" panose="02020603050405020304" pitchFamily="18" charset="0"/>
              </a:rPr>
              <a:t>1</a:t>
            </a:r>
            <a:r>
              <a:rPr lang="zh-CN" altLang="en-US" sz="2400" dirty="0">
                <a:latin typeface="Times New Roman" panose="02020603050405020304" pitchFamily="18" charset="0"/>
              </a:rPr>
              <a:t>的个数</a:t>
            </a:r>
            <a:r>
              <a:rPr lang="en-US" altLang="zh-CN" sz="2400" dirty="0">
                <a:latin typeface="Times New Roman" panose="02020603050405020304" pitchFamily="18" charset="0"/>
              </a:rPr>
              <a:t>(9</a:t>
            </a:r>
            <a:r>
              <a:rPr lang="zh-CN" altLang="en-US" sz="2400" dirty="0">
                <a:latin typeface="Times New Roman" panose="02020603050405020304" pitchFamily="18" charset="0"/>
              </a:rPr>
              <a:t>辆</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eaLnBrk="1" hangingPunct="1">
              <a:spcBef>
                <a:spcPct val="0"/>
              </a:spcBef>
              <a:buFontTx/>
              <a:buNone/>
            </a:pPr>
            <a:r>
              <a:rPr lang="zh-CN" altLang="en-US" sz="2400" dirty="0">
                <a:solidFill>
                  <a:srgbClr val="FF3300"/>
                </a:solidFill>
                <a:latin typeface="Times New Roman" panose="02020603050405020304" pitchFamily="18" charset="0"/>
              </a:rPr>
              <a:t>两车间最大时间间隔</a:t>
            </a:r>
            <a:r>
              <a:rPr lang="en-US" altLang="zh-CN" sz="2400" dirty="0">
                <a:solidFill>
                  <a:srgbClr val="FF3300"/>
                </a:solidFill>
                <a:latin typeface="Times New Roman" panose="02020603050405020304" pitchFamily="18" charset="0"/>
              </a:rPr>
              <a:t>=</a:t>
            </a:r>
            <a:r>
              <a:rPr lang="zh-CN" altLang="en-US" sz="2400" dirty="0">
                <a:latin typeface="Times New Roman" panose="02020603050405020304" pitchFamily="18" charset="0"/>
              </a:rPr>
              <a:t>两个</a:t>
            </a:r>
            <a:r>
              <a:rPr lang="en-US" altLang="zh-CN" sz="2400" dirty="0">
                <a:latin typeface="Times New Roman" panose="02020603050405020304" pitchFamily="18" charset="0"/>
              </a:rPr>
              <a:t>1</a:t>
            </a:r>
            <a:r>
              <a:rPr lang="zh-CN" altLang="en-US" sz="2400" dirty="0">
                <a:latin typeface="Times New Roman" panose="02020603050405020304" pitchFamily="18" charset="0"/>
              </a:rPr>
              <a:t>之间的最大连续</a:t>
            </a:r>
            <a:r>
              <a:rPr lang="en-US" altLang="zh-CN" sz="2400" dirty="0">
                <a:latin typeface="Times New Roman" panose="02020603050405020304" pitchFamily="18" charset="0"/>
              </a:rPr>
              <a:t>0</a:t>
            </a:r>
            <a:r>
              <a:rPr lang="zh-CN" altLang="en-US" sz="2400" dirty="0">
                <a:latin typeface="Times New Roman" panose="02020603050405020304" pitchFamily="18" charset="0"/>
              </a:rPr>
              <a:t>的个数</a:t>
            </a:r>
            <a:r>
              <a:rPr lang="en-US" altLang="zh-CN" sz="2400" dirty="0">
                <a:latin typeface="Times New Roman" panose="02020603050405020304" pitchFamily="18" charset="0"/>
              </a:rPr>
              <a:t>(3</a:t>
            </a:r>
            <a:r>
              <a:rPr lang="zh-CN" altLang="en-US" sz="2400" dirty="0">
                <a:latin typeface="Times New Roman" panose="02020603050405020304" pitchFamily="18" charset="0"/>
              </a:rPr>
              <a:t>秒</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eaLnBrk="1" hangingPunct="1">
              <a:buFontTx/>
              <a:buNone/>
            </a:pPr>
            <a:endParaRPr lang="zh-CN" altLang="en-US" sz="2400" b="1" dirty="0"/>
          </a:p>
        </p:txBody>
      </p:sp>
      <p:graphicFrame>
        <p:nvGraphicFramePr>
          <p:cNvPr id="18436" name="Object 5">
            <a:extLst>
              <a:ext uri="{FF2B5EF4-FFF2-40B4-BE49-F238E27FC236}">
                <a16:creationId xmlns:a16="http://schemas.microsoft.com/office/drawing/2014/main" id="{DA4CBD59-A06B-32F6-93AB-8EB1AA00677E}"/>
              </a:ext>
            </a:extLst>
          </p:cNvPr>
          <p:cNvGraphicFramePr>
            <a:graphicFrameLocks noChangeAspect="1"/>
          </p:cNvGraphicFramePr>
          <p:nvPr/>
        </p:nvGraphicFramePr>
        <p:xfrm>
          <a:off x="7019925" y="-26988"/>
          <a:ext cx="1944688" cy="1511301"/>
        </p:xfrm>
        <a:graphic>
          <a:graphicData uri="http://schemas.openxmlformats.org/presentationml/2006/ole">
            <mc:AlternateContent xmlns:mc="http://schemas.openxmlformats.org/markup-compatibility/2006">
              <mc:Choice xmlns:v="urn:schemas-microsoft-com:vml" Requires="v">
                <p:oleObj r:id="rId2" imgW="4813815" imgH="3738580" progId="Visio.Drawing.11">
                  <p:embed/>
                </p:oleObj>
              </mc:Choice>
              <mc:Fallback>
                <p:oleObj r:id="rId2" imgW="4813815" imgH="3738580" progId="Visio.Drawing.11">
                  <p:embed/>
                  <p:pic>
                    <p:nvPicPr>
                      <p:cNvPr id="18436" name="Object 5">
                        <a:extLst>
                          <a:ext uri="{FF2B5EF4-FFF2-40B4-BE49-F238E27FC236}">
                            <a16:creationId xmlns:a16="http://schemas.microsoft.com/office/drawing/2014/main" id="{DA4CBD59-A06B-32F6-93AB-8EB1AA006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26988"/>
                        <a:ext cx="1944688" cy="1511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38" name="Text Box 7">
            <a:extLst>
              <a:ext uri="{FF2B5EF4-FFF2-40B4-BE49-F238E27FC236}">
                <a16:creationId xmlns:a16="http://schemas.microsoft.com/office/drawing/2014/main" id="{997B8D80-84DA-ABF4-8C8F-84CC7D64D777}"/>
              </a:ext>
            </a:extLst>
          </p:cNvPr>
          <p:cNvSpPr txBox="1">
            <a:spLocks noChangeArrowheads="1"/>
          </p:cNvSpPr>
          <p:nvPr/>
        </p:nvSpPr>
        <p:spPr bwMode="auto">
          <a:xfrm>
            <a:off x="8567738" y="476250"/>
            <a:ext cx="576262" cy="3667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‘1’</a:t>
            </a:r>
          </a:p>
        </p:txBody>
      </p:sp>
      <p:sp>
        <p:nvSpPr>
          <p:cNvPr id="18440" name="Rectangle 10">
            <a:extLst>
              <a:ext uri="{FF2B5EF4-FFF2-40B4-BE49-F238E27FC236}">
                <a16:creationId xmlns:a16="http://schemas.microsoft.com/office/drawing/2014/main" id="{62FBA778-A97E-B028-1F54-945C66626E37}"/>
              </a:ext>
            </a:extLst>
          </p:cNvPr>
          <p:cNvSpPr>
            <a:spLocks noGrp="1" noChangeArrowheads="1"/>
          </p:cNvSpPr>
          <p:nvPr>
            <p:ph type="title" idx="4294967295"/>
          </p:nvPr>
        </p:nvSpPr>
        <p:spPr/>
        <p:txBody>
          <a:bodyPr/>
          <a:lstStyle/>
          <a:p>
            <a:pPr eaLnBrk="1" hangingPunct="1"/>
            <a:r>
              <a:rPr lang="en-US" altLang="zh-CN" b="1"/>
              <a:t>6.2 </a:t>
            </a:r>
            <a:r>
              <a:rPr lang="zh-CN" altLang="en-US" b="1"/>
              <a:t>程序设计实例研究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dissolve">
                                      <p:cBhvr>
                                        <p:cTn id="7" dur="5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459">
                                            <p:txEl>
                                              <p:pRg st="4" end="4"/>
                                            </p:txEl>
                                          </p:spTgt>
                                        </p:tgtEl>
                                        <p:attrNameLst>
                                          <p:attrName>style.visibility</p:attrName>
                                        </p:attrNameLst>
                                      </p:cBhvr>
                                      <p:to>
                                        <p:strVal val="visible"/>
                                      </p:to>
                                    </p:set>
                                    <p:animEffect transition="in" filter="dissolve">
                                      <p:cBhvr>
                                        <p:cTn id="12" dur="500"/>
                                        <p:tgtEl>
                                          <p:spTgt spid="1945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459">
                                            <p:txEl>
                                              <p:pRg st="5" end="5"/>
                                            </p:txEl>
                                          </p:spTgt>
                                        </p:tgtEl>
                                        <p:attrNameLst>
                                          <p:attrName>style.visibility</p:attrName>
                                        </p:attrNameLst>
                                      </p:cBhvr>
                                      <p:to>
                                        <p:strVal val="visible"/>
                                      </p:to>
                                    </p:set>
                                    <p:animEffect transition="in" filter="dissolve">
                                      <p:cBhvr>
                                        <p:cTn id="17" dur="500"/>
                                        <p:tgtEl>
                                          <p:spTgt spid="19459">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dissolve">
                                      <p:cBhvr>
                                        <p:cTn id="22" dur="5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C8F256F4-9AF7-134F-A7AA-758C9DDC5A3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818FFF35-6471-4E3F-8265-BB3EB9077138}" type="slidenum">
              <a:rPr lang="zh-CN" altLang="en-US" sz="1400">
                <a:latin typeface="Times New Roman" panose="02020603050405020304" pitchFamily="18" charset="0"/>
              </a:rPr>
              <a:pPr algn="r" eaLnBrk="1" hangingPunct="1">
                <a:spcBef>
                  <a:spcPct val="50000"/>
                </a:spcBef>
                <a:buFontTx/>
                <a:buNone/>
              </a:pPr>
              <a:t>14</a:t>
            </a:fld>
            <a:endParaRPr lang="zh-CN" altLang="en-US" sz="1400">
              <a:latin typeface="Times New Roman" panose="02020603050405020304" pitchFamily="18" charset="0"/>
            </a:endParaRPr>
          </a:p>
        </p:txBody>
      </p:sp>
      <p:sp>
        <p:nvSpPr>
          <p:cNvPr id="19459" name="Rectangle 2">
            <a:extLst>
              <a:ext uri="{FF2B5EF4-FFF2-40B4-BE49-F238E27FC236}">
                <a16:creationId xmlns:a16="http://schemas.microsoft.com/office/drawing/2014/main" id="{CC6EDFDD-436A-5DF3-E7E3-D3398AA8E654}"/>
              </a:ext>
            </a:extLst>
          </p:cNvPr>
          <p:cNvSpPr>
            <a:spLocks noGrp="1" noChangeArrowheads="1"/>
          </p:cNvSpPr>
          <p:nvPr>
            <p:ph type="title" idx="4294967295"/>
          </p:nvPr>
        </p:nvSpPr>
        <p:spPr/>
        <p:txBody>
          <a:bodyPr/>
          <a:lstStyle/>
          <a:p>
            <a:pPr eaLnBrk="1" hangingPunct="1"/>
            <a:r>
              <a:rPr lang="zh-CN" altLang="en-US" b="1" dirty="0"/>
              <a:t>绘制状态转换图</a:t>
            </a:r>
            <a:endParaRPr lang="en-US" altLang="zh-CN" b="1" dirty="0"/>
          </a:p>
        </p:txBody>
      </p:sp>
      <p:graphicFrame>
        <p:nvGraphicFramePr>
          <p:cNvPr id="19461" name="Object 5">
            <a:extLst>
              <a:ext uri="{FF2B5EF4-FFF2-40B4-BE49-F238E27FC236}">
                <a16:creationId xmlns:a16="http://schemas.microsoft.com/office/drawing/2014/main" id="{41694B29-1872-2C64-BDDA-862E164D5903}"/>
              </a:ext>
            </a:extLst>
          </p:cNvPr>
          <p:cNvGraphicFramePr>
            <a:graphicFrameLocks noGrp="1" noChangeAspect="1"/>
          </p:cNvGraphicFramePr>
          <p:nvPr>
            <p:ph sz="half" idx="4294967295"/>
            <p:extLst>
              <p:ext uri="{D42A27DB-BD31-4B8C-83A1-F6EECF244321}">
                <p14:modId xmlns:p14="http://schemas.microsoft.com/office/powerpoint/2010/main" val="3389125674"/>
              </p:ext>
            </p:extLst>
          </p:nvPr>
        </p:nvGraphicFramePr>
        <p:xfrm>
          <a:off x="2768427" y="1182362"/>
          <a:ext cx="5969347" cy="4367572"/>
        </p:xfrm>
        <a:graphic>
          <a:graphicData uri="http://schemas.openxmlformats.org/presentationml/2006/ole">
            <mc:AlternateContent xmlns:mc="http://schemas.openxmlformats.org/markup-compatibility/2006">
              <mc:Choice xmlns:v="urn:schemas-microsoft-com:vml" Requires="v">
                <p:oleObj r:id="rId2" imgW="6946920" imgH="5083560" progId="Visio.Drawing.11">
                  <p:embed/>
                </p:oleObj>
              </mc:Choice>
              <mc:Fallback>
                <p:oleObj r:id="rId2" imgW="6946920" imgH="5083560" progId="Visio.Drawing.11">
                  <p:embed/>
                  <p:pic>
                    <p:nvPicPr>
                      <p:cNvPr id="19461" name="Object 5">
                        <a:extLst>
                          <a:ext uri="{FF2B5EF4-FFF2-40B4-BE49-F238E27FC236}">
                            <a16:creationId xmlns:a16="http://schemas.microsoft.com/office/drawing/2014/main" id="{41694B29-1872-2C64-BDDA-862E164D5903}"/>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427" y="1182362"/>
                        <a:ext cx="5969347" cy="4367572"/>
                      </a:xfrm>
                      <a:prstGeom prst="rect">
                        <a:avLst/>
                      </a:prstGeom>
                      <a:noFill/>
                      <a:ln>
                        <a:noFill/>
                      </a:ln>
                    </p:spPr>
                  </p:pic>
                </p:oleObj>
              </mc:Fallback>
            </mc:AlternateContent>
          </a:graphicData>
        </a:graphic>
      </p:graphicFrame>
      <p:sp>
        <p:nvSpPr>
          <p:cNvPr id="19462" name="TextBox 1">
            <a:extLst>
              <a:ext uri="{FF2B5EF4-FFF2-40B4-BE49-F238E27FC236}">
                <a16:creationId xmlns:a16="http://schemas.microsoft.com/office/drawing/2014/main" id="{52CBD950-E205-9A68-408F-5F6CDCA10EA1}"/>
              </a:ext>
            </a:extLst>
          </p:cNvPr>
          <p:cNvSpPr txBox="1">
            <a:spLocks noChangeArrowheads="1"/>
          </p:cNvSpPr>
          <p:nvPr/>
        </p:nvSpPr>
        <p:spPr bwMode="auto">
          <a:xfrm>
            <a:off x="588670" y="3861048"/>
            <a:ext cx="396044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0" dirty="0">
                <a:latin typeface="Times New Roman" panose="02020603050405020304" pitchFamily="18" charset="0"/>
              </a:rPr>
              <a:t>q0:初始状态</a:t>
            </a:r>
          </a:p>
          <a:p>
            <a:pPr eaLnBrk="1" hangingPunct="1">
              <a:spcBef>
                <a:spcPct val="0"/>
              </a:spcBef>
              <a:buFontTx/>
              <a:buNone/>
            </a:pPr>
            <a:r>
              <a:rPr lang="en-US" altLang="zh-CN" sz="2400" dirty="0" err="1">
                <a:latin typeface="Times New Roman" panose="02020603050405020304" pitchFamily="18" charset="0"/>
              </a:rPr>
              <a:t>q1</a:t>
            </a:r>
            <a:r>
              <a:rPr lang="en-US" altLang="zh-CN" sz="2400" dirty="0">
                <a:latin typeface="Times New Roman" panose="02020603050405020304" pitchFamily="18" charset="0"/>
              </a:rPr>
              <a:t>:</a:t>
            </a:r>
            <a:r>
              <a:rPr lang="zh-CN" altLang="en-US" sz="2400" dirty="0">
                <a:latin typeface="Times New Roman" panose="02020603050405020304" pitchFamily="18" charset="0"/>
              </a:rPr>
              <a:t>读入字符'</a:t>
            </a:r>
            <a:r>
              <a:rPr lang="en-US" altLang="zh-CN" sz="2400" dirty="0">
                <a:latin typeface="Times New Roman" panose="02020603050405020304" pitchFamily="18" charset="0"/>
              </a:rPr>
              <a:t>1</a:t>
            </a:r>
            <a:r>
              <a:rPr lang="zh-CN" altLang="en-US" sz="2400" dirty="0">
                <a:latin typeface="Times New Roman" panose="02020603050405020304" pitchFamily="18" charset="0"/>
              </a:rPr>
              <a:t>'即进入q1状态，说明前一个字符是‘1’</a:t>
            </a:r>
            <a:endParaRPr lang="en-US" altLang="zh-CN" sz="2400" dirty="0">
              <a:latin typeface="Times New Roman" panose="02020603050405020304" pitchFamily="18" charset="0"/>
            </a:endParaRPr>
          </a:p>
          <a:p>
            <a:pPr eaLnBrk="1" hangingPunct="1">
              <a:spcBef>
                <a:spcPct val="0"/>
              </a:spcBef>
              <a:buFontTx/>
              <a:buNone/>
            </a:pPr>
            <a:r>
              <a:rPr lang="en-US" altLang="zh-CN" sz="2400" dirty="0" err="1">
                <a:latin typeface="Times New Roman" panose="02020603050405020304" pitchFamily="18" charset="0"/>
              </a:rPr>
              <a:t>q2</a:t>
            </a:r>
            <a:r>
              <a:rPr lang="en-US" altLang="zh-CN" sz="2400" dirty="0">
                <a:latin typeface="Times New Roman" panose="02020603050405020304" pitchFamily="18" charset="0"/>
              </a:rPr>
              <a:t>:</a:t>
            </a:r>
            <a:r>
              <a:rPr lang="zh-CN" altLang="en-US" sz="2400" dirty="0">
                <a:latin typeface="Times New Roman" panose="02020603050405020304" pitchFamily="18" charset="0"/>
              </a:rPr>
              <a:t>读入字符'0'即进入q2状态，说明前一个字符是‘0’</a:t>
            </a:r>
            <a:endParaRPr lang="en-US" altLang="zh-CN" sz="2400" dirty="0">
              <a:latin typeface="Times New Roman" panose="02020603050405020304" pitchFamily="18" charset="0"/>
            </a:endParaRPr>
          </a:p>
          <a:p>
            <a:pPr eaLnBrk="1" hangingPunct="1">
              <a:spcBef>
                <a:spcPct val="0"/>
              </a:spcBef>
              <a:buFontTx/>
              <a:buNone/>
            </a:pPr>
            <a:r>
              <a:rPr lang="zh-CN" altLang="en-US" sz="2400" dirty="0">
                <a:latin typeface="Times New Roman" panose="02020603050405020304" pitchFamily="18" charset="0"/>
              </a:rPr>
              <a:t>q3:终止状态</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57A153E0-C15A-D189-BADF-60E41600960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en-US" altLang="zh-CN" sz="1400">
                <a:latin typeface="Times New Roman" panose="02020603050405020304" pitchFamily="18" charset="0"/>
              </a:rPr>
              <a:t>z</a:t>
            </a:r>
            <a:fld id="{419B3FBE-4B23-4DBE-8314-EC4975D30CCC}" type="slidenum">
              <a:rPr lang="zh-CN" altLang="en-US" sz="1400">
                <a:latin typeface="Times New Roman" panose="02020603050405020304" pitchFamily="18" charset="0"/>
              </a:rPr>
              <a:pPr algn="r" eaLnBrk="1" hangingPunct="1">
                <a:spcBef>
                  <a:spcPct val="50000"/>
                </a:spcBef>
                <a:buFontTx/>
                <a:buNone/>
              </a:pPr>
              <a:t>15</a:t>
            </a:fld>
            <a:endParaRPr lang="zh-CN" altLang="en-US" sz="1400">
              <a:latin typeface="Times New Roman" panose="02020603050405020304" pitchFamily="18" charset="0"/>
            </a:endParaRPr>
          </a:p>
        </p:txBody>
      </p:sp>
      <p:sp>
        <p:nvSpPr>
          <p:cNvPr id="20483" name="Rectangle 11">
            <a:extLst>
              <a:ext uri="{FF2B5EF4-FFF2-40B4-BE49-F238E27FC236}">
                <a16:creationId xmlns:a16="http://schemas.microsoft.com/office/drawing/2014/main" id="{B2F4EC26-4634-1CB3-8D2D-E88AAA8D3C20}"/>
              </a:ext>
            </a:extLst>
          </p:cNvPr>
          <p:cNvSpPr>
            <a:spLocks noGrp="1" noChangeArrowheads="1"/>
          </p:cNvSpPr>
          <p:nvPr>
            <p:ph type="title" idx="4294967295"/>
          </p:nvPr>
        </p:nvSpPr>
        <p:spPr/>
        <p:txBody>
          <a:bodyPr/>
          <a:lstStyle/>
          <a:p>
            <a:pPr eaLnBrk="1" hangingPunct="1"/>
            <a:r>
              <a:rPr lang="zh-CN" altLang="en-US" sz="3200" b="1" dirty="0"/>
              <a:t>确定转换规则</a:t>
            </a:r>
            <a:endParaRPr lang="en-US" altLang="en-US" dirty="0"/>
          </a:p>
        </p:txBody>
      </p:sp>
      <p:sp>
        <p:nvSpPr>
          <p:cNvPr id="20484" name="Rectangle 3">
            <a:extLst>
              <a:ext uri="{FF2B5EF4-FFF2-40B4-BE49-F238E27FC236}">
                <a16:creationId xmlns:a16="http://schemas.microsoft.com/office/drawing/2014/main" id="{604A1DC4-7B68-6FFA-711A-224C69862B28}"/>
              </a:ext>
            </a:extLst>
          </p:cNvPr>
          <p:cNvSpPr>
            <a:spLocks noGrp="1" noChangeArrowheads="1"/>
          </p:cNvSpPr>
          <p:nvPr>
            <p:ph type="body" sz="half" idx="4294967295"/>
          </p:nvPr>
        </p:nvSpPr>
        <p:spPr>
          <a:xfrm>
            <a:off x="323850" y="1319213"/>
            <a:ext cx="8135938" cy="4611687"/>
          </a:xfrm>
        </p:spPr>
        <p:txBody>
          <a:bodyPr/>
          <a:lstStyle/>
          <a:p>
            <a:pPr eaLnBrk="1" hangingPunct="1">
              <a:buFontTx/>
              <a:buNone/>
            </a:pPr>
            <a:r>
              <a:rPr lang="zh-CN" altLang="en-US" sz="2600" b="1" dirty="0"/>
              <a:t>转换规则</a:t>
            </a:r>
          </a:p>
          <a:p>
            <a:pPr eaLnBrk="1" hangingPunct="1"/>
            <a:r>
              <a:rPr lang="zh-CN" altLang="en-US" sz="2600" b="1" dirty="0"/>
              <a:t>初始状态是</a:t>
            </a:r>
            <a:r>
              <a:rPr lang="en-US" altLang="zh-CN" sz="2600" b="1" dirty="0" err="1"/>
              <a:t>q0</a:t>
            </a:r>
            <a:r>
              <a:rPr lang="en-US" altLang="zh-CN" sz="2600" b="1" dirty="0"/>
              <a:t> (state==</a:t>
            </a:r>
            <a:r>
              <a:rPr lang="en-US" altLang="zh-CN" sz="2600" b="1" dirty="0" err="1"/>
              <a:t>q0</a:t>
            </a:r>
            <a:r>
              <a:rPr lang="en-US" altLang="zh-CN" sz="2600" b="1" dirty="0"/>
              <a:t>)</a:t>
            </a:r>
            <a:r>
              <a:rPr lang="zh-CN" altLang="en-US" sz="2600" b="1" dirty="0"/>
              <a:t>：</a:t>
            </a:r>
          </a:p>
          <a:p>
            <a:pPr lvl="1" eaLnBrk="1" hangingPunct="1"/>
            <a:r>
              <a:rPr lang="zh-CN" altLang="en-US" sz="2600" b="1" dirty="0"/>
              <a:t>读入'1'：</a:t>
            </a:r>
            <a:r>
              <a:rPr lang="en-US" altLang="zh-CN" sz="2600" b="1" dirty="0"/>
              <a:t>vehicles++; state=</a:t>
            </a:r>
            <a:r>
              <a:rPr lang="en-US" altLang="zh-CN" sz="2600" b="1" dirty="0" err="1"/>
              <a:t>q1</a:t>
            </a:r>
            <a:endParaRPr lang="en-US" altLang="zh-CN" sz="2600" b="1" dirty="0"/>
          </a:p>
          <a:p>
            <a:pPr lvl="1" eaLnBrk="1" hangingPunct="1"/>
            <a:r>
              <a:rPr lang="zh-CN" altLang="en-US" sz="2600" b="1" dirty="0"/>
              <a:t>读入'0'：</a:t>
            </a:r>
            <a:r>
              <a:rPr lang="en-US" altLang="zh-CN" sz="2600" b="1" dirty="0"/>
              <a:t>seconds++; state=</a:t>
            </a:r>
            <a:r>
              <a:rPr lang="en-US" altLang="zh-CN" sz="2600" b="1" dirty="0" err="1"/>
              <a:t>q2</a:t>
            </a:r>
            <a:endParaRPr lang="en-US" altLang="zh-CN" sz="2600" b="1" dirty="0"/>
          </a:p>
          <a:p>
            <a:pPr lvl="1" eaLnBrk="1" hangingPunct="1"/>
            <a:r>
              <a:rPr lang="zh-CN" altLang="en-US" sz="2600" b="1" dirty="0"/>
              <a:t>读入</a:t>
            </a:r>
            <a:r>
              <a:rPr lang="en-US" altLang="zh-CN" sz="2600" b="1" dirty="0" err="1"/>
              <a:t>EOF</a:t>
            </a:r>
            <a:r>
              <a:rPr lang="zh-CN" altLang="en-US" sz="2600" b="1" dirty="0"/>
              <a:t>： </a:t>
            </a:r>
            <a:r>
              <a:rPr lang="en-US" altLang="zh-CN" sz="2600" b="1" dirty="0"/>
              <a:t>state=</a:t>
            </a:r>
            <a:r>
              <a:rPr lang="en-US" altLang="zh-CN" sz="2600" b="1" dirty="0" err="1"/>
              <a:t>q3</a:t>
            </a:r>
            <a:endParaRPr lang="zh-CN" altLang="en-US" sz="2600" b="1" dirty="0"/>
          </a:p>
          <a:p>
            <a:pPr eaLnBrk="1" hangingPunct="1"/>
            <a:r>
              <a:rPr lang="zh-CN" altLang="en-US" sz="2600" b="1" dirty="0"/>
              <a:t>当前状态是</a:t>
            </a:r>
            <a:r>
              <a:rPr lang="en-US" altLang="zh-CN" sz="2600" b="1" dirty="0" err="1"/>
              <a:t>q1</a:t>
            </a:r>
            <a:r>
              <a:rPr lang="en-US" altLang="zh-CN" sz="2600" b="1" dirty="0"/>
              <a:t> (state==</a:t>
            </a:r>
            <a:r>
              <a:rPr lang="en-US" altLang="zh-CN" sz="2600" b="1" dirty="0" err="1"/>
              <a:t>q1</a:t>
            </a:r>
            <a:r>
              <a:rPr lang="zh-CN" altLang="en-US" sz="2600" b="1" dirty="0"/>
              <a:t>，说明前一个字符是'1'</a:t>
            </a:r>
            <a:r>
              <a:rPr lang="en-US" altLang="zh-CN" sz="2600" b="1" dirty="0"/>
              <a:t>)</a:t>
            </a:r>
            <a:r>
              <a:rPr lang="zh-CN" altLang="en-US" sz="2600" b="1" dirty="0"/>
              <a:t>：</a:t>
            </a:r>
          </a:p>
          <a:p>
            <a:pPr lvl="1" eaLnBrk="1" hangingPunct="1"/>
            <a:r>
              <a:rPr lang="zh-CN" altLang="en-US" sz="2600" b="1" dirty="0"/>
              <a:t>读入'1'</a:t>
            </a:r>
            <a:r>
              <a:rPr lang="zh-CN" altLang="en-US" sz="2600" b="1" dirty="0">
                <a:latin typeface="宋体" panose="02010600030101010101" pitchFamily="2" charset="-122"/>
              </a:rPr>
              <a:t>(1</a:t>
            </a:r>
            <a:r>
              <a:rPr lang="zh-CN" altLang="en-US" sz="2600" b="1" u="sng" dirty="0">
                <a:solidFill>
                  <a:srgbClr val="FF9900"/>
                </a:solidFill>
                <a:latin typeface="宋体" panose="02010600030101010101" pitchFamily="2" charset="-122"/>
                <a:sym typeface="Arial" panose="020B0604020202020204" pitchFamily="34" charset="0"/>
              </a:rPr>
              <a:t>1</a:t>
            </a:r>
            <a:r>
              <a:rPr lang="zh-CN" altLang="en-US" sz="2600" b="1" dirty="0">
                <a:latin typeface="宋体" panose="02010600030101010101" pitchFamily="2" charset="-122"/>
              </a:rPr>
              <a:t>)</a:t>
            </a:r>
            <a:r>
              <a:rPr lang="zh-CN" altLang="en-US" sz="2600" b="1" dirty="0"/>
              <a:t>：</a:t>
            </a:r>
            <a:r>
              <a:rPr lang="en-US" altLang="zh-CN" sz="2600" b="1" dirty="0"/>
              <a:t>vehicles++; </a:t>
            </a:r>
          </a:p>
          <a:p>
            <a:pPr lvl="1" eaLnBrk="1" hangingPunct="1"/>
            <a:r>
              <a:rPr lang="zh-CN" altLang="en-US" sz="2600" b="1" dirty="0"/>
              <a:t>读入'0'</a:t>
            </a:r>
            <a:r>
              <a:rPr lang="zh-CN" altLang="en-US" sz="2600" b="1" dirty="0">
                <a:latin typeface="宋体" panose="02010600030101010101" pitchFamily="2" charset="-122"/>
              </a:rPr>
              <a:t>(1</a:t>
            </a:r>
            <a:r>
              <a:rPr lang="zh-CN" altLang="en-US" sz="2600" b="1" u="sng" dirty="0">
                <a:solidFill>
                  <a:srgbClr val="FF9900"/>
                </a:solidFill>
                <a:latin typeface="宋体" panose="02010600030101010101" pitchFamily="2" charset="-122"/>
              </a:rPr>
              <a:t>0</a:t>
            </a:r>
            <a:r>
              <a:rPr lang="zh-CN" altLang="en-US" sz="2600" b="1" dirty="0">
                <a:latin typeface="宋体" panose="02010600030101010101" pitchFamily="2" charset="-122"/>
              </a:rPr>
              <a:t>)</a:t>
            </a:r>
            <a:r>
              <a:rPr lang="zh-CN" altLang="en-US" sz="2600" b="1" dirty="0"/>
              <a:t>：</a:t>
            </a:r>
            <a:r>
              <a:rPr lang="en-US" altLang="zh-CN" sz="2600" b="1" dirty="0"/>
              <a:t>interval=</a:t>
            </a:r>
            <a:r>
              <a:rPr lang="en-US" altLang="zh-CN" sz="2600" b="1" dirty="0" err="1"/>
              <a:t>1;seconds</a:t>
            </a:r>
            <a:r>
              <a:rPr lang="en-US" altLang="zh-CN" sz="2600" b="1" dirty="0"/>
              <a:t>++; state=</a:t>
            </a:r>
            <a:r>
              <a:rPr lang="en-US" altLang="zh-CN" sz="2600" b="1" dirty="0" err="1"/>
              <a:t>q2</a:t>
            </a:r>
            <a:endParaRPr lang="en-US" altLang="zh-CN" sz="2600" b="1" dirty="0"/>
          </a:p>
          <a:p>
            <a:pPr lvl="1" eaLnBrk="1" hangingPunct="1"/>
            <a:r>
              <a:rPr lang="zh-CN" altLang="en-US" sz="2600" b="1" dirty="0"/>
              <a:t>读入</a:t>
            </a:r>
            <a:r>
              <a:rPr lang="en-US" altLang="zh-CN" sz="2600" b="1" dirty="0" err="1"/>
              <a:t>EOF</a:t>
            </a:r>
            <a:r>
              <a:rPr lang="zh-CN" altLang="en-US" sz="2600" b="1" dirty="0"/>
              <a:t>： </a:t>
            </a:r>
            <a:r>
              <a:rPr lang="en-US" altLang="zh-CN" sz="2600" b="1" dirty="0"/>
              <a:t>state=</a:t>
            </a:r>
            <a:r>
              <a:rPr lang="en-US" altLang="zh-CN" sz="2600" b="1" dirty="0" err="1"/>
              <a:t>q3</a:t>
            </a:r>
            <a:endParaRPr lang="zh-CN" altLang="en-US" sz="2600" b="1" dirty="0"/>
          </a:p>
          <a:p>
            <a:pPr eaLnBrk="1" hangingPunct="1">
              <a:buFontTx/>
              <a:buNone/>
            </a:pPr>
            <a:endParaRPr lang="en-US" altLang="zh-CN" sz="2600" b="1" dirty="0"/>
          </a:p>
        </p:txBody>
      </p:sp>
      <p:graphicFrame>
        <p:nvGraphicFramePr>
          <p:cNvPr id="20487" name="Object 10">
            <a:extLst>
              <a:ext uri="{FF2B5EF4-FFF2-40B4-BE49-F238E27FC236}">
                <a16:creationId xmlns:a16="http://schemas.microsoft.com/office/drawing/2014/main" id="{B8896228-BBB9-090F-DC5D-F798553AE816}"/>
              </a:ext>
            </a:extLst>
          </p:cNvPr>
          <p:cNvGraphicFramePr>
            <a:graphicFrameLocks noGrp="1" noChangeAspect="1"/>
          </p:cNvGraphicFramePr>
          <p:nvPr>
            <p:ph sz="half" idx="4294967295"/>
            <p:extLst>
              <p:ext uri="{D42A27DB-BD31-4B8C-83A1-F6EECF244321}">
                <p14:modId xmlns:p14="http://schemas.microsoft.com/office/powerpoint/2010/main" val="800334568"/>
              </p:ext>
            </p:extLst>
          </p:nvPr>
        </p:nvGraphicFramePr>
        <p:xfrm>
          <a:off x="5520146" y="1138189"/>
          <a:ext cx="3543326" cy="2592288"/>
        </p:xfrm>
        <a:graphic>
          <a:graphicData uri="http://schemas.openxmlformats.org/presentationml/2006/ole">
            <mc:AlternateContent xmlns:mc="http://schemas.openxmlformats.org/markup-compatibility/2006">
              <mc:Choice xmlns:v="urn:schemas-microsoft-com:vml" Requires="v">
                <p:oleObj r:id="rId2" imgW="6946920" imgH="5083560" progId="Visio.Drawing.11">
                  <p:embed/>
                </p:oleObj>
              </mc:Choice>
              <mc:Fallback>
                <p:oleObj r:id="rId2" imgW="6946920" imgH="5083560" progId="Visio.Drawing.11">
                  <p:embed/>
                  <p:pic>
                    <p:nvPicPr>
                      <p:cNvPr id="20487" name="Object 10">
                        <a:extLst>
                          <a:ext uri="{FF2B5EF4-FFF2-40B4-BE49-F238E27FC236}">
                            <a16:creationId xmlns:a16="http://schemas.microsoft.com/office/drawing/2014/main" id="{B8896228-BBB9-090F-DC5D-F798553AE81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0146" y="1138189"/>
                        <a:ext cx="3543326" cy="2592288"/>
                      </a:xfrm>
                      <a:prstGeom prst="rect">
                        <a:avLst/>
                      </a:prstGeom>
                      <a:noFill/>
                      <a:ln>
                        <a:noFill/>
                      </a:ln>
                    </p:spPr>
                  </p:pic>
                </p:oleObj>
              </mc:Fallback>
            </mc:AlternateContent>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6">
            <a:extLst>
              <a:ext uri="{FF2B5EF4-FFF2-40B4-BE49-F238E27FC236}">
                <a16:creationId xmlns:a16="http://schemas.microsoft.com/office/drawing/2014/main" id="{753908EF-6B9D-7FC9-AB1C-30F7EE42275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6E6588D-3FE6-4559-B4E4-6CD7FECC2BE0}" type="slidenum">
              <a:rPr lang="zh-CN" altLang="en-US" sz="1400">
                <a:latin typeface="Times New Roman" panose="02020603050405020304" pitchFamily="18" charset="0"/>
              </a:rPr>
              <a:pPr algn="r" eaLnBrk="1" hangingPunct="1">
                <a:spcBef>
                  <a:spcPct val="50000"/>
                </a:spcBef>
                <a:buFontTx/>
                <a:buNone/>
              </a:pPr>
              <a:t>16</a:t>
            </a:fld>
            <a:endParaRPr lang="zh-CN" altLang="en-US" sz="1400">
              <a:latin typeface="Times New Roman" panose="02020603050405020304" pitchFamily="18" charset="0"/>
            </a:endParaRPr>
          </a:p>
        </p:txBody>
      </p:sp>
      <p:sp>
        <p:nvSpPr>
          <p:cNvPr id="21507" name="Rectangle 3">
            <a:extLst>
              <a:ext uri="{FF2B5EF4-FFF2-40B4-BE49-F238E27FC236}">
                <a16:creationId xmlns:a16="http://schemas.microsoft.com/office/drawing/2014/main" id="{A6C8D6E3-7DA4-0A92-4AD0-11CD980854CB}"/>
              </a:ext>
            </a:extLst>
          </p:cNvPr>
          <p:cNvSpPr>
            <a:spLocks noGrp="1" noChangeArrowheads="1"/>
          </p:cNvSpPr>
          <p:nvPr>
            <p:ph type="body" sz="half" idx="4294967295"/>
          </p:nvPr>
        </p:nvSpPr>
        <p:spPr>
          <a:xfrm>
            <a:off x="323850" y="1319213"/>
            <a:ext cx="7921625" cy="4611687"/>
          </a:xfrm>
        </p:spPr>
        <p:txBody>
          <a:bodyPr/>
          <a:lstStyle/>
          <a:p>
            <a:pPr eaLnBrk="1" hangingPunct="1"/>
            <a:r>
              <a:rPr lang="zh-CN" altLang="en-US" sz="2600" b="1"/>
              <a:t>当前状态是</a:t>
            </a:r>
            <a:r>
              <a:rPr lang="en-US" altLang="zh-CN" sz="2600" b="1"/>
              <a:t>q2 (state==q2</a:t>
            </a:r>
            <a:r>
              <a:rPr lang="zh-CN" altLang="en-US" sz="2600" b="1"/>
              <a:t>，说明前一个字符是'0'</a:t>
            </a:r>
            <a:r>
              <a:rPr lang="en-US" altLang="zh-CN" sz="2600" b="1"/>
              <a:t>)</a:t>
            </a:r>
            <a:r>
              <a:rPr lang="zh-CN" altLang="en-US" sz="2600" b="1"/>
              <a:t>：</a:t>
            </a:r>
          </a:p>
          <a:p>
            <a:pPr lvl="1" eaLnBrk="1" hangingPunct="1"/>
            <a:r>
              <a:rPr lang="zh-CN" altLang="en-US" sz="2600" b="1"/>
              <a:t>读入'1'</a:t>
            </a:r>
            <a:r>
              <a:rPr lang="zh-CN" altLang="en-US" sz="2600" b="1">
                <a:latin typeface="宋体" panose="02010600030101010101" pitchFamily="2" charset="-122"/>
              </a:rPr>
              <a:t>(0</a:t>
            </a:r>
            <a:r>
              <a:rPr lang="zh-CN" altLang="en-US" sz="2600" b="1" u="sng">
                <a:solidFill>
                  <a:srgbClr val="FF9900"/>
                </a:solidFill>
                <a:latin typeface="宋体" panose="02010600030101010101" pitchFamily="2" charset="-122"/>
                <a:sym typeface="Arial" panose="020B0604020202020204" pitchFamily="34" charset="0"/>
              </a:rPr>
              <a:t>1</a:t>
            </a:r>
            <a:r>
              <a:rPr lang="zh-CN" altLang="en-US" sz="2600" b="1">
                <a:latin typeface="宋体" panose="02010600030101010101" pitchFamily="2" charset="-122"/>
              </a:rPr>
              <a:t>)</a:t>
            </a:r>
            <a:r>
              <a:rPr lang="zh-CN" altLang="en-US" sz="2600" b="1"/>
              <a:t>：</a:t>
            </a:r>
            <a:r>
              <a:rPr lang="en-US" altLang="zh-CN" sz="2600" b="1"/>
              <a:t>if(vehicles&gt;0) </a:t>
            </a:r>
            <a:r>
              <a:rPr lang="zh-CN" altLang="en-US" sz="2600" b="1"/>
              <a:t>处理最大时长</a:t>
            </a:r>
          </a:p>
          <a:p>
            <a:pPr lvl="1" eaLnBrk="1" hangingPunct="1">
              <a:buFontTx/>
              <a:buNone/>
            </a:pPr>
            <a:r>
              <a:rPr lang="zh-CN" altLang="en-US" sz="2600" b="1"/>
              <a:t>			          </a:t>
            </a:r>
            <a:r>
              <a:rPr lang="en-US" altLang="zh-CN" sz="2600" b="1"/>
              <a:t>vehicles++; state=q1</a:t>
            </a:r>
            <a:endParaRPr lang="zh-CN" altLang="en-US" sz="2600" b="1"/>
          </a:p>
          <a:p>
            <a:pPr lvl="1" eaLnBrk="1" hangingPunct="1"/>
            <a:r>
              <a:rPr lang="zh-CN" altLang="en-US" sz="2600" b="1"/>
              <a:t>读入'0'</a:t>
            </a:r>
            <a:r>
              <a:rPr lang="zh-CN" altLang="en-US" sz="2600" b="1">
                <a:latin typeface="宋体" panose="02010600030101010101" pitchFamily="2" charset="-122"/>
              </a:rPr>
              <a:t>(0</a:t>
            </a:r>
            <a:r>
              <a:rPr lang="zh-CN" altLang="en-US" sz="2600" b="1" u="sng">
                <a:solidFill>
                  <a:srgbClr val="FF9900"/>
                </a:solidFill>
                <a:latin typeface="宋体" panose="02010600030101010101" pitchFamily="2" charset="-122"/>
                <a:sym typeface="Arial" panose="020B0604020202020204" pitchFamily="34" charset="0"/>
              </a:rPr>
              <a:t>0</a:t>
            </a:r>
            <a:r>
              <a:rPr lang="zh-CN" altLang="en-US" sz="2600" b="1">
                <a:latin typeface="宋体" panose="02010600030101010101" pitchFamily="2" charset="-122"/>
              </a:rPr>
              <a:t>)</a:t>
            </a:r>
            <a:r>
              <a:rPr lang="zh-CN" altLang="en-US" sz="2600" b="1"/>
              <a:t>：</a:t>
            </a:r>
            <a:r>
              <a:rPr lang="en-US" altLang="zh-CN" sz="2600" b="1"/>
              <a:t>seconds++; </a:t>
            </a:r>
          </a:p>
          <a:p>
            <a:pPr lvl="1" eaLnBrk="1" hangingPunct="1">
              <a:buFontTx/>
              <a:buNone/>
            </a:pPr>
            <a:r>
              <a:rPr lang="en-US" altLang="zh-CN" sz="2600" b="1"/>
              <a:t>			</a:t>
            </a:r>
            <a:r>
              <a:rPr lang="zh-CN" altLang="en-US" sz="2600" b="1"/>
              <a:t>       </a:t>
            </a:r>
            <a:r>
              <a:rPr lang="en-US" altLang="zh-CN" sz="2600" b="1"/>
              <a:t>if(vehicles&gt;0)  interval++;</a:t>
            </a:r>
          </a:p>
          <a:p>
            <a:pPr lvl="1" eaLnBrk="1" hangingPunct="1"/>
            <a:r>
              <a:rPr lang="zh-CN" altLang="en-US" sz="2600" b="1"/>
              <a:t>读入</a:t>
            </a:r>
            <a:r>
              <a:rPr lang="en-US" altLang="zh-CN" sz="2600" b="1"/>
              <a:t>EOF</a:t>
            </a:r>
            <a:r>
              <a:rPr lang="zh-CN" altLang="en-US" sz="2600" b="1"/>
              <a:t>： </a:t>
            </a:r>
            <a:r>
              <a:rPr lang="en-US" altLang="zh-CN" sz="2600" b="1"/>
              <a:t>state=q3</a:t>
            </a:r>
            <a:endParaRPr lang="zh-CN" altLang="en-US" sz="2600" b="1"/>
          </a:p>
          <a:p>
            <a:pPr eaLnBrk="1" hangingPunct="1">
              <a:buFontTx/>
              <a:buNone/>
            </a:pPr>
            <a:endParaRPr lang="zh-CN" altLang="en-US" sz="2400" b="1">
              <a:latin typeface="宋体" panose="02010600030101010101" pitchFamily="2" charset="-122"/>
            </a:endParaRPr>
          </a:p>
          <a:p>
            <a:pPr eaLnBrk="1" hangingPunct="1">
              <a:buFontTx/>
              <a:buNone/>
            </a:pPr>
            <a:r>
              <a:rPr lang="zh-CN" altLang="en-US" sz="2400" b="1">
                <a:latin typeface="宋体" panose="02010600030101010101" pitchFamily="2" charset="-122"/>
              </a:rPr>
              <a:t>终止状态集</a:t>
            </a:r>
            <a:r>
              <a:rPr lang="en-US" altLang="zh-CN" sz="2600" b="1"/>
              <a:t>F={q3}</a:t>
            </a:r>
            <a:endParaRPr lang="zh-CN" altLang="en-US" sz="2600" b="1"/>
          </a:p>
        </p:txBody>
      </p:sp>
      <p:graphicFrame>
        <p:nvGraphicFramePr>
          <p:cNvPr id="21509" name="Object 11">
            <a:extLst>
              <a:ext uri="{FF2B5EF4-FFF2-40B4-BE49-F238E27FC236}">
                <a16:creationId xmlns:a16="http://schemas.microsoft.com/office/drawing/2014/main" id="{6B051AC4-590D-D18B-0003-F87E4ABC3531}"/>
              </a:ext>
            </a:extLst>
          </p:cNvPr>
          <p:cNvGraphicFramePr>
            <a:graphicFrameLocks noGrp="1" noChangeAspect="1"/>
          </p:cNvGraphicFramePr>
          <p:nvPr>
            <p:ph sz="half" idx="4294967295"/>
          </p:nvPr>
        </p:nvGraphicFramePr>
        <p:xfrm>
          <a:off x="4429125" y="2997200"/>
          <a:ext cx="4572000" cy="3344863"/>
        </p:xfrm>
        <a:graphic>
          <a:graphicData uri="http://schemas.openxmlformats.org/presentationml/2006/ole">
            <mc:AlternateContent xmlns:mc="http://schemas.openxmlformats.org/markup-compatibility/2006">
              <mc:Choice xmlns:v="urn:schemas-microsoft-com:vml" Requires="v">
                <p:oleObj r:id="rId2" imgW="6946920" imgH="5083560" progId="Visio.Drawing.11">
                  <p:embed/>
                </p:oleObj>
              </mc:Choice>
              <mc:Fallback>
                <p:oleObj r:id="rId2" imgW="6946920" imgH="5083560" progId="Visio.Drawing.11">
                  <p:embed/>
                  <p:pic>
                    <p:nvPicPr>
                      <p:cNvPr id="21509" name="Object 11">
                        <a:extLst>
                          <a:ext uri="{FF2B5EF4-FFF2-40B4-BE49-F238E27FC236}">
                            <a16:creationId xmlns:a16="http://schemas.microsoft.com/office/drawing/2014/main" id="{6B051AC4-590D-D18B-0003-F87E4ABC353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25" y="2997200"/>
                        <a:ext cx="4572000"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a:extLst>
              <a:ext uri="{FF2B5EF4-FFF2-40B4-BE49-F238E27FC236}">
                <a16:creationId xmlns:a16="http://schemas.microsoft.com/office/drawing/2014/main" id="{27089EB8-14B6-3FD6-0D12-1B9D8377079A}"/>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9FEDBDE-59ED-4E8B-A03F-F2B70007DFA7}" type="slidenum">
              <a:rPr lang="zh-CN" altLang="en-US" sz="1400">
                <a:latin typeface="Times New Roman" panose="02020603050405020304" pitchFamily="18" charset="0"/>
              </a:rPr>
              <a:pPr algn="r" eaLnBrk="1" hangingPunct="1">
                <a:spcBef>
                  <a:spcPct val="50000"/>
                </a:spcBef>
                <a:buFontTx/>
                <a:buNone/>
              </a:pPr>
              <a:t>17</a:t>
            </a:fld>
            <a:endParaRPr lang="zh-CN" altLang="en-US" sz="1400">
              <a:latin typeface="Times New Roman" panose="02020603050405020304" pitchFamily="18" charset="0"/>
            </a:endParaRPr>
          </a:p>
        </p:txBody>
      </p:sp>
      <p:sp>
        <p:nvSpPr>
          <p:cNvPr id="31747" name="Rectangle 2">
            <a:extLst>
              <a:ext uri="{FF2B5EF4-FFF2-40B4-BE49-F238E27FC236}">
                <a16:creationId xmlns:a16="http://schemas.microsoft.com/office/drawing/2014/main" id="{6776038C-4119-227E-C60A-72ECA9196861}"/>
              </a:ext>
            </a:extLst>
          </p:cNvPr>
          <p:cNvSpPr>
            <a:spLocks noGrp="1" noChangeArrowheads="1"/>
          </p:cNvSpPr>
          <p:nvPr>
            <p:ph type="title" idx="4294967295"/>
          </p:nvPr>
        </p:nvSpPr>
        <p:spPr>
          <a:xfrm>
            <a:off x="2916238" y="404813"/>
            <a:ext cx="6119812" cy="720725"/>
          </a:xfrm>
        </p:spPr>
        <p:txBody>
          <a:bodyPr/>
          <a:lstStyle/>
          <a:p>
            <a:pPr eaLnBrk="1" hangingPunct="1"/>
            <a:r>
              <a:rPr lang="zh-CN" altLang="en-US" b="1" dirty="0"/>
              <a:t>有限状态机的通用模式</a:t>
            </a:r>
          </a:p>
        </p:txBody>
      </p:sp>
      <p:sp>
        <p:nvSpPr>
          <p:cNvPr id="31748" name="Text Box 3">
            <a:extLst>
              <a:ext uri="{FF2B5EF4-FFF2-40B4-BE49-F238E27FC236}">
                <a16:creationId xmlns:a16="http://schemas.microsoft.com/office/drawing/2014/main" id="{CA1FBFBB-76E0-F909-EDF9-7851D5D4B7EB}"/>
              </a:ext>
            </a:extLst>
          </p:cNvPr>
          <p:cNvSpPr txBox="1">
            <a:spLocks noChangeArrowheads="1"/>
          </p:cNvSpPr>
          <p:nvPr/>
        </p:nvSpPr>
        <p:spPr bwMode="auto">
          <a:xfrm>
            <a:off x="684213" y="5876925"/>
            <a:ext cx="6191250" cy="5191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dirty="0">
                <a:latin typeface="Times New Roman" panose="02020603050405020304" pitchFamily="18" charset="0"/>
              </a:rPr>
              <a:t>有限状态机解题通用处理模式</a:t>
            </a:r>
          </a:p>
        </p:txBody>
      </p:sp>
      <p:graphicFrame>
        <p:nvGraphicFramePr>
          <p:cNvPr id="31749" name="Object 4">
            <a:extLst>
              <a:ext uri="{FF2B5EF4-FFF2-40B4-BE49-F238E27FC236}">
                <a16:creationId xmlns:a16="http://schemas.microsoft.com/office/drawing/2014/main" id="{E9FEA0AD-ECB3-B5F9-91D3-CB100DF3D357}"/>
              </a:ext>
            </a:extLst>
          </p:cNvPr>
          <p:cNvGraphicFramePr>
            <a:graphicFrameLocks noGrp="1" noChangeAspect="1"/>
          </p:cNvGraphicFramePr>
          <p:nvPr>
            <p:ph idx="4294967295"/>
          </p:nvPr>
        </p:nvGraphicFramePr>
        <p:xfrm>
          <a:off x="231775" y="1268413"/>
          <a:ext cx="5132388" cy="4611687"/>
        </p:xfrm>
        <a:graphic>
          <a:graphicData uri="http://schemas.openxmlformats.org/presentationml/2006/ole">
            <mc:AlternateContent xmlns:mc="http://schemas.openxmlformats.org/markup-compatibility/2006">
              <mc:Choice xmlns:v="urn:schemas-microsoft-com:vml" Requires="v">
                <p:oleObj r:id="rId2" imgW="3402000" imgH="3056400" progId="">
                  <p:embed/>
                </p:oleObj>
              </mc:Choice>
              <mc:Fallback>
                <p:oleObj r:id="rId2" imgW="3402000" imgH="3056400" progId="">
                  <p:embed/>
                  <p:pic>
                    <p:nvPicPr>
                      <p:cNvPr id="31749" name="Object 4">
                        <a:extLst>
                          <a:ext uri="{FF2B5EF4-FFF2-40B4-BE49-F238E27FC236}">
                            <a16:creationId xmlns:a16="http://schemas.microsoft.com/office/drawing/2014/main" id="{E9FEA0AD-ECB3-B5F9-91D3-CB100DF3D357}"/>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1268413"/>
                        <a:ext cx="5132388"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0" name="Rectangle 5">
            <a:extLst>
              <a:ext uri="{FF2B5EF4-FFF2-40B4-BE49-F238E27FC236}">
                <a16:creationId xmlns:a16="http://schemas.microsoft.com/office/drawing/2014/main" id="{44D6DB29-7603-B2F5-FA84-4600061F984A}"/>
              </a:ext>
            </a:extLst>
          </p:cNvPr>
          <p:cNvSpPr>
            <a:spLocks noChangeArrowheads="1"/>
          </p:cNvSpPr>
          <p:nvPr/>
        </p:nvSpPr>
        <p:spPr bwMode="auto">
          <a:xfrm>
            <a:off x="5584825" y="1268413"/>
            <a:ext cx="3451225"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latin typeface="Times New Roman" panose="02020603050405020304" pitchFamily="18" charset="0"/>
              </a:rPr>
              <a:t>#define START 1</a:t>
            </a:r>
          </a:p>
          <a:p>
            <a:pPr eaLnBrk="1" hangingPunct="1">
              <a:buFontTx/>
              <a:buNone/>
            </a:pPr>
            <a:r>
              <a:rPr lang="en-US" altLang="zh-CN" sz="2400">
                <a:latin typeface="Times New Roman" panose="02020603050405020304" pitchFamily="18" charset="0"/>
              </a:rPr>
              <a:t>...</a:t>
            </a:r>
          </a:p>
          <a:p>
            <a:pPr eaLnBrk="1" hangingPunct="1">
              <a:buFontTx/>
              <a:buNone/>
            </a:pPr>
            <a:r>
              <a:rPr lang="en-US" altLang="zh-CN" sz="2400">
                <a:latin typeface="Times New Roman" panose="02020603050405020304" pitchFamily="18" charset="0"/>
              </a:rPr>
              <a:t>int state=START;</a:t>
            </a:r>
          </a:p>
          <a:p>
            <a:pPr eaLnBrk="1" hangingPunct="1">
              <a:buFontTx/>
              <a:buNone/>
            </a:pPr>
            <a:r>
              <a:rPr lang="en-US" altLang="zh-CN" sz="2400">
                <a:latin typeface="Times New Roman" panose="02020603050405020304" pitchFamily="18" charset="0"/>
              </a:rPr>
              <a:t>...</a:t>
            </a:r>
          </a:p>
          <a:p>
            <a:pPr eaLnBrk="1" hangingPunct="1">
              <a:buFontTx/>
              <a:buNone/>
            </a:pPr>
            <a:r>
              <a:rPr lang="en-US" altLang="zh-CN" sz="2400">
                <a:latin typeface="Times New Roman" panose="02020603050405020304" pitchFamily="18" charset="0"/>
              </a:rPr>
              <a:t>while (state!=END) {</a:t>
            </a:r>
          </a:p>
          <a:p>
            <a:pPr eaLnBrk="1" hangingPunct="1">
              <a:buFontTx/>
              <a:buNone/>
            </a:pPr>
            <a:r>
              <a:rPr lang="en-US" altLang="zh-CN" sz="2400">
                <a:latin typeface="Times New Roman" panose="02020603050405020304" pitchFamily="18" charset="0"/>
              </a:rPr>
              <a:t>	ch=getchar();</a:t>
            </a:r>
          </a:p>
          <a:p>
            <a:pPr eaLnBrk="1" hangingPunct="1">
              <a:buFontTx/>
              <a:buNone/>
            </a:pPr>
            <a:r>
              <a:rPr lang="en-US" altLang="zh-CN" sz="2400">
                <a:latin typeface="Times New Roman" panose="02020603050405020304" pitchFamily="18" charset="0"/>
              </a:rPr>
              <a:t>    switch(state) {</a:t>
            </a:r>
          </a:p>
          <a:p>
            <a:pPr eaLnBrk="1" hangingPunct="1">
              <a:buFontTx/>
              <a:buNone/>
            </a:pPr>
            <a:r>
              <a:rPr lang="en-US" altLang="zh-CN" sz="2400">
                <a:latin typeface="Times New Roman" panose="02020603050405020304" pitchFamily="18" charset="0"/>
              </a:rPr>
              <a:t>	  case START: </a:t>
            </a:r>
          </a:p>
          <a:p>
            <a:pPr eaLnBrk="1" hangingPunct="1">
              <a:buFontTx/>
              <a:buNone/>
            </a:pPr>
            <a:r>
              <a:rPr lang="en-US" altLang="zh-CN" sz="2400">
                <a:latin typeface="Times New Roman" panose="02020603050405020304" pitchFamily="18" charset="0"/>
              </a:rPr>
              <a:t>		if (ch==?) state=Q1; break;</a:t>
            </a:r>
          </a:p>
          <a:p>
            <a:pPr eaLnBrk="1" hangingPunct="1">
              <a:buFontTx/>
              <a:buNone/>
            </a:pPr>
            <a:r>
              <a:rPr lang="en-US" altLang="zh-CN" sz="2400">
                <a:latin typeface="Times New Roman" panose="02020603050405020304" pitchFamily="18" charset="0"/>
              </a:rPr>
              <a:t>...}</a:t>
            </a:r>
          </a:p>
        </p:txBody>
      </p:sp>
    </p:spTree>
    <p:extLst>
      <p:ext uri="{BB962C8B-B14F-4D97-AF65-F5344CB8AC3E}">
        <p14:creationId xmlns:p14="http://schemas.microsoft.com/office/powerpoint/2010/main" val="62067277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框 1">
            <a:extLst>
              <a:ext uri="{FF2B5EF4-FFF2-40B4-BE49-F238E27FC236}">
                <a16:creationId xmlns:a16="http://schemas.microsoft.com/office/drawing/2014/main" id="{344105C2-CA6F-4385-54EE-314186481243}"/>
              </a:ext>
            </a:extLst>
          </p:cNvPr>
          <p:cNvSpPr txBox="1">
            <a:spLocks noChangeArrowheads="1"/>
          </p:cNvSpPr>
          <p:nvPr/>
        </p:nvSpPr>
        <p:spPr bwMode="auto">
          <a:xfrm>
            <a:off x="539750" y="1268413"/>
            <a:ext cx="761047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0">
                <a:latin typeface="Consolas" panose="020B0609020204030204" pitchFamily="49" charset="0"/>
              </a:rPr>
              <a:t>#include&lt;stdio.h&gt;</a:t>
            </a:r>
          </a:p>
          <a:p>
            <a:pPr eaLnBrk="1" hangingPunct="1">
              <a:spcBef>
                <a:spcPct val="0"/>
              </a:spcBef>
              <a:buFontTx/>
              <a:buNone/>
            </a:pPr>
            <a:r>
              <a:rPr lang="zh-CN" altLang="en-US" sz="2000" b="0">
                <a:latin typeface="Consolas" panose="020B0609020204030204" pitchFamily="49" charset="0"/>
              </a:rPr>
              <a:t>#define START 0</a:t>
            </a:r>
          </a:p>
          <a:p>
            <a:pPr eaLnBrk="1" hangingPunct="1">
              <a:spcBef>
                <a:spcPct val="0"/>
              </a:spcBef>
              <a:buFontTx/>
              <a:buNone/>
            </a:pPr>
            <a:r>
              <a:rPr lang="zh-CN" altLang="en-US" sz="2000" b="0">
                <a:latin typeface="Consolas" panose="020B0609020204030204" pitchFamily="49" charset="0"/>
              </a:rPr>
              <a:t>#define GET1 1</a:t>
            </a:r>
          </a:p>
          <a:p>
            <a:pPr eaLnBrk="1" hangingPunct="1">
              <a:spcBef>
                <a:spcPct val="0"/>
              </a:spcBef>
              <a:buFontTx/>
              <a:buNone/>
            </a:pPr>
            <a:r>
              <a:rPr lang="zh-CN" altLang="en-US" sz="2000" b="0">
                <a:latin typeface="Consolas" panose="020B0609020204030204" pitchFamily="49" charset="0"/>
              </a:rPr>
              <a:t>#define GET0 2</a:t>
            </a:r>
          </a:p>
          <a:p>
            <a:pPr eaLnBrk="1" hangingPunct="1">
              <a:spcBef>
                <a:spcPct val="0"/>
              </a:spcBef>
              <a:buFontTx/>
              <a:buNone/>
            </a:pPr>
            <a:r>
              <a:rPr lang="zh-CN" altLang="en-US" sz="2000" b="0">
                <a:latin typeface="Consolas" panose="020B0609020204030204" pitchFamily="49" charset="0"/>
              </a:rPr>
              <a:t>#define END 3</a:t>
            </a:r>
          </a:p>
          <a:p>
            <a:pPr eaLnBrk="1" hangingPunct="1">
              <a:spcBef>
                <a:spcPct val="0"/>
              </a:spcBef>
              <a:buFontTx/>
              <a:buNone/>
            </a:pPr>
            <a:endParaRPr lang="zh-CN" altLang="en-US" sz="2000" b="0">
              <a:latin typeface="Consolas" panose="020B0609020204030204" pitchFamily="49" charset="0"/>
            </a:endParaRPr>
          </a:p>
          <a:p>
            <a:pPr eaLnBrk="1" hangingPunct="1">
              <a:spcBef>
                <a:spcPct val="0"/>
              </a:spcBef>
              <a:buFontTx/>
              <a:buNone/>
            </a:pPr>
            <a:r>
              <a:rPr lang="en-US" altLang="zh-CN" sz="2000" b="0">
                <a:latin typeface="Consolas" panose="020B0609020204030204" pitchFamily="49" charset="0"/>
              </a:rPr>
              <a:t>int </a:t>
            </a:r>
            <a:r>
              <a:rPr lang="zh-CN" altLang="en-US" sz="2000" b="0">
                <a:latin typeface="Consolas" panose="020B0609020204030204" pitchFamily="49" charset="0"/>
              </a:rPr>
              <a:t>main(</a:t>
            </a:r>
            <a:r>
              <a:rPr lang="en-US" altLang="zh-CN" sz="2000" b="0">
                <a:latin typeface="Consolas" panose="020B0609020204030204" pitchFamily="49" charset="0"/>
              </a:rPr>
              <a:t>void</a:t>
            </a:r>
            <a:r>
              <a:rPr lang="zh-CN" altLang="en-US" sz="2000" b="0">
                <a:latin typeface="Consolas" panose="020B0609020204030204" pitchFamily="49" charset="0"/>
              </a:rPr>
              <a:t>)</a:t>
            </a:r>
          </a:p>
          <a:p>
            <a:pPr eaLnBrk="1" hangingPunct="1">
              <a:spcBef>
                <a:spcPct val="0"/>
              </a:spcBef>
              <a:buFontTx/>
              <a:buNone/>
            </a:pPr>
            <a:r>
              <a:rPr lang="zh-CN" altLang="en-US" sz="2000" b="0">
                <a:latin typeface="Consolas" panose="020B0609020204030204" pitchFamily="49" charset="0"/>
              </a:rPr>
              <a:t>{</a:t>
            </a:r>
          </a:p>
          <a:p>
            <a:pPr eaLnBrk="1" hangingPunct="1">
              <a:spcBef>
                <a:spcPct val="0"/>
              </a:spcBef>
              <a:buFontTx/>
              <a:buNone/>
            </a:pPr>
            <a:r>
              <a:rPr lang="zh-CN" altLang="en-US" sz="2000" b="0">
                <a:latin typeface="Consolas" panose="020B0609020204030204" pitchFamily="49" charset="0"/>
              </a:rPr>
              <a:t>    char signal;</a:t>
            </a:r>
          </a:p>
          <a:p>
            <a:pPr eaLnBrk="1" hangingPunct="1">
              <a:spcBef>
                <a:spcPct val="0"/>
              </a:spcBef>
              <a:buFontTx/>
              <a:buNone/>
            </a:pPr>
            <a:r>
              <a:rPr lang="zh-CN" altLang="en-US" sz="2000" b="0">
                <a:latin typeface="Consolas" panose="020B0609020204030204" pitchFamily="49" charset="0"/>
              </a:rPr>
              <a:t>    int vehicles,seconds,interval,longest;</a:t>
            </a:r>
          </a:p>
          <a:p>
            <a:pPr eaLnBrk="1" hangingPunct="1">
              <a:spcBef>
                <a:spcPct val="0"/>
              </a:spcBef>
              <a:buFontTx/>
              <a:buNone/>
            </a:pPr>
            <a:r>
              <a:rPr lang="zh-CN" altLang="en-US" sz="2000" b="0">
                <a:latin typeface="Consolas" panose="020B0609020204030204" pitchFamily="49" charset="0"/>
              </a:rPr>
              <a:t>    int state;</a:t>
            </a:r>
          </a:p>
          <a:p>
            <a:pPr eaLnBrk="1" hangingPunct="1">
              <a:spcBef>
                <a:spcPct val="0"/>
              </a:spcBef>
              <a:buFontTx/>
              <a:buNone/>
            </a:pPr>
            <a:r>
              <a:rPr lang="zh-CN" altLang="en-US" sz="2000" b="0">
                <a:latin typeface="Consolas" panose="020B0609020204030204" pitchFamily="49" charset="0"/>
              </a:rPr>
              <a:t>	</a:t>
            </a:r>
          </a:p>
          <a:p>
            <a:pPr eaLnBrk="1" hangingPunct="1">
              <a:spcBef>
                <a:spcPct val="0"/>
              </a:spcBef>
              <a:buFontTx/>
              <a:buNone/>
            </a:pPr>
            <a:r>
              <a:rPr lang="zh-CN" altLang="en-US" sz="2000" b="0">
                <a:latin typeface="Consolas" panose="020B0609020204030204" pitchFamily="49" charset="0"/>
              </a:rPr>
              <a:t>    state=START;</a:t>
            </a:r>
          </a:p>
          <a:p>
            <a:pPr eaLnBrk="1" hangingPunct="1">
              <a:spcBef>
                <a:spcPct val="0"/>
              </a:spcBef>
              <a:buFontTx/>
              <a:buNone/>
            </a:pPr>
            <a:r>
              <a:rPr lang="zh-CN" altLang="en-US" sz="2000" b="0">
                <a:latin typeface="Consolas" panose="020B0609020204030204" pitchFamily="49" charset="0"/>
              </a:rPr>
              <a:t>    vehicles=0; seconds=0;longest=0;</a:t>
            </a:r>
          </a:p>
          <a:p>
            <a:pPr eaLnBrk="1" hangingPunct="1">
              <a:spcBef>
                <a:spcPct val="0"/>
              </a:spcBef>
              <a:buFontTx/>
              <a:buNone/>
            </a:pPr>
            <a:r>
              <a:rPr lang="zh-CN" altLang="en-US" sz="2000" b="0">
                <a:latin typeface="Consolas" panose="020B0609020204030204" pitchFamily="49" charset="0"/>
              </a:rPr>
              <a:t>    printf("input signals,'#'to end:\n");</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框 1">
            <a:extLst>
              <a:ext uri="{FF2B5EF4-FFF2-40B4-BE49-F238E27FC236}">
                <a16:creationId xmlns:a16="http://schemas.microsoft.com/office/drawing/2014/main" id="{1673B1DD-110F-6150-90DF-9D1F95E1C7B2}"/>
              </a:ext>
            </a:extLst>
          </p:cNvPr>
          <p:cNvSpPr txBox="1">
            <a:spLocks noChangeArrowheads="1"/>
          </p:cNvSpPr>
          <p:nvPr/>
        </p:nvSpPr>
        <p:spPr bwMode="auto">
          <a:xfrm>
            <a:off x="468313" y="1268413"/>
            <a:ext cx="8316912"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latin typeface="Consolas" panose="020B0609020204030204" pitchFamily="49" charset="0"/>
              </a:rPr>
              <a:t>  </a:t>
            </a:r>
            <a:r>
              <a:rPr lang="zh-CN" altLang="en-US" sz="1800" b="0" dirty="0">
                <a:latin typeface="Consolas" panose="020B0609020204030204" pitchFamily="49" charset="0"/>
              </a:rPr>
              <a:t>while(state!=END){</a:t>
            </a:r>
          </a:p>
          <a:p>
            <a:pPr eaLnBrk="1" hangingPunct="1">
              <a:spcBef>
                <a:spcPct val="0"/>
              </a:spcBef>
              <a:buFontTx/>
              <a:buNone/>
            </a:pPr>
            <a:r>
              <a:rPr lang="zh-CN" altLang="en-US" sz="1800" b="0" dirty="0">
                <a:latin typeface="Consolas" panose="020B0609020204030204" pitchFamily="49" charset="0"/>
              </a:rPr>
              <a:t>      signal=getchar();</a:t>
            </a:r>
          </a:p>
          <a:p>
            <a:pPr eaLnBrk="1" hangingPunct="1">
              <a:spcBef>
                <a:spcPct val="0"/>
              </a:spcBef>
              <a:buFontTx/>
              <a:buNone/>
            </a:pPr>
            <a:r>
              <a:rPr lang="zh-CN" altLang="en-US" sz="1800" b="0" dirty="0">
                <a:latin typeface="Consolas" panose="020B0609020204030204" pitchFamily="49" charset="0"/>
              </a:rPr>
              <a:t>      switch(state){</a:t>
            </a:r>
          </a:p>
          <a:p>
            <a:pPr eaLnBrk="1" hangingPunct="1">
              <a:spcBef>
                <a:spcPct val="0"/>
              </a:spcBef>
              <a:buFontTx/>
              <a:buNone/>
            </a:pPr>
            <a:r>
              <a:rPr lang="zh-CN" altLang="en-US" sz="1800" b="0" dirty="0">
                <a:latin typeface="Consolas" panose="020B0609020204030204" pitchFamily="49" charset="0"/>
              </a:rPr>
              <a:t>         case START:/*当前是初始状态，则简单对时钟数或者车辆数加1*/</a:t>
            </a:r>
          </a:p>
          <a:p>
            <a:pPr eaLnBrk="1" hangingPunct="1">
              <a:spcBef>
                <a:spcPct val="0"/>
              </a:spcBef>
              <a:buFontTx/>
              <a:buNone/>
            </a:pPr>
            <a:r>
              <a:rPr lang="zh-CN" altLang="en-US" sz="1800" b="0" dirty="0">
                <a:latin typeface="Consolas" panose="020B0609020204030204" pitchFamily="49" charset="0"/>
              </a:rPr>
              <a:t>              switch(signal){</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case </a:t>
            </a:r>
            <a:r>
              <a:rPr lang="zh-CN" altLang="en-US" sz="1800" b="0" dirty="0">
                <a:solidFill>
                  <a:srgbClr val="FF0000"/>
                </a:solidFill>
                <a:latin typeface="Consolas" panose="020B0609020204030204" pitchFamily="49" charset="0"/>
              </a:rPr>
              <a:t>'1’</a:t>
            </a:r>
            <a:r>
              <a:rPr lang="zh-CN" altLang="en-US" sz="1800" b="0" dirty="0">
                <a:latin typeface="Consolas" panose="020B0609020204030204" pitchFamily="49" charset="0"/>
              </a:rPr>
              <a:t>: </a:t>
            </a:r>
            <a:endParaRPr lang="en-US" altLang="zh-CN" sz="1800" b="0" dirty="0">
              <a:latin typeface="Consolas" panose="020B0609020204030204" pitchFamily="49" charset="0"/>
            </a:endParaRPr>
          </a:p>
          <a:p>
            <a:pPr eaLnBrk="1" hangingPunct="1">
              <a:spcBef>
                <a:spcPct val="0"/>
              </a:spcBef>
              <a:buFontTx/>
              <a:buNone/>
            </a:pPr>
            <a:r>
              <a:rPr lang="en-US" altLang="zh-CN" sz="1800" b="0" dirty="0">
                <a:latin typeface="Consolas" panose="020B0609020204030204" pitchFamily="49" charset="0"/>
              </a:rPr>
              <a:t>		   </a:t>
            </a:r>
            <a:r>
              <a:rPr lang="zh-CN" altLang="en-US" sz="1800" b="0" dirty="0">
                <a:latin typeface="Consolas" panose="020B0609020204030204" pitchFamily="49" charset="0"/>
              </a:rPr>
              <a:t>vehicles++;</a:t>
            </a:r>
          </a:p>
          <a:p>
            <a:pPr eaLnBrk="1" hangingPunct="1">
              <a:spcBef>
                <a:spcPct val="0"/>
              </a:spcBef>
              <a:buFontTx/>
              <a:buNone/>
            </a:pPr>
            <a:r>
              <a:rPr lang="zh-CN" altLang="en-US" sz="1800" b="0" dirty="0">
                <a:latin typeface="Consolas" panose="020B0609020204030204" pitchFamily="49" charset="0"/>
              </a:rPr>
              <a:t>                  state=GET1; /*状态迁移到1*/</a:t>
            </a:r>
          </a:p>
          <a:p>
            <a:pPr eaLnBrk="1" hangingPunct="1">
              <a:spcBef>
                <a:spcPct val="0"/>
              </a:spcBef>
              <a:buFontTx/>
              <a:buNone/>
            </a:pPr>
            <a:r>
              <a:rPr lang="zh-CN" altLang="en-US" sz="1800" b="0" dirty="0">
                <a:latin typeface="Consolas" panose="020B0609020204030204" pitchFamily="49" charset="0"/>
              </a:rPr>
              <a:t>		   break;</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case </a:t>
            </a:r>
            <a:r>
              <a:rPr lang="zh-CN" altLang="en-US" sz="1800" b="0" dirty="0">
                <a:solidFill>
                  <a:srgbClr val="FF0000"/>
                </a:solidFill>
                <a:latin typeface="Consolas" panose="020B0609020204030204" pitchFamily="49" charset="0"/>
              </a:rPr>
              <a:t>'0'</a:t>
            </a:r>
            <a:r>
              <a:rPr lang="zh-CN" altLang="en-US" sz="1800" b="0" dirty="0">
                <a:latin typeface="Consolas" panose="020B0609020204030204" pitchFamily="49" charset="0"/>
              </a:rPr>
              <a:t>:</a:t>
            </a:r>
          </a:p>
          <a:p>
            <a:pPr eaLnBrk="1" hangingPunct="1">
              <a:spcBef>
                <a:spcPct val="0"/>
              </a:spcBef>
              <a:buFontTx/>
              <a:buNone/>
            </a:pPr>
            <a:r>
              <a:rPr lang="zh-CN" altLang="en-US" sz="1800" b="0" dirty="0">
                <a:latin typeface="Consolas" panose="020B0609020204030204" pitchFamily="49" charset="0"/>
              </a:rPr>
              <a:t>		  seconds++;</a:t>
            </a:r>
          </a:p>
          <a:p>
            <a:pPr eaLnBrk="1" hangingPunct="1">
              <a:spcBef>
                <a:spcPct val="0"/>
              </a:spcBef>
              <a:buFontTx/>
              <a:buNone/>
            </a:pPr>
            <a:r>
              <a:rPr lang="zh-CN" altLang="en-US" sz="1800" b="0" dirty="0">
                <a:latin typeface="Consolas" panose="020B0609020204030204" pitchFamily="49" charset="0"/>
              </a:rPr>
              <a:t>		  state=GET0;</a:t>
            </a:r>
          </a:p>
          <a:p>
            <a:pPr eaLnBrk="1" hangingPunct="1">
              <a:spcBef>
                <a:spcPct val="0"/>
              </a:spcBef>
              <a:buFontTx/>
              <a:buNone/>
            </a:pPr>
            <a:r>
              <a:rPr lang="zh-CN" altLang="en-US" sz="1800" b="0" dirty="0">
                <a:latin typeface="Consolas" panose="020B0609020204030204" pitchFamily="49" charset="0"/>
              </a:rPr>
              <a:t>		  break;		</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case </a:t>
            </a:r>
            <a:r>
              <a:rPr lang="zh-CN" altLang="en-US" sz="1800" b="0" dirty="0">
                <a:solidFill>
                  <a:srgbClr val="FF0000"/>
                </a:solidFill>
                <a:latin typeface="Consolas" panose="020B0609020204030204" pitchFamily="49" charset="0"/>
              </a:rPr>
              <a:t>'#'</a:t>
            </a:r>
            <a:r>
              <a:rPr lang="zh-CN" altLang="en-US" sz="1800" b="0" dirty="0">
                <a:latin typeface="Consolas" panose="020B0609020204030204" pitchFamily="49" charset="0"/>
              </a:rPr>
              <a:t>:</a:t>
            </a:r>
          </a:p>
          <a:p>
            <a:pPr eaLnBrk="1" hangingPunct="1">
              <a:spcBef>
                <a:spcPct val="0"/>
              </a:spcBef>
              <a:buFontTx/>
              <a:buNone/>
            </a:pPr>
            <a:r>
              <a:rPr lang="zh-CN" altLang="en-US" sz="1800" b="0" dirty="0">
                <a:latin typeface="Consolas" panose="020B0609020204030204" pitchFamily="49" charset="0"/>
              </a:rPr>
              <a:t>		  state=END;	 	</a:t>
            </a:r>
          </a:p>
          <a:p>
            <a:pPr eaLnBrk="1" hangingPunct="1">
              <a:spcBef>
                <a:spcPct val="0"/>
              </a:spcBef>
              <a:buFontTx/>
              <a:buNone/>
            </a:pPr>
            <a:r>
              <a:rPr lang="zh-CN" altLang="en-US" sz="1800" b="0" dirty="0">
                <a:latin typeface="Consolas" panose="020B0609020204030204" pitchFamily="49" charset="0"/>
              </a:rPr>
              <a:t>		    break;	 		  </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				    </a:t>
            </a:r>
          </a:p>
          <a:p>
            <a:pPr eaLnBrk="1" hangingPunct="1">
              <a:spcBef>
                <a:spcPct val="0"/>
              </a:spcBef>
              <a:buFontTx/>
              <a:buNone/>
            </a:pPr>
            <a:r>
              <a:rPr lang="zh-CN" altLang="en-US" sz="1800" b="0" dirty="0">
                <a:latin typeface="Consolas" panose="020B0609020204030204" pitchFamily="49" charset="0"/>
              </a:rPr>
              <a:t>	  break;</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框 1">
            <a:extLst>
              <a:ext uri="{FF2B5EF4-FFF2-40B4-BE49-F238E27FC236}">
                <a16:creationId xmlns:a16="http://schemas.microsoft.com/office/drawing/2014/main" id="{37FB3A7B-8FAD-0839-1308-F6C1B0115175}"/>
              </a:ext>
            </a:extLst>
          </p:cNvPr>
          <p:cNvSpPr txBox="1">
            <a:spLocks noChangeArrowheads="1"/>
          </p:cNvSpPr>
          <p:nvPr/>
        </p:nvSpPr>
        <p:spPr bwMode="auto">
          <a:xfrm>
            <a:off x="179388" y="1557338"/>
            <a:ext cx="8412162"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latin typeface="Consolas" panose="020B0609020204030204" pitchFamily="49" charset="0"/>
              </a:rPr>
              <a:t>         case GET1:/*若当前状态是q1，即上一个信号是'1'*/</a:t>
            </a:r>
          </a:p>
          <a:p>
            <a:pPr eaLnBrk="1" hangingPunct="1">
              <a:spcBef>
                <a:spcPct val="0"/>
              </a:spcBef>
              <a:buFontTx/>
              <a:buNone/>
            </a:pPr>
            <a:r>
              <a:rPr lang="zh-CN" altLang="en-US" sz="1800" b="0">
                <a:latin typeface="Consolas" panose="020B0609020204030204" pitchFamily="49" charset="0"/>
              </a:rPr>
              <a:t>              switch(signal){</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case '1': /*当前读入信号是'1'，则只是简单将车辆加1*/ </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vehicles++;</a:t>
            </a:r>
            <a:r>
              <a:rPr lang="en-US" altLang="zh-CN" sz="1800" b="0">
                <a:latin typeface="Consolas" panose="020B0609020204030204" pitchFamily="49" charset="0"/>
              </a:rPr>
              <a:t>	</a:t>
            </a:r>
            <a:r>
              <a:rPr lang="zh-CN" altLang="en-US" sz="1800" b="0">
                <a:latin typeface="Consolas" panose="020B0609020204030204" pitchFamily="49" charset="0"/>
              </a:rPr>
              <a:t>break;</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case '0': /*前信号是'0'，则开始间隔interval*/ </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seconds++;   interval=1;/*开始间隔计数*/</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state=GET0;  break;	</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case '#':</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state=END;   break;	 		  </a:t>
            </a:r>
          </a:p>
          <a:p>
            <a:pPr eaLnBrk="1" hangingPunct="1">
              <a:spcBef>
                <a:spcPct val="0"/>
              </a:spcBef>
              <a:buFontTx/>
              <a:buNone/>
            </a:pPr>
            <a:r>
              <a:rPr lang="zh-CN" altLang="en-US" sz="1800" b="0">
                <a:latin typeface="Consolas" panose="020B0609020204030204" pitchFamily="49" charset="0"/>
              </a:rPr>
              <a:t>	  </a:t>
            </a:r>
            <a:r>
              <a:rPr lang="en-US" altLang="zh-CN" sz="1800" b="0">
                <a:latin typeface="Consolas" panose="020B0609020204030204" pitchFamily="49" charset="0"/>
              </a:rPr>
              <a:t>	</a:t>
            </a:r>
            <a:r>
              <a:rPr lang="zh-CN" altLang="en-US" sz="1800" b="0">
                <a:latin typeface="Consolas" panose="020B0609020204030204" pitchFamily="49" charset="0"/>
              </a:rPr>
              <a:t>}		</a:t>
            </a:r>
          </a:p>
          <a:p>
            <a:pPr eaLnBrk="1" hangingPunct="1">
              <a:spcBef>
                <a:spcPct val="0"/>
              </a:spcBef>
              <a:buFontTx/>
              <a:buNone/>
            </a:pPr>
            <a:r>
              <a:rPr lang="zh-CN" altLang="en-US" sz="1800" b="0">
                <a:latin typeface="Consolas" panose="020B0609020204030204" pitchFamily="49" charset="0"/>
              </a:rPr>
              <a:t>             break;</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框 2">
            <a:extLst>
              <a:ext uri="{FF2B5EF4-FFF2-40B4-BE49-F238E27FC236}">
                <a16:creationId xmlns:a16="http://schemas.microsoft.com/office/drawing/2014/main" id="{C5D6A225-5EC3-BD40-C9F6-87FB9E0B7D0A}"/>
              </a:ext>
            </a:extLst>
          </p:cNvPr>
          <p:cNvSpPr txBox="1">
            <a:spLocks noChangeArrowheads="1"/>
          </p:cNvSpPr>
          <p:nvPr/>
        </p:nvSpPr>
        <p:spPr bwMode="auto">
          <a:xfrm>
            <a:off x="611188" y="1268413"/>
            <a:ext cx="7948612"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latin typeface="Consolas" panose="020B0609020204030204" pitchFamily="49" charset="0"/>
              </a:rPr>
              <a:t>   </a:t>
            </a:r>
            <a:r>
              <a:rPr lang="zh-CN" altLang="en-US" sz="1800" b="0" dirty="0">
                <a:latin typeface="Consolas" panose="020B0609020204030204" pitchFamily="49" charset="0"/>
              </a:rPr>
              <a:t>case GET0:	/*上一个信号是'0'*/</a:t>
            </a:r>
          </a:p>
          <a:p>
            <a:pPr eaLnBrk="1" hangingPunct="1">
              <a:spcBef>
                <a:spcPct val="0"/>
              </a:spcBef>
              <a:buFontTx/>
              <a:buNone/>
            </a:pPr>
            <a:r>
              <a:rPr lang="zh-CN" altLang="en-US" sz="1800" b="0" dirty="0">
                <a:latin typeface="Consolas" panose="020B0609020204030204" pitchFamily="49" charset="0"/>
              </a:rPr>
              <a:t>        switch(signal){</a:t>
            </a:r>
          </a:p>
          <a:p>
            <a:pPr eaLnBrk="1" hangingPunct="1">
              <a:spcBef>
                <a:spcPct val="0"/>
              </a:spcBef>
              <a:buFontTx/>
              <a:buNone/>
            </a:pPr>
            <a:r>
              <a:rPr lang="zh-CN" altLang="en-US" sz="1800" b="0" dirty="0">
                <a:latin typeface="Consolas" panose="020B0609020204030204" pitchFamily="49" charset="0"/>
              </a:rPr>
              <a:t>           case '0': /*当前读入'0',则判断是否将interval加1*/ </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seconds++;</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if(interval&gt;0)</a:t>
            </a:r>
            <a:r>
              <a:rPr lang="en-US" altLang="zh-CN" sz="1800" b="0" dirty="0">
                <a:latin typeface="Consolas" panose="020B0609020204030204" pitchFamily="49" charset="0"/>
              </a:rPr>
              <a:t>	</a:t>
            </a:r>
            <a:r>
              <a:rPr lang="zh-CN" altLang="en-US" sz="1800" b="0" dirty="0">
                <a:latin typeface="Consolas" panose="020B0609020204030204" pitchFamily="49" charset="0"/>
              </a:rPr>
              <a:t>interval++;</a:t>
            </a:r>
          </a:p>
          <a:p>
            <a:pPr eaLnBrk="1" hangingPunct="1">
              <a:spcBef>
                <a:spcPct val="0"/>
              </a:spcBef>
              <a:buFontTx/>
              <a:buNone/>
            </a:pPr>
            <a:r>
              <a:rPr lang="zh-CN" altLang="en-US" sz="1800" b="0" dirty="0">
                <a:latin typeface="Consolas" panose="020B0609020204030204" pitchFamily="49" charset="0"/>
              </a:rPr>
              <a:t>	       break;</a:t>
            </a:r>
          </a:p>
          <a:p>
            <a:pPr eaLnBrk="1" hangingPunct="1">
              <a:spcBef>
                <a:spcPct val="0"/>
              </a:spcBef>
              <a:buFontTx/>
              <a:buNone/>
            </a:pPr>
            <a:r>
              <a:rPr lang="zh-CN" altLang="en-US" sz="1800" b="0" dirty="0">
                <a:latin typeface="Consolas" panose="020B0609020204030204" pitchFamily="49" charset="0"/>
              </a:rPr>
              <a:t>           case '1': /*当前读入'1‘,则判断是否处理最长时间间隔*/ </a:t>
            </a:r>
          </a:p>
          <a:p>
            <a:pPr eaLnBrk="1" hangingPunct="1">
              <a:spcBef>
                <a:spcPct val="0"/>
              </a:spcBef>
              <a:buFontTx/>
              <a:buNone/>
            </a:pPr>
            <a:r>
              <a:rPr lang="zh-CN" altLang="en-US" sz="1800" b="0" dirty="0">
                <a:latin typeface="Consolas" panose="020B0609020204030204" pitchFamily="49" charset="0"/>
              </a:rPr>
              <a:t>               vehicles++;</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if(interval&gt;longest)</a:t>
            </a:r>
          </a:p>
          <a:p>
            <a:pPr eaLnBrk="1" hangingPunct="1">
              <a:spcBef>
                <a:spcPct val="0"/>
              </a:spcBef>
              <a:buFontTx/>
              <a:buNone/>
            </a:pPr>
            <a:r>
              <a:rPr lang="zh-CN" altLang="en-US" sz="1800" b="0" dirty="0">
                <a:latin typeface="Consolas" panose="020B0609020204030204" pitchFamily="49" charset="0"/>
              </a:rPr>
              <a:t>                    longest=interval;</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interval=0;</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state=GET1;</a:t>
            </a: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break;	</a:t>
            </a:r>
          </a:p>
          <a:p>
            <a:pPr eaLnBrk="1" hangingPunct="1">
              <a:spcBef>
                <a:spcPct val="0"/>
              </a:spcBef>
              <a:buFontTx/>
              <a:buNone/>
            </a:pPr>
            <a:r>
              <a:rPr lang="zh-CN" altLang="en-US" sz="1800" b="0" dirty="0">
                <a:latin typeface="Consolas" panose="020B0609020204030204" pitchFamily="49" charset="0"/>
              </a:rPr>
              <a:t>          case '#’:</a:t>
            </a:r>
            <a:endParaRPr lang="en-US" altLang="zh-CN" sz="1800" b="0" dirty="0">
              <a:latin typeface="Consolas" panose="020B0609020204030204" pitchFamily="49" charset="0"/>
            </a:endParaRPr>
          </a:p>
          <a:p>
            <a:pPr eaLnBrk="1" hangingPunct="1">
              <a:spcBef>
                <a:spcPct val="0"/>
              </a:spcBef>
              <a:buFontTx/>
              <a:buNone/>
            </a:pPr>
            <a:r>
              <a:rPr lang="en-US" altLang="zh-CN" sz="1800" b="0" dirty="0">
                <a:latin typeface="Consolas" panose="020B0609020204030204" pitchFamily="49" charset="0"/>
              </a:rPr>
              <a:t>		</a:t>
            </a:r>
            <a:r>
              <a:rPr lang="zh-CN" altLang="en-US" sz="1800" b="0" dirty="0">
                <a:latin typeface="Consolas" panose="020B0609020204030204" pitchFamily="49" charset="0"/>
              </a:rPr>
              <a:t>state=END;	</a:t>
            </a:r>
            <a:r>
              <a:rPr lang="zh-CN" altLang="en-US" sz="1800" b="0" dirty="0">
                <a:latin typeface="Consolas" panose="020B0609020204030204" pitchFamily="49" charset="0"/>
                <a:sym typeface="Arial" panose="020B0604020202020204" pitchFamily="34" charset="0"/>
              </a:rPr>
              <a:t>break;</a:t>
            </a:r>
            <a:endParaRPr lang="zh-CN" altLang="en-US" sz="1800" b="0" dirty="0">
              <a:latin typeface="Consolas" panose="020B0609020204030204" pitchFamily="49" charset="0"/>
            </a:endParaRPr>
          </a:p>
          <a:p>
            <a:pPr eaLnBrk="1" hangingPunct="1">
              <a:spcBef>
                <a:spcPct val="0"/>
              </a:spcBef>
              <a:buFontTx/>
              <a:buNone/>
            </a:pPr>
            <a:r>
              <a:rPr lang="zh-CN" altLang="en-US" sz="1800" b="0" dirty="0">
                <a:latin typeface="Consolas" panose="020B0609020204030204" pitchFamily="49" charset="0"/>
              </a:rPr>
              <a:t>  </a:t>
            </a:r>
            <a:r>
              <a:rPr lang="en-US" altLang="zh-CN" sz="1800" b="0" dirty="0">
                <a:latin typeface="Consolas" panose="020B0609020204030204" pitchFamily="49" charset="0"/>
              </a:rPr>
              <a:t>	</a:t>
            </a:r>
            <a:r>
              <a:rPr lang="zh-CN" altLang="en-US" sz="1800" b="0" dirty="0">
                <a:latin typeface="Consolas" panose="020B0609020204030204" pitchFamily="49" charset="0"/>
              </a:rPr>
              <a:t>}</a:t>
            </a:r>
            <a:endParaRPr lang="en-US" altLang="zh-CN" sz="1800" b="0" dirty="0">
              <a:latin typeface="Consolas" panose="020B0609020204030204" pitchFamily="49" charset="0"/>
            </a:endParaRPr>
          </a:p>
          <a:p>
            <a:pPr eaLnBrk="1" hangingPunct="1">
              <a:spcBef>
                <a:spcPct val="0"/>
              </a:spcBef>
              <a:buFontTx/>
              <a:buNone/>
            </a:pPr>
            <a:r>
              <a:rPr lang="en-US" altLang="zh-CN" sz="1800" b="0" dirty="0">
                <a:latin typeface="Consolas" panose="020B0609020204030204" pitchFamily="49" charset="0"/>
              </a:rPr>
              <a:t>	break;</a:t>
            </a:r>
            <a:endParaRPr lang="zh-CN" altLang="en-US" sz="1800" b="0" dirty="0">
              <a:latin typeface="Consolas" panose="020B0609020204030204" pitchFamily="49" charset="0"/>
            </a:endParaRPr>
          </a:p>
          <a:p>
            <a:pPr eaLnBrk="1" hangingPunct="1">
              <a:spcBef>
                <a:spcPct val="0"/>
              </a:spcBef>
              <a:buFontTx/>
              <a:buNone/>
            </a:pPr>
            <a:r>
              <a:rPr lang="zh-CN" altLang="en-US" sz="1800" b="0" dirty="0">
                <a:latin typeface="Consolas" panose="020B0609020204030204" pitchFamily="49" charset="0"/>
                <a:sym typeface="宋体" panose="02010600030101010101" pitchFamily="2" charset="-122"/>
              </a:rPr>
              <a:t> </a:t>
            </a:r>
            <a:endParaRPr lang="zh-CN" altLang="en-US" sz="1800" b="0" dirty="0">
              <a:latin typeface="Consolas" panose="020B0609020204030204" pitchFamily="49"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框 1">
            <a:extLst>
              <a:ext uri="{FF2B5EF4-FFF2-40B4-BE49-F238E27FC236}">
                <a16:creationId xmlns:a16="http://schemas.microsoft.com/office/drawing/2014/main" id="{5D170345-0977-BB51-D176-DCDE046CA6F7}"/>
              </a:ext>
            </a:extLst>
          </p:cNvPr>
          <p:cNvSpPr txBox="1">
            <a:spLocks noChangeArrowheads="1"/>
          </p:cNvSpPr>
          <p:nvPr/>
        </p:nvSpPr>
        <p:spPr bwMode="auto">
          <a:xfrm>
            <a:off x="468313" y="1341438"/>
            <a:ext cx="779462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0">
              <a:latin typeface="Consolas" panose="020B0609020204030204" pitchFamily="49" charset="0"/>
              <a:sym typeface="Arial" panose="020B0604020202020204" pitchFamily="34" charset="0"/>
            </a:endParaRPr>
          </a:p>
          <a:p>
            <a:pPr eaLnBrk="1" hangingPunct="1">
              <a:spcBef>
                <a:spcPct val="0"/>
              </a:spcBef>
              <a:buFontTx/>
              <a:buNone/>
            </a:pPr>
            <a:r>
              <a:rPr lang="zh-CN" altLang="en-US" sz="1800" b="0">
                <a:latin typeface="Consolas" panose="020B0609020204030204" pitchFamily="49" charset="0"/>
                <a:sym typeface="Arial" panose="020B0604020202020204" pitchFamily="34" charset="0"/>
              </a:rPr>
              <a:t>	     }/*switch*/         </a:t>
            </a:r>
          </a:p>
          <a:p>
            <a:pPr eaLnBrk="1" hangingPunct="1">
              <a:spcBef>
                <a:spcPct val="0"/>
              </a:spcBef>
              <a:buFontTx/>
              <a:buNone/>
            </a:pPr>
            <a:r>
              <a:rPr lang="zh-CN" altLang="en-US" sz="1800" b="0">
                <a:latin typeface="Consolas" panose="020B0609020204030204" pitchFamily="49" charset="0"/>
                <a:sym typeface="Arial" panose="020B0604020202020204" pitchFamily="34" charset="0"/>
              </a:rPr>
              <a:t>   }/*while*/</a:t>
            </a:r>
          </a:p>
          <a:p>
            <a:pPr eaLnBrk="1" hangingPunct="1">
              <a:spcBef>
                <a:spcPct val="0"/>
              </a:spcBef>
              <a:buFontTx/>
              <a:buNone/>
            </a:pPr>
            <a:r>
              <a:rPr lang="zh-CN" altLang="en-US" sz="1800" b="0">
                <a:latin typeface="Consolas" panose="020B0609020204030204" pitchFamily="49" charset="0"/>
                <a:sym typeface="Arial" panose="020B0604020202020204" pitchFamily="34" charset="0"/>
              </a:rPr>
              <a:t>   </a:t>
            </a:r>
          </a:p>
          <a:p>
            <a:pPr eaLnBrk="1" hangingPunct="1">
              <a:spcBef>
                <a:spcPct val="0"/>
              </a:spcBef>
              <a:buFontTx/>
              <a:buNone/>
            </a:pPr>
            <a:r>
              <a:rPr lang="zh-CN" altLang="en-US" sz="1800" b="0">
                <a:latin typeface="Consolas" panose="020B0609020204030204" pitchFamily="49" charset="0"/>
                <a:sym typeface="Arial" panose="020B0604020202020204" pitchFamily="34" charset="0"/>
              </a:rPr>
              <a:t>   printf("%d vehicles passed in %d seconds\n",vehicles,seconds);</a:t>
            </a:r>
          </a:p>
          <a:p>
            <a:pPr eaLnBrk="1" hangingPunct="1">
              <a:spcBef>
                <a:spcPct val="0"/>
              </a:spcBef>
              <a:buFontTx/>
              <a:buNone/>
            </a:pPr>
            <a:r>
              <a:rPr lang="zh-CN" altLang="en-US" sz="1800" b="0">
                <a:latin typeface="Consolas" panose="020B0609020204030204" pitchFamily="49" charset="0"/>
                <a:sym typeface="Arial" panose="020B0604020202020204" pitchFamily="34" charset="0"/>
              </a:rPr>
              <a:t>   printf("the longest gap was %d  seconds\n",longest);</a:t>
            </a:r>
          </a:p>
          <a:p>
            <a:pPr eaLnBrk="1" hangingPunct="1">
              <a:spcBef>
                <a:spcPct val="0"/>
              </a:spcBef>
              <a:buFontTx/>
              <a:buNone/>
            </a:pPr>
            <a:endParaRPr lang="en-US" altLang="zh-CN" sz="1800" b="0">
              <a:latin typeface="Consolas" panose="020B0609020204030204" pitchFamily="49" charset="0"/>
              <a:sym typeface="Arial" panose="020B0604020202020204" pitchFamily="34" charset="0"/>
            </a:endParaRPr>
          </a:p>
          <a:p>
            <a:pPr eaLnBrk="1" hangingPunct="1">
              <a:spcBef>
                <a:spcPct val="0"/>
              </a:spcBef>
              <a:buFontTx/>
              <a:buNone/>
            </a:pPr>
            <a:r>
              <a:rPr lang="en-US" altLang="zh-CN" sz="1800" b="0">
                <a:latin typeface="Consolas" panose="020B0609020204030204" pitchFamily="49" charset="0"/>
                <a:sym typeface="Arial" panose="020B0604020202020204" pitchFamily="34" charset="0"/>
              </a:rPr>
              <a:t>   </a:t>
            </a:r>
            <a:r>
              <a:rPr lang="zh-CN" altLang="en-US" sz="1800" b="0">
                <a:latin typeface="Consolas" panose="020B0609020204030204" pitchFamily="49" charset="0"/>
                <a:sym typeface="Arial" panose="020B0604020202020204" pitchFamily="34" charset="0"/>
              </a:rPr>
              <a:t>return 0; 	 </a:t>
            </a:r>
          </a:p>
          <a:p>
            <a:pPr eaLnBrk="1" hangingPunct="1">
              <a:spcBef>
                <a:spcPct val="0"/>
              </a:spcBef>
              <a:buFontTx/>
              <a:buNone/>
            </a:pPr>
            <a:r>
              <a:rPr lang="zh-CN" altLang="en-US" sz="1800" b="0">
                <a:latin typeface="Consolas" panose="020B0609020204030204" pitchFamily="49" charset="0"/>
                <a:sym typeface="Arial" panose="020B0604020202020204" pitchFamily="34" charset="0"/>
              </a:rPr>
              <a:t>		 </a:t>
            </a:r>
          </a:p>
          <a:p>
            <a:pPr eaLnBrk="1" hangingPunct="1">
              <a:spcBef>
                <a:spcPct val="0"/>
              </a:spcBef>
              <a:buFontTx/>
              <a:buNone/>
            </a:pPr>
            <a:r>
              <a:rPr lang="zh-CN" altLang="en-US" sz="1800" b="0">
                <a:latin typeface="Consolas" panose="020B0609020204030204" pitchFamily="49" charset="0"/>
                <a:sym typeface="Arial" panose="020B0604020202020204" pitchFamily="34" charset="0"/>
              </a:rPr>
              <a:t>}</a:t>
            </a:r>
            <a:endParaRPr lang="en-US" altLang="zh-CN" sz="1800" b="0">
              <a:latin typeface="Consolas" panose="020B0609020204030204" pitchFamily="49" charset="0"/>
              <a:sym typeface="Arial" panose="020B0604020202020204" pitchFamily="34" charset="0"/>
            </a:endParaRPr>
          </a:p>
          <a:p>
            <a:pPr eaLnBrk="1" hangingPunct="1">
              <a:spcBef>
                <a:spcPct val="0"/>
              </a:spcBef>
              <a:buFontTx/>
              <a:buNone/>
            </a:pPr>
            <a:endParaRPr lang="en-US" altLang="zh-CN" sz="1800" b="0">
              <a:latin typeface="Consolas" panose="020B0609020204030204" pitchFamily="49" charset="0"/>
              <a:sym typeface="Arial" panose="020B0604020202020204" pitchFamily="34" charset="0"/>
            </a:endParaRPr>
          </a:p>
          <a:p>
            <a:pPr eaLnBrk="1" hangingPunct="1">
              <a:spcBef>
                <a:spcPct val="0"/>
              </a:spcBef>
              <a:buFontTx/>
              <a:buNone/>
            </a:pPr>
            <a:r>
              <a:rPr lang="en-US" altLang="zh-CN" sz="1800" b="0">
                <a:latin typeface="Consolas" panose="020B0609020204030204" pitchFamily="49" charset="0"/>
                <a:sym typeface="Arial" panose="020B0604020202020204" pitchFamily="34" charset="0"/>
              </a:rPr>
              <a:t>/*</a:t>
            </a:r>
            <a:r>
              <a:rPr lang="zh-CN" altLang="en-US" sz="1800" b="0">
                <a:latin typeface="Consolas" panose="020B0609020204030204" pitchFamily="49" charset="0"/>
                <a:sym typeface="Arial" panose="020B0604020202020204" pitchFamily="34" charset="0"/>
              </a:rPr>
              <a:t>任意</a:t>
            </a:r>
            <a:r>
              <a:rPr lang="en-US" altLang="zh-CN" sz="1800" b="0">
                <a:latin typeface="Consolas" panose="020B0609020204030204" pitchFamily="49" charset="0"/>
                <a:sym typeface="Arial" panose="020B0604020202020204" pitchFamily="34" charset="0"/>
              </a:rPr>
              <a:t>01#</a:t>
            </a:r>
            <a:r>
              <a:rPr lang="zh-CN" altLang="en-US" sz="1800" b="0">
                <a:latin typeface="Consolas" panose="020B0609020204030204" pitchFamily="49" charset="0"/>
                <a:sym typeface="Arial" panose="020B0604020202020204" pitchFamily="34" charset="0"/>
              </a:rPr>
              <a:t>串都可以测试，都有结果。</a:t>
            </a:r>
            <a:endParaRPr lang="en-US" altLang="zh-CN" sz="1800" b="0">
              <a:latin typeface="Consolas" panose="020B0609020204030204" pitchFamily="49" charset="0"/>
              <a:sym typeface="Arial" panose="020B0604020202020204" pitchFamily="34" charset="0"/>
            </a:endParaRPr>
          </a:p>
          <a:p>
            <a:pPr eaLnBrk="1" hangingPunct="1">
              <a:spcBef>
                <a:spcPct val="0"/>
              </a:spcBef>
              <a:buFontTx/>
              <a:buNone/>
            </a:pPr>
            <a:r>
              <a:rPr lang="zh-CN" altLang="en-US" sz="1800" b="0">
                <a:latin typeface="Consolas" panose="020B0609020204030204" pitchFamily="49" charset="0"/>
                <a:sym typeface="Arial" panose="020B0604020202020204" pitchFamily="34" charset="0"/>
              </a:rPr>
              <a:t>非法的字符串也有结果，只是不输入</a:t>
            </a:r>
            <a:r>
              <a:rPr lang="en-US" altLang="zh-CN" sz="1800" b="0">
                <a:latin typeface="Consolas" panose="020B0609020204030204" pitchFamily="49" charset="0"/>
                <a:sym typeface="Arial" panose="020B0604020202020204" pitchFamily="34" charset="0"/>
              </a:rPr>
              <a:t>#</a:t>
            </a:r>
            <a:r>
              <a:rPr lang="zh-CN" altLang="en-US" sz="1800" b="0">
                <a:latin typeface="Consolas" panose="020B0609020204030204" pitchFamily="49" charset="0"/>
                <a:sym typeface="Arial" panose="020B0604020202020204" pitchFamily="34" charset="0"/>
              </a:rPr>
              <a:t>就不能结束输入。</a:t>
            </a:r>
            <a:endParaRPr lang="en-US" altLang="zh-CN" sz="1800" b="0">
              <a:latin typeface="Consolas" panose="020B0609020204030204" pitchFamily="49" charset="0"/>
              <a:sym typeface="Arial" panose="020B0604020202020204" pitchFamily="34" charset="0"/>
            </a:endParaRPr>
          </a:p>
          <a:p>
            <a:pPr eaLnBrk="1" hangingPunct="1">
              <a:spcBef>
                <a:spcPct val="0"/>
              </a:spcBef>
              <a:buFontTx/>
              <a:buNone/>
            </a:pPr>
            <a:r>
              <a:rPr lang="en-US" altLang="zh-CN" sz="1800" b="0">
                <a:latin typeface="Consolas" panose="020B0609020204030204" pitchFamily="49" charset="0"/>
                <a:sym typeface="Arial" panose="020B0604020202020204" pitchFamily="34" charset="0"/>
              </a:rPr>
              <a:t>*/</a:t>
            </a:r>
            <a:endParaRPr lang="zh-CN" altLang="en-US" sz="1800" b="0">
              <a:latin typeface="Consolas" panose="020B0609020204030204" pitchFamily="49" charset="0"/>
              <a:sym typeface="Arial" panose="020B0604020202020204"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D3577B08-902B-BC06-285E-17F56495982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2DB49BB-6853-4435-991E-65973E4E9B2E}" type="slidenum">
              <a:rPr lang="zh-CN" altLang="en-US" sz="1400">
                <a:latin typeface="Times New Roman" panose="02020603050405020304" pitchFamily="18" charset="0"/>
              </a:rPr>
              <a:pPr algn="r" eaLnBrk="1" hangingPunct="1">
                <a:spcBef>
                  <a:spcPct val="50000"/>
                </a:spcBef>
                <a:buFontTx/>
                <a:buNone/>
              </a:pPr>
              <a:t>23</a:t>
            </a:fld>
            <a:endParaRPr lang="zh-CN" altLang="en-US" sz="1400">
              <a:latin typeface="Times New Roman" panose="02020603050405020304" pitchFamily="18" charset="0"/>
            </a:endParaRPr>
          </a:p>
        </p:txBody>
      </p:sp>
      <p:sp>
        <p:nvSpPr>
          <p:cNvPr id="28675" name="Rectangle 8">
            <a:extLst>
              <a:ext uri="{FF2B5EF4-FFF2-40B4-BE49-F238E27FC236}">
                <a16:creationId xmlns:a16="http://schemas.microsoft.com/office/drawing/2014/main" id="{0E45734F-68F9-82FE-08A4-C32CF6A8BBFE}"/>
              </a:ext>
            </a:extLst>
          </p:cNvPr>
          <p:cNvSpPr>
            <a:spLocks noGrp="1" noChangeArrowheads="1"/>
          </p:cNvSpPr>
          <p:nvPr>
            <p:ph type="title" idx="4294967295"/>
          </p:nvPr>
        </p:nvSpPr>
        <p:spPr/>
        <p:txBody>
          <a:bodyPr/>
          <a:lstStyle/>
          <a:p>
            <a:pPr eaLnBrk="1" hangingPunct="1"/>
            <a:r>
              <a:rPr lang="en-US" altLang="zh-CN" b="1"/>
              <a:t>6.2 </a:t>
            </a:r>
            <a:r>
              <a:rPr lang="zh-CN" altLang="en-US" b="1"/>
              <a:t>程序设计实例研究</a:t>
            </a:r>
          </a:p>
        </p:txBody>
      </p:sp>
      <p:sp>
        <p:nvSpPr>
          <p:cNvPr id="28676" name="Rectangle 3">
            <a:extLst>
              <a:ext uri="{FF2B5EF4-FFF2-40B4-BE49-F238E27FC236}">
                <a16:creationId xmlns:a16="http://schemas.microsoft.com/office/drawing/2014/main" id="{543E1ACA-05F0-EAAC-4970-A1D6773D19CA}"/>
              </a:ext>
            </a:extLst>
          </p:cNvPr>
          <p:cNvSpPr>
            <a:spLocks noGrp="1" noChangeArrowheads="1"/>
          </p:cNvSpPr>
          <p:nvPr>
            <p:ph type="body" sz="half" idx="4294967295"/>
          </p:nvPr>
        </p:nvSpPr>
        <p:spPr>
          <a:xfrm>
            <a:off x="323850" y="1319213"/>
            <a:ext cx="7920038" cy="4611687"/>
          </a:xfrm>
        </p:spPr>
        <p:txBody>
          <a:bodyPr/>
          <a:lstStyle/>
          <a:p>
            <a:pPr eaLnBrk="1" hangingPunct="1">
              <a:buFontTx/>
              <a:buNone/>
            </a:pPr>
            <a:r>
              <a:rPr lang="zh-CN" altLang="en-US" b="1"/>
              <a:t>例</a:t>
            </a:r>
            <a:r>
              <a:rPr lang="en-US" altLang="zh-CN" b="1"/>
              <a:t>2  </a:t>
            </a:r>
            <a:r>
              <a:rPr lang="zh-CN" altLang="en-US" b="1"/>
              <a:t>检验输入字符串是否是合法的</a:t>
            </a:r>
            <a:r>
              <a:rPr lang="en-US" altLang="zh-CN" b="1"/>
              <a:t>C</a:t>
            </a:r>
            <a:r>
              <a:rPr lang="zh-CN" altLang="en-US" b="1"/>
              <a:t>语言注释</a:t>
            </a:r>
            <a:r>
              <a:rPr lang="en-US" altLang="zh-CN" b="1"/>
              <a:t>/*</a:t>
            </a:r>
            <a:r>
              <a:rPr lang="en-US" altLang="zh-CN" b="1">
                <a:latin typeface="宋体" panose="02010600030101010101" pitchFamily="2" charset="-122"/>
              </a:rPr>
              <a:t>…</a:t>
            </a:r>
            <a:r>
              <a:rPr lang="en-US" altLang="zh-CN" b="1"/>
              <a:t>*/</a:t>
            </a:r>
            <a:endParaRPr lang="en-US" altLang="zh-CN"/>
          </a:p>
        </p:txBody>
      </p:sp>
      <p:sp>
        <p:nvSpPr>
          <p:cNvPr id="28677" name="Rectangle 6">
            <a:extLst>
              <a:ext uri="{FF2B5EF4-FFF2-40B4-BE49-F238E27FC236}">
                <a16:creationId xmlns:a16="http://schemas.microsoft.com/office/drawing/2014/main" id="{481ABF49-E220-156A-5D4A-A583071A30D7}"/>
              </a:ext>
            </a:extLst>
          </p:cNvPr>
          <p:cNvSpPr>
            <a:spLocks noChangeArrowheads="1"/>
          </p:cNvSpPr>
          <p:nvPr/>
        </p:nvSpPr>
        <p:spPr bwMode="auto">
          <a:xfrm>
            <a:off x="2843213" y="2405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28678" name="Rectangle 10">
            <a:extLst>
              <a:ext uri="{FF2B5EF4-FFF2-40B4-BE49-F238E27FC236}">
                <a16:creationId xmlns:a16="http://schemas.microsoft.com/office/drawing/2014/main" id="{51F2B044-3F69-CE29-8C26-7794C2B414DE}"/>
              </a:ext>
            </a:extLst>
          </p:cNvPr>
          <p:cNvSpPr>
            <a:spLocks noChangeArrowheads="1"/>
          </p:cNvSpPr>
          <p:nvPr/>
        </p:nvSpPr>
        <p:spPr bwMode="auto">
          <a:xfrm>
            <a:off x="0" y="285750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30727" name="Object 11">
            <a:extLst>
              <a:ext uri="{FF2B5EF4-FFF2-40B4-BE49-F238E27FC236}">
                <a16:creationId xmlns:a16="http://schemas.microsoft.com/office/drawing/2014/main" id="{F10EB309-5472-4C4A-A04C-D945B1263E51}"/>
              </a:ext>
            </a:extLst>
          </p:cNvPr>
          <p:cNvGraphicFramePr>
            <a:graphicFrameLocks noGrp="1" noChangeAspect="1"/>
          </p:cNvGraphicFramePr>
          <p:nvPr>
            <p:ph sz="half" idx="4294967295"/>
          </p:nvPr>
        </p:nvGraphicFramePr>
        <p:xfrm>
          <a:off x="3851275" y="1916113"/>
          <a:ext cx="5040313" cy="3240087"/>
        </p:xfrm>
        <a:graphic>
          <a:graphicData uri="http://schemas.openxmlformats.org/presentationml/2006/ole">
            <mc:AlternateContent xmlns:mc="http://schemas.openxmlformats.org/markup-compatibility/2006">
              <mc:Choice xmlns:v="urn:schemas-microsoft-com:vml" Requires="v">
                <p:oleObj r:id="rId2" imgW="5330880" imgH="3427200" progId="Visio.Drawing.11">
                  <p:embed/>
                </p:oleObj>
              </mc:Choice>
              <mc:Fallback>
                <p:oleObj r:id="rId2" imgW="5330880" imgH="3427200" progId="Visio.Drawing.11">
                  <p:embed/>
                  <p:pic>
                    <p:nvPicPr>
                      <p:cNvPr id="30727" name="Object 11">
                        <a:extLst>
                          <a:ext uri="{FF2B5EF4-FFF2-40B4-BE49-F238E27FC236}">
                            <a16:creationId xmlns:a16="http://schemas.microsoft.com/office/drawing/2014/main" id="{F10EB309-5472-4C4A-A04C-D945B1263E5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916113"/>
                        <a:ext cx="5040313"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28" name="Text Box 13">
            <a:extLst>
              <a:ext uri="{FF2B5EF4-FFF2-40B4-BE49-F238E27FC236}">
                <a16:creationId xmlns:a16="http://schemas.microsoft.com/office/drawing/2014/main" id="{AC89536D-3EBE-3555-A042-12728F8A18D2}"/>
              </a:ext>
            </a:extLst>
          </p:cNvPr>
          <p:cNvSpPr txBox="1">
            <a:spLocks noChangeArrowheads="1"/>
          </p:cNvSpPr>
          <p:nvPr/>
        </p:nvSpPr>
        <p:spPr bwMode="auto">
          <a:xfrm>
            <a:off x="395288" y="2420938"/>
            <a:ext cx="3313112" cy="1944687"/>
          </a:xfrm>
          <a:prstGeom prst="rect">
            <a:avLst/>
          </a:prstGeom>
          <a:gradFill rotWithShape="1">
            <a:gsLst>
              <a:gs pos="0">
                <a:srgbClr val="90FFDA"/>
              </a:gs>
              <a:gs pos="35001">
                <a:srgbClr val="B2FFE3"/>
              </a:gs>
              <a:gs pos="100000">
                <a:srgbClr val="E0FFF4"/>
              </a:gs>
            </a:gsLst>
            <a:lin ang="5400000" scaled="1"/>
          </a:gradFill>
          <a:ln w="9525">
            <a:solidFill>
              <a:srgbClr val="00CC98"/>
            </a:solidFill>
            <a:miter lim="800000"/>
            <a:headEnd/>
            <a:tailEnd/>
          </a:ln>
          <a:effectLst>
            <a:outerShdw dist="20000" dir="5400000" algn="ctr" rotWithShape="0">
              <a:srgbClr val="000000">
                <a:alpha val="35999"/>
              </a:srgbClr>
            </a:outer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200">
                <a:solidFill>
                  <a:srgbClr val="000000"/>
                </a:solidFill>
                <a:latin typeface="Times New Roman" panose="02020603050405020304" pitchFamily="18" charset="0"/>
              </a:rPr>
              <a:t>q1:</a:t>
            </a:r>
            <a:r>
              <a:rPr lang="zh-CN" altLang="en-US" sz="2200">
                <a:solidFill>
                  <a:srgbClr val="000000"/>
                </a:solidFill>
                <a:latin typeface="Times New Roman" panose="02020603050405020304" pitchFamily="18" charset="0"/>
              </a:rPr>
              <a:t>等待注释开始的*</a:t>
            </a:r>
          </a:p>
          <a:p>
            <a:pPr eaLnBrk="1" hangingPunct="1">
              <a:spcBef>
                <a:spcPct val="50000"/>
              </a:spcBef>
              <a:buFontTx/>
              <a:buNone/>
            </a:pPr>
            <a:r>
              <a:rPr lang="en-US" altLang="zh-CN" sz="2200">
                <a:solidFill>
                  <a:srgbClr val="000000"/>
                </a:solidFill>
                <a:latin typeface="Times New Roman" panose="02020603050405020304" pitchFamily="18" charset="0"/>
              </a:rPr>
              <a:t>q2:</a:t>
            </a:r>
            <a:r>
              <a:rPr lang="zh-CN" altLang="en-US" sz="2200">
                <a:solidFill>
                  <a:srgbClr val="000000"/>
                </a:solidFill>
                <a:latin typeface="Times New Roman" panose="02020603050405020304" pitchFamily="18" charset="0"/>
              </a:rPr>
              <a:t>等待注释结束的</a:t>
            </a:r>
            <a:r>
              <a:rPr lang="en-US" altLang="zh-CN" sz="2200">
                <a:solidFill>
                  <a:srgbClr val="000000"/>
                </a:solidFill>
                <a:latin typeface="Times New Roman" panose="02020603050405020304" pitchFamily="18" charset="0"/>
              </a:rPr>
              <a:t>*</a:t>
            </a:r>
            <a:endParaRPr lang="zh-CN" altLang="en-US" sz="2200">
              <a:solidFill>
                <a:srgbClr val="000000"/>
              </a:solidFill>
              <a:latin typeface="Times New Roman" panose="02020603050405020304" pitchFamily="18" charset="0"/>
            </a:endParaRPr>
          </a:p>
          <a:p>
            <a:pPr eaLnBrk="1" hangingPunct="1">
              <a:spcBef>
                <a:spcPct val="50000"/>
              </a:spcBef>
              <a:buFontTx/>
              <a:buNone/>
            </a:pPr>
            <a:r>
              <a:rPr lang="en-US" altLang="zh-CN" sz="2200">
                <a:solidFill>
                  <a:srgbClr val="000000"/>
                </a:solidFill>
                <a:latin typeface="Times New Roman" panose="02020603050405020304" pitchFamily="18" charset="0"/>
              </a:rPr>
              <a:t>q3: </a:t>
            </a:r>
            <a:r>
              <a:rPr lang="zh-CN" altLang="en-US" sz="2200">
                <a:solidFill>
                  <a:srgbClr val="000000"/>
                </a:solidFill>
                <a:latin typeface="Times New Roman" panose="02020603050405020304" pitchFamily="18" charset="0"/>
              </a:rPr>
              <a:t>等待注释结束的</a:t>
            </a:r>
            <a:r>
              <a:rPr lang="en-US" altLang="zh-CN" sz="2200">
                <a:solidFill>
                  <a:srgbClr val="000000"/>
                </a:solidFill>
                <a:latin typeface="Times New Roman" panose="02020603050405020304" pitchFamily="18" charset="0"/>
              </a:rPr>
              <a:t>/</a:t>
            </a:r>
            <a:endParaRPr lang="zh-CN" altLang="en-US" sz="2200">
              <a:solidFill>
                <a:srgbClr val="000000"/>
              </a:solidFill>
              <a:latin typeface="Times New Roman" panose="02020603050405020304" pitchFamily="18" charset="0"/>
            </a:endParaRPr>
          </a:p>
          <a:p>
            <a:pPr eaLnBrk="1" hangingPunct="1">
              <a:spcBef>
                <a:spcPct val="50000"/>
              </a:spcBef>
              <a:buFontTx/>
              <a:buNone/>
            </a:pPr>
            <a:r>
              <a:rPr lang="en-US" altLang="zh-CN" sz="2200">
                <a:solidFill>
                  <a:srgbClr val="000000"/>
                </a:solidFill>
                <a:latin typeface="Times New Roman" panose="02020603050405020304" pitchFamily="18" charset="0"/>
              </a:rPr>
              <a:t>q4</a:t>
            </a:r>
            <a:r>
              <a:rPr lang="zh-CN" altLang="en-US" sz="2200">
                <a:solidFill>
                  <a:srgbClr val="000000"/>
                </a:solidFill>
                <a:latin typeface="Times New Roman" panose="02020603050405020304" pitchFamily="18" charset="0"/>
              </a:rPr>
              <a:t>：等待</a:t>
            </a:r>
            <a:r>
              <a:rPr lang="en-US" altLang="zh-CN" sz="2200">
                <a:solidFill>
                  <a:srgbClr val="000000"/>
                </a:solidFill>
                <a:latin typeface="Times New Roman" panose="02020603050405020304" pitchFamily="18" charset="0"/>
              </a:rPr>
              <a:t>EOF</a:t>
            </a:r>
            <a:r>
              <a:rPr lang="zh-CN" altLang="en-US" sz="2200">
                <a:solidFill>
                  <a:srgbClr val="000000"/>
                </a:solidFill>
                <a:latin typeface="Times New Roman" panose="02020603050405020304" pitchFamily="18" charset="0"/>
              </a:rPr>
              <a:t>状态</a:t>
            </a:r>
          </a:p>
        </p:txBody>
      </p:sp>
      <p:sp>
        <p:nvSpPr>
          <p:cNvPr id="28681" name="TextBox 1">
            <a:extLst>
              <a:ext uri="{FF2B5EF4-FFF2-40B4-BE49-F238E27FC236}">
                <a16:creationId xmlns:a16="http://schemas.microsoft.com/office/drawing/2014/main" id="{8D128DBE-167F-116F-0502-CED544C07A1B}"/>
              </a:ext>
            </a:extLst>
          </p:cNvPr>
          <p:cNvSpPr txBox="1">
            <a:spLocks noChangeArrowheads="1"/>
          </p:cNvSpPr>
          <p:nvPr/>
        </p:nvSpPr>
        <p:spPr bwMode="auto">
          <a:xfrm>
            <a:off x="539750" y="5229225"/>
            <a:ext cx="813593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200">
                <a:latin typeface="Times New Roman" panose="02020603050405020304" pitchFamily="18" charset="0"/>
              </a:rPr>
              <a:t>导论教材</a:t>
            </a:r>
            <a:r>
              <a:rPr lang="en-US" altLang="zh-CN" sz="2200">
                <a:latin typeface="Times New Roman" panose="02020603050405020304" pitchFamily="18" charset="0"/>
              </a:rPr>
              <a:t>P172,</a:t>
            </a:r>
            <a:r>
              <a:rPr lang="zh-CN" altLang="en-US" sz="2200">
                <a:latin typeface="Times New Roman" panose="02020603050405020304" pitchFamily="18" charset="0"/>
              </a:rPr>
              <a:t>图</a:t>
            </a:r>
            <a:r>
              <a:rPr lang="en-US" altLang="zh-CN" sz="2200">
                <a:latin typeface="Times New Roman" panose="02020603050405020304" pitchFamily="18" charset="0"/>
              </a:rPr>
              <a:t>10.10,</a:t>
            </a:r>
            <a:r>
              <a:rPr lang="zh-CN" altLang="en-US" sz="2200">
                <a:latin typeface="Times New Roman" panose="02020603050405020304" pitchFamily="18" charset="0"/>
              </a:rPr>
              <a:t>注意读程序实例</a:t>
            </a:r>
          </a:p>
        </p:txBody>
      </p:sp>
    </p:spTree>
    <p:extLst>
      <p:ext uri="{BB962C8B-B14F-4D97-AF65-F5344CB8AC3E}">
        <p14:creationId xmlns:p14="http://schemas.microsoft.com/office/powerpoint/2010/main" val="34702466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0727"/>
                                        </p:tgtEl>
                                        <p:attrNameLst>
                                          <p:attrName>style.visibility</p:attrName>
                                        </p:attrNameLst>
                                      </p:cBhvr>
                                      <p:to>
                                        <p:strVal val="visible"/>
                                      </p:to>
                                    </p:set>
                                    <p:animEffect transition="in" filter="dissolve">
                                      <p:cBhvr>
                                        <p:cTn id="7" dur="500"/>
                                        <p:tgtEl>
                                          <p:spTgt spid="307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0728"/>
                                        </p:tgtEl>
                                        <p:attrNameLst>
                                          <p:attrName>style.visibility</p:attrName>
                                        </p:attrNameLst>
                                      </p:cBhvr>
                                      <p:to>
                                        <p:strVal val="visible"/>
                                      </p:to>
                                    </p:set>
                                    <p:animEffect transition="in" filter="dissolve">
                                      <p:cBhvr>
                                        <p:cTn id="12" dur="500"/>
                                        <p:tgtEl>
                                          <p:spTgt spid="30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8"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a:extLst>
              <a:ext uri="{FF2B5EF4-FFF2-40B4-BE49-F238E27FC236}">
                <a16:creationId xmlns:a16="http://schemas.microsoft.com/office/drawing/2014/main" id="{B2AFC968-04F2-34E9-38DF-1471A1B40C7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ADB7798-1EF1-4815-8F84-1E811EFF3B4D}" type="slidenum">
              <a:rPr lang="zh-CN" altLang="en-US" sz="1400">
                <a:latin typeface="Times New Roman" panose="02020603050405020304" pitchFamily="18" charset="0"/>
              </a:rPr>
              <a:pPr algn="r" eaLnBrk="1" hangingPunct="1">
                <a:spcBef>
                  <a:spcPct val="50000"/>
                </a:spcBef>
                <a:buFontTx/>
                <a:buNone/>
              </a:pPr>
              <a:t>24</a:t>
            </a:fld>
            <a:endParaRPr lang="zh-CN" altLang="en-US" sz="1400">
              <a:latin typeface="Times New Roman" panose="02020603050405020304" pitchFamily="18" charset="0"/>
            </a:endParaRPr>
          </a:p>
        </p:txBody>
      </p:sp>
      <p:sp>
        <p:nvSpPr>
          <p:cNvPr id="29699" name="Rectangle 2">
            <a:extLst>
              <a:ext uri="{FF2B5EF4-FFF2-40B4-BE49-F238E27FC236}">
                <a16:creationId xmlns:a16="http://schemas.microsoft.com/office/drawing/2014/main" id="{D29A3A19-ABF8-296B-F555-791FFA0536C9}"/>
              </a:ext>
            </a:extLst>
          </p:cNvPr>
          <p:cNvSpPr>
            <a:spLocks noGrp="1" noChangeArrowheads="1"/>
          </p:cNvSpPr>
          <p:nvPr>
            <p:ph type="title" idx="4294967295"/>
          </p:nvPr>
        </p:nvSpPr>
        <p:spPr/>
        <p:txBody>
          <a:bodyPr/>
          <a:lstStyle/>
          <a:p>
            <a:pPr eaLnBrk="1" hangingPunct="1"/>
            <a:r>
              <a:rPr lang="en-US" altLang="zh-CN" b="1"/>
              <a:t>6.2 </a:t>
            </a:r>
            <a:r>
              <a:rPr lang="zh-CN" altLang="en-US" b="1"/>
              <a:t>程序设计实例研究</a:t>
            </a:r>
          </a:p>
        </p:txBody>
      </p:sp>
      <p:sp>
        <p:nvSpPr>
          <p:cNvPr id="29700" name="Rectangle 3">
            <a:extLst>
              <a:ext uri="{FF2B5EF4-FFF2-40B4-BE49-F238E27FC236}">
                <a16:creationId xmlns:a16="http://schemas.microsoft.com/office/drawing/2014/main" id="{8FDFA116-D6A5-8BA5-A0A0-E49FEC304FA3}"/>
              </a:ext>
            </a:extLst>
          </p:cNvPr>
          <p:cNvSpPr>
            <a:spLocks noGrp="1" noChangeArrowheads="1"/>
          </p:cNvSpPr>
          <p:nvPr>
            <p:ph type="body" idx="4294967295"/>
          </p:nvPr>
        </p:nvSpPr>
        <p:spPr/>
        <p:txBody>
          <a:bodyPr/>
          <a:lstStyle/>
          <a:p>
            <a:pPr eaLnBrk="1" hangingPunct="1">
              <a:lnSpc>
                <a:spcPct val="80000"/>
              </a:lnSpc>
            </a:pPr>
            <a:r>
              <a:rPr lang="zh-CN" altLang="en-US" sz="2600" b="1"/>
              <a:t>转换函数分析</a:t>
            </a:r>
          </a:p>
          <a:p>
            <a:pPr lvl="1" eaLnBrk="1" hangingPunct="1">
              <a:lnSpc>
                <a:spcPct val="80000"/>
              </a:lnSpc>
            </a:pPr>
            <a:r>
              <a:rPr lang="en-US" altLang="zh-CN" sz="2600" b="1"/>
              <a:t>start</a:t>
            </a:r>
            <a:r>
              <a:rPr lang="zh-CN" altLang="en-US" sz="2600" b="1"/>
              <a:t>状态下：</a:t>
            </a:r>
          </a:p>
          <a:p>
            <a:pPr lvl="2" eaLnBrk="1" hangingPunct="1">
              <a:lnSpc>
                <a:spcPct val="80000"/>
              </a:lnSpc>
            </a:pPr>
            <a:r>
              <a:rPr lang="zh-CN" altLang="en-US" sz="2600" b="1"/>
              <a:t>输入</a:t>
            </a:r>
            <a:r>
              <a:rPr lang="zh-CN" altLang="en-US" sz="2600" b="1">
                <a:latin typeface="宋体" panose="02010600030101010101" pitchFamily="2" charset="-122"/>
              </a:rPr>
              <a:t>‘</a:t>
            </a:r>
            <a:r>
              <a:rPr lang="en-US" altLang="zh-CN" sz="2600" b="1"/>
              <a:t>/</a:t>
            </a:r>
            <a:r>
              <a:rPr lang="en-US" altLang="zh-CN" sz="2600" b="1">
                <a:latin typeface="宋体" panose="02010600030101010101" pitchFamily="2" charset="-122"/>
              </a:rPr>
              <a:t>’</a:t>
            </a:r>
            <a:r>
              <a:rPr lang="en-US" altLang="zh-CN" sz="2600" b="1"/>
              <a:t>:state=q1</a:t>
            </a:r>
          </a:p>
          <a:p>
            <a:pPr lvl="2" eaLnBrk="1" hangingPunct="1">
              <a:lnSpc>
                <a:spcPct val="80000"/>
              </a:lnSpc>
            </a:pPr>
            <a:r>
              <a:rPr lang="zh-CN" altLang="en-US" sz="2600" b="1"/>
              <a:t>输出非</a:t>
            </a:r>
            <a:r>
              <a:rPr lang="zh-CN" altLang="en-US" sz="2600" b="1">
                <a:latin typeface="宋体" panose="02010600030101010101" pitchFamily="2" charset="-122"/>
              </a:rPr>
              <a:t>‘</a:t>
            </a:r>
            <a:r>
              <a:rPr lang="en-US" altLang="zh-CN" sz="2600" b="1"/>
              <a:t>/</a:t>
            </a:r>
            <a:r>
              <a:rPr lang="en-US" altLang="zh-CN" sz="2600" b="1">
                <a:latin typeface="宋体" panose="02010600030101010101" pitchFamily="2" charset="-122"/>
              </a:rPr>
              <a:t>’</a:t>
            </a:r>
            <a:r>
              <a:rPr lang="en-US" altLang="zh-CN" sz="2600" b="1"/>
              <a:t>:state=ERROR</a:t>
            </a:r>
            <a:endParaRPr lang="zh-CN" altLang="en-US" sz="2600" b="1"/>
          </a:p>
          <a:p>
            <a:pPr lvl="1" eaLnBrk="1" hangingPunct="1">
              <a:lnSpc>
                <a:spcPct val="80000"/>
              </a:lnSpc>
            </a:pPr>
            <a:r>
              <a:rPr lang="en-US" altLang="zh-CN" sz="2600" b="1"/>
              <a:t>q1</a:t>
            </a:r>
            <a:r>
              <a:rPr lang="zh-CN" altLang="en-US" sz="2600" b="1"/>
              <a:t>状态下：</a:t>
            </a:r>
          </a:p>
          <a:p>
            <a:pPr lvl="2" eaLnBrk="1" hangingPunct="1">
              <a:lnSpc>
                <a:spcPct val="80000"/>
              </a:lnSpc>
            </a:pPr>
            <a:r>
              <a:rPr lang="zh-CN" altLang="en-US" sz="2600" b="1"/>
              <a:t>输入</a:t>
            </a:r>
            <a:r>
              <a:rPr lang="zh-CN" altLang="en-US" sz="2600" b="1">
                <a:latin typeface="宋体" panose="02010600030101010101" pitchFamily="2" charset="-122"/>
              </a:rPr>
              <a:t>‘</a:t>
            </a:r>
            <a:r>
              <a:rPr lang="zh-CN" altLang="en-US" sz="2600" b="1"/>
              <a:t>*</a:t>
            </a:r>
            <a:r>
              <a:rPr lang="en-US" altLang="zh-CN" sz="2600" b="1">
                <a:latin typeface="宋体" panose="02010600030101010101" pitchFamily="2" charset="-122"/>
              </a:rPr>
              <a:t>’</a:t>
            </a:r>
            <a:r>
              <a:rPr lang="en-US" altLang="zh-CN" sz="2600" b="1"/>
              <a:t>:state=q2</a:t>
            </a:r>
          </a:p>
          <a:p>
            <a:pPr lvl="2" eaLnBrk="1" hangingPunct="1">
              <a:lnSpc>
                <a:spcPct val="80000"/>
              </a:lnSpc>
            </a:pPr>
            <a:r>
              <a:rPr lang="zh-CN" altLang="en-US" sz="2600" b="1"/>
              <a:t>输出非</a:t>
            </a:r>
            <a:r>
              <a:rPr lang="zh-CN" altLang="en-US" sz="2600" b="1">
                <a:latin typeface="宋体" panose="02010600030101010101" pitchFamily="2" charset="-122"/>
              </a:rPr>
              <a:t>‘</a:t>
            </a:r>
            <a:r>
              <a:rPr lang="en-US" altLang="zh-CN" sz="2600" b="1"/>
              <a:t>*</a:t>
            </a:r>
            <a:r>
              <a:rPr lang="en-US" altLang="zh-CN" sz="2600" b="1">
                <a:latin typeface="宋体" panose="02010600030101010101" pitchFamily="2" charset="-122"/>
              </a:rPr>
              <a:t>’</a:t>
            </a:r>
            <a:r>
              <a:rPr lang="en-US" altLang="zh-CN" sz="2600" b="1"/>
              <a:t>:state=ERROR</a:t>
            </a:r>
            <a:endParaRPr lang="zh-CN" altLang="en-US" sz="2600" b="1"/>
          </a:p>
          <a:p>
            <a:pPr lvl="1" eaLnBrk="1" hangingPunct="1">
              <a:lnSpc>
                <a:spcPct val="80000"/>
              </a:lnSpc>
            </a:pPr>
            <a:r>
              <a:rPr lang="en-US" altLang="zh-CN" sz="2600" b="1"/>
              <a:t>q2</a:t>
            </a:r>
            <a:r>
              <a:rPr lang="zh-CN" altLang="en-US" sz="2600" b="1"/>
              <a:t>状态下：</a:t>
            </a:r>
          </a:p>
          <a:p>
            <a:pPr lvl="2" eaLnBrk="1" hangingPunct="1">
              <a:lnSpc>
                <a:spcPct val="80000"/>
              </a:lnSpc>
            </a:pPr>
            <a:r>
              <a:rPr lang="zh-CN" altLang="en-US" sz="2600" b="1"/>
              <a:t>输入</a:t>
            </a:r>
            <a:r>
              <a:rPr lang="zh-CN" altLang="en-US" sz="2600" b="1">
                <a:latin typeface="宋体" panose="02010600030101010101" pitchFamily="2" charset="-122"/>
              </a:rPr>
              <a:t>‘</a:t>
            </a:r>
            <a:r>
              <a:rPr lang="zh-CN" altLang="en-US" sz="2600" b="1"/>
              <a:t>*</a:t>
            </a:r>
            <a:r>
              <a:rPr lang="en-US" altLang="zh-CN" sz="2600" b="1">
                <a:latin typeface="宋体" panose="02010600030101010101" pitchFamily="2" charset="-122"/>
              </a:rPr>
              <a:t>’</a:t>
            </a:r>
            <a:r>
              <a:rPr lang="en-US" altLang="zh-CN" sz="2600" b="1"/>
              <a:t>:state=q3</a:t>
            </a:r>
          </a:p>
          <a:p>
            <a:pPr lvl="2" eaLnBrk="1" hangingPunct="1">
              <a:lnSpc>
                <a:spcPct val="80000"/>
              </a:lnSpc>
            </a:pPr>
            <a:r>
              <a:rPr lang="zh-CN" altLang="en-US" sz="2600" b="1"/>
              <a:t>输入</a:t>
            </a:r>
            <a:r>
              <a:rPr lang="en-US" altLang="zh-CN" sz="2600" b="1"/>
              <a:t>EOF</a:t>
            </a:r>
            <a:r>
              <a:rPr lang="zh-CN" altLang="en-US" sz="2600" b="1"/>
              <a:t>：</a:t>
            </a:r>
            <a:r>
              <a:rPr lang="en-US" altLang="zh-CN" sz="2600" b="1"/>
              <a:t>state=ERROR</a:t>
            </a:r>
            <a:endParaRPr lang="zh-CN" altLang="en-US" sz="2600" b="1"/>
          </a:p>
          <a:p>
            <a:pPr lvl="2" eaLnBrk="1" hangingPunct="1">
              <a:lnSpc>
                <a:spcPct val="80000"/>
              </a:lnSpc>
            </a:pPr>
            <a:r>
              <a:rPr lang="zh-CN" altLang="en-US" sz="2600" b="1"/>
              <a:t>输出其他</a:t>
            </a:r>
            <a:r>
              <a:rPr lang="en-US" altLang="zh-CN" sz="2600" b="1"/>
              <a:t>:  state=q2</a:t>
            </a:r>
            <a:endParaRPr lang="zh-CN" altLang="en-US" sz="2600" b="1"/>
          </a:p>
          <a:p>
            <a:pPr eaLnBrk="1" hangingPunct="1">
              <a:lnSpc>
                <a:spcPct val="80000"/>
              </a:lnSpc>
            </a:pPr>
            <a:endParaRPr lang="en-US" altLang="zh-CN" sz="2400"/>
          </a:p>
        </p:txBody>
      </p:sp>
    </p:spTree>
    <p:extLst>
      <p:ext uri="{BB962C8B-B14F-4D97-AF65-F5344CB8AC3E}">
        <p14:creationId xmlns:p14="http://schemas.microsoft.com/office/powerpoint/2010/main" val="9212302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4">
            <a:extLst>
              <a:ext uri="{FF2B5EF4-FFF2-40B4-BE49-F238E27FC236}">
                <a16:creationId xmlns:a16="http://schemas.microsoft.com/office/drawing/2014/main" id="{11E7DEBE-02C2-F24E-4D64-F93BB1BD6FE6}"/>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851337B-E6B5-4EAF-9094-CB8CA12169CE}" type="slidenum">
              <a:rPr lang="zh-CN" altLang="en-US" sz="1400">
                <a:latin typeface="Times New Roman" panose="02020603050405020304" pitchFamily="18" charset="0"/>
              </a:rPr>
              <a:pPr algn="r" eaLnBrk="1" hangingPunct="1">
                <a:spcBef>
                  <a:spcPct val="50000"/>
                </a:spcBef>
                <a:buFontTx/>
                <a:buNone/>
              </a:pPr>
              <a:t>25</a:t>
            </a:fld>
            <a:endParaRPr lang="zh-CN" altLang="en-US" sz="1400">
              <a:latin typeface="Times New Roman" panose="02020603050405020304" pitchFamily="18" charset="0"/>
            </a:endParaRPr>
          </a:p>
        </p:txBody>
      </p:sp>
      <p:sp>
        <p:nvSpPr>
          <p:cNvPr id="30723" name="Rectangle 2">
            <a:extLst>
              <a:ext uri="{FF2B5EF4-FFF2-40B4-BE49-F238E27FC236}">
                <a16:creationId xmlns:a16="http://schemas.microsoft.com/office/drawing/2014/main" id="{A0C25381-BAF0-24CC-764C-106DBE702986}"/>
              </a:ext>
            </a:extLst>
          </p:cNvPr>
          <p:cNvSpPr>
            <a:spLocks noGrp="1" noChangeArrowheads="1"/>
          </p:cNvSpPr>
          <p:nvPr>
            <p:ph type="title" idx="4294967295"/>
          </p:nvPr>
        </p:nvSpPr>
        <p:spPr/>
        <p:txBody>
          <a:bodyPr/>
          <a:lstStyle/>
          <a:p>
            <a:pPr eaLnBrk="1" hangingPunct="1"/>
            <a:r>
              <a:rPr lang="en-US" altLang="zh-CN" b="1"/>
              <a:t>6.2 </a:t>
            </a:r>
            <a:r>
              <a:rPr lang="zh-CN" altLang="en-US" b="1"/>
              <a:t>程序设计实例研究</a:t>
            </a:r>
          </a:p>
        </p:txBody>
      </p:sp>
      <p:sp>
        <p:nvSpPr>
          <p:cNvPr id="30724" name="Rectangle 4">
            <a:extLst>
              <a:ext uri="{FF2B5EF4-FFF2-40B4-BE49-F238E27FC236}">
                <a16:creationId xmlns:a16="http://schemas.microsoft.com/office/drawing/2014/main" id="{D8634F82-DC9A-D80D-4AC6-06FF851887C2}"/>
              </a:ext>
            </a:extLst>
          </p:cNvPr>
          <p:cNvSpPr>
            <a:spLocks noGrp="1" noChangeArrowheads="1"/>
          </p:cNvSpPr>
          <p:nvPr>
            <p:ph type="body" idx="4294967295"/>
          </p:nvPr>
        </p:nvSpPr>
        <p:spPr/>
        <p:txBody>
          <a:bodyPr/>
          <a:lstStyle/>
          <a:p>
            <a:pPr eaLnBrk="1" hangingPunct="1">
              <a:lnSpc>
                <a:spcPct val="90000"/>
              </a:lnSpc>
            </a:pPr>
            <a:r>
              <a:rPr lang="zh-CN" altLang="en-US" b="1"/>
              <a:t>转换函数分析</a:t>
            </a:r>
            <a:r>
              <a:rPr lang="en-US" altLang="zh-CN" b="1"/>
              <a:t>(</a:t>
            </a:r>
            <a:r>
              <a:rPr lang="zh-CN" altLang="en-US" b="1"/>
              <a:t>续）</a:t>
            </a:r>
          </a:p>
          <a:p>
            <a:pPr lvl="1" eaLnBrk="1" hangingPunct="1">
              <a:lnSpc>
                <a:spcPct val="90000"/>
              </a:lnSpc>
            </a:pPr>
            <a:r>
              <a:rPr lang="en-US" altLang="zh-CN" b="1"/>
              <a:t>q3</a:t>
            </a:r>
            <a:r>
              <a:rPr lang="zh-CN" altLang="en-US" b="1"/>
              <a:t>状态下：</a:t>
            </a:r>
          </a:p>
          <a:p>
            <a:pPr lvl="2" eaLnBrk="1" hangingPunct="1">
              <a:lnSpc>
                <a:spcPct val="90000"/>
              </a:lnSpc>
            </a:pPr>
            <a:r>
              <a:rPr lang="zh-CN" altLang="en-US" b="1"/>
              <a:t>输入‘*</a:t>
            </a:r>
            <a:r>
              <a:rPr lang="en-US" altLang="zh-CN" b="1"/>
              <a:t>’:</a:t>
            </a:r>
            <a:r>
              <a:rPr lang="zh-CN" altLang="en-US" b="1"/>
              <a:t>状态不变</a:t>
            </a:r>
          </a:p>
          <a:p>
            <a:pPr lvl="2" eaLnBrk="1" hangingPunct="1">
              <a:lnSpc>
                <a:spcPct val="90000"/>
              </a:lnSpc>
            </a:pPr>
            <a:r>
              <a:rPr lang="zh-CN" altLang="en-US" sz="3000" b="1"/>
              <a:t>输入</a:t>
            </a:r>
            <a:r>
              <a:rPr lang="zh-CN" altLang="en-US" sz="3000" b="1">
                <a:latin typeface="宋体" panose="02010600030101010101" pitchFamily="2" charset="-122"/>
              </a:rPr>
              <a:t>‘</a:t>
            </a:r>
            <a:r>
              <a:rPr lang="en-US" altLang="zh-CN" sz="3000" b="1"/>
              <a:t>/</a:t>
            </a:r>
            <a:r>
              <a:rPr lang="en-US" altLang="zh-CN" sz="3000" b="1">
                <a:latin typeface="宋体" panose="02010600030101010101" pitchFamily="2" charset="-122"/>
              </a:rPr>
              <a:t>’</a:t>
            </a:r>
            <a:r>
              <a:rPr lang="en-US" altLang="zh-CN" sz="3000" b="1"/>
              <a:t>:state=q4</a:t>
            </a:r>
            <a:endParaRPr lang="zh-CN" altLang="en-US" b="1"/>
          </a:p>
          <a:p>
            <a:pPr lvl="2" eaLnBrk="1" hangingPunct="1">
              <a:lnSpc>
                <a:spcPct val="90000"/>
              </a:lnSpc>
            </a:pPr>
            <a:r>
              <a:rPr lang="zh-CN" altLang="en-US" b="1"/>
              <a:t>输入</a:t>
            </a:r>
            <a:r>
              <a:rPr lang="en-US" altLang="zh-CN" b="1"/>
              <a:t>EOF</a:t>
            </a:r>
            <a:r>
              <a:rPr lang="zh-CN" altLang="en-US" b="1"/>
              <a:t>：</a:t>
            </a:r>
            <a:r>
              <a:rPr lang="en-US" altLang="zh-CN" b="1"/>
              <a:t>state=ERROR</a:t>
            </a:r>
            <a:endParaRPr lang="zh-CN" altLang="en-US" b="1"/>
          </a:p>
          <a:p>
            <a:pPr lvl="2" eaLnBrk="1" hangingPunct="1">
              <a:lnSpc>
                <a:spcPct val="90000"/>
              </a:lnSpc>
            </a:pPr>
            <a:r>
              <a:rPr lang="zh-CN" altLang="en-US" b="1"/>
              <a:t>输出其他</a:t>
            </a:r>
            <a:r>
              <a:rPr lang="en-US" altLang="zh-CN" b="1"/>
              <a:t>:  state=q2</a:t>
            </a:r>
            <a:endParaRPr lang="zh-CN" altLang="en-US" b="1"/>
          </a:p>
          <a:p>
            <a:pPr lvl="1" eaLnBrk="1" hangingPunct="1">
              <a:lnSpc>
                <a:spcPct val="90000"/>
              </a:lnSpc>
            </a:pPr>
            <a:r>
              <a:rPr lang="en-US" altLang="zh-CN" b="1"/>
              <a:t>q4</a:t>
            </a:r>
            <a:r>
              <a:rPr lang="zh-CN" altLang="en-US" b="1"/>
              <a:t>状态下：</a:t>
            </a:r>
          </a:p>
          <a:p>
            <a:pPr lvl="2" eaLnBrk="1" hangingPunct="1">
              <a:lnSpc>
                <a:spcPct val="90000"/>
              </a:lnSpc>
            </a:pPr>
            <a:r>
              <a:rPr lang="zh-CN" altLang="en-US" b="1"/>
              <a:t>输入</a:t>
            </a:r>
            <a:r>
              <a:rPr lang="en-US" altLang="zh-CN" b="1"/>
              <a:t>EOF</a:t>
            </a:r>
            <a:r>
              <a:rPr lang="zh-CN" altLang="en-US" b="1"/>
              <a:t>：</a:t>
            </a:r>
            <a:r>
              <a:rPr lang="en-US" altLang="zh-CN" b="1"/>
              <a:t>state=ACCEPT</a:t>
            </a:r>
            <a:endParaRPr lang="zh-CN" altLang="en-US" b="1"/>
          </a:p>
          <a:p>
            <a:pPr lvl="2" eaLnBrk="1" hangingPunct="1">
              <a:lnSpc>
                <a:spcPct val="90000"/>
              </a:lnSpc>
            </a:pPr>
            <a:r>
              <a:rPr lang="zh-CN" altLang="en-US" b="1"/>
              <a:t>输出其他</a:t>
            </a:r>
            <a:r>
              <a:rPr lang="en-US" altLang="zh-CN" b="1"/>
              <a:t>:  state=ERROR</a:t>
            </a:r>
            <a:endParaRPr lang="zh-CN" altLang="en-US" b="1"/>
          </a:p>
          <a:p>
            <a:pPr eaLnBrk="1" hangingPunct="1">
              <a:lnSpc>
                <a:spcPct val="90000"/>
              </a:lnSpc>
            </a:pPr>
            <a:endParaRPr lang="en-US" altLang="zh-CN"/>
          </a:p>
        </p:txBody>
      </p:sp>
    </p:spTree>
    <p:extLst>
      <p:ext uri="{BB962C8B-B14F-4D97-AF65-F5344CB8AC3E}">
        <p14:creationId xmlns:p14="http://schemas.microsoft.com/office/powerpoint/2010/main" val="125608630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a:extLst>
              <a:ext uri="{FF2B5EF4-FFF2-40B4-BE49-F238E27FC236}">
                <a16:creationId xmlns:a16="http://schemas.microsoft.com/office/drawing/2014/main" id="{27089EB8-14B6-3FD6-0D12-1B9D8377079A}"/>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9FEDBDE-59ED-4E8B-A03F-F2B70007DFA7}" type="slidenum">
              <a:rPr lang="zh-CN" altLang="en-US" sz="1400">
                <a:latin typeface="Times New Roman" panose="02020603050405020304" pitchFamily="18" charset="0"/>
              </a:rPr>
              <a:pPr algn="r" eaLnBrk="1" hangingPunct="1">
                <a:spcBef>
                  <a:spcPct val="50000"/>
                </a:spcBef>
                <a:buFontTx/>
                <a:buNone/>
              </a:pPr>
              <a:t>26</a:t>
            </a:fld>
            <a:endParaRPr lang="zh-CN" altLang="en-US" sz="1400">
              <a:latin typeface="Times New Roman" panose="02020603050405020304" pitchFamily="18" charset="0"/>
            </a:endParaRPr>
          </a:p>
        </p:txBody>
      </p:sp>
      <p:sp>
        <p:nvSpPr>
          <p:cNvPr id="31747" name="Rectangle 2">
            <a:extLst>
              <a:ext uri="{FF2B5EF4-FFF2-40B4-BE49-F238E27FC236}">
                <a16:creationId xmlns:a16="http://schemas.microsoft.com/office/drawing/2014/main" id="{6776038C-4119-227E-C60A-72ECA9196861}"/>
              </a:ext>
            </a:extLst>
          </p:cNvPr>
          <p:cNvSpPr>
            <a:spLocks noGrp="1" noChangeArrowheads="1"/>
          </p:cNvSpPr>
          <p:nvPr>
            <p:ph type="title" idx="4294967295"/>
          </p:nvPr>
        </p:nvSpPr>
        <p:spPr>
          <a:xfrm>
            <a:off x="2916238" y="404813"/>
            <a:ext cx="6119812" cy="720725"/>
          </a:xfrm>
        </p:spPr>
        <p:txBody>
          <a:bodyPr/>
          <a:lstStyle/>
          <a:p>
            <a:pPr eaLnBrk="1" hangingPunct="1"/>
            <a:r>
              <a:rPr lang="zh-CN" altLang="en-US" b="1"/>
              <a:t>总结：有限状态机解题模式</a:t>
            </a:r>
          </a:p>
        </p:txBody>
      </p:sp>
      <p:sp>
        <p:nvSpPr>
          <p:cNvPr id="31748" name="Text Box 3">
            <a:extLst>
              <a:ext uri="{FF2B5EF4-FFF2-40B4-BE49-F238E27FC236}">
                <a16:creationId xmlns:a16="http://schemas.microsoft.com/office/drawing/2014/main" id="{CA1FBFBB-76E0-F909-EDF9-7851D5D4B7EB}"/>
              </a:ext>
            </a:extLst>
          </p:cNvPr>
          <p:cNvSpPr txBox="1">
            <a:spLocks noChangeArrowheads="1"/>
          </p:cNvSpPr>
          <p:nvPr/>
        </p:nvSpPr>
        <p:spPr bwMode="auto">
          <a:xfrm>
            <a:off x="684213" y="5876925"/>
            <a:ext cx="6191250" cy="5191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a:latin typeface="Times New Roman" panose="02020603050405020304" pitchFamily="18" charset="0"/>
              </a:rPr>
              <a:t>有限状态机解题通用处理模式</a:t>
            </a:r>
          </a:p>
        </p:txBody>
      </p:sp>
      <p:graphicFrame>
        <p:nvGraphicFramePr>
          <p:cNvPr id="31749" name="Object 4">
            <a:extLst>
              <a:ext uri="{FF2B5EF4-FFF2-40B4-BE49-F238E27FC236}">
                <a16:creationId xmlns:a16="http://schemas.microsoft.com/office/drawing/2014/main" id="{E9FEA0AD-ECB3-B5F9-91D3-CB100DF3D357}"/>
              </a:ext>
            </a:extLst>
          </p:cNvPr>
          <p:cNvGraphicFramePr>
            <a:graphicFrameLocks noGrp="1" noChangeAspect="1"/>
          </p:cNvGraphicFramePr>
          <p:nvPr>
            <p:ph idx="4294967295"/>
          </p:nvPr>
        </p:nvGraphicFramePr>
        <p:xfrm>
          <a:off x="231775" y="1268413"/>
          <a:ext cx="5132388" cy="4611687"/>
        </p:xfrm>
        <a:graphic>
          <a:graphicData uri="http://schemas.openxmlformats.org/presentationml/2006/ole">
            <mc:AlternateContent xmlns:mc="http://schemas.openxmlformats.org/markup-compatibility/2006">
              <mc:Choice xmlns:v="urn:schemas-microsoft-com:vml" Requires="v">
                <p:oleObj r:id="rId2" imgW="3402000" imgH="3056400" progId="">
                  <p:embed/>
                </p:oleObj>
              </mc:Choice>
              <mc:Fallback>
                <p:oleObj r:id="rId2" imgW="3402000" imgH="3056400" progId="">
                  <p:embed/>
                  <p:pic>
                    <p:nvPicPr>
                      <p:cNvPr id="31749" name="Object 4">
                        <a:extLst>
                          <a:ext uri="{FF2B5EF4-FFF2-40B4-BE49-F238E27FC236}">
                            <a16:creationId xmlns:a16="http://schemas.microsoft.com/office/drawing/2014/main" id="{E9FEA0AD-ECB3-B5F9-91D3-CB100DF3D357}"/>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1268413"/>
                        <a:ext cx="5132388"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0" name="Rectangle 5">
            <a:extLst>
              <a:ext uri="{FF2B5EF4-FFF2-40B4-BE49-F238E27FC236}">
                <a16:creationId xmlns:a16="http://schemas.microsoft.com/office/drawing/2014/main" id="{44D6DB29-7603-B2F5-FA84-4600061F984A}"/>
              </a:ext>
            </a:extLst>
          </p:cNvPr>
          <p:cNvSpPr>
            <a:spLocks noChangeArrowheads="1"/>
          </p:cNvSpPr>
          <p:nvPr/>
        </p:nvSpPr>
        <p:spPr bwMode="auto">
          <a:xfrm>
            <a:off x="5584825" y="1268413"/>
            <a:ext cx="3451225"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latin typeface="Times New Roman" panose="02020603050405020304" pitchFamily="18" charset="0"/>
              </a:rPr>
              <a:t>#define START 1</a:t>
            </a:r>
          </a:p>
          <a:p>
            <a:pPr eaLnBrk="1" hangingPunct="1">
              <a:buFontTx/>
              <a:buNone/>
            </a:pPr>
            <a:r>
              <a:rPr lang="en-US" altLang="zh-CN" sz="2400">
                <a:latin typeface="Times New Roman" panose="02020603050405020304" pitchFamily="18" charset="0"/>
              </a:rPr>
              <a:t>...</a:t>
            </a:r>
          </a:p>
          <a:p>
            <a:pPr eaLnBrk="1" hangingPunct="1">
              <a:buFontTx/>
              <a:buNone/>
            </a:pPr>
            <a:r>
              <a:rPr lang="en-US" altLang="zh-CN" sz="2400">
                <a:latin typeface="Times New Roman" panose="02020603050405020304" pitchFamily="18" charset="0"/>
              </a:rPr>
              <a:t>int state=START;</a:t>
            </a:r>
          </a:p>
          <a:p>
            <a:pPr eaLnBrk="1" hangingPunct="1">
              <a:buFontTx/>
              <a:buNone/>
            </a:pPr>
            <a:r>
              <a:rPr lang="en-US" altLang="zh-CN" sz="2400">
                <a:latin typeface="Times New Roman" panose="02020603050405020304" pitchFamily="18" charset="0"/>
              </a:rPr>
              <a:t>...</a:t>
            </a:r>
          </a:p>
          <a:p>
            <a:pPr eaLnBrk="1" hangingPunct="1">
              <a:buFontTx/>
              <a:buNone/>
            </a:pPr>
            <a:r>
              <a:rPr lang="en-US" altLang="zh-CN" sz="2400">
                <a:latin typeface="Times New Roman" panose="02020603050405020304" pitchFamily="18" charset="0"/>
              </a:rPr>
              <a:t>while (state!=END) {</a:t>
            </a:r>
          </a:p>
          <a:p>
            <a:pPr eaLnBrk="1" hangingPunct="1">
              <a:buFontTx/>
              <a:buNone/>
            </a:pPr>
            <a:r>
              <a:rPr lang="en-US" altLang="zh-CN" sz="2400">
                <a:latin typeface="Times New Roman" panose="02020603050405020304" pitchFamily="18" charset="0"/>
              </a:rPr>
              <a:t>	ch=getchar();</a:t>
            </a:r>
          </a:p>
          <a:p>
            <a:pPr eaLnBrk="1" hangingPunct="1">
              <a:buFontTx/>
              <a:buNone/>
            </a:pPr>
            <a:r>
              <a:rPr lang="en-US" altLang="zh-CN" sz="2400">
                <a:latin typeface="Times New Roman" panose="02020603050405020304" pitchFamily="18" charset="0"/>
              </a:rPr>
              <a:t>    switch(state) {</a:t>
            </a:r>
          </a:p>
          <a:p>
            <a:pPr eaLnBrk="1" hangingPunct="1">
              <a:buFontTx/>
              <a:buNone/>
            </a:pPr>
            <a:r>
              <a:rPr lang="en-US" altLang="zh-CN" sz="2400">
                <a:latin typeface="Times New Roman" panose="02020603050405020304" pitchFamily="18" charset="0"/>
              </a:rPr>
              <a:t>	  case START: </a:t>
            </a:r>
          </a:p>
          <a:p>
            <a:pPr eaLnBrk="1" hangingPunct="1">
              <a:buFontTx/>
              <a:buNone/>
            </a:pPr>
            <a:r>
              <a:rPr lang="en-US" altLang="zh-CN" sz="2400">
                <a:latin typeface="Times New Roman" panose="02020603050405020304" pitchFamily="18" charset="0"/>
              </a:rPr>
              <a:t>		if (ch==?) state=Q1; break;</a:t>
            </a:r>
          </a:p>
          <a:p>
            <a:pPr eaLnBrk="1" hangingPunct="1">
              <a:buFontTx/>
              <a:buNone/>
            </a:pPr>
            <a:r>
              <a:rPr lang="en-US" altLang="zh-CN" sz="2400">
                <a:latin typeface="Times New Roman" panose="02020603050405020304" pitchFamily="18" charset="0"/>
              </a:rPr>
              <a:t>...}</a:t>
            </a:r>
          </a:p>
        </p:txBody>
      </p:sp>
    </p:spTree>
    <p:extLst>
      <p:ext uri="{BB962C8B-B14F-4D97-AF65-F5344CB8AC3E}">
        <p14:creationId xmlns:p14="http://schemas.microsoft.com/office/powerpoint/2010/main" val="102778761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矩形 1">
            <a:extLst>
              <a:ext uri="{FF2B5EF4-FFF2-40B4-BE49-F238E27FC236}">
                <a16:creationId xmlns:a16="http://schemas.microsoft.com/office/drawing/2014/main" id="{2F2279FA-A88B-4CE6-9287-F806CCE1F71B}"/>
              </a:ext>
            </a:extLst>
          </p:cNvPr>
          <p:cNvSpPr>
            <a:spLocks noChangeArrowheads="1"/>
          </p:cNvSpPr>
          <p:nvPr/>
        </p:nvSpPr>
        <p:spPr bwMode="auto">
          <a:xfrm>
            <a:off x="684213" y="1341438"/>
            <a:ext cx="7056437"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it-IT" altLang="zh-CN"/>
              <a:t>#include&lt;stdio.h&gt; </a:t>
            </a:r>
          </a:p>
          <a:p>
            <a:pPr>
              <a:spcBef>
                <a:spcPct val="0"/>
              </a:spcBef>
              <a:buFontTx/>
              <a:buNone/>
            </a:pPr>
            <a:r>
              <a:rPr lang="it-IT" altLang="zh-CN"/>
              <a:t>#define ERROR -1</a:t>
            </a:r>
          </a:p>
          <a:p>
            <a:pPr>
              <a:spcBef>
                <a:spcPct val="0"/>
              </a:spcBef>
              <a:buFontTx/>
              <a:buNone/>
            </a:pPr>
            <a:r>
              <a:rPr lang="it-IT" altLang="zh-CN"/>
              <a:t>#define ACCEPT 1</a:t>
            </a:r>
          </a:p>
          <a:p>
            <a:pPr>
              <a:spcBef>
                <a:spcPct val="0"/>
              </a:spcBef>
              <a:buFontTx/>
              <a:buNone/>
            </a:pPr>
            <a:r>
              <a:rPr lang="it-IT" altLang="zh-CN"/>
              <a:t>#define Q1 2</a:t>
            </a:r>
          </a:p>
          <a:p>
            <a:pPr>
              <a:spcBef>
                <a:spcPct val="0"/>
              </a:spcBef>
              <a:buFontTx/>
              <a:buNone/>
            </a:pPr>
            <a:r>
              <a:rPr lang="it-IT" altLang="zh-CN"/>
              <a:t>#define Q2 3</a:t>
            </a:r>
          </a:p>
          <a:p>
            <a:pPr>
              <a:spcBef>
                <a:spcPct val="0"/>
              </a:spcBef>
              <a:buFontTx/>
              <a:buNone/>
            </a:pPr>
            <a:r>
              <a:rPr lang="it-IT" altLang="zh-CN"/>
              <a:t>#define Q3 4</a:t>
            </a:r>
          </a:p>
          <a:p>
            <a:pPr>
              <a:spcBef>
                <a:spcPct val="0"/>
              </a:spcBef>
              <a:buFontTx/>
              <a:buNone/>
            </a:pPr>
            <a:r>
              <a:rPr lang="it-IT" altLang="zh-CN"/>
              <a:t>#define Q4 5</a:t>
            </a:r>
          </a:p>
          <a:p>
            <a:pPr>
              <a:spcBef>
                <a:spcPct val="0"/>
              </a:spcBef>
              <a:buFontTx/>
              <a:buNone/>
            </a:pPr>
            <a:r>
              <a:rPr lang="it-IT" altLang="zh-CN"/>
              <a:t>#define START 0</a:t>
            </a:r>
            <a:endParaRPr lang="zh-CN" altLang="en-US"/>
          </a:p>
        </p:txBody>
      </p:sp>
      <p:sp>
        <p:nvSpPr>
          <p:cNvPr id="167939" name="Rectangle 8">
            <a:extLst>
              <a:ext uri="{FF2B5EF4-FFF2-40B4-BE49-F238E27FC236}">
                <a16:creationId xmlns:a16="http://schemas.microsoft.com/office/drawing/2014/main" id="{958CB26C-7220-45C4-A438-2D0E90E16BD6}"/>
              </a:ext>
            </a:extLst>
          </p:cNvPr>
          <p:cNvSpPr>
            <a:spLocks noGrp="1"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3200" b="1">
                <a:solidFill>
                  <a:srgbClr val="FF3300"/>
                </a:solidFill>
              </a:rPr>
              <a:t>识别段注释</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矩形 3">
            <a:extLst>
              <a:ext uri="{FF2B5EF4-FFF2-40B4-BE49-F238E27FC236}">
                <a16:creationId xmlns:a16="http://schemas.microsoft.com/office/drawing/2014/main" id="{8776EF02-FB77-41AC-A648-63C46A859263}"/>
              </a:ext>
            </a:extLst>
          </p:cNvPr>
          <p:cNvSpPr>
            <a:spLocks noChangeArrowheads="1"/>
          </p:cNvSpPr>
          <p:nvPr/>
        </p:nvSpPr>
        <p:spPr bwMode="auto">
          <a:xfrm>
            <a:off x="201613" y="1235075"/>
            <a:ext cx="8245475"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t>#include &lt;stdio.h&gt;</a:t>
            </a:r>
          </a:p>
          <a:p>
            <a:pPr>
              <a:spcBef>
                <a:spcPct val="0"/>
              </a:spcBef>
              <a:buFontTx/>
              <a:buNone/>
            </a:pPr>
            <a:r>
              <a:rPr lang="en-US" altLang="zh-CN"/>
              <a:t>int main()</a:t>
            </a:r>
          </a:p>
          <a:p>
            <a:pPr>
              <a:spcBef>
                <a:spcPct val="0"/>
              </a:spcBef>
              <a:buFontTx/>
              <a:buNone/>
            </a:pPr>
            <a:r>
              <a:rPr lang="en-US" altLang="zh-CN"/>
              <a:t>{	char ch; </a:t>
            </a:r>
            <a:endParaRPr lang="zh-CN" altLang="en-US"/>
          </a:p>
          <a:p>
            <a:pPr>
              <a:spcBef>
                <a:spcPct val="0"/>
              </a:spcBef>
              <a:buFontTx/>
              <a:buNone/>
            </a:pPr>
            <a:r>
              <a:rPr lang="zh-CN" altLang="en-US"/>
              <a:t>	</a:t>
            </a:r>
            <a:r>
              <a:rPr lang="en-US" altLang="zh-CN"/>
              <a:t>int state=START; </a:t>
            </a:r>
          </a:p>
          <a:p>
            <a:pPr>
              <a:spcBef>
                <a:spcPct val="0"/>
              </a:spcBef>
              <a:buFontTx/>
              <a:buNone/>
            </a:pPr>
            <a:r>
              <a:rPr lang="en-US" altLang="zh-CN"/>
              <a:t>	while(state!=ACCEPT &amp;&amp; state!=ERROR)</a:t>
            </a:r>
          </a:p>
          <a:p>
            <a:pPr>
              <a:spcBef>
                <a:spcPct val="0"/>
              </a:spcBef>
              <a:buFontTx/>
              <a:buNone/>
            </a:pPr>
            <a:r>
              <a:rPr lang="en-US" altLang="zh-CN"/>
              <a:t>	{  scanf("%c",&amp;ch);</a:t>
            </a:r>
          </a:p>
          <a:p>
            <a:pPr>
              <a:spcBef>
                <a:spcPct val="0"/>
              </a:spcBef>
              <a:buFontTx/>
              <a:buNone/>
            </a:pPr>
            <a:r>
              <a:rPr lang="en-US" altLang="zh-CN"/>
              <a:t>	    switch(state)	{</a:t>
            </a:r>
          </a:p>
          <a:p>
            <a:pPr>
              <a:spcBef>
                <a:spcPct val="0"/>
              </a:spcBef>
              <a:buFontTx/>
              <a:buNone/>
            </a:pPr>
            <a:r>
              <a:rPr lang="en-US" altLang="zh-CN"/>
              <a:t>	      case START: if(ch=='/') state=Q1;</a:t>
            </a:r>
          </a:p>
          <a:p>
            <a:pPr>
              <a:spcBef>
                <a:spcPct val="0"/>
              </a:spcBef>
              <a:buFontTx/>
              <a:buNone/>
            </a:pPr>
            <a:r>
              <a:rPr lang="en-US" altLang="zh-CN"/>
              <a:t>			else state=ERROR; break;</a:t>
            </a:r>
          </a:p>
          <a:p>
            <a:pPr>
              <a:spcBef>
                <a:spcPct val="0"/>
              </a:spcBef>
              <a:buFontTx/>
              <a:buNone/>
            </a:pPr>
            <a:r>
              <a:rPr lang="en-US" altLang="zh-CN"/>
              <a:t>	      case Q1: if(ch=='*') state=Q2; </a:t>
            </a:r>
          </a:p>
          <a:p>
            <a:pPr>
              <a:spcBef>
                <a:spcPct val="0"/>
              </a:spcBef>
              <a:buFontTx/>
              <a:buNone/>
            </a:pPr>
            <a:r>
              <a:rPr lang="en-US" altLang="zh-CN"/>
              <a:t>			else state=ERROR; break;</a:t>
            </a:r>
            <a:endParaRPr lang="zh-CN" altLang="en-US"/>
          </a:p>
        </p:txBody>
      </p:sp>
      <p:graphicFrame>
        <p:nvGraphicFramePr>
          <p:cNvPr id="5" name="Object 11">
            <a:extLst>
              <a:ext uri="{FF2B5EF4-FFF2-40B4-BE49-F238E27FC236}">
                <a16:creationId xmlns:a16="http://schemas.microsoft.com/office/drawing/2014/main" id="{92A612DA-8028-4269-B98D-90F43DF4E90D}"/>
              </a:ext>
            </a:extLst>
          </p:cNvPr>
          <p:cNvGraphicFramePr>
            <a:graphicFrameLocks noChangeAspect="1"/>
          </p:cNvGraphicFramePr>
          <p:nvPr/>
        </p:nvGraphicFramePr>
        <p:xfrm>
          <a:off x="4859338" y="115888"/>
          <a:ext cx="3795712" cy="2439987"/>
        </p:xfrm>
        <a:graphic>
          <a:graphicData uri="http://schemas.openxmlformats.org/presentationml/2006/ole">
            <mc:AlternateContent xmlns:mc="http://schemas.openxmlformats.org/markup-compatibility/2006">
              <mc:Choice xmlns:v="urn:schemas-microsoft-com:vml" Requires="v">
                <p:oleObj r:id="rId2" imgW="5330880" imgH="3427200" progId="Visio.Drawing.11">
                  <p:embed/>
                </p:oleObj>
              </mc:Choice>
              <mc:Fallback>
                <p:oleObj r:id="rId2" imgW="5330880" imgH="3427200" progId="Visio.Drawing.11">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15888"/>
                        <a:ext cx="3795712" cy="243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矩形 3">
            <a:extLst>
              <a:ext uri="{FF2B5EF4-FFF2-40B4-BE49-F238E27FC236}">
                <a16:creationId xmlns:a16="http://schemas.microsoft.com/office/drawing/2014/main" id="{D26CE01E-E0B7-401D-9EBE-8660870D1C47}"/>
              </a:ext>
            </a:extLst>
          </p:cNvPr>
          <p:cNvSpPr>
            <a:spLocks noChangeArrowheads="1"/>
          </p:cNvSpPr>
          <p:nvPr/>
        </p:nvSpPr>
        <p:spPr bwMode="auto">
          <a:xfrm>
            <a:off x="203200" y="1189038"/>
            <a:ext cx="8245475" cy="655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t>	      case Q2: if(ch=='*') state=Q3; </a:t>
            </a:r>
          </a:p>
          <a:p>
            <a:pPr>
              <a:spcBef>
                <a:spcPct val="0"/>
              </a:spcBef>
              <a:buFontTx/>
              <a:buNone/>
            </a:pPr>
            <a:r>
              <a:rPr lang="en-US" altLang="zh-CN"/>
              <a:t>			if(ch=='\n') state=ERROR; break;</a:t>
            </a:r>
          </a:p>
          <a:p>
            <a:pPr>
              <a:spcBef>
                <a:spcPct val="0"/>
              </a:spcBef>
              <a:buFontTx/>
              <a:buNone/>
            </a:pPr>
            <a:r>
              <a:rPr lang="en-US" altLang="zh-CN"/>
              <a:t>	      case Q3: </a:t>
            </a:r>
          </a:p>
          <a:p>
            <a:pPr>
              <a:spcBef>
                <a:spcPct val="0"/>
              </a:spcBef>
              <a:buFontTx/>
              <a:buNone/>
            </a:pPr>
            <a:r>
              <a:rPr lang="en-US" altLang="zh-CN"/>
              <a:t>                               switch(ch) {</a:t>
            </a:r>
          </a:p>
          <a:p>
            <a:pPr>
              <a:spcBef>
                <a:spcPct val="0"/>
              </a:spcBef>
              <a:buFontTx/>
              <a:buNone/>
            </a:pPr>
            <a:r>
              <a:rPr lang="en-US" altLang="zh-CN"/>
              <a:t>		  case '/': state=Q4;break;</a:t>
            </a:r>
          </a:p>
          <a:p>
            <a:pPr>
              <a:spcBef>
                <a:spcPct val="0"/>
              </a:spcBef>
              <a:buFontTx/>
              <a:buNone/>
            </a:pPr>
            <a:r>
              <a:rPr lang="en-US" altLang="zh-CN"/>
              <a:t>		  case '*': state=Q3;break;</a:t>
            </a:r>
          </a:p>
          <a:p>
            <a:pPr>
              <a:spcBef>
                <a:spcPct val="0"/>
              </a:spcBef>
              <a:buFontTx/>
              <a:buNone/>
            </a:pPr>
            <a:r>
              <a:rPr lang="en-US" altLang="zh-CN"/>
              <a:t>		  case '\n': state=ERROR; break;</a:t>
            </a:r>
          </a:p>
          <a:p>
            <a:pPr>
              <a:spcBef>
                <a:spcPct val="0"/>
              </a:spcBef>
              <a:buFontTx/>
              <a:buNone/>
            </a:pPr>
            <a:r>
              <a:rPr lang="en-US" altLang="zh-CN"/>
              <a:t>		  default: state=Q2;  };break;</a:t>
            </a:r>
          </a:p>
          <a:p>
            <a:pPr>
              <a:spcBef>
                <a:spcPct val="0"/>
              </a:spcBef>
              <a:buFontTx/>
              <a:buNone/>
            </a:pPr>
            <a:r>
              <a:rPr lang="en-US" altLang="zh-CN"/>
              <a:t>	      case Q4: if(ch=='\n') state=ACCEPT; </a:t>
            </a:r>
          </a:p>
          <a:p>
            <a:pPr>
              <a:spcBef>
                <a:spcPct val="0"/>
              </a:spcBef>
              <a:buFontTx/>
              <a:buNone/>
            </a:pPr>
            <a:r>
              <a:rPr lang="en-US" altLang="zh-CN"/>
              <a:t>			else state=ERROR; break;  }</a:t>
            </a:r>
          </a:p>
          <a:p>
            <a:pPr>
              <a:spcBef>
                <a:spcPct val="0"/>
              </a:spcBef>
              <a:buFontTx/>
              <a:buNone/>
            </a:pPr>
            <a:r>
              <a:rPr lang="en-US" altLang="zh-CN"/>
              <a:t>	}</a:t>
            </a:r>
          </a:p>
          <a:p>
            <a:pPr>
              <a:spcBef>
                <a:spcPct val="0"/>
              </a:spcBef>
              <a:buFontTx/>
              <a:buNone/>
            </a:pPr>
            <a:r>
              <a:rPr lang="en-US" altLang="zh-CN"/>
              <a:t>	if(state==ACCEPT)  printf("Yes\n");</a:t>
            </a:r>
          </a:p>
          <a:p>
            <a:pPr>
              <a:spcBef>
                <a:spcPct val="0"/>
              </a:spcBef>
              <a:buFontTx/>
              <a:buNone/>
            </a:pPr>
            <a:r>
              <a:rPr lang="en-US" altLang="zh-CN"/>
              <a:t>	else  printf("No\n");</a:t>
            </a:r>
          </a:p>
          <a:p>
            <a:pPr>
              <a:spcBef>
                <a:spcPct val="0"/>
              </a:spcBef>
              <a:buFontTx/>
              <a:buNone/>
            </a:pPr>
            <a:r>
              <a:rPr lang="en-US" altLang="zh-CN"/>
              <a:t>	return 0;</a:t>
            </a:r>
          </a:p>
          <a:p>
            <a:pPr>
              <a:spcBef>
                <a:spcPct val="0"/>
              </a:spcBef>
              <a:buFontTx/>
              <a:buNone/>
            </a:pPr>
            <a:r>
              <a:rPr lang="en-US" altLang="zh-CN"/>
              <a:t>}</a:t>
            </a:r>
            <a:endParaRPr lang="zh-CN" altLang="en-US"/>
          </a:p>
        </p:txBody>
      </p:sp>
      <p:graphicFrame>
        <p:nvGraphicFramePr>
          <p:cNvPr id="5" name="Object 11">
            <a:extLst>
              <a:ext uri="{FF2B5EF4-FFF2-40B4-BE49-F238E27FC236}">
                <a16:creationId xmlns:a16="http://schemas.microsoft.com/office/drawing/2014/main" id="{6D8A9663-93FE-430E-BB3B-C628FCE19DBF}"/>
              </a:ext>
            </a:extLst>
          </p:cNvPr>
          <p:cNvGraphicFramePr>
            <a:graphicFrameLocks noChangeAspect="1"/>
          </p:cNvGraphicFramePr>
          <p:nvPr/>
        </p:nvGraphicFramePr>
        <p:xfrm>
          <a:off x="5319713" y="-17463"/>
          <a:ext cx="3795712" cy="2439988"/>
        </p:xfrm>
        <a:graphic>
          <a:graphicData uri="http://schemas.openxmlformats.org/presentationml/2006/ole">
            <mc:AlternateContent xmlns:mc="http://schemas.openxmlformats.org/markup-compatibility/2006">
              <mc:Choice xmlns:v="urn:schemas-microsoft-com:vml" Requires="v">
                <p:oleObj r:id="rId2" imgW="5330880" imgH="3427200" progId="Visio.Drawing.11">
                  <p:embed/>
                </p:oleObj>
              </mc:Choice>
              <mc:Fallback>
                <p:oleObj r:id="rId2" imgW="5330880" imgH="3427200" progId="Visio.Drawing.11">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9713" y="-17463"/>
                        <a:ext cx="3795712"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a:extLst>
              <a:ext uri="{FF2B5EF4-FFF2-40B4-BE49-F238E27FC236}">
                <a16:creationId xmlns:a16="http://schemas.microsoft.com/office/drawing/2014/main" id="{7517DBA6-60D1-4F7F-B0C4-BC5603C745A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A2C780E9-86BA-4334-B3EB-866B8905D5C8}" type="slidenum">
              <a:rPr lang="zh-CN" altLang="en-US" sz="1400" b="1"/>
              <a:pPr algn="r" eaLnBrk="1" hangingPunct="1">
                <a:spcBef>
                  <a:spcPct val="50000"/>
                </a:spcBef>
                <a:buFontTx/>
                <a:buNone/>
              </a:pPr>
              <a:t>30</a:t>
            </a:fld>
            <a:endParaRPr lang="zh-CN" altLang="en-US" sz="1400" b="1"/>
          </a:p>
        </p:txBody>
      </p:sp>
      <p:sp>
        <p:nvSpPr>
          <p:cNvPr id="171011" name="Rectangle 3">
            <a:extLst>
              <a:ext uri="{FF2B5EF4-FFF2-40B4-BE49-F238E27FC236}">
                <a16:creationId xmlns:a16="http://schemas.microsoft.com/office/drawing/2014/main" id="{E2245797-3118-4ADD-A5F7-1466EFC39B44}"/>
              </a:ext>
            </a:extLst>
          </p:cNvPr>
          <p:cNvSpPr>
            <a:spLocks noGrp="1" noChangeArrowheads="1"/>
          </p:cNvSpPr>
          <p:nvPr>
            <p:ph type="body" sz="half" idx="4294967295"/>
          </p:nvPr>
        </p:nvSpPr>
        <p:spPr>
          <a:xfrm>
            <a:off x="323850" y="1319213"/>
            <a:ext cx="7920038" cy="4611687"/>
          </a:xfrm>
        </p:spPr>
        <p:txBody>
          <a:bodyPr/>
          <a:lstStyle/>
          <a:p>
            <a:pPr eaLnBrk="1" hangingPunct="1">
              <a:buFontTx/>
              <a:buNone/>
            </a:pPr>
            <a:r>
              <a:rPr lang="zh-CN" altLang="en-US" b="1"/>
              <a:t>练习：读入一行字符串，将其中的段注释去掉并打印其余字符</a:t>
            </a:r>
            <a:r>
              <a:rPr lang="zh-CN" altLang="zh-CN" b="1"/>
              <a:t>。</a:t>
            </a:r>
            <a:endParaRPr lang="en-US" altLang="zh-CN" b="1"/>
          </a:p>
          <a:p>
            <a:pPr eaLnBrk="1" hangingPunct="1">
              <a:buFontTx/>
              <a:buNone/>
            </a:pPr>
            <a:endParaRPr lang="en-US" altLang="zh-CN" b="1"/>
          </a:p>
        </p:txBody>
      </p:sp>
      <p:sp>
        <p:nvSpPr>
          <p:cNvPr id="171012" name="Rectangle 6">
            <a:extLst>
              <a:ext uri="{FF2B5EF4-FFF2-40B4-BE49-F238E27FC236}">
                <a16:creationId xmlns:a16="http://schemas.microsoft.com/office/drawing/2014/main" id="{301C953C-C0ED-45A1-939C-F898AB069181}"/>
              </a:ext>
            </a:extLst>
          </p:cNvPr>
          <p:cNvSpPr>
            <a:spLocks noChangeArrowheads="1"/>
          </p:cNvSpPr>
          <p:nvPr/>
        </p:nvSpPr>
        <p:spPr bwMode="auto">
          <a:xfrm>
            <a:off x="2843213" y="2405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71013" name="Rectangle 10">
            <a:extLst>
              <a:ext uri="{FF2B5EF4-FFF2-40B4-BE49-F238E27FC236}">
                <a16:creationId xmlns:a16="http://schemas.microsoft.com/office/drawing/2014/main" id="{B819D1C8-6F1B-4F4E-9270-C0702BF0F07F}"/>
              </a:ext>
            </a:extLst>
          </p:cNvPr>
          <p:cNvSpPr>
            <a:spLocks noChangeArrowheads="1"/>
          </p:cNvSpPr>
          <p:nvPr/>
        </p:nvSpPr>
        <p:spPr bwMode="auto">
          <a:xfrm>
            <a:off x="0" y="285750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b="1"/>
          </a:p>
        </p:txBody>
      </p:sp>
      <p:sp>
        <p:nvSpPr>
          <p:cNvPr id="171014" name="Rectangle 8">
            <a:extLst>
              <a:ext uri="{FF2B5EF4-FFF2-40B4-BE49-F238E27FC236}">
                <a16:creationId xmlns:a16="http://schemas.microsoft.com/office/drawing/2014/main" id="{C8728CBE-3174-4A3D-9FAB-0F3F333FF790}"/>
              </a:ext>
            </a:extLst>
          </p:cNvPr>
          <p:cNvSpPr>
            <a:spLocks noGrp="1"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3200" b="1">
                <a:solidFill>
                  <a:srgbClr val="FF3300"/>
                </a:solidFill>
              </a:rPr>
              <a:t>去除段注释</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灯片编号占位符 3">
            <a:extLst>
              <a:ext uri="{FF2B5EF4-FFF2-40B4-BE49-F238E27FC236}">
                <a16:creationId xmlns:a16="http://schemas.microsoft.com/office/drawing/2014/main" id="{E0C8B252-CA28-4779-B7C5-97A93B03949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6C48068A-01C8-41C9-B28B-89DC0DF6B87A}" type="slidenum">
              <a:rPr altLang="en-US" sz="1400" smtClean="0"/>
              <a:pPr>
                <a:spcBef>
                  <a:spcPct val="50000"/>
                </a:spcBef>
                <a:buFontTx/>
                <a:buNone/>
              </a:pPr>
              <a:t>31</a:t>
            </a:fld>
            <a:endParaRPr lang="zh-CN" altLang="en-US" sz="1400"/>
          </a:p>
        </p:txBody>
      </p:sp>
      <p:graphicFrame>
        <p:nvGraphicFramePr>
          <p:cNvPr id="177155" name="Object 4">
            <a:extLst>
              <a:ext uri="{FF2B5EF4-FFF2-40B4-BE49-F238E27FC236}">
                <a16:creationId xmlns:a16="http://schemas.microsoft.com/office/drawing/2014/main" id="{98397350-52AD-475A-B557-AB3F6FFFAA15}"/>
              </a:ext>
            </a:extLst>
          </p:cNvPr>
          <p:cNvGraphicFramePr>
            <a:graphicFrameLocks noGrp="1" noChangeAspect="1"/>
          </p:cNvGraphicFramePr>
          <p:nvPr>
            <p:ph idx="4294967295"/>
          </p:nvPr>
        </p:nvGraphicFramePr>
        <p:xfrm>
          <a:off x="3492500" y="2133600"/>
          <a:ext cx="2438400" cy="2270125"/>
        </p:xfrm>
        <a:graphic>
          <a:graphicData uri="http://schemas.openxmlformats.org/presentationml/2006/ole">
            <mc:AlternateContent xmlns:mc="http://schemas.openxmlformats.org/markup-compatibility/2006">
              <mc:Choice xmlns:v="urn:schemas-microsoft-com:vml" Requires="v">
                <p:oleObj r:id="rId2" imgW="1132027" imgH="1054303" progId="MS_ClipArt_Gallery.2">
                  <p:embed/>
                </p:oleObj>
              </mc:Choice>
              <mc:Fallback>
                <p:oleObj r:id="rId2" imgW="1132027" imgH="1054303" progId="MS_ClipArt_Gallery.2">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2133600"/>
                        <a:ext cx="243840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ld>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8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模板</Template>
  <TotalTime>121</TotalTime>
  <Pages>0</Pages>
  <Words>2718</Words>
  <Characters>0</Characters>
  <Application>Microsoft Office PowerPoint</Application>
  <DocSecurity>0</DocSecurity>
  <PresentationFormat>全屏显示(4:3)</PresentationFormat>
  <Lines>0</Lines>
  <Paragraphs>355</Paragraphs>
  <Slides>31</Slides>
  <Notes>2</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3</vt:i4>
      </vt:variant>
      <vt:variant>
        <vt:lpstr>幻灯片标题</vt:lpstr>
      </vt:variant>
      <vt:variant>
        <vt:i4>31</vt:i4>
      </vt:variant>
    </vt:vector>
  </HeadingPairs>
  <TitlesOfParts>
    <vt:vector size="43" baseType="lpstr">
      <vt:lpstr>楷体_GB2312</vt:lpstr>
      <vt:lpstr>宋体</vt:lpstr>
      <vt:lpstr>微软雅黑</vt:lpstr>
      <vt:lpstr>Arial</vt:lpstr>
      <vt:lpstr>Consolas</vt:lpstr>
      <vt:lpstr>Times New Roman</vt:lpstr>
      <vt:lpstr>Wingdings</vt:lpstr>
      <vt:lpstr>经分互动规范介绍</vt:lpstr>
      <vt:lpstr>8_经分互动规范介绍</vt:lpstr>
      <vt:lpstr>Equation.3</vt:lpstr>
      <vt:lpstr>Visio.Drawing.11</vt:lpstr>
      <vt:lpstr>MS_ClipArt_Gallery.2</vt:lpstr>
      <vt:lpstr>PowerPoint 演示文稿</vt:lpstr>
      <vt:lpstr>前言</vt:lpstr>
      <vt:lpstr>解题思路：切分过程</vt:lpstr>
      <vt:lpstr>PowerPoint 演示文稿</vt:lpstr>
      <vt:lpstr>4.7 引言</vt:lpstr>
      <vt:lpstr>什么是有限状态自动机？</vt:lpstr>
      <vt:lpstr>4.7 基本概念</vt:lpstr>
      <vt:lpstr>4.7 基本概念</vt:lpstr>
      <vt:lpstr>有限状态机的应用</vt:lpstr>
      <vt:lpstr>有限状态机的数学模型</vt:lpstr>
      <vt:lpstr>4.7 基本概念</vt:lpstr>
      <vt:lpstr>4.7 基本概念</vt:lpstr>
      <vt:lpstr>6.2 程序设计实例研究</vt:lpstr>
      <vt:lpstr>绘制状态转换图</vt:lpstr>
      <vt:lpstr>确定转换规则</vt:lpstr>
      <vt:lpstr>PowerPoint 演示文稿</vt:lpstr>
      <vt:lpstr>有限状态机的通用模式</vt:lpstr>
      <vt:lpstr>PowerPoint 演示文稿</vt:lpstr>
      <vt:lpstr>PowerPoint 演示文稿</vt:lpstr>
      <vt:lpstr>PowerPoint 演示文稿</vt:lpstr>
      <vt:lpstr>PowerPoint 演示文稿</vt:lpstr>
      <vt:lpstr>PowerPoint 演示文稿</vt:lpstr>
      <vt:lpstr>6.2 程序设计实例研究</vt:lpstr>
      <vt:lpstr>6.2 程序设计实例研究</vt:lpstr>
      <vt:lpstr>6.2 程序设计实例研究</vt:lpstr>
      <vt:lpstr>总结：有限状态机解题模式</vt:lpstr>
      <vt:lpstr>PowerPoint 演示文稿</vt:lpstr>
      <vt:lpstr>PowerPoint 演示文稿</vt:lpstr>
      <vt:lpstr>PowerPoint 演示文稿</vt:lpstr>
      <vt:lpstr>PowerPoint 演示文稿</vt:lpstr>
      <vt:lpstr>PowerPoint 演示文稿</vt:lpstr>
    </vt:vector>
  </TitlesOfParts>
  <Manager/>
  <Company>bupt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PASCAL程序设计</dc:title>
  <dc:subject/>
  <dc:creator>cyzhou</dc:creator>
  <cp:keywords/>
  <dc:description/>
  <cp:lastModifiedBy>yanmei zhang</cp:lastModifiedBy>
  <cp:revision>2061</cp:revision>
  <dcterms:created xsi:type="dcterms:W3CDTF">2002-12-06T01:10:53Z</dcterms:created>
  <dcterms:modified xsi:type="dcterms:W3CDTF">2023-10-26T12:40:12Z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
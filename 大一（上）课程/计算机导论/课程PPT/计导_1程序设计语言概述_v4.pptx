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 id="2147483677" r:id="rId3"/>
  </p:sldMasterIdLst>
  <p:notesMasterIdLst>
    <p:notesMasterId r:id="rId38"/>
  </p:notesMasterIdLst>
  <p:handoutMasterIdLst>
    <p:handoutMasterId r:id="rId39"/>
  </p:handoutMasterIdLst>
  <p:sldIdLst>
    <p:sldId id="438" r:id="rId4"/>
    <p:sldId id="319" r:id="rId5"/>
    <p:sldId id="486" r:id="rId6"/>
    <p:sldId id="503" r:id="rId7"/>
    <p:sldId id="558" r:id="rId8"/>
    <p:sldId id="722" r:id="rId9"/>
    <p:sldId id="1404" r:id="rId10"/>
    <p:sldId id="719" r:id="rId11"/>
    <p:sldId id="723" r:id="rId12"/>
    <p:sldId id="724" r:id="rId13"/>
    <p:sldId id="725" r:id="rId14"/>
    <p:sldId id="726" r:id="rId15"/>
    <p:sldId id="727" r:id="rId16"/>
    <p:sldId id="721" r:id="rId17"/>
    <p:sldId id="728" r:id="rId18"/>
    <p:sldId id="731" r:id="rId19"/>
    <p:sldId id="540" r:id="rId20"/>
    <p:sldId id="542" r:id="rId21"/>
    <p:sldId id="541" r:id="rId22"/>
    <p:sldId id="1405" r:id="rId23"/>
    <p:sldId id="733" r:id="rId24"/>
    <p:sldId id="1406" r:id="rId25"/>
    <p:sldId id="735" r:id="rId26"/>
    <p:sldId id="738" r:id="rId27"/>
    <p:sldId id="736" r:id="rId28"/>
    <p:sldId id="737" r:id="rId29"/>
    <p:sldId id="281" r:id="rId30"/>
    <p:sldId id="292" r:id="rId31"/>
    <p:sldId id="1175" r:id="rId32"/>
    <p:sldId id="315" r:id="rId33"/>
    <p:sldId id="732" r:id="rId34"/>
    <p:sldId id="734" r:id="rId35"/>
    <p:sldId id="1407" r:id="rId36"/>
    <p:sldId id="439" r:id="rId37"/>
  </p:sldIdLst>
  <p:sldSz cx="9144000" cy="6858000" type="screen4x3"/>
  <p:notesSz cx="6858000" cy="9144000"/>
  <p:defaultTextStyle>
    <a:defPPr>
      <a:defRPr lang="en-US"/>
    </a:defPPr>
    <a:lvl1pPr marL="0" lvl="0"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521415D9-36F7-43E2-AB2F-B90AF26B5E84}">
      <p14:sectionLst xmlns:p14="http://schemas.microsoft.com/office/powerpoint/2010/main">
        <p14:section name="默认节" id="{54B36F16-1E1E-4172-82DF-E211441CDFCD}">
          <p14:sldIdLst>
            <p14:sldId id="438"/>
            <p14:sldId id="319"/>
            <p14:sldId id="486"/>
            <p14:sldId id="503"/>
            <p14:sldId id="558"/>
            <p14:sldId id="722"/>
            <p14:sldId id="1404"/>
            <p14:sldId id="719"/>
            <p14:sldId id="723"/>
            <p14:sldId id="724"/>
            <p14:sldId id="725"/>
            <p14:sldId id="726"/>
            <p14:sldId id="727"/>
            <p14:sldId id="721"/>
            <p14:sldId id="728"/>
            <p14:sldId id="731"/>
          </p14:sldIdLst>
        </p14:section>
        <p14:section name="程序设计方法" id="{1E84C78D-8FE2-4702-A055-BE939A8D5F24}">
          <p14:sldIdLst>
            <p14:sldId id="540"/>
            <p14:sldId id="542"/>
            <p14:sldId id="541"/>
          </p14:sldIdLst>
        </p14:section>
        <p14:section name="编程语言的要素" id="{86EB0136-A713-45A7-B6D4-D98D98ED1427}">
          <p14:sldIdLst>
            <p14:sldId id="1405"/>
            <p14:sldId id="733"/>
            <p14:sldId id="1406"/>
            <p14:sldId id="735"/>
            <p14:sldId id="738"/>
            <p14:sldId id="736"/>
            <p14:sldId id="737"/>
          </p14:sldIdLst>
        </p14:section>
        <p14:section name="开发环境" id="{BB53AC5D-55B0-4FE1-86EF-94CC8367B297}">
          <p14:sldIdLst>
            <p14:sldId id="281"/>
            <p14:sldId id="292"/>
            <p14:sldId id="1175"/>
            <p14:sldId id="315"/>
            <p14:sldId id="732"/>
            <p14:sldId id="734"/>
            <p14:sldId id="1407"/>
            <p14:sldId id="439"/>
          </p14:sldIdLst>
        </p14:section>
      </p14:sectionLst>
    </p:ext>
    <p:ext uri="{EFAFB233-063F-42B5-8137-9DF3F51BA10A}">
      <p15:sldGuideLst xmlns:p15="http://schemas.microsoft.com/office/powerpoint/2012/main">
        <p15:guide id="1" orient="horz" pos="4272">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2D35D3"/>
    <a:srgbClr val="99CCFF"/>
    <a:srgbClr val="CCECFF"/>
    <a:srgbClr val="FF3300"/>
    <a:srgbClr val="9966FF"/>
    <a:srgbClr val="3366FF"/>
    <a:srgbClr val="99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2884" autoAdjust="0"/>
    <p:restoredTop sz="93826" autoAdjust="0"/>
  </p:normalViewPr>
  <p:slideViewPr>
    <p:cSldViewPr showGuides="1">
      <p:cViewPr varScale="1">
        <p:scale>
          <a:sx n="67" d="100"/>
          <a:sy n="67" d="100"/>
        </p:scale>
        <p:origin x="980" y="52"/>
      </p:cViewPr>
      <p:guideLst>
        <p:guide orient="horz" pos="4272"/>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2724"/>
    </p:cViewPr>
  </p:sorterViewPr>
  <p:notesViewPr>
    <p:cSldViewPr>
      <p:cViewPr varScale="1">
        <p:scale>
          <a:sx n="51" d="100"/>
          <a:sy n="51" d="100"/>
        </p:scale>
        <p:origin x="864" y="4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handoutMaster" Target="handoutMasters/handoutMaster1.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b="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123"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b="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124"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b="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125"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b="0"/>
            </a:lvl1pPr>
          </a:lstStyle>
          <a:p>
            <a:pPr marL="0" marR="0" lvl="0" indent="0" algn="r" defTabSz="914400" rtl="0" eaLnBrk="1" fontAlgn="base" latinLnBrk="0" hangingPunct="1">
              <a:lnSpc>
                <a:spcPct val="100000"/>
              </a:lnSpc>
              <a:spcBef>
                <a:spcPct val="0"/>
              </a:spcBef>
              <a:spcAft>
                <a:spcPct val="0"/>
              </a:spcAft>
              <a:buClrTx/>
              <a:buSzTx/>
              <a:buFontTx/>
              <a:buNone/>
              <a:defRPr/>
            </a:pPr>
            <a:fld id="{D560D211-1CE5-43C5-B103-25A028C78516}" type="slidenum">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b="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099"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b="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00" name="Rectangle 4"/>
          <p:cNvSpPr>
            <a:spLocks noGrp="1" noRot="1" noChangeAspec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4101"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第五级</a:t>
            </a:r>
          </a:p>
        </p:txBody>
      </p:sp>
      <p:sp>
        <p:nvSpPr>
          <p:cNvPr id="4102"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b="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103"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b="0"/>
            </a:lvl1pPr>
          </a:lstStyle>
          <a:p>
            <a:pPr marL="0" marR="0" lvl="0" indent="0" algn="r" defTabSz="914400" rtl="0" eaLnBrk="1" fontAlgn="base" latinLnBrk="0" hangingPunct="1">
              <a:lnSpc>
                <a:spcPct val="100000"/>
              </a:lnSpc>
              <a:spcBef>
                <a:spcPct val="0"/>
              </a:spcBef>
              <a:spcAft>
                <a:spcPct val="0"/>
              </a:spcAft>
              <a:buClrTx/>
              <a:buSzTx/>
              <a:buFontTx/>
              <a:buNone/>
              <a:defRPr/>
            </a:pPr>
            <a:fld id="{6808FF96-716E-4876-8884-FADEA20F7ED8}" type="slidenum">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幻灯片图像占位符 1"/>
          <p:cNvSpPr>
            <a:spLocks noGrp="1" noRot="1" noChangeAspect="1" noTextEdit="1"/>
          </p:cNvSpPr>
          <p:nvPr>
            <p:ph type="sldImg"/>
          </p:nvPr>
        </p:nvSpPr>
        <p:spPr/>
      </p:sp>
      <p:sp>
        <p:nvSpPr>
          <p:cNvPr id="51202" name="备注占位符 2"/>
          <p:cNvSpPr>
            <a:spLocks noGrp="1"/>
          </p:cNvSpPr>
          <p:nvPr>
            <p:ph type="body"/>
          </p:nvPr>
        </p:nvSpPr>
        <p:spPr/>
        <p:txBody>
          <a:bodyPr wrap="square" lIns="91440" tIns="45720" rIns="91440" bIns="45720" anchor="t"/>
          <a:lstStyle/>
          <a:p>
            <a:pPr lvl="0"/>
            <a:endParaRPr lang="zh-CN" altLang="en-US" dirty="0"/>
          </a:p>
        </p:txBody>
      </p:sp>
      <p:sp>
        <p:nvSpPr>
          <p:cNvPr id="51203"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lstStyle/>
          <a:p>
            <a:pPr lvl="0" indent="0" algn="r"/>
            <a:fld id="{9A0DB2DC-4C9A-4742-B13C-FB6460FD3503}" type="slidenum">
              <a:rPr lang="zh-CN" altLang="en-US" sz="1200" b="0" dirty="0"/>
              <a:t>16</a:t>
            </a:fld>
            <a:endParaRPr lang="zh-CN" altLang="en-US" sz="1200" b="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51A719BA-BA9D-FC3C-F8E2-7253591699C4}"/>
              </a:ext>
            </a:extLst>
          </p:cNvPr>
          <p:cNvSpPr>
            <a:spLocks noGrp="1" noChangeArrowheads="1"/>
          </p:cNvSpPr>
          <p:nvPr>
            <p:ph type="hdr" sz="quarter"/>
          </p:nvPr>
        </p:nvSpPr>
        <p:spPr>
          <a:ln/>
        </p:spPr>
        <p:txBody>
          <a:bodyPr/>
          <a:lstStyle/>
          <a:p>
            <a:r>
              <a:rPr lang="en-US" altLang="zh-CN" dirty="0"/>
              <a:t>Java, Java, Java, 2E     R. Morelli</a:t>
            </a:r>
          </a:p>
        </p:txBody>
      </p:sp>
      <p:sp>
        <p:nvSpPr>
          <p:cNvPr id="4" name="Rectangle 6">
            <a:extLst>
              <a:ext uri="{FF2B5EF4-FFF2-40B4-BE49-F238E27FC236}">
                <a16:creationId xmlns:a16="http://schemas.microsoft.com/office/drawing/2014/main" id="{4E09A5EB-73BD-7EF3-6B7C-057440855202}"/>
              </a:ext>
            </a:extLst>
          </p:cNvPr>
          <p:cNvSpPr>
            <a:spLocks noGrp="1" noChangeArrowheads="1"/>
          </p:cNvSpPr>
          <p:nvPr>
            <p:ph type="ftr" sz="quarter" idx="4"/>
          </p:nvPr>
        </p:nvSpPr>
        <p:spPr>
          <a:ln/>
        </p:spPr>
        <p:txBody>
          <a:bodyPr/>
          <a:lstStyle/>
          <a:p>
            <a:r>
              <a:rPr lang="en-US" altLang="zh-CN" dirty="0"/>
              <a:t>Copyright 2002 by Ralph Morelli. All rights reserved.</a:t>
            </a:r>
          </a:p>
        </p:txBody>
      </p:sp>
      <p:sp>
        <p:nvSpPr>
          <p:cNvPr id="5" name="Rectangle 7">
            <a:extLst>
              <a:ext uri="{FF2B5EF4-FFF2-40B4-BE49-F238E27FC236}">
                <a16:creationId xmlns:a16="http://schemas.microsoft.com/office/drawing/2014/main" id="{68438261-2F09-996D-6D85-1A99479A507C}"/>
              </a:ext>
            </a:extLst>
          </p:cNvPr>
          <p:cNvSpPr>
            <a:spLocks noGrp="1" noChangeArrowheads="1"/>
          </p:cNvSpPr>
          <p:nvPr>
            <p:ph type="sldNum" sz="quarter" idx="5"/>
          </p:nvPr>
        </p:nvSpPr>
        <p:spPr>
          <a:ln/>
        </p:spPr>
        <p:txBody>
          <a:bodyPr/>
          <a:lstStyle/>
          <a:p>
            <a:fld id="{6AB46C11-7F01-4EA4-8A5C-650260F1A3E3}" type="slidenum">
              <a:rPr lang="en-US" altLang="zh-CN"/>
              <a:pPr/>
              <a:t>27</a:t>
            </a:fld>
            <a:endParaRPr lang="en-US" altLang="zh-CN" dirty="0"/>
          </a:p>
        </p:txBody>
      </p:sp>
      <p:sp>
        <p:nvSpPr>
          <p:cNvPr id="68610" name="Rectangle 1026">
            <a:extLst>
              <a:ext uri="{FF2B5EF4-FFF2-40B4-BE49-F238E27FC236}">
                <a16:creationId xmlns:a16="http://schemas.microsoft.com/office/drawing/2014/main" id="{6929D599-47EE-0283-B0C7-0DD3CE5743A6}"/>
              </a:ext>
            </a:extLst>
          </p:cNvPr>
          <p:cNvSpPr>
            <a:spLocks noGrp="1" noRot="1" noChangeAspect="1" noChangeArrowheads="1" noTextEdit="1"/>
          </p:cNvSpPr>
          <p:nvPr>
            <p:ph type="sldImg"/>
          </p:nvPr>
        </p:nvSpPr>
        <p:spPr>
          <a:ln/>
        </p:spPr>
      </p:sp>
      <p:sp>
        <p:nvSpPr>
          <p:cNvPr id="68611" name="Rectangle 1027">
            <a:extLst>
              <a:ext uri="{FF2B5EF4-FFF2-40B4-BE49-F238E27FC236}">
                <a16:creationId xmlns:a16="http://schemas.microsoft.com/office/drawing/2014/main" id="{5FBC0774-CE42-4C81-05AC-2CEFCAF5D2B2}"/>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lstStyle/>
          <a:p>
            <a:pPr lvl="0" indent="0" algn="r"/>
            <a:fld id="{9A0DB2DC-4C9A-4742-B13C-FB6460FD3503}" type="slidenum">
              <a:rPr lang="zh-CN" altLang="en-US" sz="1200" b="0" dirty="0">
                <a:solidFill>
                  <a:srgbClr val="000000"/>
                </a:solidFill>
                <a:latin typeface="Times New Roman" panose="02020603050405020304" pitchFamily="18" charset="0"/>
                <a:ea typeface="宋体" panose="02010600030101010101" pitchFamily="2" charset="-122"/>
              </a:rPr>
              <a:t>31</a:t>
            </a:fld>
            <a:endParaRPr lang="zh-CN" altLang="en-US" sz="1200" b="0" dirty="0">
              <a:solidFill>
                <a:srgbClr val="000000"/>
              </a:solidFill>
              <a:latin typeface="Times New Roman" panose="02020603050405020304" pitchFamily="18" charset="0"/>
              <a:ea typeface="宋体" panose="02010600030101010101" pitchFamily="2" charset="-122"/>
            </a:endParaRPr>
          </a:p>
        </p:txBody>
      </p:sp>
      <p:sp>
        <p:nvSpPr>
          <p:cNvPr id="60418" name="Rectangle 2"/>
          <p:cNvSpPr>
            <a:spLocks noGrp="1" noRot="1" noChangeAspect="1" noTextEdit="1"/>
          </p:cNvSpPr>
          <p:nvPr>
            <p:ph type="sldImg"/>
          </p:nvPr>
        </p:nvSpPr>
        <p:spPr/>
      </p:sp>
      <p:sp>
        <p:nvSpPr>
          <p:cNvPr id="60419" name="Rectangle 3"/>
          <p:cNvSpPr>
            <a:spLocks noGrp="1"/>
          </p:cNvSpPr>
          <p:nvPr>
            <p:ph type="body"/>
          </p:nvPr>
        </p:nvSpPr>
        <p:spPr/>
        <p:txBody>
          <a:bodyPr wrap="square" lIns="91440" tIns="45720" rIns="91440" bIns="45720" anchor="t"/>
          <a:lstStyle/>
          <a:p>
            <a:pPr lvl="0" eaLnBrk="1" hangingPunct="1"/>
            <a:r>
              <a:rPr lang="en-US" altLang="zh-CN" dirty="0"/>
              <a:t>1</a:t>
            </a:r>
            <a:r>
              <a:rPr lang="zh-CN" altLang="en-US" dirty="0"/>
              <a:t>。</a:t>
            </a:r>
            <a:r>
              <a:rPr lang="en-US" altLang="zh-CN" dirty="0"/>
              <a:t>C</a:t>
            </a:r>
            <a:r>
              <a:rPr lang="zh-CN" altLang="en-US" dirty="0"/>
              <a:t>程序都是由称为函数的模块组成的；</a:t>
            </a:r>
          </a:p>
          <a:p>
            <a:pPr lvl="0" eaLnBrk="1" hangingPunct="1"/>
            <a:r>
              <a:rPr lang="en-US" altLang="zh-CN" dirty="0"/>
              <a:t>2</a:t>
            </a:r>
            <a:r>
              <a:rPr lang="zh-CN" altLang="en-US" dirty="0"/>
              <a:t>。</a:t>
            </a:r>
            <a:r>
              <a:rPr lang="en-US" altLang="zh-CN" dirty="0"/>
              <a:t>C</a:t>
            </a:r>
            <a:r>
              <a:rPr lang="zh-CN" altLang="en-US" dirty="0"/>
              <a:t>语言程序通常使用下面的模块：</a:t>
            </a:r>
            <a:r>
              <a:rPr lang="en-US" altLang="zh-CN" dirty="0"/>
              <a:t>C</a:t>
            </a:r>
            <a:r>
              <a:rPr lang="zh-CN" altLang="en-US" dirty="0"/>
              <a:t>标准库函数、程序员自己写的函数，其他程序员写的函数。</a:t>
            </a:r>
          </a:p>
          <a:p>
            <a:pPr lvl="0" eaLnBrk="1" hangingPunct="1"/>
            <a:r>
              <a:rPr lang="en-US" altLang="zh-CN" dirty="0"/>
              <a:t>3</a:t>
            </a:r>
            <a:r>
              <a:rPr lang="zh-CN" altLang="en-US" dirty="0"/>
              <a:t>。当在程序中使用（调用）标准库函数或者其他库程序员写的函数时，由于函数的代码不在本程序中，因此需要设法找到这些代码并且组装成最终可执行程序－－即链接</a:t>
            </a:r>
          </a:p>
        </p:txBody>
      </p:sp>
    </p:spTree>
    <p:extLst>
      <p:ext uri="{BB962C8B-B14F-4D97-AF65-F5344CB8AC3E}">
        <p14:creationId xmlns:p14="http://schemas.microsoft.com/office/powerpoint/2010/main" val="32772281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pPr fontAlgn="base"/>
            <a:r>
              <a:rPr lang="zh-CN" altLang="en-US" strike="noStrike" noProof="1"/>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50000"/>
              </a:spcBef>
              <a:spcAft>
                <a:spcPct val="0"/>
              </a:spcAft>
              <a:buClrTx/>
              <a:buSzTx/>
              <a:buFontTx/>
              <a:buNone/>
              <a:defRPr/>
            </a:pPr>
            <a:fld id="{F9F982B8-AFFC-418B-9BD6-A0E9AA89F614}" type="datetime1">
              <a:rPr kumimoji="1"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2023/9/13</a:t>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4F5397D4-4588-47B6-A780-E04050A2A281}"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50000"/>
              </a:spcBef>
              <a:spcAft>
                <a:spcPct val="0"/>
              </a:spcAft>
              <a:buClrTx/>
              <a:buSzTx/>
              <a:buFontTx/>
              <a:buNone/>
              <a:defRPr/>
            </a:pPr>
            <a:fld id="{F9F982B8-AFFC-418B-9BD6-A0E9AA89F614}" type="datetime1">
              <a:rPr kumimoji="1"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2023/9/13</a:t>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4F5397D4-4588-47B6-A780-E04050A2A281}"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50000"/>
              </a:spcBef>
              <a:spcAft>
                <a:spcPct val="0"/>
              </a:spcAft>
              <a:buClrTx/>
              <a:buSzTx/>
              <a:buFontTx/>
              <a:buNone/>
              <a:defRPr/>
            </a:pPr>
            <a:fld id="{F9F982B8-AFFC-418B-9BD6-A0E9AA89F614}" type="datetime1">
              <a:rPr kumimoji="1"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2023/9/13</a:t>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4F5397D4-4588-47B6-A780-E04050A2A281}"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685800" y="1319213"/>
            <a:ext cx="3810000" cy="46116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319213"/>
            <a:ext cx="3810000" cy="46116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50000"/>
              </a:spcBef>
              <a:spcAft>
                <a:spcPct val="0"/>
              </a:spcAft>
              <a:buClrTx/>
              <a:buSzTx/>
              <a:buFontTx/>
              <a:buNone/>
              <a:defRPr/>
            </a:pPr>
            <a:fld id="{F9F982B8-AFFC-418B-9BD6-A0E9AA89F614}" type="datetime1">
              <a:rPr kumimoji="1"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2023/9/13</a:t>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4F5397D4-4588-47B6-A780-E04050A2A281}"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50000"/>
              </a:spcBef>
              <a:spcAft>
                <a:spcPct val="0"/>
              </a:spcAft>
              <a:buClrTx/>
              <a:buSzTx/>
              <a:buFontTx/>
              <a:buNone/>
              <a:defRPr/>
            </a:pPr>
            <a:fld id="{F9F982B8-AFFC-418B-9BD6-A0E9AA89F614}" type="datetime1">
              <a:rPr kumimoji="1"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2023/9/13</a:t>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4F5397D4-4588-47B6-A780-E04050A2A281}"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50000"/>
              </a:spcBef>
              <a:spcAft>
                <a:spcPct val="0"/>
              </a:spcAft>
              <a:buClrTx/>
              <a:buSzTx/>
              <a:buFontTx/>
              <a:buNone/>
              <a:defRPr/>
            </a:pPr>
            <a:fld id="{F9F982B8-AFFC-418B-9BD6-A0E9AA89F614}" type="datetime1">
              <a:rPr kumimoji="1"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2023/9/13</a:t>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4F5397D4-4588-47B6-A780-E04050A2A281}"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50000"/>
              </a:spcBef>
              <a:spcAft>
                <a:spcPct val="0"/>
              </a:spcAft>
              <a:buClrTx/>
              <a:buSzTx/>
              <a:buFontTx/>
              <a:buNone/>
              <a:defRPr/>
            </a:pPr>
            <a:fld id="{F9F982B8-AFFC-418B-9BD6-A0E9AA89F614}" type="datetime1">
              <a:rPr kumimoji="1"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2023/9/13</a:t>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4F5397D4-4588-47B6-A780-E04050A2A281}"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50000"/>
              </a:spcBef>
              <a:spcAft>
                <a:spcPct val="0"/>
              </a:spcAft>
              <a:buClrTx/>
              <a:buSzTx/>
              <a:buFontTx/>
              <a:buNone/>
              <a:defRPr/>
            </a:pPr>
            <a:fld id="{F9F982B8-AFFC-418B-9BD6-A0E9AA89F614}" type="datetime1">
              <a:rPr kumimoji="1"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2023/9/13</a:t>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4F5397D4-4588-47B6-A780-E04050A2A281}"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1"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50000"/>
              </a:spcBef>
              <a:spcAft>
                <a:spcPct val="0"/>
              </a:spcAft>
              <a:buClrTx/>
              <a:buSzTx/>
              <a:buFontTx/>
              <a:buNone/>
              <a:defRPr/>
            </a:pPr>
            <a:fld id="{F9F982B8-AFFC-418B-9BD6-A0E9AA89F614}" type="datetime1">
              <a:rPr kumimoji="1"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2023/9/13</a:t>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4F5397D4-4588-47B6-A780-E04050A2A281}"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50000"/>
              </a:spcBef>
              <a:spcAft>
                <a:spcPct val="0"/>
              </a:spcAft>
              <a:buClrTx/>
              <a:buSzTx/>
              <a:buFontTx/>
              <a:buNone/>
              <a:defRPr/>
            </a:pPr>
            <a:fld id="{F9F982B8-AFFC-418B-9BD6-A0E9AA89F614}" type="datetime1">
              <a:rPr kumimoji="1"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2023/9/13</a:t>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4F5397D4-4588-47B6-A780-E04050A2A281}"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48488" y="404813"/>
            <a:ext cx="2087562" cy="5526087"/>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685800" y="404813"/>
            <a:ext cx="6110288" cy="5526087"/>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50000"/>
              </a:spcBef>
              <a:spcAft>
                <a:spcPct val="0"/>
              </a:spcAft>
              <a:buClrTx/>
              <a:buSzTx/>
              <a:buFontTx/>
              <a:buNone/>
              <a:defRPr/>
            </a:pPr>
            <a:fld id="{F9F982B8-AFFC-418B-9BD6-A0E9AA89F614}" type="datetime1">
              <a:rPr kumimoji="1"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2023/9/13</a:t>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4F5397D4-4588-47B6-A780-E04050A2A281}"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1263650" y="404813"/>
            <a:ext cx="7772400" cy="720725"/>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685800" y="1319213"/>
            <a:ext cx="3810000" cy="4611687"/>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quarter" idx="2"/>
          </p:nvPr>
        </p:nvSpPr>
        <p:spPr>
          <a:xfrm>
            <a:off x="4648200" y="1319213"/>
            <a:ext cx="3810000" cy="222885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内容占位符 4"/>
          <p:cNvSpPr>
            <a:spLocks noGrp="1"/>
          </p:cNvSpPr>
          <p:nvPr>
            <p:ph sz="quarter" idx="3"/>
          </p:nvPr>
        </p:nvSpPr>
        <p:spPr>
          <a:xfrm>
            <a:off x="4648200" y="3700463"/>
            <a:ext cx="3810000" cy="2230437"/>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6" name="日期占位符 5"/>
          <p:cNvSpPr>
            <a:spLocks noGrp="1"/>
          </p:cNvSpPr>
          <p:nvPr>
            <p:ph type="dt" sz="half" idx="10"/>
          </p:nvPr>
        </p:nvSpPr>
        <p:spPr/>
        <p:txBody>
          <a:bodyPr/>
          <a:lstStyle/>
          <a:p>
            <a:pPr marL="0" marR="0" lvl="0" indent="0" algn="l" defTabSz="914400" rtl="0" eaLnBrk="1" fontAlgn="base" latinLnBrk="0" hangingPunct="1">
              <a:lnSpc>
                <a:spcPct val="100000"/>
              </a:lnSpc>
              <a:spcBef>
                <a:spcPct val="50000"/>
              </a:spcBef>
              <a:spcAft>
                <a:spcPct val="0"/>
              </a:spcAft>
              <a:buClrTx/>
              <a:buSzTx/>
              <a:buFontTx/>
              <a:buNone/>
              <a:defRPr/>
            </a:pPr>
            <a:fld id="{F9F982B8-AFFC-418B-9BD6-A0E9AA89F614}" type="datetime1">
              <a:rPr kumimoji="1"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2023/9/13</a:t>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页脚占位符 6"/>
          <p:cNvSpPr>
            <a:spLocks noGrp="1"/>
          </p:cNvSpPr>
          <p:nvPr>
            <p:ph type="ftr" sz="quarter" idx="11"/>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4F5397D4-4588-47B6-A780-E04050A2A281}"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404813"/>
            <a:ext cx="8350250" cy="5526087"/>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50000"/>
              </a:spcBef>
              <a:spcAft>
                <a:spcPct val="0"/>
              </a:spcAft>
              <a:buClrTx/>
              <a:buSzTx/>
              <a:buFontTx/>
              <a:buNone/>
              <a:defRPr/>
            </a:pPr>
            <a:fld id="{F9F982B8-AFFC-418B-9BD6-A0E9AA89F614}" type="datetime1">
              <a:rPr kumimoji="1"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2023/9/13</a:t>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4F5397D4-4588-47B6-A780-E04050A2A281}"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pPr fontAlgn="base"/>
            <a:r>
              <a:rPr lang="zh-CN" altLang="en-US" strike="noStrike" noProof="1"/>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50000"/>
              </a:spcBef>
              <a:spcAft>
                <a:spcPct val="0"/>
              </a:spcAft>
              <a:buClrTx/>
              <a:buSzTx/>
              <a:buFontTx/>
              <a:buNone/>
              <a:defRPr/>
            </a:pPr>
            <a:fld id="{7731A442-0BED-4FBB-A086-3D1141320F7F}" type="datetime1">
              <a:rPr kumimoji="1" lang="zh-CN" altLang="en-US"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2023/9/13</a:t>
            </a:fld>
            <a:endParaRPr kumimoji="1"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280F144E-3A19-454E-ACB4-27BF6F935386}" type="slidenum">
              <a:rPr kumimoji="1" lang="zh-CN" altLang="en-US" sz="1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50000"/>
              </a:spcBef>
              <a:spcAft>
                <a:spcPct val="0"/>
              </a:spcAft>
              <a:buClrTx/>
              <a:buSzTx/>
              <a:buFontTx/>
              <a:buNone/>
              <a:defRPr/>
            </a:pPr>
            <a:fld id="{7731A442-0BED-4FBB-A086-3D1141320F7F}" type="datetime1">
              <a:rPr kumimoji="1" lang="zh-CN" altLang="en-US"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2023/9/13</a:t>
            </a:fld>
            <a:endParaRPr kumimoji="1"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280F144E-3A19-454E-ACB4-27BF6F935386}" type="slidenum">
              <a:rPr kumimoji="1" lang="zh-CN" altLang="en-US" sz="1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50000"/>
              </a:spcBef>
              <a:spcAft>
                <a:spcPct val="0"/>
              </a:spcAft>
              <a:buClrTx/>
              <a:buSzTx/>
              <a:buFontTx/>
              <a:buNone/>
              <a:defRPr/>
            </a:pPr>
            <a:fld id="{7731A442-0BED-4FBB-A086-3D1141320F7F}" type="datetime1">
              <a:rPr kumimoji="1" lang="zh-CN" altLang="en-US"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2023/9/13</a:t>
            </a:fld>
            <a:endParaRPr kumimoji="1"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280F144E-3A19-454E-ACB4-27BF6F935386}" type="slidenum">
              <a:rPr kumimoji="1" lang="zh-CN" altLang="en-US" sz="1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685800" y="1319213"/>
            <a:ext cx="3810000" cy="46116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319213"/>
            <a:ext cx="3810000" cy="46116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50000"/>
              </a:spcBef>
              <a:spcAft>
                <a:spcPct val="0"/>
              </a:spcAft>
              <a:buClrTx/>
              <a:buSzTx/>
              <a:buFontTx/>
              <a:buNone/>
              <a:defRPr/>
            </a:pPr>
            <a:fld id="{7731A442-0BED-4FBB-A086-3D1141320F7F}" type="datetime1">
              <a:rPr kumimoji="1" lang="zh-CN" altLang="en-US"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2023/9/13</a:t>
            </a:fld>
            <a:endParaRPr kumimoji="1"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280F144E-3A19-454E-ACB4-27BF6F935386}" type="slidenum">
              <a:rPr kumimoji="1" lang="zh-CN" altLang="en-US" sz="1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50000"/>
              </a:spcBef>
              <a:spcAft>
                <a:spcPct val="0"/>
              </a:spcAft>
              <a:buClrTx/>
              <a:buSzTx/>
              <a:buFontTx/>
              <a:buNone/>
              <a:defRPr/>
            </a:pPr>
            <a:fld id="{7731A442-0BED-4FBB-A086-3D1141320F7F}" type="datetime1">
              <a:rPr kumimoji="1" lang="zh-CN" altLang="en-US"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2023/9/13</a:t>
            </a:fld>
            <a:endParaRPr kumimoji="1"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280F144E-3A19-454E-ACB4-27BF6F935386}" type="slidenum">
              <a:rPr kumimoji="1" lang="zh-CN" altLang="en-US" sz="1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50000"/>
              </a:spcBef>
              <a:spcAft>
                <a:spcPct val="0"/>
              </a:spcAft>
              <a:buClrTx/>
              <a:buSzTx/>
              <a:buFontTx/>
              <a:buNone/>
              <a:defRPr/>
            </a:pPr>
            <a:fld id="{7731A442-0BED-4FBB-A086-3D1141320F7F}" type="datetime1">
              <a:rPr kumimoji="1" lang="zh-CN" altLang="en-US"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2023/9/13</a:t>
            </a:fld>
            <a:endParaRPr kumimoji="1"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280F144E-3A19-454E-ACB4-27BF6F935386}" type="slidenum">
              <a:rPr kumimoji="1" lang="zh-CN" altLang="en-US" sz="1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50000"/>
              </a:spcBef>
              <a:spcAft>
                <a:spcPct val="0"/>
              </a:spcAft>
              <a:buClrTx/>
              <a:buSzTx/>
              <a:buFontTx/>
              <a:buNone/>
              <a:defRPr/>
            </a:pPr>
            <a:fld id="{7731A442-0BED-4FBB-A086-3D1141320F7F}" type="datetime1">
              <a:rPr kumimoji="1" lang="zh-CN" altLang="en-US"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2023/9/13</a:t>
            </a:fld>
            <a:endParaRPr kumimoji="1"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280F144E-3A19-454E-ACB4-27BF6F935386}" type="slidenum">
              <a:rPr kumimoji="1" lang="zh-CN" altLang="en-US" sz="1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50000"/>
              </a:spcBef>
              <a:spcAft>
                <a:spcPct val="0"/>
              </a:spcAft>
              <a:buClrTx/>
              <a:buSzTx/>
              <a:buFontTx/>
              <a:buNone/>
              <a:defRPr/>
            </a:pPr>
            <a:fld id="{7731A442-0BED-4FBB-A086-3D1141320F7F}" type="datetime1">
              <a:rPr kumimoji="1" lang="zh-CN" altLang="en-US"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2023/9/13</a:t>
            </a:fld>
            <a:endParaRPr kumimoji="1"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280F144E-3A19-454E-ACB4-27BF6F935386}" type="slidenum">
              <a:rPr kumimoji="1" lang="zh-CN" altLang="en-US" sz="1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1"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50000"/>
              </a:spcBef>
              <a:spcAft>
                <a:spcPct val="0"/>
              </a:spcAft>
              <a:buClrTx/>
              <a:buSzTx/>
              <a:buFontTx/>
              <a:buNone/>
              <a:defRPr/>
            </a:pPr>
            <a:fld id="{7731A442-0BED-4FBB-A086-3D1141320F7F}" type="datetime1">
              <a:rPr kumimoji="1" lang="zh-CN" altLang="en-US"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2023/9/13</a:t>
            </a:fld>
            <a:endParaRPr kumimoji="1"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280F144E-3A19-454E-ACB4-27BF6F935386}" type="slidenum">
              <a:rPr kumimoji="1" lang="zh-CN" altLang="en-US" sz="1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50000"/>
              </a:spcBef>
              <a:spcAft>
                <a:spcPct val="0"/>
              </a:spcAft>
              <a:buClrTx/>
              <a:buSzTx/>
              <a:buFontTx/>
              <a:buNone/>
              <a:defRPr/>
            </a:pPr>
            <a:fld id="{7731A442-0BED-4FBB-A086-3D1141320F7F}" type="datetime1">
              <a:rPr kumimoji="1" lang="zh-CN" altLang="en-US"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2023/9/13</a:t>
            </a:fld>
            <a:endParaRPr kumimoji="1"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280F144E-3A19-454E-ACB4-27BF6F935386}" type="slidenum">
              <a:rPr kumimoji="1" lang="zh-CN" altLang="en-US" sz="1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48488" y="404813"/>
            <a:ext cx="2087562" cy="5526087"/>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685800" y="404813"/>
            <a:ext cx="6110288" cy="5526087"/>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50000"/>
              </a:spcBef>
              <a:spcAft>
                <a:spcPct val="0"/>
              </a:spcAft>
              <a:buClrTx/>
              <a:buSzTx/>
              <a:buFontTx/>
              <a:buNone/>
              <a:defRPr/>
            </a:pPr>
            <a:fld id="{7731A442-0BED-4FBB-A086-3D1141320F7F}" type="datetime1">
              <a:rPr kumimoji="1" lang="zh-CN" altLang="en-US"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2023/9/13</a:t>
            </a:fld>
            <a:endParaRPr kumimoji="1"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280F144E-3A19-454E-ACB4-27BF6F935386}" type="slidenum">
              <a:rPr kumimoji="1" lang="zh-CN" altLang="en-US" sz="1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404813"/>
            <a:ext cx="8350250" cy="5526087"/>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50000"/>
              </a:spcBef>
              <a:spcAft>
                <a:spcPct val="0"/>
              </a:spcAft>
              <a:buClrTx/>
              <a:buSzTx/>
              <a:buFontTx/>
              <a:buNone/>
              <a:defRPr/>
            </a:pPr>
            <a:fld id="{7731A442-0BED-4FBB-A086-3D1141320F7F}" type="datetime1">
              <a:rPr kumimoji="1" lang="zh-CN" altLang="en-US"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2023/9/13</a:t>
            </a:fld>
            <a:endParaRPr kumimoji="1"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280F144E-3A19-454E-ACB4-27BF6F935386}" type="slidenum">
              <a:rPr kumimoji="1" lang="zh-CN" altLang="en-US" sz="1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263650" y="404813"/>
            <a:ext cx="7772400" cy="720725"/>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685800" y="1319213"/>
            <a:ext cx="3810000" cy="4611687"/>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319213"/>
            <a:ext cx="3810000" cy="4611687"/>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50000"/>
              </a:spcBef>
              <a:spcAft>
                <a:spcPct val="0"/>
              </a:spcAft>
              <a:buClrTx/>
              <a:buSzTx/>
              <a:buFontTx/>
              <a:buNone/>
              <a:defRPr/>
            </a:pPr>
            <a:fld id="{7731A442-0BED-4FBB-A086-3D1141320F7F}" type="datetime1">
              <a:rPr kumimoji="1" lang="zh-CN" altLang="en-US"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2023/9/13</a:t>
            </a:fld>
            <a:endParaRPr kumimoji="1"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280F144E-3A19-454E-ACB4-27BF6F935386}" type="slidenum">
              <a:rPr kumimoji="1" lang="zh-CN" altLang="en-US" sz="1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1263650" y="404813"/>
            <a:ext cx="7772400" cy="720725"/>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685800" y="1319213"/>
            <a:ext cx="3810000" cy="4611687"/>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quarter" idx="2"/>
          </p:nvPr>
        </p:nvSpPr>
        <p:spPr>
          <a:xfrm>
            <a:off x="4648200" y="1319213"/>
            <a:ext cx="3810000" cy="222885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内容占位符 4"/>
          <p:cNvSpPr>
            <a:spLocks noGrp="1"/>
          </p:cNvSpPr>
          <p:nvPr>
            <p:ph sz="quarter" idx="3"/>
          </p:nvPr>
        </p:nvSpPr>
        <p:spPr>
          <a:xfrm>
            <a:off x="4648200" y="3700463"/>
            <a:ext cx="3810000" cy="2230437"/>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6" name="日期占位符 5"/>
          <p:cNvSpPr>
            <a:spLocks noGrp="1"/>
          </p:cNvSpPr>
          <p:nvPr>
            <p:ph type="dt" sz="half" idx="10"/>
          </p:nvPr>
        </p:nvSpPr>
        <p:spPr/>
        <p:txBody>
          <a:bodyPr/>
          <a:lstStyle/>
          <a:p>
            <a:pPr marL="0" marR="0" lvl="0" indent="0" algn="l" defTabSz="914400" rtl="0" eaLnBrk="1" fontAlgn="base" latinLnBrk="0" hangingPunct="1">
              <a:lnSpc>
                <a:spcPct val="100000"/>
              </a:lnSpc>
              <a:spcBef>
                <a:spcPct val="50000"/>
              </a:spcBef>
              <a:spcAft>
                <a:spcPct val="0"/>
              </a:spcAft>
              <a:buClrTx/>
              <a:buSzTx/>
              <a:buFontTx/>
              <a:buNone/>
              <a:defRPr/>
            </a:pPr>
            <a:fld id="{7731A442-0BED-4FBB-A086-3D1141320F7F}" type="datetime1">
              <a:rPr kumimoji="1" lang="zh-CN" altLang="en-US"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2023/9/13</a:t>
            </a:fld>
            <a:endParaRPr kumimoji="1"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7" name="页脚占位符 6"/>
          <p:cNvSpPr>
            <a:spLocks noGrp="1"/>
          </p:cNvSpPr>
          <p:nvPr>
            <p:ph type="ftr" sz="quarter" idx="11"/>
          </p:nvPr>
        </p:nvSpPr>
        <p:spPr/>
        <p:txBody>
          <a:body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8" name="灯片编号占位符 7"/>
          <p:cNvSpPr>
            <a:spLocks noGrp="1"/>
          </p:cNvSpPr>
          <p:nvPr>
            <p:ph type="sldNum" sz="quarter" idx="12"/>
          </p:nvPr>
        </p:nvSpPr>
        <p:spPr/>
        <p:txBody>
          <a:bodyPr/>
          <a:lstStyle/>
          <a:p>
            <a:pPr marL="0" marR="0" lvl="0" indent="0" algn="r" defTabSz="914400" rtl="0" eaLnBrk="1" fontAlgn="base" latinLnBrk="0" hangingPunct="1">
              <a:lnSpc>
                <a:spcPct val="100000"/>
              </a:lnSpc>
              <a:spcBef>
                <a:spcPct val="50000"/>
              </a:spcBef>
              <a:spcAft>
                <a:spcPct val="0"/>
              </a:spcAft>
              <a:buClrTx/>
              <a:buSzTx/>
              <a:buFontTx/>
              <a:buNone/>
              <a:defRPr/>
            </a:pPr>
            <a:fld id="{280F144E-3A19-454E-ACB4-27BF6F935386}" type="slidenum">
              <a:rPr kumimoji="1" lang="zh-CN" altLang="en-US" sz="1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p:cNvSpPr>
            <a:spLocks noGrp="1"/>
          </p:cNvSpPr>
          <p:nvPr>
            <p:ph type="dt" sz="half" idx="10"/>
          </p:nvPr>
        </p:nvSpPr>
        <p:spPr/>
        <p:txBody>
          <a:bodyPr/>
          <a:lstStyle/>
          <a:p>
            <a:pPr lvl="0" eaLnBrk="1" hangingPunct="1">
              <a:spcBef>
                <a:spcPct val="50000"/>
              </a:spcBef>
            </a:pPr>
            <a:endParaRPr lang="zh-CN" altLang="en-US" dirty="0"/>
          </a:p>
        </p:txBody>
      </p:sp>
      <p:sp>
        <p:nvSpPr>
          <p:cNvPr id="5" name="页脚占位符 4"/>
          <p:cNvSpPr>
            <a:spLocks noGrp="1"/>
          </p:cNvSpPr>
          <p:nvPr>
            <p:ph type="ftr" sz="quarter" idx="11"/>
          </p:nvPr>
        </p:nvSpPr>
        <p:spPr/>
        <p:txBody>
          <a:bodyPr/>
          <a:lstStyle/>
          <a:p>
            <a:pPr lvl="0" eaLnBrk="1" hangingPunct="1">
              <a:spcBef>
                <a:spcPct val="50000"/>
              </a:spcBef>
            </a:pPr>
            <a:endParaRPr lang="en-US" altLang="x-none" dirty="0"/>
          </a:p>
        </p:txBody>
      </p:sp>
      <p:sp>
        <p:nvSpPr>
          <p:cNvPr id="6" name="灯片编号占位符 5"/>
          <p:cNvSpPr>
            <a:spLocks noGrp="1"/>
          </p:cNvSpPr>
          <p:nvPr>
            <p:ph type="sldNum" sz="quarter" idx="12"/>
          </p:nvPr>
        </p:nvSpPr>
        <p:spPr/>
        <p:txBody>
          <a:bodyPr/>
          <a:lstStyle/>
          <a:p>
            <a:pPr lvl="0" eaLnBrk="1" hangingPunct="1">
              <a:spcBef>
                <a:spcPct val="50000"/>
              </a:spcBef>
            </a:pPr>
            <a:fld id="{9A0DB2DC-4C9A-4742-B13C-FB6460FD3503}" type="slidenum">
              <a:rPr lang="zh-CN" altLang="en-US" dirty="0"/>
              <a:t>‹#›</a:t>
            </a:fld>
            <a:endParaRPr lang="zh-CN" altLang="en-US" dirty="0"/>
          </a:p>
        </p:txBody>
      </p:sp>
    </p:spTree>
    <p:extLst>
      <p:ext uri="{BB962C8B-B14F-4D97-AF65-F5344CB8AC3E}">
        <p14:creationId xmlns:p14="http://schemas.microsoft.com/office/powerpoint/2010/main" val="3010449102"/>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eaLnBrk="1" hangingPunct="1">
              <a:spcBef>
                <a:spcPct val="50000"/>
              </a:spcBef>
            </a:pPr>
            <a:endParaRPr lang="zh-CN" altLang="en-US" dirty="0"/>
          </a:p>
        </p:txBody>
      </p:sp>
      <p:sp>
        <p:nvSpPr>
          <p:cNvPr id="5" name="页脚占位符 4"/>
          <p:cNvSpPr>
            <a:spLocks noGrp="1"/>
          </p:cNvSpPr>
          <p:nvPr>
            <p:ph type="ftr" sz="quarter" idx="11"/>
          </p:nvPr>
        </p:nvSpPr>
        <p:spPr/>
        <p:txBody>
          <a:bodyPr/>
          <a:lstStyle/>
          <a:p>
            <a:pPr lvl="0" eaLnBrk="1" hangingPunct="1">
              <a:spcBef>
                <a:spcPct val="50000"/>
              </a:spcBef>
            </a:pPr>
            <a:endParaRPr lang="en-US" altLang="x-none" dirty="0"/>
          </a:p>
        </p:txBody>
      </p:sp>
      <p:sp>
        <p:nvSpPr>
          <p:cNvPr id="6" name="灯片编号占位符 5"/>
          <p:cNvSpPr>
            <a:spLocks noGrp="1"/>
          </p:cNvSpPr>
          <p:nvPr>
            <p:ph type="sldNum" sz="quarter" idx="12"/>
          </p:nvPr>
        </p:nvSpPr>
        <p:spPr/>
        <p:txBody>
          <a:bodyPr/>
          <a:lstStyle/>
          <a:p>
            <a:pPr lvl="0" eaLnBrk="1" hangingPunct="1">
              <a:spcBef>
                <a:spcPct val="50000"/>
              </a:spcBef>
            </a:pPr>
            <a:fld id="{9A0DB2DC-4C9A-4742-B13C-FB6460FD3503}" type="slidenum">
              <a:rPr lang="zh-CN" altLang="en-US" dirty="0"/>
              <a:t>‹#›</a:t>
            </a:fld>
            <a:endParaRPr lang="zh-CN" altLang="en-US" dirty="0"/>
          </a:p>
        </p:txBody>
      </p:sp>
    </p:spTree>
    <p:extLst>
      <p:ext uri="{BB962C8B-B14F-4D97-AF65-F5344CB8AC3E}">
        <p14:creationId xmlns:p14="http://schemas.microsoft.com/office/powerpoint/2010/main" val="4064367870"/>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lvl="0" eaLnBrk="1" hangingPunct="1">
              <a:spcBef>
                <a:spcPct val="50000"/>
              </a:spcBef>
            </a:pPr>
            <a:endParaRPr lang="zh-CN" altLang="en-US" dirty="0"/>
          </a:p>
        </p:txBody>
      </p:sp>
      <p:sp>
        <p:nvSpPr>
          <p:cNvPr id="5" name="页脚占位符 4"/>
          <p:cNvSpPr>
            <a:spLocks noGrp="1"/>
          </p:cNvSpPr>
          <p:nvPr>
            <p:ph type="ftr" sz="quarter" idx="11"/>
          </p:nvPr>
        </p:nvSpPr>
        <p:spPr/>
        <p:txBody>
          <a:bodyPr/>
          <a:lstStyle/>
          <a:p>
            <a:pPr lvl="0" eaLnBrk="1" hangingPunct="1">
              <a:spcBef>
                <a:spcPct val="50000"/>
              </a:spcBef>
            </a:pPr>
            <a:endParaRPr lang="en-US" altLang="x-none" dirty="0"/>
          </a:p>
        </p:txBody>
      </p:sp>
      <p:sp>
        <p:nvSpPr>
          <p:cNvPr id="6" name="灯片编号占位符 5"/>
          <p:cNvSpPr>
            <a:spLocks noGrp="1"/>
          </p:cNvSpPr>
          <p:nvPr>
            <p:ph type="sldNum" sz="quarter" idx="12"/>
          </p:nvPr>
        </p:nvSpPr>
        <p:spPr/>
        <p:txBody>
          <a:bodyPr/>
          <a:lstStyle/>
          <a:p>
            <a:pPr lvl="0" eaLnBrk="1" hangingPunct="1">
              <a:spcBef>
                <a:spcPct val="50000"/>
              </a:spcBef>
            </a:pPr>
            <a:fld id="{9A0DB2DC-4C9A-4742-B13C-FB6460FD3503}" type="slidenum">
              <a:rPr lang="zh-CN" altLang="en-US" dirty="0"/>
              <a:t>‹#›</a:t>
            </a:fld>
            <a:endParaRPr lang="zh-CN" altLang="en-US" dirty="0"/>
          </a:p>
        </p:txBody>
      </p:sp>
    </p:spTree>
    <p:extLst>
      <p:ext uri="{BB962C8B-B14F-4D97-AF65-F5344CB8AC3E}">
        <p14:creationId xmlns:p14="http://schemas.microsoft.com/office/powerpoint/2010/main" val="884931305"/>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319213"/>
            <a:ext cx="3808476" cy="46116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9724" y="1319213"/>
            <a:ext cx="3808476" cy="46116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lvl="0" eaLnBrk="1" hangingPunct="1">
              <a:spcBef>
                <a:spcPct val="50000"/>
              </a:spcBef>
            </a:pPr>
            <a:endParaRPr lang="zh-CN" altLang="en-US" dirty="0"/>
          </a:p>
        </p:txBody>
      </p:sp>
      <p:sp>
        <p:nvSpPr>
          <p:cNvPr id="6" name="页脚占位符 5"/>
          <p:cNvSpPr>
            <a:spLocks noGrp="1"/>
          </p:cNvSpPr>
          <p:nvPr>
            <p:ph type="ftr" sz="quarter" idx="11"/>
          </p:nvPr>
        </p:nvSpPr>
        <p:spPr/>
        <p:txBody>
          <a:bodyPr/>
          <a:lstStyle/>
          <a:p>
            <a:pPr lvl="0" eaLnBrk="1" hangingPunct="1">
              <a:spcBef>
                <a:spcPct val="50000"/>
              </a:spcBef>
            </a:pPr>
            <a:endParaRPr lang="en-US" altLang="x-none" dirty="0"/>
          </a:p>
        </p:txBody>
      </p:sp>
      <p:sp>
        <p:nvSpPr>
          <p:cNvPr id="7" name="灯片编号占位符 6"/>
          <p:cNvSpPr>
            <a:spLocks noGrp="1"/>
          </p:cNvSpPr>
          <p:nvPr>
            <p:ph type="sldNum" sz="quarter" idx="12"/>
          </p:nvPr>
        </p:nvSpPr>
        <p:spPr/>
        <p:txBody>
          <a:bodyPr/>
          <a:lstStyle/>
          <a:p>
            <a:pPr lvl="0" eaLnBrk="1" hangingPunct="1">
              <a:spcBef>
                <a:spcPct val="50000"/>
              </a:spcBef>
            </a:pPr>
            <a:fld id="{9A0DB2DC-4C9A-4742-B13C-FB6460FD3503}" type="slidenum">
              <a:rPr lang="zh-CN" altLang="en-US" dirty="0"/>
              <a:t>‹#›</a:t>
            </a:fld>
            <a:endParaRPr lang="zh-CN" altLang="en-US" dirty="0"/>
          </a:p>
        </p:txBody>
      </p:sp>
    </p:spTree>
    <p:extLst>
      <p:ext uri="{BB962C8B-B14F-4D97-AF65-F5344CB8AC3E}">
        <p14:creationId xmlns:p14="http://schemas.microsoft.com/office/powerpoint/2010/main" val="4163656702"/>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lvl="0" eaLnBrk="1" hangingPunct="1">
              <a:spcBef>
                <a:spcPct val="50000"/>
              </a:spcBef>
            </a:pPr>
            <a:endParaRPr lang="zh-CN" altLang="en-US" dirty="0"/>
          </a:p>
        </p:txBody>
      </p:sp>
      <p:sp>
        <p:nvSpPr>
          <p:cNvPr id="8" name="页脚占位符 7"/>
          <p:cNvSpPr>
            <a:spLocks noGrp="1"/>
          </p:cNvSpPr>
          <p:nvPr>
            <p:ph type="ftr" sz="quarter" idx="11"/>
          </p:nvPr>
        </p:nvSpPr>
        <p:spPr/>
        <p:txBody>
          <a:bodyPr/>
          <a:lstStyle/>
          <a:p>
            <a:pPr lvl="0" eaLnBrk="1" hangingPunct="1">
              <a:spcBef>
                <a:spcPct val="50000"/>
              </a:spcBef>
            </a:pPr>
            <a:endParaRPr lang="en-US" altLang="x-none" dirty="0"/>
          </a:p>
        </p:txBody>
      </p:sp>
      <p:sp>
        <p:nvSpPr>
          <p:cNvPr id="9" name="灯片编号占位符 8"/>
          <p:cNvSpPr>
            <a:spLocks noGrp="1"/>
          </p:cNvSpPr>
          <p:nvPr>
            <p:ph type="sldNum" sz="quarter" idx="12"/>
          </p:nvPr>
        </p:nvSpPr>
        <p:spPr/>
        <p:txBody>
          <a:bodyPr/>
          <a:lstStyle/>
          <a:p>
            <a:pPr lvl="0" eaLnBrk="1" hangingPunct="1">
              <a:spcBef>
                <a:spcPct val="50000"/>
              </a:spcBef>
            </a:pPr>
            <a:fld id="{9A0DB2DC-4C9A-4742-B13C-FB6460FD3503}" type="slidenum">
              <a:rPr lang="zh-CN" altLang="en-US" dirty="0"/>
              <a:t>‹#›</a:t>
            </a:fld>
            <a:endParaRPr lang="zh-CN" altLang="en-US" dirty="0"/>
          </a:p>
        </p:txBody>
      </p:sp>
    </p:spTree>
    <p:extLst>
      <p:ext uri="{BB962C8B-B14F-4D97-AF65-F5344CB8AC3E}">
        <p14:creationId xmlns:p14="http://schemas.microsoft.com/office/powerpoint/2010/main" val="2809233062"/>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eaLnBrk="1" hangingPunct="1">
              <a:spcBef>
                <a:spcPct val="50000"/>
              </a:spcBef>
            </a:pPr>
            <a:endParaRPr lang="zh-CN" altLang="en-US" dirty="0"/>
          </a:p>
        </p:txBody>
      </p:sp>
      <p:sp>
        <p:nvSpPr>
          <p:cNvPr id="4" name="页脚占位符 3"/>
          <p:cNvSpPr>
            <a:spLocks noGrp="1"/>
          </p:cNvSpPr>
          <p:nvPr>
            <p:ph type="ftr" sz="quarter" idx="11"/>
          </p:nvPr>
        </p:nvSpPr>
        <p:spPr/>
        <p:txBody>
          <a:bodyPr/>
          <a:lstStyle/>
          <a:p>
            <a:pPr lvl="0" eaLnBrk="1" hangingPunct="1">
              <a:spcBef>
                <a:spcPct val="50000"/>
              </a:spcBef>
            </a:pPr>
            <a:endParaRPr lang="en-US" altLang="x-none" dirty="0"/>
          </a:p>
        </p:txBody>
      </p:sp>
      <p:sp>
        <p:nvSpPr>
          <p:cNvPr id="5" name="灯片编号占位符 4"/>
          <p:cNvSpPr>
            <a:spLocks noGrp="1"/>
          </p:cNvSpPr>
          <p:nvPr>
            <p:ph type="sldNum" sz="quarter" idx="12"/>
          </p:nvPr>
        </p:nvSpPr>
        <p:spPr/>
        <p:txBody>
          <a:bodyPr/>
          <a:lstStyle/>
          <a:p>
            <a:pPr lvl="0" eaLnBrk="1" hangingPunct="1">
              <a:spcBef>
                <a:spcPct val="50000"/>
              </a:spcBef>
            </a:pPr>
            <a:fld id="{9A0DB2DC-4C9A-4742-B13C-FB6460FD3503}" type="slidenum">
              <a:rPr lang="zh-CN" altLang="en-US" dirty="0"/>
              <a:t>‹#›</a:t>
            </a:fld>
            <a:endParaRPr lang="zh-CN" altLang="en-US" dirty="0"/>
          </a:p>
        </p:txBody>
      </p:sp>
    </p:spTree>
    <p:extLst>
      <p:ext uri="{BB962C8B-B14F-4D97-AF65-F5344CB8AC3E}">
        <p14:creationId xmlns:p14="http://schemas.microsoft.com/office/powerpoint/2010/main" val="256519915"/>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eaLnBrk="1" hangingPunct="1">
              <a:spcBef>
                <a:spcPct val="50000"/>
              </a:spcBef>
            </a:pPr>
            <a:endParaRPr lang="zh-CN" altLang="en-US" dirty="0"/>
          </a:p>
        </p:txBody>
      </p:sp>
      <p:sp>
        <p:nvSpPr>
          <p:cNvPr id="3" name="页脚占位符 2"/>
          <p:cNvSpPr>
            <a:spLocks noGrp="1"/>
          </p:cNvSpPr>
          <p:nvPr>
            <p:ph type="ftr" sz="quarter" idx="11"/>
          </p:nvPr>
        </p:nvSpPr>
        <p:spPr/>
        <p:txBody>
          <a:bodyPr/>
          <a:lstStyle/>
          <a:p>
            <a:pPr lvl="0" eaLnBrk="1" hangingPunct="1">
              <a:spcBef>
                <a:spcPct val="50000"/>
              </a:spcBef>
            </a:pPr>
            <a:endParaRPr lang="en-US" altLang="x-none" dirty="0"/>
          </a:p>
        </p:txBody>
      </p:sp>
      <p:sp>
        <p:nvSpPr>
          <p:cNvPr id="4" name="灯片编号占位符 3"/>
          <p:cNvSpPr>
            <a:spLocks noGrp="1"/>
          </p:cNvSpPr>
          <p:nvPr>
            <p:ph type="sldNum" sz="quarter" idx="12"/>
          </p:nvPr>
        </p:nvSpPr>
        <p:spPr/>
        <p:txBody>
          <a:bodyPr/>
          <a:lstStyle/>
          <a:p>
            <a:pPr lvl="0" eaLnBrk="1" hangingPunct="1">
              <a:spcBef>
                <a:spcPct val="50000"/>
              </a:spcBef>
            </a:pPr>
            <a:fld id="{9A0DB2DC-4C9A-4742-B13C-FB6460FD3503}" type="slidenum">
              <a:rPr lang="zh-CN" altLang="en-US" dirty="0"/>
              <a:t>‹#›</a:t>
            </a:fld>
            <a:endParaRPr lang="zh-CN" altLang="en-US" dirty="0"/>
          </a:p>
        </p:txBody>
      </p:sp>
    </p:spTree>
    <p:extLst>
      <p:ext uri="{BB962C8B-B14F-4D97-AF65-F5344CB8AC3E}">
        <p14:creationId xmlns:p14="http://schemas.microsoft.com/office/powerpoint/2010/main" val="1812446934"/>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eaLnBrk="1" hangingPunct="1">
              <a:spcBef>
                <a:spcPct val="50000"/>
              </a:spcBef>
            </a:pPr>
            <a:endParaRPr lang="zh-CN" altLang="en-US" dirty="0"/>
          </a:p>
        </p:txBody>
      </p:sp>
      <p:sp>
        <p:nvSpPr>
          <p:cNvPr id="6" name="页脚占位符 5"/>
          <p:cNvSpPr>
            <a:spLocks noGrp="1"/>
          </p:cNvSpPr>
          <p:nvPr>
            <p:ph type="ftr" sz="quarter" idx="11"/>
          </p:nvPr>
        </p:nvSpPr>
        <p:spPr/>
        <p:txBody>
          <a:bodyPr/>
          <a:lstStyle/>
          <a:p>
            <a:pPr lvl="0" eaLnBrk="1" hangingPunct="1">
              <a:spcBef>
                <a:spcPct val="50000"/>
              </a:spcBef>
            </a:pPr>
            <a:endParaRPr lang="en-US" altLang="x-none" dirty="0"/>
          </a:p>
        </p:txBody>
      </p:sp>
      <p:sp>
        <p:nvSpPr>
          <p:cNvPr id="7" name="灯片编号占位符 6"/>
          <p:cNvSpPr>
            <a:spLocks noGrp="1"/>
          </p:cNvSpPr>
          <p:nvPr>
            <p:ph type="sldNum" sz="quarter" idx="12"/>
          </p:nvPr>
        </p:nvSpPr>
        <p:spPr/>
        <p:txBody>
          <a:bodyPr/>
          <a:lstStyle/>
          <a:p>
            <a:pPr lvl="0" eaLnBrk="1" hangingPunct="1">
              <a:spcBef>
                <a:spcPct val="50000"/>
              </a:spcBef>
            </a:pPr>
            <a:fld id="{9A0DB2DC-4C9A-4742-B13C-FB6460FD3503}" type="slidenum">
              <a:rPr lang="zh-CN" altLang="en-US" dirty="0"/>
              <a:t>‹#›</a:t>
            </a:fld>
            <a:endParaRPr lang="zh-CN" altLang="en-US" dirty="0"/>
          </a:p>
        </p:txBody>
      </p:sp>
    </p:spTree>
    <p:extLst>
      <p:ext uri="{BB962C8B-B14F-4D97-AF65-F5344CB8AC3E}">
        <p14:creationId xmlns:p14="http://schemas.microsoft.com/office/powerpoint/2010/main" val="1006967448"/>
      </p:ext>
    </p:extLst>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eaLnBrk="1" hangingPunct="1">
              <a:spcBef>
                <a:spcPct val="50000"/>
              </a:spcBef>
            </a:pPr>
            <a:endParaRPr lang="zh-CN" altLang="en-US" dirty="0"/>
          </a:p>
        </p:txBody>
      </p:sp>
      <p:sp>
        <p:nvSpPr>
          <p:cNvPr id="6" name="页脚占位符 5"/>
          <p:cNvSpPr>
            <a:spLocks noGrp="1"/>
          </p:cNvSpPr>
          <p:nvPr>
            <p:ph type="ftr" sz="quarter" idx="11"/>
          </p:nvPr>
        </p:nvSpPr>
        <p:spPr/>
        <p:txBody>
          <a:bodyPr/>
          <a:lstStyle/>
          <a:p>
            <a:pPr lvl="0" eaLnBrk="1" hangingPunct="1">
              <a:spcBef>
                <a:spcPct val="50000"/>
              </a:spcBef>
            </a:pPr>
            <a:endParaRPr lang="en-US" altLang="x-none" dirty="0"/>
          </a:p>
        </p:txBody>
      </p:sp>
      <p:sp>
        <p:nvSpPr>
          <p:cNvPr id="7" name="灯片编号占位符 6"/>
          <p:cNvSpPr>
            <a:spLocks noGrp="1"/>
          </p:cNvSpPr>
          <p:nvPr>
            <p:ph type="sldNum" sz="quarter" idx="12"/>
          </p:nvPr>
        </p:nvSpPr>
        <p:spPr/>
        <p:txBody>
          <a:bodyPr/>
          <a:lstStyle/>
          <a:p>
            <a:pPr lvl="0" eaLnBrk="1" hangingPunct="1">
              <a:spcBef>
                <a:spcPct val="50000"/>
              </a:spcBef>
            </a:pPr>
            <a:fld id="{9A0DB2DC-4C9A-4742-B13C-FB6460FD3503}" type="slidenum">
              <a:rPr lang="zh-CN" altLang="en-US" dirty="0"/>
              <a:t>‹#›</a:t>
            </a:fld>
            <a:endParaRPr lang="zh-CN" altLang="en-US" dirty="0"/>
          </a:p>
        </p:txBody>
      </p:sp>
    </p:spTree>
    <p:extLst>
      <p:ext uri="{BB962C8B-B14F-4D97-AF65-F5344CB8AC3E}">
        <p14:creationId xmlns:p14="http://schemas.microsoft.com/office/powerpoint/2010/main" val="388561170"/>
      </p:ext>
    </p:extLst>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eaLnBrk="1" hangingPunct="1">
              <a:spcBef>
                <a:spcPct val="50000"/>
              </a:spcBef>
            </a:pPr>
            <a:endParaRPr lang="zh-CN" altLang="en-US" dirty="0"/>
          </a:p>
        </p:txBody>
      </p:sp>
      <p:sp>
        <p:nvSpPr>
          <p:cNvPr id="5" name="页脚占位符 4"/>
          <p:cNvSpPr>
            <a:spLocks noGrp="1"/>
          </p:cNvSpPr>
          <p:nvPr>
            <p:ph type="ftr" sz="quarter" idx="11"/>
          </p:nvPr>
        </p:nvSpPr>
        <p:spPr/>
        <p:txBody>
          <a:bodyPr/>
          <a:lstStyle/>
          <a:p>
            <a:pPr lvl="0" eaLnBrk="1" hangingPunct="1">
              <a:spcBef>
                <a:spcPct val="50000"/>
              </a:spcBef>
            </a:pPr>
            <a:endParaRPr lang="en-US" altLang="x-none" dirty="0"/>
          </a:p>
        </p:txBody>
      </p:sp>
      <p:sp>
        <p:nvSpPr>
          <p:cNvPr id="6" name="灯片编号占位符 5"/>
          <p:cNvSpPr>
            <a:spLocks noGrp="1"/>
          </p:cNvSpPr>
          <p:nvPr>
            <p:ph type="sldNum" sz="quarter" idx="12"/>
          </p:nvPr>
        </p:nvSpPr>
        <p:spPr/>
        <p:txBody>
          <a:bodyPr/>
          <a:lstStyle/>
          <a:p>
            <a:pPr lvl="0" eaLnBrk="1" hangingPunct="1">
              <a:spcBef>
                <a:spcPct val="50000"/>
              </a:spcBef>
            </a:pPr>
            <a:fld id="{9A0DB2DC-4C9A-4742-B13C-FB6460FD3503}" type="slidenum">
              <a:rPr lang="zh-CN" altLang="en-US" dirty="0"/>
              <a:t>‹#›</a:t>
            </a:fld>
            <a:endParaRPr lang="zh-CN" altLang="en-US" dirty="0"/>
          </a:p>
        </p:txBody>
      </p:sp>
    </p:spTree>
    <p:extLst>
      <p:ext uri="{BB962C8B-B14F-4D97-AF65-F5344CB8AC3E}">
        <p14:creationId xmlns:p14="http://schemas.microsoft.com/office/powerpoint/2010/main" val="2476787511"/>
      </p:ext>
    </p:extLst>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48488" y="404813"/>
            <a:ext cx="2087563" cy="5526087"/>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404813"/>
            <a:ext cx="6141669" cy="552608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eaLnBrk="1" hangingPunct="1">
              <a:spcBef>
                <a:spcPct val="50000"/>
              </a:spcBef>
            </a:pPr>
            <a:endParaRPr lang="zh-CN" altLang="en-US" dirty="0"/>
          </a:p>
        </p:txBody>
      </p:sp>
      <p:sp>
        <p:nvSpPr>
          <p:cNvPr id="5" name="页脚占位符 4"/>
          <p:cNvSpPr>
            <a:spLocks noGrp="1"/>
          </p:cNvSpPr>
          <p:nvPr>
            <p:ph type="ftr" sz="quarter" idx="11"/>
          </p:nvPr>
        </p:nvSpPr>
        <p:spPr/>
        <p:txBody>
          <a:bodyPr/>
          <a:lstStyle/>
          <a:p>
            <a:pPr lvl="0" eaLnBrk="1" hangingPunct="1">
              <a:spcBef>
                <a:spcPct val="50000"/>
              </a:spcBef>
            </a:pPr>
            <a:endParaRPr lang="en-US" altLang="x-none" dirty="0"/>
          </a:p>
        </p:txBody>
      </p:sp>
      <p:sp>
        <p:nvSpPr>
          <p:cNvPr id="6" name="灯片编号占位符 5"/>
          <p:cNvSpPr>
            <a:spLocks noGrp="1"/>
          </p:cNvSpPr>
          <p:nvPr>
            <p:ph type="sldNum" sz="quarter" idx="12"/>
          </p:nvPr>
        </p:nvSpPr>
        <p:spPr/>
        <p:txBody>
          <a:bodyPr/>
          <a:lstStyle/>
          <a:p>
            <a:pPr lvl="0" eaLnBrk="1" hangingPunct="1">
              <a:spcBef>
                <a:spcPct val="50000"/>
              </a:spcBef>
            </a:pPr>
            <a:fld id="{9A0DB2DC-4C9A-4742-B13C-FB6460FD3503}" type="slidenum">
              <a:rPr lang="zh-CN" altLang="en-US" dirty="0"/>
              <a:t>‹#›</a:t>
            </a:fld>
            <a:endParaRPr lang="zh-CN" altLang="en-US" dirty="0"/>
          </a:p>
        </p:txBody>
      </p:sp>
    </p:spTree>
    <p:extLst>
      <p:ext uri="{BB962C8B-B14F-4D97-AF65-F5344CB8AC3E}">
        <p14:creationId xmlns:p14="http://schemas.microsoft.com/office/powerpoint/2010/main" val="3903699658"/>
      </p:ext>
    </p:extLst>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xAndChart" preserve="1">
  <p:cSld name="标题，文本与图表">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文本占位符 2"/>
          <p:cNvSpPr>
            <a:spLocks noGrp="1"/>
          </p:cNvSpPr>
          <p:nvPr>
            <p:ph type="body" sz="half" idx="1"/>
          </p:nvPr>
        </p:nvSpPr>
        <p:spPr>
          <a:xfrm>
            <a:off x="6286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图表占位符 3"/>
          <p:cNvSpPr>
            <a:spLocks noGrp="1"/>
          </p:cNvSpPr>
          <p:nvPr>
            <p:ph type="chart" sz="half" idx="2"/>
          </p:nvPr>
        </p:nvSpPr>
        <p:spPr>
          <a:xfrm>
            <a:off x="4629150" y="1825625"/>
            <a:ext cx="3886200" cy="4351338"/>
          </a:xfrm>
        </p:spPr>
        <p:txBody>
          <a:bodyPr/>
          <a:lstStyle/>
          <a:p>
            <a:endParaRPr lang="zh-CN" altLang="en-US"/>
          </a:p>
        </p:txBody>
      </p:sp>
      <p:sp>
        <p:nvSpPr>
          <p:cNvPr id="5" name="日期占位符 4"/>
          <p:cNvSpPr>
            <a:spLocks noGrp="1"/>
          </p:cNvSpPr>
          <p:nvPr>
            <p:ph type="dt" sz="half" idx="10"/>
          </p:nvPr>
        </p:nvSpPr>
        <p:spPr/>
        <p:txBody>
          <a:bodyPr/>
          <a:lstStyle/>
          <a:p>
            <a:pPr lvl="0" eaLnBrk="1" hangingPunct="1">
              <a:spcBef>
                <a:spcPct val="50000"/>
              </a:spcBef>
            </a:pPr>
            <a:endParaRPr lang="zh-CN" altLang="en-US" dirty="0"/>
          </a:p>
        </p:txBody>
      </p:sp>
      <p:sp>
        <p:nvSpPr>
          <p:cNvPr id="6" name="页脚占位符 5"/>
          <p:cNvSpPr>
            <a:spLocks noGrp="1"/>
          </p:cNvSpPr>
          <p:nvPr>
            <p:ph type="ftr" sz="quarter" idx="11"/>
          </p:nvPr>
        </p:nvSpPr>
        <p:spPr/>
        <p:txBody>
          <a:bodyPr/>
          <a:lstStyle/>
          <a:p>
            <a:pPr lvl="0" eaLnBrk="1" hangingPunct="1">
              <a:spcBef>
                <a:spcPct val="50000"/>
              </a:spcBef>
            </a:pPr>
            <a:endParaRPr lang="en-US" altLang="x-none" dirty="0"/>
          </a:p>
        </p:txBody>
      </p:sp>
      <p:sp>
        <p:nvSpPr>
          <p:cNvPr id="7" name="灯片编号占位符 6"/>
          <p:cNvSpPr>
            <a:spLocks noGrp="1"/>
          </p:cNvSpPr>
          <p:nvPr>
            <p:ph type="sldNum" sz="quarter" idx="12"/>
          </p:nvPr>
        </p:nvSpPr>
        <p:spPr/>
        <p:txBody>
          <a:bodyPr/>
          <a:lstStyle/>
          <a:p>
            <a:pPr lvl="0" eaLnBrk="1" hangingPunct="1">
              <a:spcBef>
                <a:spcPct val="50000"/>
              </a:spcBef>
            </a:pPr>
            <a:fld id="{9A0DB2DC-4C9A-4742-B13C-FB6460FD3503}" type="slidenum">
              <a:rPr lang="zh-CN" altLang="en-US" dirty="0"/>
              <a:t>‹#›</a:t>
            </a:fld>
            <a:endParaRPr lang="zh-CN" altLang="en-US" dirty="0"/>
          </a:p>
        </p:txBody>
      </p:sp>
    </p:spTree>
    <p:extLst>
      <p:ext uri="{BB962C8B-B14F-4D97-AF65-F5344CB8AC3E}">
        <p14:creationId xmlns:p14="http://schemas.microsoft.com/office/powerpoint/2010/main" val="2801239897"/>
      </p:ext>
    </p:extLst>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tbl">
  <p:cSld name="标题和表格">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90600" y="457200"/>
            <a:ext cx="7772400" cy="1143000"/>
          </a:xfrm>
        </p:spPr>
        <p:txBody>
          <a:bodyPr/>
          <a:lstStyle/>
          <a:p>
            <a:r>
              <a:rPr lang="zh-CN" altLang="en-US"/>
              <a:t>单击此处编辑母版标题样式</a:t>
            </a:r>
          </a:p>
        </p:txBody>
      </p:sp>
      <p:sp>
        <p:nvSpPr>
          <p:cNvPr id="3" name="表格占位符 2"/>
          <p:cNvSpPr>
            <a:spLocks noGrp="1"/>
          </p:cNvSpPr>
          <p:nvPr>
            <p:ph type="tbl" idx="1"/>
          </p:nvPr>
        </p:nvSpPr>
        <p:spPr>
          <a:xfrm>
            <a:off x="990600" y="1828800"/>
            <a:ext cx="7772400" cy="41148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1" lang="zh-CN" altLang="en-US" sz="2800" b="0" i="0" u="none" strike="noStrike" kern="0" cap="none" spc="0" normalizeH="0" baseline="0" noProof="0">
              <a:ln>
                <a:noFill/>
              </a:ln>
              <a:solidFill>
                <a:schemeClr val="tx1"/>
              </a:solidFill>
              <a:effectLst/>
              <a:uLnTx/>
              <a:uFillTx/>
              <a:latin typeface="+mn-lt"/>
              <a:ea typeface="+mn-ea"/>
              <a:cs typeface="宋体" panose="02010600030101010101" pitchFamily="2" charset="-122"/>
            </a:endParaRPr>
          </a:p>
        </p:txBody>
      </p:sp>
      <p:sp>
        <p:nvSpPr>
          <p:cNvPr id="19" name="Rectangle 8"/>
          <p:cNvSpPr>
            <a:spLocks noGrp="1" noChangeArrowheads="1"/>
          </p:cNvSpPr>
          <p:nvPr>
            <p:ph type="dt" sz="half" idx="2"/>
          </p:nvPr>
        </p:nvSpPr>
        <p:spPr bwMode="auto">
          <a:xfrm>
            <a:off x="685800" y="6083300"/>
            <a:ext cx="1905000" cy="457200"/>
          </a:xfrm>
          <a:prstGeom prst="rect">
            <a:avLst/>
          </a:prstGeom>
        </p:spPr>
        <p:txBody>
          <a:bodyPr vert="horz" wrap="square" lIns="91440" tIns="45720" rIns="91440" bIns="45720" numCol="1" anchor="t" anchorCtr="0" compatLnSpc="1"/>
          <a:lstStyle>
            <a:lvl1pPr>
              <a:defRPr/>
            </a:lvl1pPr>
          </a:lstStyle>
          <a:p>
            <a:pPr marL="0" marR="0" indent="0" algn="l" defTabSz="914400" rtl="0" eaLnBrk="1" fontAlgn="base" latinLnBrk="0" hangingPunct="1">
              <a:lnSpc>
                <a:spcPct val="100000"/>
              </a:lnSpc>
              <a:spcAft>
                <a:spcPct val="0"/>
              </a:spcAft>
              <a:buClrTx/>
              <a:buSzTx/>
              <a:buFontTx/>
              <a:buNone/>
              <a:defRPr/>
            </a:pPr>
            <a:endParaRPr kumimoji="1" lang="en-US" altLang="zh-CN" b="0" i="0" kern="1200" cap="none" spc="0" normalizeH="0" baseline="0" noProof="0">
              <a:solidFill>
                <a:schemeClr val="tx1"/>
              </a:solidFill>
              <a:latin typeface="Times New Roman" panose="02020603050405020304" pitchFamily="2" charset="0"/>
              <a:ea typeface="宋体" panose="02010600030101010101" pitchFamily="2" charset="-122"/>
              <a:cs typeface="+mn-cs"/>
            </a:endParaRPr>
          </a:p>
        </p:txBody>
      </p:sp>
      <p:sp>
        <p:nvSpPr>
          <p:cNvPr id="20" name="Rectangle 9"/>
          <p:cNvSpPr>
            <a:spLocks noGrp="1" noChangeArrowheads="1"/>
          </p:cNvSpPr>
          <p:nvPr>
            <p:ph type="ftr" sz="quarter" idx="3"/>
          </p:nvPr>
        </p:nvSpPr>
        <p:spPr bwMode="auto">
          <a:xfrm>
            <a:off x="3124200" y="6083300"/>
            <a:ext cx="2895600" cy="457200"/>
          </a:xfrm>
          <a:prstGeom prst="rect">
            <a:avLst/>
          </a:prstGeom>
        </p:spPr>
        <p:txBody>
          <a:bodyPr vert="horz" wrap="square" lIns="91440" tIns="45720" rIns="91440" bIns="45720" numCol="1" anchor="t" anchorCtr="0" compatLnSpc="1"/>
          <a:lstStyle>
            <a:lvl1pPr>
              <a:defRPr/>
            </a:lvl1pPr>
          </a:lstStyle>
          <a:p>
            <a:pPr marL="0" marR="0" indent="0" defTabSz="914400" rtl="0" eaLnBrk="1" fontAlgn="base" latinLnBrk="0" hangingPunct="1">
              <a:lnSpc>
                <a:spcPct val="100000"/>
              </a:lnSpc>
              <a:spcAft>
                <a:spcPct val="0"/>
              </a:spcAft>
              <a:buClrTx/>
              <a:buSzTx/>
              <a:buFontTx/>
              <a:buNone/>
              <a:defRPr/>
            </a:pPr>
            <a:endParaRPr kumimoji="1" lang="en-US" altLang="zh-CN" b="0" i="0" kern="1200" cap="none" spc="0" normalizeH="0" baseline="0" noProof="0">
              <a:solidFill>
                <a:schemeClr val="tx1"/>
              </a:solidFill>
              <a:latin typeface="Times New Roman" panose="02020603050405020304" pitchFamily="2" charset="0"/>
              <a:ea typeface="宋体" panose="02010600030101010101" pitchFamily="2" charset="-122"/>
              <a:cs typeface="+mn-cs"/>
            </a:endParaRPr>
          </a:p>
        </p:txBody>
      </p:sp>
      <p:sp>
        <p:nvSpPr>
          <p:cNvPr id="21" name="Rectangle 10"/>
          <p:cNvSpPr>
            <a:spLocks noGrp="1" noChangeArrowheads="1"/>
          </p:cNvSpPr>
          <p:nvPr>
            <p:ph type="sldNum" sz="quarter" idx="4"/>
          </p:nvPr>
        </p:nvSpPr>
        <p:spPr bwMode="auto">
          <a:xfrm>
            <a:off x="6934200" y="6324600"/>
            <a:ext cx="1905000" cy="457200"/>
          </a:xfrm>
          <a:prstGeom prst="rect">
            <a:avLst/>
          </a:prstGeom>
        </p:spPr>
        <p:txBody>
          <a:bodyPr vert="horz" wrap="square" lIns="91440" tIns="45720" rIns="91440" bIns="45720" numCol="1" anchor="t" anchorCtr="0" compatLnSpc="1"/>
          <a:lstStyle/>
          <a:p>
            <a:pPr algn="r">
              <a:spcBef>
                <a:spcPct val="50000"/>
              </a:spcBef>
            </a:pPr>
            <a:fld id="{9A0DB2DC-4C9A-4742-B13C-FB6460FD3503}" type="slidenum">
              <a:rPr lang="en-US" altLang="zh-CN" sz="1400" b="1" dirty="0"/>
              <a:t>‹#›</a:t>
            </a:fld>
            <a:endParaRPr lang="en-US" altLang="zh-CN" sz="1400" b="1" dirty="0"/>
          </a:p>
        </p:txBody>
      </p:sp>
    </p:spTree>
    <p:extLst>
      <p:ext uri="{BB962C8B-B14F-4D97-AF65-F5344CB8AC3E}">
        <p14:creationId xmlns:p14="http://schemas.microsoft.com/office/powerpoint/2010/main" val="1191430531"/>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6" Type="http://schemas.openxmlformats.org/officeDocument/2006/relationships/image" Target="../media/image1.png"/><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slideLayout" Target="../slideLayouts/slideLayout40.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5" Type="http://schemas.openxmlformats.org/officeDocument/2006/relationships/image" Target="../media/image1.png"/><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1263650" y="404813"/>
            <a:ext cx="7772400" cy="720725"/>
          </a:xfrm>
          <a:prstGeom prst="rect">
            <a:avLst/>
          </a:prstGeom>
          <a:noFill/>
          <a:ln w="9525">
            <a:noFill/>
          </a:ln>
        </p:spPr>
        <p:txBody>
          <a:bodyPr anchor="ctr"/>
          <a:lstStyle/>
          <a:p>
            <a:pPr lvl="0"/>
            <a:r>
              <a:rPr lang="zh-CN" altLang="zh-CN" dirty="0"/>
              <a:t>单击以编辑</a:t>
            </a:r>
            <a:r>
              <a:rPr lang="zh-CN" altLang="en-US" dirty="0"/>
              <a:t>母版标题样式</a:t>
            </a:r>
          </a:p>
        </p:txBody>
      </p:sp>
      <p:sp>
        <p:nvSpPr>
          <p:cNvPr id="1027" name="Rectangle 3"/>
          <p:cNvSpPr>
            <a:spLocks noGrp="1"/>
          </p:cNvSpPr>
          <p:nvPr>
            <p:ph type="body"/>
          </p:nvPr>
        </p:nvSpPr>
        <p:spPr>
          <a:xfrm>
            <a:off x="685800" y="1319213"/>
            <a:ext cx="7772400" cy="4611687"/>
          </a:xfrm>
          <a:prstGeom prst="rect">
            <a:avLst/>
          </a:prstGeom>
          <a:noFill/>
          <a:ln w="9525">
            <a:noFill/>
          </a:ln>
        </p:spPr>
        <p:txBody>
          <a:bodyPr anchor="t"/>
          <a:lstStyle/>
          <a:p>
            <a:pPr lvl="0" indent="-342900"/>
            <a:r>
              <a:rPr lang="zh-CN" altLang="en-US" dirty="0"/>
              <a:t>单击以编辑母版文本样式</a:t>
            </a:r>
          </a:p>
          <a:p>
            <a:pPr lvl="1" indent="-285750"/>
            <a:r>
              <a:rPr lang="zh-CN" altLang="en-US" dirty="0"/>
              <a:t>第二级</a:t>
            </a:r>
          </a:p>
          <a:p>
            <a:pPr lvl="2" indent="-228600"/>
            <a:r>
              <a:rPr lang="zh-CN" altLang="en-US" dirty="0"/>
              <a:t>第三级</a:t>
            </a:r>
          </a:p>
          <a:p>
            <a:pPr lvl="3" indent="-228600"/>
            <a:r>
              <a:rPr lang="zh-CN" altLang="en-US" dirty="0"/>
              <a:t>第四级</a:t>
            </a:r>
          </a:p>
          <a:p>
            <a:pPr lvl="4" indent="-228600"/>
            <a:r>
              <a:rPr lang="zh-CN" altLang="en-US" dirty="0"/>
              <a:t>第五级</a:t>
            </a:r>
          </a:p>
        </p:txBody>
      </p:sp>
      <p:sp>
        <p:nvSpPr>
          <p:cNvPr id="221188" name="Rectangle 4"/>
          <p:cNvSpPr>
            <a:spLocks noGrp="1" noChangeArrowheads="1"/>
          </p:cNvSpPr>
          <p:nvPr>
            <p:ph type="dt" sz="half" idx="2"/>
          </p:nvPr>
        </p:nvSpPr>
        <p:spPr bwMode="auto">
          <a:xfrm>
            <a:off x="685800" y="6083300"/>
            <a:ext cx="1905000" cy="457200"/>
          </a:xfrm>
          <a:prstGeom prst="rect">
            <a:avLst/>
          </a:prstGeom>
          <a:noFill/>
          <a:ln w="9525">
            <a:noFill/>
            <a:miter lim="800000"/>
          </a:ln>
        </p:spPr>
        <p:txBody>
          <a:bodyPr vert="horz" wrap="square" lIns="91440" tIns="45720" rIns="91440" bIns="45720" numCol="1" anchor="t" anchorCtr="0" compatLnSpc="1"/>
          <a:lstStyle>
            <a:lvl1pPr eaLnBrk="1" hangingPunct="1">
              <a:spcBef>
                <a:spcPct val="50000"/>
              </a:spcBef>
              <a:defRPr sz="1400" b="0"/>
            </a:lvl1pPr>
          </a:lstStyle>
          <a:p>
            <a:pPr marL="0" marR="0" lvl="0" indent="0" algn="l" defTabSz="914400" rtl="0" eaLnBrk="1" fontAlgn="base" latinLnBrk="0" hangingPunct="1">
              <a:lnSpc>
                <a:spcPct val="100000"/>
              </a:lnSpc>
              <a:spcBef>
                <a:spcPct val="50000"/>
              </a:spcBef>
              <a:spcAft>
                <a:spcPct val="0"/>
              </a:spcAft>
              <a:buClrTx/>
              <a:buSzTx/>
              <a:buFontTx/>
              <a:buNone/>
              <a:defRPr/>
            </a:pPr>
            <a:fld id="{F9F982B8-AFFC-418B-9BD6-A0E9AA89F614}" type="datetime1">
              <a:rPr kumimoji="1"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2023/9/13</a:t>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21189" name="Rectangle 5"/>
          <p:cNvSpPr>
            <a:spLocks noGrp="1" noChangeArrowheads="1"/>
          </p:cNvSpPr>
          <p:nvPr>
            <p:ph type="ftr" sz="quarter" idx="3"/>
          </p:nvPr>
        </p:nvSpPr>
        <p:spPr bwMode="auto">
          <a:xfrm>
            <a:off x="3124200" y="6083300"/>
            <a:ext cx="2895600" cy="457200"/>
          </a:xfrm>
          <a:prstGeom prst="rect">
            <a:avLst/>
          </a:prstGeom>
          <a:noFill/>
          <a:ln w="9525">
            <a:noFill/>
            <a:miter lim="800000"/>
          </a:ln>
        </p:spPr>
        <p:txBody>
          <a:bodyPr vert="horz" wrap="square" lIns="91440" tIns="45720" rIns="91440" bIns="45720" numCol="1" anchor="t" anchorCtr="0" compatLnSpc="1"/>
          <a:lstStyle>
            <a:lvl1pPr algn="ctr" eaLnBrk="1" hangingPunct="1">
              <a:spcBef>
                <a:spcPct val="50000"/>
              </a:spcBef>
              <a:defRPr sz="1400" b="0"/>
            </a:lvl1p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21190" name="Rectangle 6"/>
          <p:cNvSpPr>
            <a:spLocks noGrp="1" noChangeArrowheads="1"/>
          </p:cNvSpPr>
          <p:nvPr>
            <p:ph type="sldNum" sz="quarter" idx="4"/>
          </p:nvPr>
        </p:nvSpPr>
        <p:spPr bwMode="auto">
          <a:xfrm>
            <a:off x="6934200" y="6324600"/>
            <a:ext cx="1905000" cy="457200"/>
          </a:xfrm>
          <a:prstGeom prst="rect">
            <a:avLst/>
          </a:prstGeom>
          <a:noFill/>
          <a:ln w="9525">
            <a:noFill/>
            <a:miter lim="800000"/>
          </a:ln>
        </p:spPr>
        <p:txBody>
          <a:bodyPr vert="horz" wrap="square" lIns="91440" tIns="45720" rIns="91440" bIns="45720" numCol="1" anchor="t" anchorCtr="0" compatLnSpc="1"/>
          <a:lstStyle>
            <a:lvl1pPr algn="r" eaLnBrk="1" hangingPunct="1">
              <a:spcBef>
                <a:spcPct val="50000"/>
              </a:spcBef>
              <a:defRPr sz="1400"/>
            </a:lvl1pPr>
          </a:lstStyle>
          <a:p>
            <a:pPr marL="0" marR="0" lvl="0" indent="0" algn="r" defTabSz="914400" rtl="0" eaLnBrk="1" fontAlgn="base" latinLnBrk="0" hangingPunct="1">
              <a:lnSpc>
                <a:spcPct val="100000"/>
              </a:lnSpc>
              <a:spcBef>
                <a:spcPct val="50000"/>
              </a:spcBef>
              <a:spcAft>
                <a:spcPct val="0"/>
              </a:spcAft>
              <a:buClrTx/>
              <a:buSzTx/>
              <a:buFontTx/>
              <a:buNone/>
              <a:defRPr/>
            </a:pPr>
            <a:fld id="{4F5397D4-4588-47B6-A780-E04050A2A281}" type="slidenum">
              <a:rPr kumimoji="1"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1031" name="Group 7"/>
          <p:cNvGrpSpPr/>
          <p:nvPr/>
        </p:nvGrpSpPr>
        <p:grpSpPr>
          <a:xfrm>
            <a:off x="0" y="6553200"/>
            <a:ext cx="9144000" cy="301625"/>
            <a:chOff x="0" y="4032"/>
            <a:chExt cx="5760" cy="288"/>
          </a:xfrm>
        </p:grpSpPr>
        <p:sp>
          <p:nvSpPr>
            <p:cNvPr id="1035" name="Rectangle 8"/>
            <p:cNvSpPr>
              <a:spLocks noChangeArrowheads="1"/>
            </p:cNvSpPr>
            <p:nvPr/>
          </p:nvSpPr>
          <p:spPr bwMode="auto">
            <a:xfrm>
              <a:off x="0" y="4032"/>
              <a:ext cx="5760" cy="288"/>
            </a:xfrm>
            <a:prstGeom prst="rect">
              <a:avLst/>
            </a:prstGeom>
            <a:solidFill>
              <a:srgbClr val="33CCCC"/>
            </a:solidFill>
            <a:ln w="9525">
              <a:solidFill>
                <a:srgbClr val="33CCCC"/>
              </a:solidFill>
              <a:miter lim="800000"/>
            </a:ln>
          </p:spPr>
          <p:txBody>
            <a:bodyPr/>
            <a:lstStyle>
              <a:lvl1pPr eaLnBrk="0" hangingPunct="0">
                <a:defRPr kumimoji="1"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sym typeface="+mn-ea"/>
                </a:rPr>
                <a:t>                  </a:t>
              </a:r>
            </a:p>
          </p:txBody>
        </p:sp>
        <p:sp>
          <p:nvSpPr>
            <p:cNvPr id="1033" name="Line 9"/>
            <p:cNvSpPr/>
            <p:nvPr/>
          </p:nvSpPr>
          <p:spPr>
            <a:xfrm>
              <a:off x="4464" y="4032"/>
              <a:ext cx="288" cy="288"/>
            </a:xfrm>
            <a:prstGeom prst="line">
              <a:avLst/>
            </a:prstGeom>
            <a:ln w="57150" cap="flat" cmpd="sng">
              <a:solidFill>
                <a:srgbClr val="FFFFFF"/>
              </a:solidFill>
              <a:prstDash val="solid"/>
              <a:round/>
              <a:headEnd type="none" w="med" len="med"/>
              <a:tailEnd type="none" w="med" len="med"/>
            </a:ln>
          </p:spPr>
        </p:sp>
        <p:sp>
          <p:nvSpPr>
            <p:cNvPr id="1034" name="Line 10"/>
            <p:cNvSpPr/>
            <p:nvPr/>
          </p:nvSpPr>
          <p:spPr>
            <a:xfrm>
              <a:off x="4176" y="4032"/>
              <a:ext cx="336" cy="288"/>
            </a:xfrm>
            <a:prstGeom prst="line">
              <a:avLst/>
            </a:prstGeom>
            <a:ln w="57150" cap="flat" cmpd="sng">
              <a:solidFill>
                <a:srgbClr val="FFFFFF"/>
              </a:solidFill>
              <a:prstDash val="solid"/>
              <a:round/>
              <a:headEnd type="none" w="med" len="med"/>
              <a:tailEnd type="none" w="med" len="med"/>
            </a:ln>
          </p:spPr>
        </p:sp>
        <p:sp>
          <p:nvSpPr>
            <p:cNvPr id="2" name="Line 11"/>
            <p:cNvSpPr/>
            <p:nvPr/>
          </p:nvSpPr>
          <p:spPr>
            <a:xfrm>
              <a:off x="4704" y="4032"/>
              <a:ext cx="336" cy="288"/>
            </a:xfrm>
            <a:prstGeom prst="line">
              <a:avLst/>
            </a:prstGeom>
            <a:ln w="57150" cap="flat" cmpd="sng">
              <a:solidFill>
                <a:srgbClr val="FFFFFF"/>
              </a:solidFill>
              <a:prstDash val="solid"/>
              <a:round/>
              <a:headEnd type="none" w="med" len="med"/>
              <a:tailEnd type="none" w="med" len="med"/>
            </a:ln>
          </p:spPr>
        </p:sp>
        <p:sp>
          <p:nvSpPr>
            <p:cNvPr id="1036" name="Line 12"/>
            <p:cNvSpPr/>
            <p:nvPr/>
          </p:nvSpPr>
          <p:spPr>
            <a:xfrm>
              <a:off x="5376" y="4032"/>
              <a:ext cx="384" cy="288"/>
            </a:xfrm>
            <a:prstGeom prst="line">
              <a:avLst/>
            </a:prstGeom>
            <a:ln w="57150" cap="flat" cmpd="sng">
              <a:solidFill>
                <a:srgbClr val="FFFFFF"/>
              </a:solidFill>
              <a:prstDash val="solid"/>
              <a:round/>
              <a:headEnd type="none" w="med" len="med"/>
              <a:tailEnd type="none" w="med" len="med"/>
            </a:ln>
          </p:spPr>
        </p:sp>
        <p:sp>
          <p:nvSpPr>
            <p:cNvPr id="1037" name="Line 13"/>
            <p:cNvSpPr/>
            <p:nvPr/>
          </p:nvSpPr>
          <p:spPr>
            <a:xfrm>
              <a:off x="5184" y="4032"/>
              <a:ext cx="384" cy="288"/>
            </a:xfrm>
            <a:prstGeom prst="line">
              <a:avLst/>
            </a:prstGeom>
            <a:ln w="57150" cap="flat" cmpd="sng">
              <a:solidFill>
                <a:srgbClr val="FFFFFF"/>
              </a:solidFill>
              <a:prstDash val="solid"/>
              <a:round/>
              <a:headEnd type="none" w="med" len="med"/>
              <a:tailEnd type="none" w="med" len="med"/>
            </a:ln>
          </p:spPr>
        </p:sp>
        <p:sp>
          <p:nvSpPr>
            <p:cNvPr id="1038" name="Line 14"/>
            <p:cNvSpPr/>
            <p:nvPr/>
          </p:nvSpPr>
          <p:spPr>
            <a:xfrm>
              <a:off x="5568" y="4032"/>
              <a:ext cx="192" cy="144"/>
            </a:xfrm>
            <a:prstGeom prst="line">
              <a:avLst/>
            </a:prstGeom>
            <a:ln w="57150" cap="flat" cmpd="sng">
              <a:solidFill>
                <a:srgbClr val="FFFFFF"/>
              </a:solidFill>
              <a:prstDash val="solid"/>
              <a:round/>
              <a:headEnd type="none" w="med" len="med"/>
              <a:tailEnd type="none" w="med" len="med"/>
            </a:ln>
          </p:spPr>
        </p:sp>
        <p:sp>
          <p:nvSpPr>
            <p:cNvPr id="1039" name="Line 15"/>
            <p:cNvSpPr/>
            <p:nvPr/>
          </p:nvSpPr>
          <p:spPr>
            <a:xfrm>
              <a:off x="4992" y="4032"/>
              <a:ext cx="336" cy="288"/>
            </a:xfrm>
            <a:prstGeom prst="line">
              <a:avLst/>
            </a:prstGeom>
            <a:ln w="57150" cap="flat" cmpd="sng">
              <a:solidFill>
                <a:srgbClr val="FFFFFF"/>
              </a:solidFill>
              <a:prstDash val="solid"/>
              <a:round/>
              <a:headEnd type="none" w="med" len="med"/>
              <a:tailEnd type="none" w="med" len="med"/>
            </a:ln>
          </p:spPr>
        </p:sp>
      </p:grpSp>
      <p:sp>
        <p:nvSpPr>
          <p:cNvPr id="1040" name="Line 16"/>
          <p:cNvSpPr/>
          <p:nvPr/>
        </p:nvSpPr>
        <p:spPr>
          <a:xfrm>
            <a:off x="468313" y="1176338"/>
            <a:ext cx="8458200" cy="0"/>
          </a:xfrm>
          <a:prstGeom prst="line">
            <a:avLst/>
          </a:prstGeom>
          <a:ln w="57150" cap="flat" cmpd="sng">
            <a:solidFill>
              <a:srgbClr val="33CCCC"/>
            </a:solidFill>
            <a:prstDash val="solid"/>
            <a:round/>
            <a:headEnd type="none" w="med" len="med"/>
            <a:tailEnd type="none" w="med" len="med"/>
          </a:ln>
        </p:spPr>
      </p:sp>
      <p:sp>
        <p:nvSpPr>
          <p:cNvPr id="3" name="Text Box 17"/>
          <p:cNvSpPr txBox="1">
            <a:spLocks noChangeArrowheads="1"/>
          </p:cNvSpPr>
          <p:nvPr/>
        </p:nvSpPr>
        <p:spPr bwMode="auto">
          <a:xfrm>
            <a:off x="457200" y="2514600"/>
            <a:ext cx="8305800" cy="3506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32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sym typeface="+mn-ea"/>
            </a:endParaRPr>
          </a:p>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32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sym typeface="+mn-ea"/>
            </a:endParaRPr>
          </a:p>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32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sym typeface="+mn-ea"/>
            </a:endParaRPr>
          </a:p>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32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sym typeface="+mn-ea"/>
            </a:endParaRPr>
          </a:p>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32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sym typeface="+mn-ea"/>
            </a:endParaRPr>
          </a:p>
        </p:txBody>
      </p:sp>
      <p:pic>
        <p:nvPicPr>
          <p:cNvPr id="1042" name="Picture 18" descr="bupt"/>
          <p:cNvPicPr>
            <a:picLocks noChangeAspect="1"/>
          </p:cNvPicPr>
          <p:nvPr/>
        </p:nvPicPr>
        <p:blipFill>
          <a:blip r:embed="rId15"/>
          <a:stretch>
            <a:fillRect/>
          </a:stretch>
        </p:blipFill>
        <p:spPr>
          <a:xfrm>
            <a:off x="211138" y="228600"/>
            <a:ext cx="1970087" cy="661988"/>
          </a:xfrm>
          <a:prstGeom prst="rect">
            <a:avLst/>
          </a:prstGeom>
          <a:solidFill>
            <a:srgbClr val="438ACB"/>
          </a:solid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p:hf sldNum="0" hdr="0" ftr="0" dt="0"/>
  <p:txStyles>
    <p:titleStyle>
      <a:lvl1pPr algn="r" rtl="0" eaLnBrk="0" fontAlgn="base" hangingPunct="0">
        <a:spcBef>
          <a:spcPct val="0"/>
        </a:spcBef>
        <a:spcAft>
          <a:spcPct val="0"/>
        </a:spcAft>
        <a:defRPr kumimoji="1" sz="3200">
          <a:solidFill>
            <a:srgbClr val="FF3300"/>
          </a:solidFill>
          <a:latin typeface="+mj-lt"/>
          <a:ea typeface="+mj-ea"/>
          <a:cs typeface="+mj-cs"/>
        </a:defRPr>
      </a:lvl1pPr>
      <a:lvl2pPr algn="r" rtl="0" eaLnBrk="0" fontAlgn="base" hangingPunct="0">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2pPr>
      <a:lvl3pPr algn="r" rtl="0" eaLnBrk="0" fontAlgn="base" hangingPunct="0">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3pPr>
      <a:lvl4pPr algn="r" rtl="0" eaLnBrk="0" fontAlgn="base" hangingPunct="0">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4pPr>
      <a:lvl5pPr algn="r" rtl="0" eaLnBrk="0" fontAlgn="base" hangingPunct="0">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5pPr>
      <a:lvl6pPr marL="457200" algn="r" rtl="0" fontAlgn="base">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6pPr>
      <a:lvl7pPr marL="914400" algn="r" rtl="0" fontAlgn="base">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7pPr>
      <a:lvl8pPr marL="1371600" algn="r" rtl="0" fontAlgn="base">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8pPr>
      <a:lvl9pPr marL="1828800" algn="r" rtl="0" fontAlgn="base">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vl6pPr marL="2514600" indent="-228600" algn="l" rtl="0" fontAlgn="base">
        <a:spcBef>
          <a:spcPct val="20000"/>
        </a:spcBef>
        <a:spcAft>
          <a:spcPct val="0"/>
        </a:spcAft>
        <a:buChar char="»"/>
        <a:defRPr kumimoji="1" sz="2800">
          <a:solidFill>
            <a:schemeClr val="tx1"/>
          </a:solidFill>
          <a:latin typeface="+mn-lt"/>
          <a:ea typeface="+mn-ea"/>
        </a:defRPr>
      </a:lvl6pPr>
      <a:lvl7pPr marL="2971800" indent="-228600" algn="l" rtl="0" fontAlgn="base">
        <a:spcBef>
          <a:spcPct val="20000"/>
        </a:spcBef>
        <a:spcAft>
          <a:spcPct val="0"/>
        </a:spcAft>
        <a:buChar char="»"/>
        <a:defRPr kumimoji="1" sz="2800">
          <a:solidFill>
            <a:schemeClr val="tx1"/>
          </a:solidFill>
          <a:latin typeface="+mn-lt"/>
          <a:ea typeface="+mn-ea"/>
        </a:defRPr>
      </a:lvl7pPr>
      <a:lvl8pPr marL="3429000" indent="-228600" algn="l" rtl="0" fontAlgn="base">
        <a:spcBef>
          <a:spcPct val="20000"/>
        </a:spcBef>
        <a:spcAft>
          <a:spcPct val="0"/>
        </a:spcAft>
        <a:buChar char="»"/>
        <a:defRPr kumimoji="1" sz="2800">
          <a:solidFill>
            <a:schemeClr val="tx1"/>
          </a:solidFill>
          <a:latin typeface="+mn-lt"/>
          <a:ea typeface="+mn-ea"/>
        </a:defRPr>
      </a:lvl8pPr>
      <a:lvl9pPr marL="3886200" indent="-228600" algn="l" rtl="0" fontAlgn="base">
        <a:spcBef>
          <a:spcPct val="20000"/>
        </a:spcBef>
        <a:spcAft>
          <a:spcPct val="0"/>
        </a:spcAft>
        <a:buChar char="»"/>
        <a:defRPr kumimoji="1" sz="28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p:cNvSpPr>
          <p:nvPr>
            <p:ph type="title"/>
          </p:nvPr>
        </p:nvSpPr>
        <p:spPr>
          <a:xfrm>
            <a:off x="1263650" y="404813"/>
            <a:ext cx="7772400" cy="720725"/>
          </a:xfrm>
          <a:prstGeom prst="rect">
            <a:avLst/>
          </a:prstGeom>
          <a:noFill/>
          <a:ln w="9525">
            <a:noFill/>
          </a:ln>
        </p:spPr>
        <p:txBody>
          <a:bodyPr anchor="ctr"/>
          <a:lstStyle/>
          <a:p>
            <a:pPr lvl="0"/>
            <a:r>
              <a:rPr lang="zh-CN" altLang="zh-CN" dirty="0"/>
              <a:t>单击以编辑</a:t>
            </a:r>
            <a:r>
              <a:rPr lang="zh-CN" altLang="en-US" dirty="0"/>
              <a:t>母版标题样式</a:t>
            </a:r>
          </a:p>
        </p:txBody>
      </p:sp>
      <p:sp>
        <p:nvSpPr>
          <p:cNvPr id="2051" name="Rectangle 3"/>
          <p:cNvSpPr>
            <a:spLocks noGrp="1"/>
          </p:cNvSpPr>
          <p:nvPr>
            <p:ph type="body"/>
          </p:nvPr>
        </p:nvSpPr>
        <p:spPr>
          <a:xfrm>
            <a:off x="685800" y="1319213"/>
            <a:ext cx="7772400" cy="4611687"/>
          </a:xfrm>
          <a:prstGeom prst="rect">
            <a:avLst/>
          </a:prstGeom>
          <a:noFill/>
          <a:ln w="9525">
            <a:noFill/>
          </a:ln>
        </p:spPr>
        <p:txBody>
          <a:bodyPr anchor="t"/>
          <a:lstStyle/>
          <a:p>
            <a:pPr lvl="0" indent="-342900"/>
            <a:r>
              <a:rPr lang="zh-CN" altLang="en-US" dirty="0"/>
              <a:t>单击以编辑母版文本样式</a:t>
            </a:r>
          </a:p>
          <a:p>
            <a:pPr lvl="1" indent="-285750"/>
            <a:r>
              <a:rPr lang="zh-CN" altLang="en-US" dirty="0"/>
              <a:t>第二级</a:t>
            </a:r>
          </a:p>
          <a:p>
            <a:pPr lvl="2" indent="-228600"/>
            <a:r>
              <a:rPr lang="zh-CN" altLang="en-US" dirty="0"/>
              <a:t>第三级</a:t>
            </a:r>
          </a:p>
          <a:p>
            <a:pPr lvl="3" indent="-228600"/>
            <a:r>
              <a:rPr lang="zh-CN" altLang="en-US" dirty="0"/>
              <a:t>第四级</a:t>
            </a:r>
          </a:p>
          <a:p>
            <a:pPr lvl="4" indent="-228600"/>
            <a:r>
              <a:rPr lang="zh-CN" altLang="en-US" dirty="0"/>
              <a:t>第五级</a:t>
            </a:r>
          </a:p>
        </p:txBody>
      </p:sp>
      <p:sp>
        <p:nvSpPr>
          <p:cNvPr id="316420" name="Rectangle 4"/>
          <p:cNvSpPr>
            <a:spLocks noGrp="1" noChangeArrowheads="1"/>
          </p:cNvSpPr>
          <p:nvPr>
            <p:ph type="dt" sz="half" idx="2"/>
          </p:nvPr>
        </p:nvSpPr>
        <p:spPr bwMode="auto">
          <a:xfrm>
            <a:off x="685800" y="6083300"/>
            <a:ext cx="1905000" cy="457200"/>
          </a:xfrm>
          <a:prstGeom prst="rect">
            <a:avLst/>
          </a:prstGeom>
          <a:noFill/>
          <a:ln w="9525">
            <a:noFill/>
            <a:miter lim="800000"/>
          </a:ln>
        </p:spPr>
        <p:txBody>
          <a:bodyPr vert="horz" wrap="square" lIns="91440" tIns="45720" rIns="91440" bIns="45720" numCol="1" anchor="t" anchorCtr="0" compatLnSpc="1"/>
          <a:lstStyle>
            <a:lvl1pPr eaLnBrk="1" hangingPunct="1">
              <a:spcBef>
                <a:spcPct val="50000"/>
              </a:spcBef>
              <a:defRPr sz="1400" b="0">
                <a:solidFill>
                  <a:srgbClr val="000000"/>
                </a:solidFill>
              </a:defRPr>
            </a:lvl1pPr>
          </a:lstStyle>
          <a:p>
            <a:pPr marL="0" marR="0" lvl="0" indent="0" algn="l" defTabSz="914400" rtl="0" eaLnBrk="1" fontAlgn="base" latinLnBrk="0" hangingPunct="1">
              <a:lnSpc>
                <a:spcPct val="100000"/>
              </a:lnSpc>
              <a:spcBef>
                <a:spcPct val="50000"/>
              </a:spcBef>
              <a:spcAft>
                <a:spcPct val="0"/>
              </a:spcAft>
              <a:buClrTx/>
              <a:buSzTx/>
              <a:buFontTx/>
              <a:buNone/>
              <a:defRPr/>
            </a:pPr>
            <a:fld id="{7731A442-0BED-4FBB-A086-3D1141320F7F}" type="datetime1">
              <a:rPr kumimoji="1" lang="zh-CN" altLang="en-US"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2023/9/13</a:t>
            </a:fld>
            <a:endParaRPr kumimoji="1"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16421" name="Rectangle 5"/>
          <p:cNvSpPr>
            <a:spLocks noGrp="1" noChangeArrowheads="1"/>
          </p:cNvSpPr>
          <p:nvPr>
            <p:ph type="ftr" sz="quarter" idx="3"/>
          </p:nvPr>
        </p:nvSpPr>
        <p:spPr bwMode="auto">
          <a:xfrm>
            <a:off x="3124200" y="6083300"/>
            <a:ext cx="2895600" cy="457200"/>
          </a:xfrm>
          <a:prstGeom prst="rect">
            <a:avLst/>
          </a:prstGeom>
          <a:noFill/>
          <a:ln w="9525">
            <a:noFill/>
            <a:miter lim="800000"/>
          </a:ln>
        </p:spPr>
        <p:txBody>
          <a:bodyPr vert="horz" wrap="square" lIns="91440" tIns="45720" rIns="91440" bIns="45720" numCol="1" anchor="t" anchorCtr="0" compatLnSpc="1"/>
          <a:lstStyle>
            <a:lvl1pPr algn="ctr" eaLnBrk="1" hangingPunct="1">
              <a:spcBef>
                <a:spcPct val="50000"/>
              </a:spcBef>
              <a:defRPr sz="1400" b="0">
                <a:solidFill>
                  <a:srgbClr val="000000"/>
                </a:solidFill>
              </a:defRPr>
            </a:lvl1pPr>
          </a:lstStyle>
          <a:p>
            <a:pPr marL="0" marR="0" lvl="0" indent="0" algn="ctr" defTabSz="914400" rtl="0" eaLnBrk="1" fontAlgn="base" latinLnBrk="0" hangingPunct="1">
              <a:lnSpc>
                <a:spcPct val="100000"/>
              </a:lnSpc>
              <a:spcBef>
                <a:spcPct val="50000"/>
              </a:spcBef>
              <a:spcAft>
                <a:spcPct val="0"/>
              </a:spcAft>
              <a:buClrTx/>
              <a:buSzTx/>
              <a:buFontTx/>
              <a:buNone/>
              <a:defRPr/>
            </a:pPr>
            <a:endParaRPr kumimoji="1"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316422" name="Rectangle 6"/>
          <p:cNvSpPr>
            <a:spLocks noGrp="1" noChangeArrowheads="1"/>
          </p:cNvSpPr>
          <p:nvPr>
            <p:ph type="sldNum" sz="quarter" idx="4"/>
          </p:nvPr>
        </p:nvSpPr>
        <p:spPr bwMode="auto">
          <a:xfrm>
            <a:off x="6934200" y="6324600"/>
            <a:ext cx="1905000" cy="457200"/>
          </a:xfrm>
          <a:prstGeom prst="rect">
            <a:avLst/>
          </a:prstGeom>
          <a:noFill/>
          <a:ln w="9525">
            <a:noFill/>
            <a:miter lim="800000"/>
          </a:ln>
        </p:spPr>
        <p:txBody>
          <a:bodyPr vert="horz" wrap="square" lIns="91440" tIns="45720" rIns="91440" bIns="45720" numCol="1" anchor="t" anchorCtr="0" compatLnSpc="1"/>
          <a:lstStyle>
            <a:lvl1pPr algn="r" eaLnBrk="1" hangingPunct="1">
              <a:spcBef>
                <a:spcPct val="50000"/>
              </a:spcBef>
              <a:defRPr sz="1400">
                <a:solidFill>
                  <a:srgbClr val="000000"/>
                </a:solidFill>
              </a:defRPr>
            </a:lvl1pPr>
          </a:lstStyle>
          <a:p>
            <a:pPr marL="0" marR="0" lvl="0" indent="0" algn="r" defTabSz="914400" rtl="0" eaLnBrk="1" fontAlgn="base" latinLnBrk="0" hangingPunct="1">
              <a:lnSpc>
                <a:spcPct val="100000"/>
              </a:lnSpc>
              <a:spcBef>
                <a:spcPct val="50000"/>
              </a:spcBef>
              <a:spcAft>
                <a:spcPct val="0"/>
              </a:spcAft>
              <a:buClrTx/>
              <a:buSzTx/>
              <a:buFontTx/>
              <a:buNone/>
              <a:defRPr/>
            </a:pPr>
            <a:fld id="{280F144E-3A19-454E-ACB4-27BF6F935386}" type="slidenum">
              <a:rPr kumimoji="1" lang="zh-CN" altLang="en-US" sz="1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a:t>
            </a:fld>
            <a:endParaRPr kumimoji="1" lang="en-US" altLang="zh-CN" sz="14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nvGrpSpPr>
          <p:cNvPr id="2055" name="Group 7"/>
          <p:cNvGrpSpPr/>
          <p:nvPr/>
        </p:nvGrpSpPr>
        <p:grpSpPr>
          <a:xfrm>
            <a:off x="0" y="6553200"/>
            <a:ext cx="9144000" cy="301625"/>
            <a:chOff x="0" y="4032"/>
            <a:chExt cx="5760" cy="288"/>
          </a:xfrm>
        </p:grpSpPr>
        <p:sp>
          <p:nvSpPr>
            <p:cNvPr id="1035" name="Rectangle 8"/>
            <p:cNvSpPr>
              <a:spLocks noChangeArrowheads="1"/>
            </p:cNvSpPr>
            <p:nvPr/>
          </p:nvSpPr>
          <p:spPr bwMode="auto">
            <a:xfrm>
              <a:off x="0" y="4032"/>
              <a:ext cx="5760" cy="288"/>
            </a:xfrm>
            <a:prstGeom prst="rect">
              <a:avLst/>
            </a:prstGeom>
            <a:solidFill>
              <a:srgbClr val="33CCCC"/>
            </a:solidFill>
            <a:ln w="9525">
              <a:solidFill>
                <a:srgbClr val="33CCCC"/>
              </a:solidFill>
              <a:miter lim="800000"/>
            </a:ln>
          </p:spPr>
          <p:txBody>
            <a:bodyPr/>
            <a:lstStyle>
              <a:lvl1pPr eaLnBrk="0" hangingPunct="0">
                <a:defRPr kumimoji="1"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sym typeface="+mn-ea"/>
                </a:rPr>
                <a:t>                  </a:t>
              </a:r>
            </a:p>
          </p:txBody>
        </p:sp>
        <p:sp>
          <p:nvSpPr>
            <p:cNvPr id="2057" name="Line 9"/>
            <p:cNvSpPr/>
            <p:nvPr/>
          </p:nvSpPr>
          <p:spPr>
            <a:xfrm>
              <a:off x="4464" y="4032"/>
              <a:ext cx="288" cy="288"/>
            </a:xfrm>
            <a:prstGeom prst="line">
              <a:avLst/>
            </a:prstGeom>
            <a:ln w="57150" cap="flat" cmpd="sng">
              <a:solidFill>
                <a:srgbClr val="FFFFFF"/>
              </a:solidFill>
              <a:prstDash val="solid"/>
              <a:round/>
              <a:headEnd type="none" w="med" len="med"/>
              <a:tailEnd type="none" w="med" len="med"/>
            </a:ln>
          </p:spPr>
        </p:sp>
        <p:sp>
          <p:nvSpPr>
            <p:cNvPr id="2058" name="Line 10"/>
            <p:cNvSpPr/>
            <p:nvPr/>
          </p:nvSpPr>
          <p:spPr>
            <a:xfrm>
              <a:off x="4176" y="4032"/>
              <a:ext cx="336" cy="288"/>
            </a:xfrm>
            <a:prstGeom prst="line">
              <a:avLst/>
            </a:prstGeom>
            <a:ln w="57150" cap="flat" cmpd="sng">
              <a:solidFill>
                <a:srgbClr val="FFFFFF"/>
              </a:solidFill>
              <a:prstDash val="solid"/>
              <a:round/>
              <a:headEnd type="none" w="med" len="med"/>
              <a:tailEnd type="none" w="med" len="med"/>
            </a:ln>
          </p:spPr>
        </p:sp>
        <p:sp>
          <p:nvSpPr>
            <p:cNvPr id="2059" name="Line 11"/>
            <p:cNvSpPr/>
            <p:nvPr/>
          </p:nvSpPr>
          <p:spPr>
            <a:xfrm>
              <a:off x="4704" y="4032"/>
              <a:ext cx="336" cy="288"/>
            </a:xfrm>
            <a:prstGeom prst="line">
              <a:avLst/>
            </a:prstGeom>
            <a:ln w="57150" cap="flat" cmpd="sng">
              <a:solidFill>
                <a:srgbClr val="FFFFFF"/>
              </a:solidFill>
              <a:prstDash val="solid"/>
              <a:round/>
              <a:headEnd type="none" w="med" len="med"/>
              <a:tailEnd type="none" w="med" len="med"/>
            </a:ln>
          </p:spPr>
        </p:sp>
        <p:sp>
          <p:nvSpPr>
            <p:cNvPr id="2060" name="Line 12"/>
            <p:cNvSpPr/>
            <p:nvPr/>
          </p:nvSpPr>
          <p:spPr>
            <a:xfrm>
              <a:off x="5376" y="4032"/>
              <a:ext cx="384" cy="288"/>
            </a:xfrm>
            <a:prstGeom prst="line">
              <a:avLst/>
            </a:prstGeom>
            <a:ln w="57150" cap="flat" cmpd="sng">
              <a:solidFill>
                <a:srgbClr val="FFFFFF"/>
              </a:solidFill>
              <a:prstDash val="solid"/>
              <a:round/>
              <a:headEnd type="none" w="med" len="med"/>
              <a:tailEnd type="none" w="med" len="med"/>
            </a:ln>
          </p:spPr>
        </p:sp>
        <p:sp>
          <p:nvSpPr>
            <p:cNvPr id="2061" name="Line 13"/>
            <p:cNvSpPr/>
            <p:nvPr/>
          </p:nvSpPr>
          <p:spPr>
            <a:xfrm>
              <a:off x="5184" y="4032"/>
              <a:ext cx="384" cy="288"/>
            </a:xfrm>
            <a:prstGeom prst="line">
              <a:avLst/>
            </a:prstGeom>
            <a:ln w="57150" cap="flat" cmpd="sng">
              <a:solidFill>
                <a:srgbClr val="FFFFFF"/>
              </a:solidFill>
              <a:prstDash val="solid"/>
              <a:round/>
              <a:headEnd type="none" w="med" len="med"/>
              <a:tailEnd type="none" w="med" len="med"/>
            </a:ln>
          </p:spPr>
        </p:sp>
        <p:sp>
          <p:nvSpPr>
            <p:cNvPr id="2062" name="Line 14"/>
            <p:cNvSpPr/>
            <p:nvPr/>
          </p:nvSpPr>
          <p:spPr>
            <a:xfrm>
              <a:off x="5568" y="4032"/>
              <a:ext cx="192" cy="144"/>
            </a:xfrm>
            <a:prstGeom prst="line">
              <a:avLst/>
            </a:prstGeom>
            <a:ln w="57150" cap="flat" cmpd="sng">
              <a:solidFill>
                <a:srgbClr val="FFFFFF"/>
              </a:solidFill>
              <a:prstDash val="solid"/>
              <a:round/>
              <a:headEnd type="none" w="med" len="med"/>
              <a:tailEnd type="none" w="med" len="med"/>
            </a:ln>
          </p:spPr>
        </p:sp>
        <p:sp>
          <p:nvSpPr>
            <p:cNvPr id="2063" name="Line 15"/>
            <p:cNvSpPr/>
            <p:nvPr/>
          </p:nvSpPr>
          <p:spPr>
            <a:xfrm>
              <a:off x="4992" y="4032"/>
              <a:ext cx="336" cy="288"/>
            </a:xfrm>
            <a:prstGeom prst="line">
              <a:avLst/>
            </a:prstGeom>
            <a:ln w="57150" cap="flat" cmpd="sng">
              <a:solidFill>
                <a:srgbClr val="FFFFFF"/>
              </a:solidFill>
              <a:prstDash val="solid"/>
              <a:round/>
              <a:headEnd type="none" w="med" len="med"/>
              <a:tailEnd type="none" w="med" len="med"/>
            </a:ln>
          </p:spPr>
        </p:sp>
      </p:grpSp>
      <p:sp>
        <p:nvSpPr>
          <p:cNvPr id="2064" name="Line 16"/>
          <p:cNvSpPr/>
          <p:nvPr/>
        </p:nvSpPr>
        <p:spPr>
          <a:xfrm>
            <a:off x="468313" y="1176338"/>
            <a:ext cx="8458200" cy="0"/>
          </a:xfrm>
          <a:prstGeom prst="line">
            <a:avLst/>
          </a:prstGeom>
          <a:ln w="57150" cap="flat" cmpd="sng">
            <a:solidFill>
              <a:srgbClr val="33CCCC"/>
            </a:solidFill>
            <a:prstDash val="solid"/>
            <a:round/>
            <a:headEnd type="none" w="med" len="med"/>
            <a:tailEnd type="none" w="med" len="med"/>
          </a:ln>
        </p:spPr>
      </p:sp>
      <p:sp>
        <p:nvSpPr>
          <p:cNvPr id="1033" name="Text Box 17"/>
          <p:cNvSpPr txBox="1">
            <a:spLocks noChangeArrowheads="1"/>
          </p:cNvSpPr>
          <p:nvPr/>
        </p:nvSpPr>
        <p:spPr bwMode="auto">
          <a:xfrm>
            <a:off x="457200" y="2514600"/>
            <a:ext cx="8305800" cy="3506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32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sym typeface="+mn-ea"/>
            </a:endParaRPr>
          </a:p>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32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sym typeface="+mn-ea"/>
            </a:endParaRPr>
          </a:p>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32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sym typeface="+mn-ea"/>
            </a:endParaRPr>
          </a:p>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32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sym typeface="+mn-ea"/>
            </a:endParaRPr>
          </a:p>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32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sym typeface="+mn-ea"/>
            </a:endParaRPr>
          </a:p>
        </p:txBody>
      </p:sp>
      <p:pic>
        <p:nvPicPr>
          <p:cNvPr id="2066" name="Picture 18" descr="bupt"/>
          <p:cNvPicPr>
            <a:picLocks noChangeAspect="1"/>
          </p:cNvPicPr>
          <p:nvPr/>
        </p:nvPicPr>
        <p:blipFill>
          <a:blip r:embed="rId16"/>
          <a:stretch>
            <a:fillRect/>
          </a:stretch>
        </p:blipFill>
        <p:spPr>
          <a:xfrm>
            <a:off x="211138" y="228600"/>
            <a:ext cx="1970087" cy="661988"/>
          </a:xfrm>
          <a:prstGeom prst="rect">
            <a:avLst/>
          </a:prstGeom>
          <a:solidFill>
            <a:srgbClr val="438ACB"/>
          </a:solidFill>
          <a:ln w="9525">
            <a:noFill/>
          </a:ln>
        </p:spPr>
      </p:pic>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Lst>
  <p:transition/>
  <p:hf sldNum="0" hdr="0" ftr="0" dt="0"/>
  <p:txStyles>
    <p:titleStyle>
      <a:lvl1pPr algn="r" rtl="0" eaLnBrk="0" fontAlgn="base" hangingPunct="0">
        <a:spcBef>
          <a:spcPct val="0"/>
        </a:spcBef>
        <a:spcAft>
          <a:spcPct val="0"/>
        </a:spcAft>
        <a:defRPr kumimoji="1" sz="3200">
          <a:solidFill>
            <a:srgbClr val="FF3300"/>
          </a:solidFill>
          <a:latin typeface="+mj-lt"/>
          <a:ea typeface="+mj-ea"/>
          <a:cs typeface="+mj-cs"/>
        </a:defRPr>
      </a:lvl1pPr>
      <a:lvl2pPr algn="r" rtl="0" eaLnBrk="0" fontAlgn="base" hangingPunct="0">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2pPr>
      <a:lvl3pPr algn="r" rtl="0" eaLnBrk="0" fontAlgn="base" hangingPunct="0">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3pPr>
      <a:lvl4pPr algn="r" rtl="0" eaLnBrk="0" fontAlgn="base" hangingPunct="0">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4pPr>
      <a:lvl5pPr algn="r" rtl="0" eaLnBrk="0" fontAlgn="base" hangingPunct="0">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5pPr>
      <a:lvl6pPr marL="457200" algn="r" rtl="0" fontAlgn="base">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6pPr>
      <a:lvl7pPr marL="914400" algn="r" rtl="0" fontAlgn="base">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7pPr>
      <a:lvl8pPr marL="1371600" algn="r" rtl="0" fontAlgn="base">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8pPr>
      <a:lvl9pPr marL="1828800" algn="r" rtl="0" fontAlgn="base">
        <a:spcBef>
          <a:spcPct val="0"/>
        </a:spcBef>
        <a:spcAft>
          <a:spcPct val="0"/>
        </a:spcAft>
        <a:defRPr kumimoji="1" sz="3200">
          <a:solidFill>
            <a:srgbClr val="FF3300"/>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vl6pPr marL="2514600" indent="-228600" algn="l" rtl="0" fontAlgn="base">
        <a:spcBef>
          <a:spcPct val="20000"/>
        </a:spcBef>
        <a:spcAft>
          <a:spcPct val="0"/>
        </a:spcAft>
        <a:buChar char="»"/>
        <a:defRPr kumimoji="1" sz="2800">
          <a:solidFill>
            <a:schemeClr val="tx1"/>
          </a:solidFill>
          <a:latin typeface="+mn-lt"/>
          <a:ea typeface="+mn-ea"/>
        </a:defRPr>
      </a:lvl6pPr>
      <a:lvl7pPr marL="2971800" indent="-228600" algn="l" rtl="0" fontAlgn="base">
        <a:spcBef>
          <a:spcPct val="20000"/>
        </a:spcBef>
        <a:spcAft>
          <a:spcPct val="0"/>
        </a:spcAft>
        <a:buChar char="»"/>
        <a:defRPr kumimoji="1" sz="2800">
          <a:solidFill>
            <a:schemeClr val="tx1"/>
          </a:solidFill>
          <a:latin typeface="+mn-lt"/>
          <a:ea typeface="+mn-ea"/>
        </a:defRPr>
      </a:lvl7pPr>
      <a:lvl8pPr marL="3429000" indent="-228600" algn="l" rtl="0" fontAlgn="base">
        <a:spcBef>
          <a:spcPct val="20000"/>
        </a:spcBef>
        <a:spcAft>
          <a:spcPct val="0"/>
        </a:spcAft>
        <a:buChar char="»"/>
        <a:defRPr kumimoji="1" sz="2800">
          <a:solidFill>
            <a:schemeClr val="tx1"/>
          </a:solidFill>
          <a:latin typeface="+mn-lt"/>
          <a:ea typeface="+mn-ea"/>
        </a:defRPr>
      </a:lvl8pPr>
      <a:lvl9pPr marL="3886200" indent="-228600" algn="l" rtl="0" fontAlgn="base">
        <a:spcBef>
          <a:spcPct val="20000"/>
        </a:spcBef>
        <a:spcAft>
          <a:spcPct val="0"/>
        </a:spcAft>
        <a:buChar char="»"/>
        <a:defRPr kumimoji="1" sz="28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1263650" y="404813"/>
            <a:ext cx="7772400" cy="720725"/>
          </a:xfrm>
          <a:prstGeom prst="rect">
            <a:avLst/>
          </a:prstGeom>
          <a:noFill/>
          <a:ln w="9525">
            <a:noFill/>
          </a:ln>
        </p:spPr>
        <p:txBody>
          <a:bodyPr anchor="ctr"/>
          <a:lstStyle/>
          <a:p>
            <a:pPr lvl="0"/>
            <a:r>
              <a:rPr lang="zh-CN" altLang="en-US"/>
              <a:t>单击以编辑母版标题样式</a:t>
            </a:r>
          </a:p>
        </p:txBody>
      </p:sp>
      <p:sp>
        <p:nvSpPr>
          <p:cNvPr id="1027" name="Rectangle 3"/>
          <p:cNvSpPr>
            <a:spLocks noGrp="1"/>
          </p:cNvSpPr>
          <p:nvPr>
            <p:ph type="body" idx="1"/>
          </p:nvPr>
        </p:nvSpPr>
        <p:spPr>
          <a:xfrm>
            <a:off x="685800" y="1319213"/>
            <a:ext cx="7772400" cy="4611687"/>
          </a:xfrm>
          <a:prstGeom prst="rect">
            <a:avLst/>
          </a:prstGeom>
          <a:noFill/>
          <a:ln w="9525">
            <a:noFill/>
          </a:ln>
        </p:spPr>
        <p:txBody>
          <a:bodyPr/>
          <a:lstStyle/>
          <a:p>
            <a:pPr lvl="0"/>
            <a:r>
              <a:rPr lang="zh-CN" altLang="en-US"/>
              <a:t>单击以编辑母版文本样式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p:cNvSpPr>
          <p:nvPr>
            <p:ph type="dt" sz="half" idx="2"/>
          </p:nvPr>
        </p:nvSpPr>
        <p:spPr>
          <a:xfrm>
            <a:off x="685800" y="6083300"/>
            <a:ext cx="1905000" cy="457200"/>
          </a:xfrm>
          <a:prstGeom prst="rect">
            <a:avLst/>
          </a:prstGeom>
          <a:noFill/>
          <a:ln w="9525">
            <a:noFill/>
          </a:ln>
        </p:spPr>
        <p:txBody>
          <a:bodyPr/>
          <a:lstStyle>
            <a:lvl1pPr>
              <a:defRPr sz="1400" b="0"/>
            </a:lvl1pPr>
          </a:lstStyle>
          <a:p>
            <a:pPr lvl="0" eaLnBrk="1" hangingPunct="1">
              <a:spcBef>
                <a:spcPct val="50000"/>
              </a:spcBef>
            </a:pPr>
            <a:endParaRPr lang="zh-CN" altLang="en-US" dirty="0"/>
          </a:p>
        </p:txBody>
      </p:sp>
      <p:sp>
        <p:nvSpPr>
          <p:cNvPr id="1029" name="Rectangle 5"/>
          <p:cNvSpPr>
            <a:spLocks noGrp="1"/>
          </p:cNvSpPr>
          <p:nvPr>
            <p:ph type="ftr" sz="quarter" idx="3"/>
          </p:nvPr>
        </p:nvSpPr>
        <p:spPr>
          <a:xfrm>
            <a:off x="3124200" y="6083300"/>
            <a:ext cx="2895600" cy="457200"/>
          </a:xfrm>
          <a:prstGeom prst="rect">
            <a:avLst/>
          </a:prstGeom>
          <a:noFill/>
          <a:ln w="9525">
            <a:noFill/>
          </a:ln>
        </p:spPr>
        <p:txBody>
          <a:bodyPr/>
          <a:lstStyle>
            <a:lvl1pPr algn="ctr">
              <a:defRPr sz="1400" b="0"/>
            </a:lvl1pPr>
          </a:lstStyle>
          <a:p>
            <a:pPr lvl="0" eaLnBrk="1" hangingPunct="1">
              <a:spcBef>
                <a:spcPct val="50000"/>
              </a:spcBef>
            </a:pPr>
            <a:endParaRPr lang="en-US" altLang="x-none" dirty="0"/>
          </a:p>
        </p:txBody>
      </p:sp>
      <p:sp>
        <p:nvSpPr>
          <p:cNvPr id="1030" name="Rectangle 6"/>
          <p:cNvSpPr>
            <a:spLocks noGrp="1"/>
          </p:cNvSpPr>
          <p:nvPr>
            <p:ph type="sldNum" sz="quarter" idx="4"/>
          </p:nvPr>
        </p:nvSpPr>
        <p:spPr>
          <a:xfrm>
            <a:off x="6934200" y="6324600"/>
            <a:ext cx="1905000" cy="457200"/>
          </a:xfrm>
          <a:prstGeom prst="rect">
            <a:avLst/>
          </a:prstGeom>
          <a:noFill/>
          <a:ln w="9525">
            <a:noFill/>
          </a:ln>
        </p:spPr>
        <p:txBody>
          <a:bodyPr/>
          <a:lstStyle>
            <a:lvl1pPr algn="r">
              <a:defRPr sz="1400"/>
            </a:lvl1pPr>
          </a:lstStyle>
          <a:p>
            <a:pPr lvl="0" eaLnBrk="1" hangingPunct="1">
              <a:spcBef>
                <a:spcPct val="50000"/>
              </a:spcBef>
            </a:pPr>
            <a:fld id="{9A0DB2DC-4C9A-4742-B13C-FB6460FD3503}" type="slidenum">
              <a:rPr lang="zh-CN" altLang="en-US" dirty="0"/>
              <a:t>‹#›</a:t>
            </a:fld>
            <a:endParaRPr lang="zh-CN" altLang="en-US" dirty="0"/>
          </a:p>
        </p:txBody>
      </p:sp>
      <p:grpSp>
        <p:nvGrpSpPr>
          <p:cNvPr id="1031" name="Group 7"/>
          <p:cNvGrpSpPr/>
          <p:nvPr/>
        </p:nvGrpSpPr>
        <p:grpSpPr>
          <a:xfrm>
            <a:off x="0" y="6553200"/>
            <a:ext cx="9144000" cy="301625"/>
            <a:chOff x="0" y="0"/>
            <a:chExt cx="5760" cy="288"/>
          </a:xfrm>
        </p:grpSpPr>
        <p:sp>
          <p:nvSpPr>
            <p:cNvPr id="1032" name="Rectangle 8"/>
            <p:cNvSpPr/>
            <p:nvPr/>
          </p:nvSpPr>
          <p:spPr>
            <a:xfrm>
              <a:off x="0" y="0"/>
              <a:ext cx="5760" cy="288"/>
            </a:xfrm>
            <a:prstGeom prst="rect">
              <a:avLst/>
            </a:prstGeom>
            <a:solidFill>
              <a:srgbClr val="33CCCC"/>
            </a:solidFill>
            <a:ln w="9525" cap="flat" cmpd="sng">
              <a:solidFill>
                <a:srgbClr val="33CCCC"/>
              </a:solidFill>
              <a:prstDash val="solid"/>
              <a:miter/>
              <a:headEnd type="none" w="med" len="med"/>
              <a:tailEnd type="none" w="med" len="med"/>
            </a:ln>
          </p:spPr>
          <p:txBody>
            <a:bodyPr/>
            <a:lstStyle/>
            <a:p>
              <a:pPr lvl="0" eaLnBrk="1" hangingPunct="1"/>
              <a:r>
                <a:rPr lang="zh-CN" altLang="en-US" sz="2400" b="0" dirty="0">
                  <a:latin typeface="Times New Roman" panose="02020603050405020304" pitchFamily="2" charset="0"/>
                  <a:ea typeface="宋体" panose="02010600030101010101" pitchFamily="2" charset="-122"/>
                </a:rPr>
                <a:t>                  </a:t>
              </a:r>
            </a:p>
          </p:txBody>
        </p:sp>
        <p:sp>
          <p:nvSpPr>
            <p:cNvPr id="1033" name="Line 9"/>
            <p:cNvSpPr/>
            <p:nvPr/>
          </p:nvSpPr>
          <p:spPr>
            <a:xfrm>
              <a:off x="4464" y="0"/>
              <a:ext cx="288" cy="288"/>
            </a:xfrm>
            <a:prstGeom prst="line">
              <a:avLst/>
            </a:prstGeom>
            <a:ln w="57150" cap="flat" cmpd="sng">
              <a:solidFill>
                <a:srgbClr val="FFFFFF"/>
              </a:solidFill>
              <a:prstDash val="solid"/>
              <a:headEnd type="none" w="med" len="med"/>
              <a:tailEnd type="none" w="med" len="med"/>
            </a:ln>
          </p:spPr>
        </p:sp>
        <p:sp>
          <p:nvSpPr>
            <p:cNvPr id="1034" name="Line 10"/>
            <p:cNvSpPr/>
            <p:nvPr/>
          </p:nvSpPr>
          <p:spPr>
            <a:xfrm>
              <a:off x="4176" y="0"/>
              <a:ext cx="336" cy="288"/>
            </a:xfrm>
            <a:prstGeom prst="line">
              <a:avLst/>
            </a:prstGeom>
            <a:ln w="57150" cap="flat" cmpd="sng">
              <a:solidFill>
                <a:srgbClr val="FFFFFF"/>
              </a:solidFill>
              <a:prstDash val="solid"/>
              <a:headEnd type="none" w="med" len="med"/>
              <a:tailEnd type="none" w="med" len="med"/>
            </a:ln>
          </p:spPr>
        </p:sp>
        <p:sp>
          <p:nvSpPr>
            <p:cNvPr id="1035" name="Line 11"/>
            <p:cNvSpPr/>
            <p:nvPr/>
          </p:nvSpPr>
          <p:spPr>
            <a:xfrm>
              <a:off x="4704" y="0"/>
              <a:ext cx="336" cy="288"/>
            </a:xfrm>
            <a:prstGeom prst="line">
              <a:avLst/>
            </a:prstGeom>
            <a:ln w="57150" cap="flat" cmpd="sng">
              <a:solidFill>
                <a:srgbClr val="FFFFFF"/>
              </a:solidFill>
              <a:prstDash val="solid"/>
              <a:headEnd type="none" w="med" len="med"/>
              <a:tailEnd type="none" w="med" len="med"/>
            </a:ln>
          </p:spPr>
        </p:sp>
        <p:sp>
          <p:nvSpPr>
            <p:cNvPr id="1036" name="Line 12"/>
            <p:cNvSpPr/>
            <p:nvPr/>
          </p:nvSpPr>
          <p:spPr>
            <a:xfrm>
              <a:off x="5376" y="0"/>
              <a:ext cx="384" cy="288"/>
            </a:xfrm>
            <a:prstGeom prst="line">
              <a:avLst/>
            </a:prstGeom>
            <a:ln w="57150" cap="flat" cmpd="sng">
              <a:solidFill>
                <a:srgbClr val="FFFFFF"/>
              </a:solidFill>
              <a:prstDash val="solid"/>
              <a:headEnd type="none" w="med" len="med"/>
              <a:tailEnd type="none" w="med" len="med"/>
            </a:ln>
          </p:spPr>
        </p:sp>
        <p:sp>
          <p:nvSpPr>
            <p:cNvPr id="1037" name="Line 13"/>
            <p:cNvSpPr/>
            <p:nvPr/>
          </p:nvSpPr>
          <p:spPr>
            <a:xfrm>
              <a:off x="5184" y="0"/>
              <a:ext cx="384" cy="288"/>
            </a:xfrm>
            <a:prstGeom prst="line">
              <a:avLst/>
            </a:prstGeom>
            <a:ln w="57150" cap="flat" cmpd="sng">
              <a:solidFill>
                <a:srgbClr val="FFFFFF"/>
              </a:solidFill>
              <a:prstDash val="solid"/>
              <a:headEnd type="none" w="med" len="med"/>
              <a:tailEnd type="none" w="med" len="med"/>
            </a:ln>
          </p:spPr>
        </p:sp>
        <p:sp>
          <p:nvSpPr>
            <p:cNvPr id="1038" name="Line 14"/>
            <p:cNvSpPr/>
            <p:nvPr/>
          </p:nvSpPr>
          <p:spPr>
            <a:xfrm>
              <a:off x="5568" y="0"/>
              <a:ext cx="192" cy="144"/>
            </a:xfrm>
            <a:prstGeom prst="line">
              <a:avLst/>
            </a:prstGeom>
            <a:ln w="57150" cap="flat" cmpd="sng">
              <a:solidFill>
                <a:srgbClr val="FFFFFF"/>
              </a:solidFill>
              <a:prstDash val="solid"/>
              <a:headEnd type="none" w="med" len="med"/>
              <a:tailEnd type="none" w="med" len="med"/>
            </a:ln>
          </p:spPr>
        </p:sp>
        <p:sp>
          <p:nvSpPr>
            <p:cNvPr id="1039" name="Line 15"/>
            <p:cNvSpPr/>
            <p:nvPr/>
          </p:nvSpPr>
          <p:spPr>
            <a:xfrm>
              <a:off x="4992" y="0"/>
              <a:ext cx="336" cy="288"/>
            </a:xfrm>
            <a:prstGeom prst="line">
              <a:avLst/>
            </a:prstGeom>
            <a:ln w="57150" cap="flat" cmpd="sng">
              <a:solidFill>
                <a:srgbClr val="FFFFFF"/>
              </a:solidFill>
              <a:prstDash val="solid"/>
              <a:headEnd type="none" w="med" len="med"/>
              <a:tailEnd type="none" w="med" len="med"/>
            </a:ln>
          </p:spPr>
        </p:sp>
      </p:grpSp>
      <p:sp>
        <p:nvSpPr>
          <p:cNvPr id="1040" name="Line 16"/>
          <p:cNvSpPr/>
          <p:nvPr/>
        </p:nvSpPr>
        <p:spPr>
          <a:xfrm>
            <a:off x="468313" y="1176338"/>
            <a:ext cx="8458200" cy="0"/>
          </a:xfrm>
          <a:prstGeom prst="line">
            <a:avLst/>
          </a:prstGeom>
          <a:ln w="57150" cap="flat" cmpd="sng">
            <a:solidFill>
              <a:srgbClr val="33CCCC"/>
            </a:solidFill>
            <a:prstDash val="solid"/>
            <a:headEnd type="none" w="med" len="med"/>
            <a:tailEnd type="none" w="med" len="med"/>
          </a:ln>
        </p:spPr>
      </p:sp>
      <p:sp>
        <p:nvSpPr>
          <p:cNvPr id="1041" name="Text Box 17"/>
          <p:cNvSpPr txBox="1"/>
          <p:nvPr/>
        </p:nvSpPr>
        <p:spPr>
          <a:xfrm>
            <a:off x="457200" y="2514600"/>
            <a:ext cx="8305800" cy="3505200"/>
          </a:xfrm>
          <a:prstGeom prst="rect">
            <a:avLst/>
          </a:prstGeom>
          <a:noFill/>
          <a:ln w="9525">
            <a:noFill/>
          </a:ln>
        </p:spPr>
        <p:txBody>
          <a:bodyPr>
            <a:spAutoFit/>
          </a:bodyPr>
          <a:lstStyle/>
          <a:p>
            <a:pPr lvl="0" eaLnBrk="1" hangingPunct="1">
              <a:spcBef>
                <a:spcPct val="50000"/>
              </a:spcBef>
            </a:pPr>
            <a:endParaRPr lang="zh-CN" altLang="en-US" sz="3200" dirty="0">
              <a:solidFill>
                <a:srgbClr val="FFFFFF"/>
              </a:solidFill>
              <a:latin typeface="Times New Roman" panose="02020603050405020304" pitchFamily="2" charset="0"/>
              <a:ea typeface="宋体" panose="02010600030101010101" pitchFamily="2" charset="-122"/>
            </a:endParaRPr>
          </a:p>
          <a:p>
            <a:pPr lvl="0" eaLnBrk="1" hangingPunct="1">
              <a:spcBef>
                <a:spcPct val="50000"/>
              </a:spcBef>
            </a:pPr>
            <a:endParaRPr lang="zh-CN" altLang="en-US" sz="3200" dirty="0">
              <a:solidFill>
                <a:srgbClr val="FFFFFF"/>
              </a:solidFill>
              <a:latin typeface="Times New Roman" panose="02020603050405020304" pitchFamily="2" charset="0"/>
              <a:ea typeface="宋体" panose="02010600030101010101" pitchFamily="2" charset="-122"/>
            </a:endParaRPr>
          </a:p>
          <a:p>
            <a:pPr lvl="0" eaLnBrk="1" hangingPunct="1">
              <a:spcBef>
                <a:spcPct val="50000"/>
              </a:spcBef>
            </a:pPr>
            <a:endParaRPr lang="zh-CN" altLang="en-US" sz="3200" dirty="0">
              <a:solidFill>
                <a:srgbClr val="FFFFFF"/>
              </a:solidFill>
              <a:latin typeface="Times New Roman" panose="02020603050405020304" pitchFamily="2" charset="0"/>
              <a:ea typeface="宋体" panose="02010600030101010101" pitchFamily="2" charset="-122"/>
            </a:endParaRPr>
          </a:p>
          <a:p>
            <a:pPr lvl="0" eaLnBrk="1" hangingPunct="1">
              <a:spcBef>
                <a:spcPct val="50000"/>
              </a:spcBef>
            </a:pPr>
            <a:endParaRPr lang="zh-CN" altLang="en-US" sz="3200" dirty="0">
              <a:solidFill>
                <a:srgbClr val="FFFFFF"/>
              </a:solidFill>
              <a:latin typeface="Times New Roman" panose="02020603050405020304" pitchFamily="2" charset="0"/>
              <a:ea typeface="宋体" panose="02010600030101010101" pitchFamily="2" charset="-122"/>
            </a:endParaRPr>
          </a:p>
          <a:p>
            <a:pPr lvl="0" eaLnBrk="1" hangingPunct="1">
              <a:spcBef>
                <a:spcPct val="50000"/>
              </a:spcBef>
            </a:pPr>
            <a:endParaRPr lang="zh-CN" altLang="en-US" sz="3200" dirty="0">
              <a:solidFill>
                <a:srgbClr val="FFFFFF"/>
              </a:solidFill>
              <a:latin typeface="Times New Roman" panose="02020603050405020304" pitchFamily="2" charset="0"/>
              <a:ea typeface="宋体" panose="02010600030101010101" pitchFamily="2" charset="-122"/>
            </a:endParaRPr>
          </a:p>
        </p:txBody>
      </p:sp>
      <p:pic>
        <p:nvPicPr>
          <p:cNvPr id="1042" name="Picture 18" descr="bupt"/>
          <p:cNvPicPr>
            <a:picLocks noChangeAspect="1"/>
          </p:cNvPicPr>
          <p:nvPr/>
        </p:nvPicPr>
        <p:blipFill>
          <a:blip r:embed="rId15"/>
          <a:stretch>
            <a:fillRect/>
          </a:stretch>
        </p:blipFill>
        <p:spPr>
          <a:xfrm>
            <a:off x="211138" y="228600"/>
            <a:ext cx="1970087" cy="661988"/>
          </a:xfrm>
          <a:prstGeom prst="rect">
            <a:avLst/>
          </a:prstGeom>
          <a:solidFill>
            <a:srgbClr val="438ACB"/>
          </a:solidFill>
          <a:ln w="9525">
            <a:noFill/>
          </a:ln>
        </p:spPr>
      </p:pic>
    </p:spTree>
    <p:extLst>
      <p:ext uri="{BB962C8B-B14F-4D97-AF65-F5344CB8AC3E}">
        <p14:creationId xmlns:p14="http://schemas.microsoft.com/office/powerpoint/2010/main" val="1468534982"/>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Lst>
  <p:transition/>
  <p:hf sldNum="0" hdr="0" ftr="0" dt="0"/>
  <p:txStyles>
    <p:titleStyle>
      <a:lvl1pPr marL="0" lvl="0" indent="0" algn="r" defTabSz="914400" eaLnBrk="0" fontAlgn="base" latinLnBrk="0" hangingPunct="0">
        <a:lnSpc>
          <a:spcPct val="100000"/>
        </a:lnSpc>
        <a:spcBef>
          <a:spcPct val="0"/>
        </a:spcBef>
        <a:spcAft>
          <a:spcPct val="0"/>
        </a:spcAft>
        <a:buClr>
          <a:srgbClr val="000000"/>
        </a:buClr>
        <a:buNone/>
        <a:defRPr sz="3200" b="0" i="0" u="none" kern="1200" baseline="0">
          <a:solidFill>
            <a:srgbClr val="FF3300"/>
          </a:solidFill>
          <a:latin typeface="+mj-lt"/>
          <a:ea typeface="+mj-ea"/>
          <a:cs typeface="+mj-cs"/>
        </a:defRPr>
      </a:lvl1pPr>
    </p:titleStyle>
    <p:bodyStyle>
      <a:lvl1pPr marL="342900" lvl="0" indent="-342900" algn="l" defTabSz="914400" eaLnBrk="0" fontAlgn="base" latinLnBrk="0" hangingPunct="0">
        <a:lnSpc>
          <a:spcPct val="100000"/>
        </a:lnSpc>
        <a:spcBef>
          <a:spcPct val="20000"/>
        </a:spcBef>
        <a:spcAft>
          <a:spcPct val="0"/>
        </a:spcAft>
        <a:buChar char="•"/>
        <a:defRPr sz="2800" b="0" i="0" u="none" kern="1200" baseline="0">
          <a:solidFill>
            <a:schemeClr val="tx1"/>
          </a:solidFill>
          <a:latin typeface="+mn-lt"/>
          <a:ea typeface="+mn-ea"/>
          <a:cs typeface="+mn-cs"/>
        </a:defRPr>
      </a:lvl1pPr>
      <a:lvl2pPr marL="742950" lvl="1" indent="-285750" algn="l" defTabSz="914400" eaLnBrk="0" fontAlgn="base" latinLnBrk="0" hangingPunct="0">
        <a:lnSpc>
          <a:spcPct val="100000"/>
        </a:lnSpc>
        <a:spcBef>
          <a:spcPct val="20000"/>
        </a:spcBef>
        <a:spcAft>
          <a:spcPct val="0"/>
        </a:spcAft>
        <a:buChar char="–"/>
        <a:defRPr sz="2400" b="0" i="0" u="none" kern="1200" baseline="0">
          <a:solidFill>
            <a:schemeClr val="tx1"/>
          </a:solidFill>
          <a:latin typeface="+mn-lt"/>
          <a:ea typeface="+mn-ea"/>
          <a:cs typeface="+mn-cs"/>
        </a:defRPr>
      </a:lvl2pPr>
      <a:lvl3pPr marL="1143000" lvl="2" indent="-228600" algn="l" defTabSz="914400" eaLnBrk="0" fontAlgn="base" latinLnBrk="0" hangingPunct="0">
        <a:lnSpc>
          <a:spcPct val="100000"/>
        </a:lnSpc>
        <a:spcBef>
          <a:spcPct val="20000"/>
        </a:spcBef>
        <a:spcAft>
          <a:spcPct val="0"/>
        </a:spcAft>
        <a:buSzPct val="65000"/>
        <a:buFont typeface="Wingdings" panose="05000000000000000000" pitchFamily="2" charset="2"/>
        <a:buChar char="n"/>
        <a:defRPr sz="2400" b="0" i="0" u="none" kern="1200" baseline="0">
          <a:solidFill>
            <a:schemeClr val="tx1"/>
          </a:solidFill>
          <a:latin typeface="+mn-lt"/>
          <a:ea typeface="+mn-ea"/>
          <a:cs typeface="+mn-cs"/>
        </a:defRPr>
      </a:lvl3pPr>
      <a:lvl4pPr marL="1600200" lvl="3" indent="-228600" algn="l" defTabSz="914400" eaLnBrk="0" fontAlgn="base" latinLnBrk="0" hangingPunct="0">
        <a:lnSpc>
          <a:spcPct val="100000"/>
        </a:lnSpc>
        <a:spcBef>
          <a:spcPct val="20000"/>
        </a:spcBef>
        <a:spcAft>
          <a:spcPct val="0"/>
        </a:spcAft>
        <a:buFont typeface="Wingdings" panose="05000000000000000000" pitchFamily="2" charset="2"/>
        <a:buChar char="–"/>
        <a:defRPr sz="2200" b="0" i="0" u="none" kern="1200" baseline="0">
          <a:solidFill>
            <a:schemeClr val="tx1"/>
          </a:solidFill>
          <a:latin typeface="+mn-lt"/>
          <a:ea typeface="+mn-ea"/>
          <a:cs typeface="+mn-cs"/>
        </a:defRPr>
      </a:lvl4pPr>
      <a:lvl5pPr marL="2057400" lvl="4" indent="-228600" algn="l" defTabSz="914400" eaLnBrk="0" fontAlgn="base" latinLnBrk="0" hangingPunct="0">
        <a:lnSpc>
          <a:spcPct val="100000"/>
        </a:lnSpc>
        <a:spcBef>
          <a:spcPct val="20000"/>
        </a:spcBef>
        <a:spcAft>
          <a:spcPct val="0"/>
        </a:spcAft>
        <a:buFont typeface="Wingdings" panose="05000000000000000000" pitchFamily="2" charset="2"/>
        <a:buChar char="»"/>
        <a:defRPr sz="2000" b="0" i="0" u="none" kern="1200" baseline="0">
          <a:solidFill>
            <a:schemeClr val="tx1"/>
          </a:solidFill>
          <a:latin typeface="+mn-lt"/>
          <a:ea typeface="+mn-ea"/>
          <a:cs typeface="+mn-cs"/>
        </a:defRPr>
      </a:lvl5pPr>
      <a:lvl6pPr marL="2514600" lvl="5" indent="-228600" algn="l" defTabSz="914400" eaLnBrk="0" fontAlgn="base" latinLnBrk="0" hangingPunct="0">
        <a:lnSpc>
          <a:spcPct val="100000"/>
        </a:lnSpc>
        <a:spcBef>
          <a:spcPct val="20000"/>
        </a:spcBef>
        <a:spcAft>
          <a:spcPct val="0"/>
        </a:spcAft>
        <a:buFont typeface="Wingdings" panose="05000000000000000000" pitchFamily="2" charset="2"/>
        <a:buChar char="»"/>
        <a:defRPr sz="2000" b="0" i="0" u="none" kern="1200" baseline="0">
          <a:solidFill>
            <a:schemeClr val="tx1"/>
          </a:solidFill>
          <a:latin typeface="+mn-lt"/>
          <a:ea typeface="+mn-ea"/>
          <a:cs typeface="+mn-cs"/>
        </a:defRPr>
      </a:lvl6pPr>
      <a:lvl7pPr marL="2971800" lvl="6" indent="-228600" algn="l" defTabSz="914400" eaLnBrk="0" fontAlgn="base" latinLnBrk="0" hangingPunct="0">
        <a:lnSpc>
          <a:spcPct val="100000"/>
        </a:lnSpc>
        <a:spcBef>
          <a:spcPct val="20000"/>
        </a:spcBef>
        <a:spcAft>
          <a:spcPct val="0"/>
        </a:spcAft>
        <a:buFont typeface="Wingdings" panose="05000000000000000000" pitchFamily="2" charset="2"/>
        <a:buChar char="»"/>
        <a:defRPr sz="2000" b="0" i="0" u="none" kern="1200" baseline="0">
          <a:solidFill>
            <a:schemeClr val="tx1"/>
          </a:solidFill>
          <a:latin typeface="+mn-lt"/>
          <a:ea typeface="+mn-ea"/>
          <a:cs typeface="+mn-cs"/>
        </a:defRPr>
      </a:lvl7pPr>
      <a:lvl8pPr marL="3429000" lvl="7" indent="-228600" algn="l" defTabSz="914400" eaLnBrk="0" fontAlgn="base" latinLnBrk="0" hangingPunct="0">
        <a:lnSpc>
          <a:spcPct val="100000"/>
        </a:lnSpc>
        <a:spcBef>
          <a:spcPct val="20000"/>
        </a:spcBef>
        <a:spcAft>
          <a:spcPct val="0"/>
        </a:spcAft>
        <a:buFont typeface="Wingdings" panose="05000000000000000000" pitchFamily="2" charset="2"/>
        <a:buChar char="»"/>
        <a:defRPr sz="2000" b="0" i="0" u="none" kern="1200" baseline="0">
          <a:solidFill>
            <a:schemeClr val="tx1"/>
          </a:solidFill>
          <a:latin typeface="+mn-lt"/>
          <a:ea typeface="+mn-ea"/>
          <a:cs typeface="+mn-cs"/>
        </a:defRPr>
      </a:lvl8pPr>
      <a:lvl9pPr marL="3886200" lvl="8" indent="-228600" algn="l" defTabSz="914400" eaLnBrk="0" fontAlgn="base" latinLnBrk="0" hangingPunct="0">
        <a:lnSpc>
          <a:spcPct val="100000"/>
        </a:lnSpc>
        <a:spcBef>
          <a:spcPct val="20000"/>
        </a:spcBef>
        <a:spcAft>
          <a:spcPct val="0"/>
        </a:spcAft>
        <a:buFont typeface="Wingdings" panose="05000000000000000000" pitchFamily="2" charset="2"/>
        <a:buChar char="»"/>
        <a:defRPr sz="2000" b="0" i="0" u="none" kern="1200" baseline="0">
          <a:solidFill>
            <a:schemeClr val="tx1"/>
          </a:solidFill>
          <a:latin typeface="+mn-lt"/>
          <a:ea typeface="+mn-ea"/>
          <a:cs typeface="+mn-cs"/>
        </a:defRPr>
      </a:lvl9pPr>
    </p:bodyStyle>
    <p:otherStyle>
      <a:lvl1pPr marL="0" lvl="0" indent="0" algn="l" defTabSz="914400" eaLnBrk="0" fontAlgn="base" latinLnBrk="0" hangingPunct="0">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1.bin"/><Relationship Id="rId1" Type="http://schemas.openxmlformats.org/officeDocument/2006/relationships/slideLayout" Target="../slideLayouts/slideLayout12.xml"/><Relationship Id="rId6" Type="http://schemas.openxmlformats.org/officeDocument/2006/relationships/oleObject" Target="../embeddings/oleObject4.bin"/><Relationship Id="rId5" Type="http://schemas.openxmlformats.org/officeDocument/2006/relationships/oleObject" Target="../embeddings/oleObject3.bin"/><Relationship Id="rId4" Type="http://schemas.openxmlformats.org/officeDocument/2006/relationships/oleObject" Target="../embeddings/oleObject2.bin"/></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oleObject" Target="../embeddings/oleObject5.bin"/><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oleObject" Target="../embeddings/oleObject6.bin"/><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灯片编号占位符 5"/>
          <p:cNvSpPr>
            <a:spLocks noGrp="1"/>
          </p:cNvSpPr>
          <p:nvPr>
            <p:ph type="sldNum" sz="quarter" idx="12"/>
          </p:nvPr>
        </p:nvSpPr>
        <p:spPr/>
        <p:txBody>
          <a:bodyPr wrap="square" lIns="91440" tIns="45720" rIns="91440" bIns="45720" anchor="t"/>
          <a:lstStyle>
            <a:lvl1pPr marL="0" lvl="0" indent="0" algn="l" defTabSz="914400" rtl="0" eaLnBrk="1" fontAlgn="base" latinLnBrk="0" hangingPunct="1">
              <a:lnSpc>
                <a:spcPct val="100000"/>
              </a:lnSpc>
              <a:spcBef>
                <a:spcPct val="0"/>
              </a:spcBef>
              <a:spcAft>
                <a:spcPct val="0"/>
              </a:spcAft>
              <a:buFontTx/>
              <a:buNone/>
              <a:defRPr sz="18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indent="0" algn="r">
              <a:spcBef>
                <a:spcPct val="50000"/>
              </a:spcBef>
            </a:pPr>
            <a:fld id="{9A0DB2DC-4C9A-4742-B13C-FB6460FD3503}" type="slidenum">
              <a:rPr lang="zh-CN" altLang="en-US" sz="1400" dirty="0"/>
              <a:t>1</a:t>
            </a:fld>
            <a:endParaRPr lang="zh-CN" altLang="en-US" sz="1400" dirty="0"/>
          </a:p>
        </p:txBody>
      </p:sp>
      <p:grpSp>
        <p:nvGrpSpPr>
          <p:cNvPr id="23554" name="Group 5"/>
          <p:cNvGrpSpPr/>
          <p:nvPr/>
        </p:nvGrpSpPr>
        <p:grpSpPr>
          <a:xfrm>
            <a:off x="1517650" y="1890713"/>
            <a:ext cx="5903913" cy="1884362"/>
            <a:chOff x="1474" y="976"/>
            <a:chExt cx="2736" cy="1362"/>
          </a:xfrm>
        </p:grpSpPr>
        <p:sp>
          <p:nvSpPr>
            <p:cNvPr id="23555" name="Rectangle 6"/>
            <p:cNvSpPr/>
            <p:nvPr/>
          </p:nvSpPr>
          <p:spPr>
            <a:xfrm>
              <a:off x="1474" y="976"/>
              <a:ext cx="2736" cy="1362"/>
            </a:xfrm>
            <a:prstGeom prst="rect">
              <a:avLst/>
            </a:prstGeom>
            <a:gradFill rotWithShape="0">
              <a:gsLst>
                <a:gs pos="0">
                  <a:srgbClr val="3E040E"/>
                </a:gs>
                <a:gs pos="50000">
                  <a:srgbClr val="CF0E30"/>
                </a:gs>
                <a:gs pos="100000">
                  <a:srgbClr val="3E040E"/>
                </a:gs>
              </a:gsLst>
              <a:lin ang="2700000" scaled="1"/>
              <a:tileRect/>
            </a:gradFill>
            <a:ln w="28575" cap="flat" cmpd="sng">
              <a:solidFill>
                <a:srgbClr val="F68295"/>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23556" name="Text Box 7"/>
            <p:cNvSpPr txBox="1"/>
            <p:nvPr/>
          </p:nvSpPr>
          <p:spPr>
            <a:xfrm>
              <a:off x="1536" y="1200"/>
              <a:ext cx="2612" cy="1067"/>
            </a:xfrm>
            <a:prstGeom prst="rect">
              <a:avLst/>
            </a:prstGeom>
            <a:noFill/>
            <a:ln w="9525">
              <a:noFill/>
            </a:ln>
          </p:spPr>
          <p:txBody>
            <a:bodyPr anchor="t">
              <a:spAutoFit/>
            </a:bodyPr>
            <a:lstStyle/>
            <a:p>
              <a:pPr eaLnBrk="0" hangingPunct="0">
                <a:spcBef>
                  <a:spcPct val="50000"/>
                </a:spcBef>
              </a:pPr>
              <a:r>
                <a:rPr lang="zh-CN" altLang="en-US" sz="3600" dirty="0">
                  <a:solidFill>
                    <a:schemeClr val="bg1"/>
                  </a:solidFill>
                  <a:latin typeface="微软雅黑" panose="020B0503020204020204" charset="-122"/>
                  <a:ea typeface="微软雅黑" panose="020B0503020204020204" charset="-122"/>
                </a:rPr>
                <a:t>单元一：程序设计语言</a:t>
              </a:r>
              <a:endParaRPr lang="en-US" altLang="zh-CN" sz="3600" dirty="0">
                <a:solidFill>
                  <a:schemeClr val="bg1"/>
                </a:solidFill>
                <a:latin typeface="微软雅黑" panose="020B0503020204020204" charset="-122"/>
                <a:ea typeface="微软雅黑" panose="020B0503020204020204" charset="-122"/>
              </a:endParaRPr>
            </a:p>
            <a:p>
              <a:pPr algn="ctr" eaLnBrk="0" hangingPunct="0">
                <a:spcBef>
                  <a:spcPct val="50000"/>
                </a:spcBef>
              </a:pPr>
              <a:r>
                <a:rPr lang="zh-CN" altLang="en-US" sz="3600" dirty="0">
                  <a:solidFill>
                    <a:schemeClr val="bg1"/>
                  </a:solidFill>
                  <a:latin typeface="Times New Roman" panose="02020603050405020304" pitchFamily="18" charset="0"/>
                </a:rPr>
                <a:t>第一章  程序设计语言概述</a:t>
              </a:r>
            </a:p>
          </p:txBody>
        </p:sp>
      </p:grpSp>
      <p:pic>
        <p:nvPicPr>
          <p:cNvPr id="23557" name="Picture 8" descr="地球"/>
          <p:cNvPicPr>
            <a:picLocks noChangeAspect="1"/>
          </p:cNvPicPr>
          <p:nvPr/>
        </p:nvPicPr>
        <p:blipFill>
          <a:blip r:embed="rId2"/>
          <a:stretch>
            <a:fillRect/>
          </a:stretch>
        </p:blipFill>
        <p:spPr>
          <a:xfrm>
            <a:off x="6443663" y="4292600"/>
            <a:ext cx="1584325" cy="1514475"/>
          </a:xfrm>
          <a:prstGeom prst="rect">
            <a:avLst/>
          </a:prstGeom>
          <a:noFill/>
          <a:ln w="9525">
            <a:noFill/>
          </a:ln>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4">
            <a:extLst>
              <a:ext uri="{FF2B5EF4-FFF2-40B4-BE49-F238E27FC236}">
                <a16:creationId xmlns:a16="http://schemas.microsoft.com/office/drawing/2014/main" id="{C596D99C-EC5A-4EB7-0EC0-3B6096083F80}"/>
              </a:ext>
            </a:extLst>
          </p:cNvPr>
          <p:cNvSpPr>
            <a:spLocks noGrp="1"/>
          </p:cNvSpPr>
          <p:nvPr>
            <p:ph type="sldNum" sz="quarter" idx="11"/>
          </p:nvPr>
        </p:nvSpPr>
        <p:spPr/>
        <p:txBody>
          <a:bodyPr/>
          <a:lstStyle/>
          <a:p>
            <a:fld id="{54AF6F18-A40E-4861-AF79-E832A03AF59E}" type="slidenum">
              <a:rPr lang="zh-CN" altLang="en-US"/>
              <a:pPr/>
              <a:t>2</a:t>
            </a:fld>
            <a:endParaRPr lang="en-US" altLang="zh-CN" dirty="0"/>
          </a:p>
        </p:txBody>
      </p:sp>
      <p:sp>
        <p:nvSpPr>
          <p:cNvPr id="160770" name="Rectangle 2">
            <a:extLst>
              <a:ext uri="{FF2B5EF4-FFF2-40B4-BE49-F238E27FC236}">
                <a16:creationId xmlns:a16="http://schemas.microsoft.com/office/drawing/2014/main" id="{66911915-040B-C09C-E580-0080B6451BA9}"/>
              </a:ext>
            </a:extLst>
          </p:cNvPr>
          <p:cNvSpPr>
            <a:spLocks noGrp="1" noChangeArrowheads="1"/>
          </p:cNvSpPr>
          <p:nvPr>
            <p:ph type="title"/>
          </p:nvPr>
        </p:nvSpPr>
        <p:spPr/>
        <p:txBody>
          <a:bodyPr/>
          <a:lstStyle/>
          <a:p>
            <a:r>
              <a:rPr lang="zh-CN" altLang="en-US" b="1" dirty="0"/>
              <a:t>回顾：可编程结构</a:t>
            </a:r>
          </a:p>
        </p:txBody>
      </p:sp>
      <p:sp>
        <p:nvSpPr>
          <p:cNvPr id="160784" name="Text Box 16">
            <a:extLst>
              <a:ext uri="{FF2B5EF4-FFF2-40B4-BE49-F238E27FC236}">
                <a16:creationId xmlns:a16="http://schemas.microsoft.com/office/drawing/2014/main" id="{C42F6498-0F12-3BB2-F9EF-5ED47E8795F4}"/>
              </a:ext>
            </a:extLst>
          </p:cNvPr>
          <p:cNvSpPr txBox="1">
            <a:spLocks noChangeArrowheads="1"/>
          </p:cNvSpPr>
          <p:nvPr/>
        </p:nvSpPr>
        <p:spPr bwMode="auto">
          <a:xfrm>
            <a:off x="4068763" y="1557338"/>
            <a:ext cx="4824412" cy="445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just">
              <a:spcBef>
                <a:spcPct val="50000"/>
              </a:spcBef>
              <a:buClr>
                <a:schemeClr val="accent2"/>
              </a:buClr>
              <a:buSzPct val="75000"/>
              <a:buFont typeface="Monotype Sorts" charset="2"/>
              <a:buNone/>
            </a:pPr>
            <a:r>
              <a:rPr kumimoji="0" lang="en-US" altLang="zh-CN" sz="2600" dirty="0"/>
              <a:t>PS(Program structure)：</a:t>
            </a:r>
            <a:r>
              <a:rPr kumimoji="0" lang="zh-CN" altLang="en-US" sz="2600"/>
              <a:t>可编程结构（计算机）；</a:t>
            </a:r>
            <a:endParaRPr kumimoji="0" lang="en-US" altLang="zh-CN" sz="2600" dirty="0"/>
          </a:p>
          <a:p>
            <a:pPr algn="just">
              <a:spcBef>
                <a:spcPct val="50000"/>
              </a:spcBef>
              <a:buClr>
                <a:schemeClr val="accent2"/>
              </a:buClr>
              <a:buSzPct val="75000"/>
              <a:buFont typeface="Monotype Sorts" charset="2"/>
              <a:buNone/>
            </a:pPr>
            <a:r>
              <a:rPr kumimoji="0" lang="en-US" altLang="zh-CN" sz="2600" dirty="0"/>
              <a:t>I(Input)：</a:t>
            </a:r>
            <a:r>
              <a:rPr kumimoji="0" lang="zh-CN" altLang="en-US" sz="2600">
                <a:latin typeface="宋体" panose="02010600030101010101" pitchFamily="2" charset="-122"/>
              </a:rPr>
              <a:t>表示输入流，将程序所需的数据送入计算机</a:t>
            </a:r>
            <a:r>
              <a:rPr kumimoji="0" lang="zh-CN" altLang="en-US" sz="2600"/>
              <a:t> ；</a:t>
            </a:r>
          </a:p>
          <a:p>
            <a:pPr algn="just">
              <a:spcBef>
                <a:spcPct val="50000"/>
              </a:spcBef>
              <a:buClr>
                <a:schemeClr val="accent2"/>
              </a:buClr>
              <a:buSzPct val="75000"/>
              <a:buFont typeface="Monotype Sorts" charset="2"/>
              <a:buNone/>
            </a:pPr>
            <a:r>
              <a:rPr kumimoji="0" lang="en-US" altLang="zh-CN" sz="2600" dirty="0"/>
              <a:t>O(Output)：</a:t>
            </a:r>
            <a:r>
              <a:rPr kumimoji="0" lang="zh-CN" altLang="en-US" sz="2600">
                <a:latin typeface="宋体" panose="02010600030101010101" pitchFamily="2" charset="-122"/>
              </a:rPr>
              <a:t>表示输出流，把计算机的处理结果送给外界</a:t>
            </a:r>
            <a:r>
              <a:rPr kumimoji="0" lang="zh-CN" altLang="en-US" sz="2600"/>
              <a:t> ；</a:t>
            </a:r>
          </a:p>
          <a:p>
            <a:pPr algn="just">
              <a:spcBef>
                <a:spcPct val="50000"/>
              </a:spcBef>
              <a:buClr>
                <a:schemeClr val="accent2"/>
              </a:buClr>
              <a:buSzPct val="75000"/>
              <a:buFont typeface="Monotype Sorts" charset="2"/>
              <a:buNone/>
            </a:pPr>
            <a:r>
              <a:rPr kumimoji="0" lang="en-US" altLang="zh-CN" sz="2600" dirty="0"/>
              <a:t>P(Program)：</a:t>
            </a:r>
            <a:r>
              <a:rPr kumimoji="0" lang="zh-CN" altLang="en-US" sz="2600">
                <a:latin typeface="宋体" panose="02010600030101010101" pitchFamily="2" charset="-122"/>
              </a:rPr>
              <a:t>表示程序指令流，输送程序进入计算机</a:t>
            </a:r>
            <a:r>
              <a:rPr kumimoji="0" lang="zh-CN" altLang="en-US" sz="2600"/>
              <a:t> ；</a:t>
            </a:r>
          </a:p>
          <a:p>
            <a:pPr algn="just">
              <a:spcBef>
                <a:spcPct val="50000"/>
              </a:spcBef>
              <a:buClr>
                <a:schemeClr val="accent2"/>
              </a:buClr>
              <a:buSzPct val="75000"/>
              <a:buFont typeface="Monotype Sorts" charset="2"/>
              <a:buNone/>
            </a:pPr>
            <a:endParaRPr kumimoji="0" lang="zh-CN" altLang="en-US" sz="2600"/>
          </a:p>
        </p:txBody>
      </p:sp>
      <p:grpSp>
        <p:nvGrpSpPr>
          <p:cNvPr id="160785" name="Group 17">
            <a:extLst>
              <a:ext uri="{FF2B5EF4-FFF2-40B4-BE49-F238E27FC236}">
                <a16:creationId xmlns:a16="http://schemas.microsoft.com/office/drawing/2014/main" id="{39025BF8-ED7F-A7EF-8FAE-427AE0E089B0}"/>
              </a:ext>
            </a:extLst>
          </p:cNvPr>
          <p:cNvGrpSpPr>
            <a:grpSpLocks/>
          </p:cNvGrpSpPr>
          <p:nvPr/>
        </p:nvGrpSpPr>
        <p:grpSpPr bwMode="auto">
          <a:xfrm>
            <a:off x="611188" y="1628775"/>
            <a:ext cx="3097212" cy="2112963"/>
            <a:chOff x="793" y="2976"/>
            <a:chExt cx="1951" cy="1331"/>
          </a:xfrm>
        </p:grpSpPr>
        <p:sp>
          <p:nvSpPr>
            <p:cNvPr id="160786" name="Text Box 18">
              <a:extLst>
                <a:ext uri="{FF2B5EF4-FFF2-40B4-BE49-F238E27FC236}">
                  <a16:creationId xmlns:a16="http://schemas.microsoft.com/office/drawing/2014/main" id="{FB4E9AEB-EE95-329C-D4D4-AD4B1EEB9E23}"/>
                </a:ext>
              </a:extLst>
            </p:cNvPr>
            <p:cNvSpPr txBox="1">
              <a:spLocks noChangeArrowheads="1"/>
            </p:cNvSpPr>
            <p:nvPr/>
          </p:nvSpPr>
          <p:spPr bwMode="auto">
            <a:xfrm>
              <a:off x="793" y="2976"/>
              <a:ext cx="1951" cy="1271"/>
            </a:xfrm>
            <a:prstGeom prst="rect">
              <a:avLst/>
            </a:prstGeom>
            <a:solidFill>
              <a:srgbClr val="C0C0C0"/>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endParaRPr lang="en-US" altLang="zh-CN" dirty="0"/>
            </a:p>
            <a:p>
              <a:pPr>
                <a:spcBef>
                  <a:spcPct val="50000"/>
                </a:spcBef>
              </a:pPr>
              <a:endParaRPr lang="en-US" altLang="zh-CN" dirty="0"/>
            </a:p>
            <a:p>
              <a:pPr>
                <a:spcBef>
                  <a:spcPct val="50000"/>
                </a:spcBef>
              </a:pPr>
              <a:endParaRPr lang="en-US" altLang="zh-CN" dirty="0"/>
            </a:p>
            <a:p>
              <a:pPr>
                <a:spcBef>
                  <a:spcPct val="50000"/>
                </a:spcBef>
              </a:pPr>
              <a:endParaRPr lang="zh-CN" altLang="en-US"/>
            </a:p>
            <a:p>
              <a:pPr>
                <a:spcBef>
                  <a:spcPct val="50000"/>
                </a:spcBef>
              </a:pPr>
              <a:endParaRPr lang="en-US" altLang="zh-CN" dirty="0"/>
            </a:p>
          </p:txBody>
        </p:sp>
        <p:sp>
          <p:nvSpPr>
            <p:cNvPr id="160787" name="Line 19">
              <a:extLst>
                <a:ext uri="{FF2B5EF4-FFF2-40B4-BE49-F238E27FC236}">
                  <a16:creationId xmlns:a16="http://schemas.microsoft.com/office/drawing/2014/main" id="{10FD5184-D6C3-4BF2-2F0A-81DC2946F939}"/>
                </a:ext>
              </a:extLst>
            </p:cNvPr>
            <p:cNvSpPr>
              <a:spLocks noChangeShapeType="1"/>
            </p:cNvSpPr>
            <p:nvPr/>
          </p:nvSpPr>
          <p:spPr bwMode="auto">
            <a:xfrm>
              <a:off x="884" y="3944"/>
              <a:ext cx="449"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0788" name="Line 20">
              <a:extLst>
                <a:ext uri="{FF2B5EF4-FFF2-40B4-BE49-F238E27FC236}">
                  <a16:creationId xmlns:a16="http://schemas.microsoft.com/office/drawing/2014/main" id="{61C1867C-4AF6-235E-B2BC-A6CF76F52743}"/>
                </a:ext>
              </a:extLst>
            </p:cNvPr>
            <p:cNvSpPr>
              <a:spLocks noChangeShapeType="1"/>
            </p:cNvSpPr>
            <p:nvPr/>
          </p:nvSpPr>
          <p:spPr bwMode="auto">
            <a:xfrm>
              <a:off x="2231" y="3944"/>
              <a:ext cx="448"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0789" name="Line 21">
              <a:extLst>
                <a:ext uri="{FF2B5EF4-FFF2-40B4-BE49-F238E27FC236}">
                  <a16:creationId xmlns:a16="http://schemas.microsoft.com/office/drawing/2014/main" id="{BB6174EA-4497-0939-5C69-53F67FA6036C}"/>
                </a:ext>
              </a:extLst>
            </p:cNvPr>
            <p:cNvSpPr>
              <a:spLocks noChangeShapeType="1"/>
            </p:cNvSpPr>
            <p:nvPr/>
          </p:nvSpPr>
          <p:spPr bwMode="auto">
            <a:xfrm flipH="1">
              <a:off x="1669" y="3064"/>
              <a:ext cx="0" cy="51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0790" name="Rectangle 22">
              <a:extLst>
                <a:ext uri="{FF2B5EF4-FFF2-40B4-BE49-F238E27FC236}">
                  <a16:creationId xmlns:a16="http://schemas.microsoft.com/office/drawing/2014/main" id="{C093A352-B57C-771E-037B-A63D4D50BFC1}"/>
                </a:ext>
              </a:extLst>
            </p:cNvPr>
            <p:cNvSpPr>
              <a:spLocks noChangeArrowheads="1"/>
            </p:cNvSpPr>
            <p:nvPr/>
          </p:nvSpPr>
          <p:spPr bwMode="auto">
            <a:xfrm>
              <a:off x="1333" y="3578"/>
              <a:ext cx="897" cy="578"/>
            </a:xfrm>
            <a:prstGeom prst="rect">
              <a:avLst/>
            </a:prstGeom>
            <a:solidFill>
              <a:srgbClr val="FFFFFF"/>
            </a:solidFill>
            <a:ln w="9525">
              <a:solidFill>
                <a:srgbClr val="000000"/>
              </a:solidFill>
              <a:miter lim="800000"/>
              <a:headEnd/>
              <a:tailEnd/>
            </a:ln>
          </p:spPr>
          <p:txBody>
            <a:bodyPr/>
            <a:lstStyle/>
            <a:p>
              <a:pPr algn="ctr"/>
              <a:endParaRPr lang="en-US" altLang="zh-CN" sz="1500" b="0" dirty="0"/>
            </a:p>
            <a:p>
              <a:pPr algn="ctr"/>
              <a:r>
                <a:rPr lang="en-US" altLang="zh-CN" sz="2400" b="0" dirty="0">
                  <a:solidFill>
                    <a:schemeClr val="accent2"/>
                  </a:solidFill>
                </a:rPr>
                <a:t>PS</a:t>
              </a:r>
              <a:endParaRPr lang="en-US" altLang="zh-CN" sz="2400" dirty="0">
                <a:solidFill>
                  <a:schemeClr val="accent2"/>
                </a:solidFill>
              </a:endParaRPr>
            </a:p>
          </p:txBody>
        </p:sp>
        <p:sp>
          <p:nvSpPr>
            <p:cNvPr id="160791" name="Text Box 23">
              <a:extLst>
                <a:ext uri="{FF2B5EF4-FFF2-40B4-BE49-F238E27FC236}">
                  <a16:creationId xmlns:a16="http://schemas.microsoft.com/office/drawing/2014/main" id="{FC4FF119-595F-26DA-9D00-E21FABDACF9E}"/>
                </a:ext>
              </a:extLst>
            </p:cNvPr>
            <p:cNvSpPr txBox="1">
              <a:spLocks noChangeArrowheads="1"/>
            </p:cNvSpPr>
            <p:nvPr/>
          </p:nvSpPr>
          <p:spPr bwMode="auto">
            <a:xfrm>
              <a:off x="2230" y="3922"/>
              <a:ext cx="337" cy="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2000" b="0" dirty="0"/>
                <a:t>O</a:t>
              </a:r>
              <a:endParaRPr lang="en-US" altLang="zh-CN" sz="2000" dirty="0"/>
            </a:p>
          </p:txBody>
        </p:sp>
        <p:sp>
          <p:nvSpPr>
            <p:cNvPr id="160792" name="Text Box 24">
              <a:extLst>
                <a:ext uri="{FF2B5EF4-FFF2-40B4-BE49-F238E27FC236}">
                  <a16:creationId xmlns:a16="http://schemas.microsoft.com/office/drawing/2014/main" id="{A0117F71-A472-AB3E-4E6C-BB5B2466239E}"/>
                </a:ext>
              </a:extLst>
            </p:cNvPr>
            <p:cNvSpPr txBox="1">
              <a:spLocks noChangeArrowheads="1"/>
            </p:cNvSpPr>
            <p:nvPr/>
          </p:nvSpPr>
          <p:spPr bwMode="auto">
            <a:xfrm>
              <a:off x="1669" y="3193"/>
              <a:ext cx="337" cy="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2000" b="0" dirty="0"/>
                <a:t>P</a:t>
              </a:r>
              <a:endParaRPr lang="en-US" altLang="zh-CN" sz="2000" dirty="0"/>
            </a:p>
          </p:txBody>
        </p:sp>
        <p:sp>
          <p:nvSpPr>
            <p:cNvPr id="160793" name="Text Box 25">
              <a:extLst>
                <a:ext uri="{FF2B5EF4-FFF2-40B4-BE49-F238E27FC236}">
                  <a16:creationId xmlns:a16="http://schemas.microsoft.com/office/drawing/2014/main" id="{20B3676F-2584-52AC-C0B8-4B9DDB4F2C26}"/>
                </a:ext>
              </a:extLst>
            </p:cNvPr>
            <p:cNvSpPr txBox="1">
              <a:spLocks noChangeArrowheads="1"/>
            </p:cNvSpPr>
            <p:nvPr/>
          </p:nvSpPr>
          <p:spPr bwMode="auto">
            <a:xfrm>
              <a:off x="996" y="3922"/>
              <a:ext cx="337" cy="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2000" b="0" dirty="0"/>
                <a:t>I</a:t>
              </a:r>
              <a:endParaRPr lang="en-US" altLang="zh-CN" sz="2000" dirty="0"/>
            </a:p>
          </p:txBody>
        </p:sp>
      </p:grpSp>
      <p:sp>
        <p:nvSpPr>
          <p:cNvPr id="160794" name="Text Box 26">
            <a:extLst>
              <a:ext uri="{FF2B5EF4-FFF2-40B4-BE49-F238E27FC236}">
                <a16:creationId xmlns:a16="http://schemas.microsoft.com/office/drawing/2014/main" id="{9B9390E0-2F7E-1E38-C81E-A29490023F0E}"/>
              </a:ext>
            </a:extLst>
          </p:cNvPr>
          <p:cNvSpPr txBox="1">
            <a:spLocks noChangeArrowheads="1"/>
          </p:cNvSpPr>
          <p:nvPr/>
        </p:nvSpPr>
        <p:spPr bwMode="auto">
          <a:xfrm>
            <a:off x="611188" y="3933825"/>
            <a:ext cx="3384550" cy="1373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50000"/>
              </a:spcBef>
            </a:pPr>
            <a:r>
              <a:rPr lang="zh-CN" altLang="en-US" sz="2800" dirty="0">
                <a:solidFill>
                  <a:srgbClr val="003399"/>
                </a:solidFill>
              </a:rPr>
              <a:t>可编程结构强调计算机具有可编程控制的性质。</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60794"/>
                                        </p:tgtEl>
                                        <p:attrNameLst>
                                          <p:attrName>style.visibility</p:attrName>
                                        </p:attrNameLst>
                                      </p:cBhvr>
                                      <p:to>
                                        <p:strVal val="visible"/>
                                      </p:to>
                                    </p:set>
                                    <p:animEffect transition="in" filter="dissolve">
                                      <p:cBhvr>
                                        <p:cTn id="7" dur="500"/>
                                        <p:tgtEl>
                                          <p:spTgt spid="1607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9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p:cNvSpPr>
          <p:nvPr>
            <p:ph type="title"/>
          </p:nvPr>
        </p:nvSpPr>
        <p:spPr/>
        <p:txBody>
          <a:bodyPr vert="horz" wrap="square" lIns="91440" tIns="45720" rIns="91440" bIns="45720" anchor="ctr"/>
          <a:lstStyle/>
          <a:p>
            <a:pPr eaLnBrk="1" hangingPunct="1"/>
            <a:r>
              <a:rPr lang="zh-CN" altLang="en-US" dirty="0"/>
              <a:t>算法的作用</a:t>
            </a:r>
            <a:endParaRPr lang="en-US" altLang="zh-CN" dirty="0"/>
          </a:p>
        </p:txBody>
      </p:sp>
      <p:sp>
        <p:nvSpPr>
          <p:cNvPr id="9219" name="Rectangle 3"/>
          <p:cNvSpPr>
            <a:spLocks noGrp="1"/>
          </p:cNvSpPr>
          <p:nvPr>
            <p:ph idx="1"/>
          </p:nvPr>
        </p:nvSpPr>
        <p:spPr/>
        <p:txBody>
          <a:bodyPr vert="horz" wrap="square" anchor="t"/>
          <a:lstStyle/>
          <a:p>
            <a:pPr eaLnBrk="1" hangingPunct="1">
              <a:buNone/>
            </a:pPr>
            <a:r>
              <a:rPr lang="zh-CN" altLang="en-US" sz="3200" b="1" dirty="0"/>
              <a:t>算法是计算机科学的核心概念！</a:t>
            </a:r>
          </a:p>
          <a:p>
            <a:pPr eaLnBrk="1" hangingPunct="1">
              <a:buNone/>
            </a:pPr>
            <a:r>
              <a:rPr lang="zh-CN" altLang="en-US" b="1" dirty="0">
                <a:solidFill>
                  <a:srgbClr val="3333CC"/>
                </a:solidFill>
              </a:rPr>
              <a:t>	算法：</a:t>
            </a:r>
            <a:r>
              <a:rPr lang="zh-CN" altLang="en-US" b="1" dirty="0">
                <a:solidFill>
                  <a:schemeClr val="tx1"/>
                </a:solidFill>
              </a:rPr>
              <a:t>完成一个任务或者</a:t>
            </a:r>
            <a:r>
              <a:rPr lang="zh-CN" altLang="en-US" b="1" dirty="0"/>
              <a:t>解决一个问题的步骤序列（操作序列）。 </a:t>
            </a:r>
          </a:p>
          <a:p>
            <a:pPr eaLnBrk="1" hangingPunct="1">
              <a:buNone/>
            </a:pPr>
            <a:endParaRPr lang="zh-CN" altLang="en-US" b="1" dirty="0">
              <a:solidFill>
                <a:schemeClr val="accent2"/>
              </a:solidFill>
            </a:endParaRPr>
          </a:p>
          <a:p>
            <a:pPr eaLnBrk="1" hangingPunct="1">
              <a:buNone/>
            </a:pPr>
            <a:r>
              <a:rPr lang="zh-CN" altLang="en-US" b="1" dirty="0">
                <a:solidFill>
                  <a:schemeClr val="tx1"/>
                </a:solidFill>
              </a:rPr>
              <a:t>计算机要执行一项任务，必须先找到算法，然后再将算法表示为计算机可适应的形式，即</a:t>
            </a:r>
            <a:r>
              <a:rPr lang="zh-CN" altLang="en-US" b="1" dirty="0">
                <a:solidFill>
                  <a:schemeClr val="accent6"/>
                </a:solidFill>
              </a:rPr>
              <a:t>程序</a:t>
            </a:r>
            <a:r>
              <a:rPr lang="zh-CN" altLang="en-US" b="1" dirty="0">
                <a:solidFill>
                  <a:schemeClr val="tx1"/>
                </a:solidFill>
              </a:rPr>
              <a:t>。</a:t>
            </a:r>
          </a:p>
          <a:p>
            <a:pPr eaLnBrk="1" hangingPunct="1">
              <a:buNone/>
            </a:pPr>
            <a:endParaRPr lang="zh-CN" altLang="en-US" b="1" dirty="0">
              <a:solidFill>
                <a:schemeClr val="tx1"/>
              </a:solidFill>
            </a:endParaRPr>
          </a:p>
          <a:p>
            <a:pPr algn="l" eaLnBrk="1" hangingPunct="1">
              <a:buNone/>
            </a:pPr>
            <a:r>
              <a:rPr lang="zh-CN" altLang="en-US" b="1" dirty="0">
                <a:solidFill>
                  <a:schemeClr val="accent6"/>
                </a:solidFill>
              </a:rPr>
              <a:t>编程</a:t>
            </a:r>
            <a:r>
              <a:rPr lang="zh-CN" altLang="en-US" b="1" dirty="0">
                <a:solidFill>
                  <a:schemeClr val="tx1"/>
                </a:solidFill>
              </a:rPr>
              <a:t>指开发一个程序，将其转换为机器指令形式，并输入计算机中，这一系列工作。</a:t>
            </a:r>
          </a:p>
        </p:txBody>
      </p:sp>
    </p:spTree>
    <p:extLst>
      <p:ext uri="{BB962C8B-B14F-4D97-AF65-F5344CB8AC3E}">
        <p14:creationId xmlns:p14="http://schemas.microsoft.com/office/powerpoint/2010/main" val="3308536898"/>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p:cNvSpPr>
          <p:nvPr>
            <p:ph type="title"/>
          </p:nvPr>
        </p:nvSpPr>
        <p:spPr/>
        <p:txBody>
          <a:bodyPr vert="horz" wrap="square" lIns="91440" tIns="45720" rIns="91440" bIns="45720" anchor="ctr"/>
          <a:lstStyle/>
          <a:p>
            <a:pPr eaLnBrk="1" hangingPunct="1"/>
            <a:r>
              <a:rPr lang="zh-CN" altLang="en-US" dirty="0"/>
              <a:t>例：欧几里得算法</a:t>
            </a:r>
          </a:p>
        </p:txBody>
      </p:sp>
      <p:sp>
        <p:nvSpPr>
          <p:cNvPr id="9219" name="Rectangle 3"/>
          <p:cNvSpPr>
            <a:spLocks noGrp="1"/>
          </p:cNvSpPr>
          <p:nvPr>
            <p:ph idx="1"/>
          </p:nvPr>
        </p:nvSpPr>
        <p:spPr/>
        <p:txBody>
          <a:bodyPr vert="horz" wrap="square" anchor="t"/>
          <a:lstStyle/>
          <a:p>
            <a:pPr eaLnBrk="1" hangingPunct="1">
              <a:buNone/>
            </a:pPr>
            <a:r>
              <a:rPr lang="zh-CN" altLang="en-US" b="1" dirty="0">
                <a:solidFill>
                  <a:srgbClr val="3333CC"/>
                </a:solidFill>
              </a:rPr>
              <a:t>算法描述：</a:t>
            </a:r>
            <a:r>
              <a:rPr lang="zh-CN" altLang="en-US" b="1" dirty="0">
                <a:solidFill>
                  <a:schemeClr val="tx1"/>
                </a:solidFill>
              </a:rPr>
              <a:t>本算法假定输入为两个正整数，负责计算这两个数的最大公约数</a:t>
            </a:r>
            <a:r>
              <a:rPr lang="zh-CN" altLang="en-US" b="1" dirty="0"/>
              <a:t>。</a:t>
            </a:r>
            <a:endParaRPr lang="en-US" altLang="zh-CN" b="1" dirty="0"/>
          </a:p>
          <a:p>
            <a:pPr eaLnBrk="1" hangingPunct="1">
              <a:buNone/>
            </a:pPr>
            <a:r>
              <a:rPr lang="en-US" altLang="zh-CN" b="1" dirty="0"/>
              <a:t>	</a:t>
            </a:r>
            <a:r>
              <a:rPr lang="en-US" altLang="zh-CN" b="1" i="1" dirty="0" err="1"/>
              <a:t>gcd</a:t>
            </a:r>
            <a:r>
              <a:rPr lang="en-US" altLang="zh-CN" b="1" i="1" dirty="0"/>
              <a:t>(</a:t>
            </a:r>
            <a:r>
              <a:rPr lang="en-US" altLang="zh-CN" b="1" i="1" dirty="0" err="1"/>
              <a:t>m,n</a:t>
            </a:r>
            <a:r>
              <a:rPr lang="en-US" altLang="zh-CN" b="1" i="1" dirty="0"/>
              <a:t>)=</a:t>
            </a:r>
            <a:r>
              <a:rPr lang="en-US" altLang="zh-CN" b="1" i="1" dirty="0" err="1"/>
              <a:t>gcd</a:t>
            </a:r>
            <a:r>
              <a:rPr lang="en-US" altLang="zh-CN" b="1" i="1" dirty="0"/>
              <a:t>(</a:t>
            </a:r>
            <a:r>
              <a:rPr lang="en-US" altLang="zh-CN" b="1" i="1" dirty="0" err="1"/>
              <a:t>n,m</a:t>
            </a:r>
            <a:r>
              <a:rPr lang="zh-CN" altLang="en-US" b="1" i="1" dirty="0"/>
              <a:t>除</a:t>
            </a:r>
            <a:r>
              <a:rPr lang="en-US" altLang="zh-CN" b="1" i="1" dirty="0"/>
              <a:t>n</a:t>
            </a:r>
            <a:r>
              <a:rPr lang="zh-CN" altLang="en-US" b="1" i="1" dirty="0"/>
              <a:t>的余数</a:t>
            </a:r>
            <a:r>
              <a:rPr lang="en-US" altLang="zh-CN" b="1" i="1" dirty="0"/>
              <a:t>)</a:t>
            </a:r>
            <a:r>
              <a:rPr lang="zh-CN" altLang="en-US" b="1" i="1" dirty="0"/>
              <a:t> </a:t>
            </a:r>
            <a:r>
              <a:rPr lang="en-US" altLang="zh-CN" b="1" i="1" dirty="0"/>
              <a:t>, </a:t>
            </a:r>
            <a:r>
              <a:rPr lang="zh-CN" altLang="en-US" b="1" i="1" dirty="0"/>
              <a:t>若</a:t>
            </a:r>
            <a:r>
              <a:rPr lang="en-US" altLang="zh-CN" b="1" i="1" dirty="0"/>
              <a:t>n</a:t>
            </a:r>
            <a:r>
              <a:rPr lang="zh-CN" altLang="en-US" b="1" i="1" dirty="0"/>
              <a:t>不能整除</a:t>
            </a:r>
            <a:r>
              <a:rPr lang="en-US" altLang="zh-CN" b="1" i="1" dirty="0"/>
              <a:t>m.</a:t>
            </a:r>
            <a:endParaRPr lang="zh-CN" altLang="en-US" b="1" i="1" dirty="0"/>
          </a:p>
          <a:p>
            <a:pPr eaLnBrk="1" hangingPunct="1">
              <a:buNone/>
            </a:pPr>
            <a:r>
              <a:rPr lang="zh-CN" altLang="en-US" b="1" dirty="0">
                <a:solidFill>
                  <a:srgbClr val="3333CC"/>
                </a:solidFill>
                <a:sym typeface="+mn-ea"/>
              </a:rPr>
              <a:t>过程：</a:t>
            </a:r>
          </a:p>
          <a:p>
            <a:pPr eaLnBrk="1" hangingPunct="1">
              <a:buNone/>
            </a:pPr>
            <a:r>
              <a:rPr lang="en-US" altLang="zh-CN" b="1" dirty="0">
                <a:solidFill>
                  <a:srgbClr val="3333CC"/>
                </a:solidFill>
                <a:sym typeface="+mn-ea"/>
              </a:rPr>
              <a:t>	</a:t>
            </a:r>
            <a:r>
              <a:rPr lang="zh-CN" altLang="en-US" b="1" dirty="0">
                <a:solidFill>
                  <a:srgbClr val="3333CC"/>
                </a:solidFill>
                <a:sym typeface="+mn-ea"/>
              </a:rPr>
              <a:t>第１步．</a:t>
            </a:r>
            <a:r>
              <a:rPr lang="zh-CN" altLang="en-US" b="1" dirty="0">
                <a:sym typeface="+mn-ea"/>
              </a:rPr>
              <a:t>将输入的两数中较大数赋值给Ｍ，较小数赋值给Ｎ． </a:t>
            </a:r>
            <a:endParaRPr lang="zh-CN" altLang="en-US" b="1" dirty="0"/>
          </a:p>
          <a:p>
            <a:pPr eaLnBrk="1" hangingPunct="1">
              <a:buNone/>
            </a:pPr>
            <a:r>
              <a:rPr lang="en-US" altLang="zh-CN" b="1" dirty="0">
                <a:solidFill>
                  <a:srgbClr val="3333CC"/>
                </a:solidFill>
                <a:sym typeface="+mn-ea"/>
              </a:rPr>
              <a:t>	</a:t>
            </a:r>
            <a:r>
              <a:rPr lang="zh-CN" altLang="en-US" b="1" dirty="0">
                <a:solidFill>
                  <a:srgbClr val="3333CC"/>
                </a:solidFill>
                <a:sym typeface="+mn-ea"/>
              </a:rPr>
              <a:t>第２步．</a:t>
            </a:r>
            <a:r>
              <a:rPr lang="zh-CN" altLang="en-US" b="1" dirty="0">
                <a:sym typeface="+mn-ea"/>
              </a:rPr>
              <a:t>计算Ｍ／Ｎ的余数，赋值给Ｒ．</a:t>
            </a:r>
          </a:p>
          <a:p>
            <a:pPr eaLnBrk="1" hangingPunct="1">
              <a:buNone/>
            </a:pPr>
            <a:r>
              <a:rPr lang="en-US" altLang="zh-CN" b="1" dirty="0">
                <a:solidFill>
                  <a:srgbClr val="3333CC"/>
                </a:solidFill>
                <a:sym typeface="+mn-ea"/>
              </a:rPr>
              <a:t>	</a:t>
            </a:r>
            <a:r>
              <a:rPr lang="zh-CN" altLang="en-US" b="1" dirty="0">
                <a:solidFill>
                  <a:srgbClr val="3333CC"/>
                </a:solidFill>
                <a:sym typeface="+mn-ea"/>
              </a:rPr>
              <a:t>第３步．</a:t>
            </a:r>
            <a:r>
              <a:rPr lang="zh-CN" altLang="en-US" b="1" dirty="0">
                <a:solidFill>
                  <a:schemeClr val="tx1"/>
                </a:solidFill>
                <a:sym typeface="+mn-ea"/>
              </a:rPr>
              <a:t>如果Ｒ不为０，将Ｎ</a:t>
            </a:r>
            <a:r>
              <a:rPr lang="zh-CN" altLang="en-US" b="1" dirty="0">
                <a:sym typeface="+mn-ea"/>
              </a:rPr>
              <a:t>赋值给Ｍ，Ｒ赋值给Ｎ，返回第２步；</a:t>
            </a:r>
          </a:p>
          <a:p>
            <a:pPr eaLnBrk="1" hangingPunct="1">
              <a:buNone/>
            </a:pPr>
            <a:r>
              <a:rPr lang="en-US" altLang="zh-CN" b="1" dirty="0">
                <a:sym typeface="+mn-ea"/>
              </a:rPr>
              <a:t>			</a:t>
            </a:r>
            <a:r>
              <a:rPr lang="zh-CN" altLang="en-US" b="1" dirty="0">
                <a:sym typeface="+mn-ea"/>
              </a:rPr>
              <a:t>否则，最大公约数就是当前的Ｎ值。</a:t>
            </a:r>
            <a:endParaRPr lang="zh-CN" altLang="en-US" b="1" dirty="0">
              <a:solidFill>
                <a:schemeClr val="tx1"/>
              </a:solidFill>
            </a:endParaRPr>
          </a:p>
        </p:txBody>
      </p:sp>
    </p:spTree>
    <p:extLst>
      <p:ext uri="{BB962C8B-B14F-4D97-AF65-F5344CB8AC3E}">
        <p14:creationId xmlns:p14="http://schemas.microsoft.com/office/powerpoint/2010/main" val="1204999710"/>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灯片编号占位符 5"/>
          <p:cNvSpPr>
            <a:spLocks noGrp="1"/>
          </p:cNvSpPr>
          <p:nvPr>
            <p:ph type="sldNum" sz="quarter" idx="12"/>
          </p:nvPr>
        </p:nvSpPr>
        <p:spPr/>
        <p:txBody>
          <a:bodyPr wrap="square" lIns="91440" tIns="45720" rIns="91440" bIns="45720" anchor="t"/>
          <a:lstStyle>
            <a:lvl1pPr marL="0" lvl="0" indent="0" algn="l" defTabSz="914400" rtl="0" eaLnBrk="1" fontAlgn="base" latinLnBrk="0" hangingPunct="1">
              <a:lnSpc>
                <a:spcPct val="100000"/>
              </a:lnSpc>
              <a:spcBef>
                <a:spcPct val="0"/>
              </a:spcBef>
              <a:spcAft>
                <a:spcPct val="0"/>
              </a:spcAft>
              <a:buFontTx/>
              <a:buNone/>
              <a:defRPr sz="18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indent="0" algn="r">
              <a:spcBef>
                <a:spcPct val="50000"/>
              </a:spcBef>
            </a:pPr>
            <a:fld id="{9A0DB2DC-4C9A-4742-B13C-FB6460FD3503}" type="slidenum">
              <a:rPr lang="zh-CN" altLang="en-US" sz="1400" dirty="0"/>
              <a:t>5</a:t>
            </a:fld>
            <a:endParaRPr lang="zh-CN" altLang="en-US" sz="1400" dirty="0"/>
          </a:p>
        </p:txBody>
      </p:sp>
      <p:sp>
        <p:nvSpPr>
          <p:cNvPr id="25602" name="Rectangle 2"/>
          <p:cNvSpPr>
            <a:spLocks noGrp="1"/>
          </p:cNvSpPr>
          <p:nvPr>
            <p:ph type="title"/>
          </p:nvPr>
        </p:nvSpPr>
        <p:spPr/>
        <p:txBody>
          <a:bodyPr vert="horz" wrap="square" lIns="91440" tIns="45720" rIns="91440" bIns="45720" anchor="ctr"/>
          <a:lstStyle/>
          <a:p>
            <a:pPr eaLnBrk="1" hangingPunct="1"/>
            <a:r>
              <a:rPr lang="en-US" altLang="zh-CN" b="1" dirty="0"/>
              <a:t>1.1     </a:t>
            </a:r>
            <a:r>
              <a:rPr lang="zh-CN" altLang="en-US" b="1" dirty="0"/>
              <a:t>什么是程序设计语言</a:t>
            </a:r>
          </a:p>
        </p:txBody>
      </p:sp>
      <p:sp>
        <p:nvSpPr>
          <p:cNvPr id="7172" name="Rectangle 3"/>
          <p:cNvSpPr>
            <a:spLocks noGrp="1" noChangeArrowheads="1"/>
          </p:cNvSpPr>
          <p:nvPr>
            <p:ph idx="1"/>
          </p:nvPr>
        </p:nvSpPr>
        <p:spPr>
          <a:xfrm>
            <a:off x="685800" y="1319213"/>
            <a:ext cx="7772400" cy="4611688"/>
          </a:xfrm>
        </p:spPr>
        <p:txBody>
          <a:bodyPr vert="horz" wrap="square" lIns="91440" tIns="45720" rIns="91440" bIns="45720" numCol="1" anchor="t" anchorCtr="0" compatLnSpc="1"/>
          <a:lstStyle/>
          <a:p>
            <a:pPr marL="0" marR="0" lvl="0" indent="0" algn="l" defTabSz="914400" rtl="0" eaLnBrk="1" fontAlgn="base" latinLnBrk="0" hangingPunct="1">
              <a:lnSpc>
                <a:spcPct val="150000"/>
              </a:lnSpc>
              <a:spcBef>
                <a:spcPct val="20000"/>
              </a:spcBef>
              <a:spcAft>
                <a:spcPct val="0"/>
              </a:spcAft>
              <a:buClrTx/>
              <a:buSzTx/>
              <a:buFontTx/>
              <a:buNone/>
              <a:defRPr/>
            </a:pPr>
            <a:r>
              <a:rPr kumimoji="1" lang="zh-CN" altLang="en-US" sz="2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一、语言的概念：</a:t>
            </a:r>
            <a:endParaRPr kumimoji="1" lang="en-US" altLang="zh-CN" sz="2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endParaRPr>
          </a:p>
          <a:p>
            <a:pPr marL="342900" marR="0" lvl="0" indent="-342900" algn="l" defTabSz="914400" rtl="0" eaLnBrk="1" fontAlgn="base" latinLnBrk="0" hangingPunct="1">
              <a:lnSpc>
                <a:spcPct val="150000"/>
              </a:lnSpc>
              <a:spcBef>
                <a:spcPct val="20000"/>
              </a:spcBef>
              <a:spcAft>
                <a:spcPct val="0"/>
              </a:spcAft>
              <a:buClrTx/>
              <a:buSzTx/>
              <a:buFontTx/>
              <a:buChar char="•"/>
              <a:defRPr/>
            </a:pPr>
            <a:r>
              <a:rPr kumimoji="1" lang="zh-CN" altLang="en-US" sz="24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语言就广义而言，是一套共同采用的 沟通</a:t>
            </a:r>
            <a:r>
              <a:rPr kumimoji="1" lang="zh-CN" altLang="en-US" sz="2400" b="0" i="0" u="none" strike="noStrike" kern="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cs"/>
              </a:rPr>
              <a:t>符号</a:t>
            </a:r>
            <a:r>
              <a:rPr kumimoji="1" lang="zh-CN" altLang="en-US" sz="24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、表达方式与处理</a:t>
            </a:r>
            <a:r>
              <a:rPr kumimoji="1" lang="zh-CN" altLang="en-US" sz="2400" b="0" i="0" u="none" strike="noStrike" kern="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cs"/>
              </a:rPr>
              <a:t>规则</a:t>
            </a:r>
            <a:r>
              <a:rPr kumimoji="1" lang="zh-CN" altLang="en-US" sz="24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a:t>
            </a:r>
            <a:endParaRPr kumimoji="1" lang="en-US" altLang="zh-CN" sz="24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endParaRPr>
          </a:p>
          <a:p>
            <a:pPr marL="342900" marR="0" lvl="0" indent="-342900" algn="l" defTabSz="914400" rtl="0" eaLnBrk="1" fontAlgn="base" latinLnBrk="0" hangingPunct="1">
              <a:lnSpc>
                <a:spcPct val="150000"/>
              </a:lnSpc>
              <a:spcBef>
                <a:spcPct val="20000"/>
              </a:spcBef>
              <a:spcAft>
                <a:spcPct val="0"/>
              </a:spcAft>
              <a:buClrTx/>
              <a:buSzTx/>
              <a:buFontTx/>
              <a:buChar char="•"/>
              <a:defRPr/>
            </a:pPr>
            <a:r>
              <a:rPr lang="zh-CN" altLang="en-US" sz="2400" b="1" noProof="0" dirty="0">
                <a:ln>
                  <a:noFill/>
                </a:ln>
                <a:effectLst/>
                <a:uLnTx/>
                <a:uFillTx/>
                <a:latin typeface="微软雅黑" panose="020B0503020204020204" charset="-122"/>
                <a:ea typeface="微软雅黑" panose="020B0503020204020204" charset="-122"/>
                <a:sym typeface="+mn-ea"/>
              </a:rPr>
              <a:t>计算机语言（</a:t>
            </a:r>
            <a:r>
              <a:rPr lang="en-US" altLang="zh-CN" sz="2400" b="1" noProof="0" dirty="0">
                <a:ln>
                  <a:noFill/>
                </a:ln>
                <a:effectLst/>
                <a:uLnTx/>
                <a:uFillTx/>
                <a:latin typeface="微软雅黑" panose="020B0503020204020204" charset="-122"/>
                <a:ea typeface="微软雅黑" panose="020B0503020204020204" charset="-122"/>
                <a:sym typeface="+mn-ea"/>
              </a:rPr>
              <a:t>Computer Language</a:t>
            </a:r>
            <a:r>
              <a:rPr lang="zh-CN" altLang="en-US" sz="2400" b="1" noProof="0" dirty="0">
                <a:ln>
                  <a:noFill/>
                </a:ln>
                <a:effectLst/>
                <a:uLnTx/>
                <a:uFillTx/>
                <a:latin typeface="微软雅黑" panose="020B0503020204020204" charset="-122"/>
                <a:ea typeface="微软雅黑" panose="020B0503020204020204" charset="-122"/>
                <a:sym typeface="+mn-ea"/>
              </a:rPr>
              <a:t>）</a:t>
            </a:r>
            <a:r>
              <a:rPr lang="zh-CN" altLang="en-US" sz="2400" noProof="0" dirty="0">
                <a:ln>
                  <a:noFill/>
                </a:ln>
                <a:effectLst/>
                <a:uLnTx/>
                <a:uFillTx/>
                <a:latin typeface="微软雅黑" panose="020B0503020204020204" charset="-122"/>
                <a:ea typeface="微软雅黑" panose="020B0503020204020204" charset="-122"/>
                <a:sym typeface="+mn-ea"/>
              </a:rPr>
              <a:t>指用于人与计算机之间通讯的语言。</a:t>
            </a:r>
          </a:p>
          <a:p>
            <a:pPr marL="342900" marR="0" lvl="0" indent="-342900" algn="l" defTabSz="914400" rtl="0" eaLnBrk="1" fontAlgn="base" latinLnBrk="0" hangingPunct="1">
              <a:lnSpc>
                <a:spcPct val="150000"/>
              </a:lnSpc>
              <a:spcBef>
                <a:spcPct val="20000"/>
              </a:spcBef>
              <a:buClrTx/>
              <a:buSzTx/>
              <a:buFontTx/>
              <a:buChar char="•"/>
              <a:defRPr/>
            </a:pPr>
            <a:r>
              <a:rPr lang="zh-CN" altLang="en-US" sz="2400" noProof="0" dirty="0">
                <a:ln>
                  <a:noFill/>
                </a:ln>
                <a:effectLst/>
                <a:uLnTx/>
                <a:uFillTx/>
                <a:latin typeface="微软雅黑" panose="020B0503020204020204" charset="-122"/>
                <a:ea typeface="微软雅黑" panose="020B0503020204020204" charset="-122"/>
                <a:sym typeface="+mn-ea"/>
              </a:rPr>
              <a:t>程序设计语言介于人与人沟通的语言和机器语言之间</a:t>
            </a:r>
            <a:r>
              <a:rPr lang="en-US" altLang="zh-CN" sz="2400" noProof="0" dirty="0">
                <a:ln>
                  <a:noFill/>
                </a:ln>
                <a:effectLst/>
                <a:uLnTx/>
                <a:uFillTx/>
                <a:latin typeface="微软雅黑" panose="020B0503020204020204" charset="-122"/>
                <a:ea typeface="微软雅黑" panose="020B0503020204020204" charset="-122"/>
                <a:sym typeface="+mn-ea"/>
              </a:rPr>
              <a:t>.</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灯片编号占位符 5"/>
          <p:cNvSpPr>
            <a:spLocks noGrp="1"/>
          </p:cNvSpPr>
          <p:nvPr>
            <p:ph type="sldNum" sz="quarter" idx="12"/>
          </p:nvPr>
        </p:nvSpPr>
        <p:spPr/>
        <p:txBody>
          <a:bodyPr wrap="square" lIns="91440" tIns="45720" rIns="91440" bIns="45720" anchor="t"/>
          <a:lstStyle>
            <a:lvl1pPr marL="0" lvl="0" indent="0" algn="l" defTabSz="914400" rtl="0" eaLnBrk="1" fontAlgn="base" latinLnBrk="0" hangingPunct="1">
              <a:lnSpc>
                <a:spcPct val="100000"/>
              </a:lnSpc>
              <a:spcBef>
                <a:spcPct val="0"/>
              </a:spcBef>
              <a:spcAft>
                <a:spcPct val="0"/>
              </a:spcAft>
              <a:buFontTx/>
              <a:buNone/>
              <a:defRPr sz="18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indent="0" algn="r">
              <a:spcBef>
                <a:spcPct val="50000"/>
              </a:spcBef>
            </a:pPr>
            <a:fld id="{9A0DB2DC-4C9A-4742-B13C-FB6460FD3503}" type="slidenum">
              <a:rPr lang="zh-CN" altLang="en-US" sz="1400" dirty="0"/>
              <a:t>6</a:t>
            </a:fld>
            <a:endParaRPr lang="zh-CN" altLang="en-US" sz="1400" dirty="0"/>
          </a:p>
        </p:txBody>
      </p:sp>
      <p:sp>
        <p:nvSpPr>
          <p:cNvPr id="138247" name="Text Box 7"/>
          <p:cNvSpPr txBox="1"/>
          <p:nvPr/>
        </p:nvSpPr>
        <p:spPr>
          <a:xfrm>
            <a:off x="457200" y="1989138"/>
            <a:ext cx="8382000" cy="3754437"/>
          </a:xfrm>
          <a:prstGeom prst="rect">
            <a:avLst/>
          </a:prstGeom>
          <a:noFill/>
          <a:ln w="9525">
            <a:noFill/>
          </a:ln>
        </p:spPr>
        <p:txBody>
          <a:bodyPr anchor="t">
            <a:spAutoFit/>
          </a:bodyPr>
          <a:lstStyle/>
          <a:p>
            <a:pPr>
              <a:lnSpc>
                <a:spcPct val="150000"/>
              </a:lnSpc>
              <a:spcBef>
                <a:spcPct val="50000"/>
              </a:spcBef>
              <a:buClr>
                <a:srgbClr val="6600FF"/>
              </a:buClr>
              <a:buSzPct val="50000"/>
              <a:buFont typeface="Wingdings" panose="05000000000000000000" pitchFamily="2" charset="2"/>
              <a:buChar char="u"/>
            </a:pPr>
            <a:r>
              <a:rPr lang="zh-CN" altLang="en-US" sz="2800" dirty="0">
                <a:latin typeface="宋体" panose="02010600030101010101" pitchFamily="2" charset="-122"/>
              </a:rPr>
              <a:t>计算机发展早期使用的语言；面向计算机指令。</a:t>
            </a:r>
          </a:p>
          <a:p>
            <a:pPr>
              <a:lnSpc>
                <a:spcPct val="150000"/>
              </a:lnSpc>
              <a:spcBef>
                <a:spcPct val="50000"/>
              </a:spcBef>
              <a:buClr>
                <a:srgbClr val="6600FF"/>
              </a:buClr>
              <a:buSzPct val="50000"/>
              <a:buFont typeface="Wingdings" panose="05000000000000000000" pitchFamily="2" charset="2"/>
              <a:buChar char="u"/>
            </a:pPr>
            <a:r>
              <a:rPr lang="zh-CN" altLang="en-US" sz="2800" dirty="0">
                <a:latin typeface="宋体" panose="02010600030101010101" pitchFamily="2" charset="-122"/>
              </a:rPr>
              <a:t>指令由</a:t>
            </a:r>
            <a:r>
              <a:rPr lang="zh-CN" altLang="en-US" sz="2800" dirty="0">
                <a:latin typeface="Times New Roman" panose="02020603050405020304" pitchFamily="18" charset="0"/>
              </a:rPr>
              <a:t>“</a:t>
            </a:r>
            <a:r>
              <a:rPr lang="zh-CN" altLang="en-US" sz="2800" dirty="0">
                <a:latin typeface="宋体" panose="02010600030101010101" pitchFamily="2" charset="-122"/>
              </a:rPr>
              <a:t>0</a:t>
            </a:r>
            <a:r>
              <a:rPr lang="zh-CN" altLang="en-US" sz="2800" dirty="0">
                <a:latin typeface="Times New Roman" panose="02020603050405020304" pitchFamily="18" charset="0"/>
              </a:rPr>
              <a:t>”</a:t>
            </a:r>
            <a:r>
              <a:rPr lang="zh-CN" altLang="en-US" sz="2800" dirty="0">
                <a:latin typeface="宋体" panose="02010600030101010101" pitchFamily="2" charset="-122"/>
              </a:rPr>
              <a:t>和</a:t>
            </a:r>
            <a:r>
              <a:rPr lang="zh-CN" altLang="en-US" sz="2800" dirty="0">
                <a:latin typeface="Times New Roman" panose="02020603050405020304" pitchFamily="18" charset="0"/>
              </a:rPr>
              <a:t>“</a:t>
            </a:r>
            <a:r>
              <a:rPr lang="zh-CN" altLang="en-US" sz="2800" dirty="0">
                <a:latin typeface="宋体" panose="02010600030101010101" pitchFamily="2" charset="-122"/>
              </a:rPr>
              <a:t>1</a:t>
            </a:r>
            <a:r>
              <a:rPr lang="zh-CN" altLang="en-US" sz="2800" dirty="0">
                <a:latin typeface="Times New Roman" panose="02020603050405020304" pitchFamily="18" charset="0"/>
              </a:rPr>
              <a:t>”</a:t>
            </a:r>
            <a:r>
              <a:rPr lang="zh-CN" altLang="en-US" sz="2800" dirty="0">
                <a:latin typeface="宋体" panose="02010600030101010101" pitchFamily="2" charset="-122"/>
              </a:rPr>
              <a:t>的二进制码组成 </a:t>
            </a:r>
            <a:r>
              <a:rPr lang="en-US" altLang="zh-CN" sz="2800" dirty="0">
                <a:latin typeface="宋体" panose="02010600030101010101" pitchFamily="2" charset="-122"/>
              </a:rPr>
              <a:t>,</a:t>
            </a:r>
            <a:r>
              <a:rPr lang="zh-CN" altLang="en-US" sz="2800" dirty="0">
                <a:latin typeface="宋体" panose="02010600030101010101" pitchFamily="2" charset="-122"/>
              </a:rPr>
              <a:t>是指挥计算机工作的命令，是</a:t>
            </a:r>
            <a:r>
              <a:rPr lang="zh-CN" altLang="en-US" sz="2800" dirty="0">
                <a:solidFill>
                  <a:srgbClr val="FF0000"/>
                </a:solidFill>
                <a:latin typeface="宋体" panose="02010600030101010101" pitchFamily="2" charset="-122"/>
              </a:rPr>
              <a:t>计算机唯一可以直接识别的语言</a:t>
            </a:r>
            <a:r>
              <a:rPr lang="zh-CN" altLang="en-US" sz="2800" dirty="0">
                <a:latin typeface="宋体" panose="02010600030101010101" pitchFamily="2" charset="-122"/>
              </a:rPr>
              <a:t>；</a:t>
            </a:r>
          </a:p>
          <a:p>
            <a:pPr>
              <a:lnSpc>
                <a:spcPct val="150000"/>
              </a:lnSpc>
              <a:spcBef>
                <a:spcPct val="50000"/>
              </a:spcBef>
              <a:buClr>
                <a:srgbClr val="6600FF"/>
              </a:buClr>
              <a:buSzPct val="50000"/>
              <a:buFont typeface="Wingdings" panose="05000000000000000000" pitchFamily="2" charset="2"/>
              <a:buChar char="u"/>
            </a:pPr>
            <a:r>
              <a:rPr lang="zh-CN" altLang="en-US" sz="2800" dirty="0">
                <a:latin typeface="宋体" panose="02010600030101010101" pitchFamily="2" charset="-122"/>
              </a:rPr>
              <a:t>与具体机器有关，不同的机器能识别的机器语言也不同；</a:t>
            </a:r>
            <a:endParaRPr lang="en-US" altLang="zh-CN" sz="2800" dirty="0">
              <a:latin typeface="宋体" panose="02010600030101010101" pitchFamily="2" charset="-122"/>
            </a:endParaRPr>
          </a:p>
        </p:txBody>
      </p:sp>
      <p:grpSp>
        <p:nvGrpSpPr>
          <p:cNvPr id="36867" name="Group 10"/>
          <p:cNvGrpSpPr/>
          <p:nvPr/>
        </p:nvGrpSpPr>
        <p:grpSpPr>
          <a:xfrm>
            <a:off x="457200" y="1196975"/>
            <a:ext cx="2286000" cy="544513"/>
            <a:chOff x="2880" y="864"/>
            <a:chExt cx="1056" cy="336"/>
          </a:xfrm>
        </p:grpSpPr>
        <p:sp>
          <p:nvSpPr>
            <p:cNvPr id="36868" name="Rectangle 8"/>
            <p:cNvSpPr/>
            <p:nvPr/>
          </p:nvSpPr>
          <p:spPr>
            <a:xfrm>
              <a:off x="2880" y="864"/>
              <a:ext cx="1056" cy="336"/>
            </a:xfrm>
            <a:prstGeom prst="rect">
              <a:avLst/>
            </a:prstGeom>
            <a:gradFill rotWithShape="0">
              <a:gsLst>
                <a:gs pos="0">
                  <a:srgbClr val="3E040E"/>
                </a:gs>
                <a:gs pos="50000">
                  <a:srgbClr val="CF0E30"/>
                </a:gs>
                <a:gs pos="100000">
                  <a:srgbClr val="3E040E"/>
                </a:gs>
              </a:gsLst>
              <a:lin ang="2700000" scaled="1"/>
              <a:tileRect/>
            </a:gradFill>
            <a:ln w="28575" cap="flat" cmpd="sng">
              <a:solidFill>
                <a:srgbClr val="F68295"/>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36869" name="Text Box 9"/>
            <p:cNvSpPr txBox="1"/>
            <p:nvPr/>
          </p:nvSpPr>
          <p:spPr>
            <a:xfrm>
              <a:off x="2880" y="864"/>
              <a:ext cx="1008" cy="320"/>
            </a:xfrm>
            <a:prstGeom prst="rect">
              <a:avLst/>
            </a:prstGeom>
            <a:noFill/>
            <a:ln w="9525">
              <a:noFill/>
            </a:ln>
          </p:spPr>
          <p:txBody>
            <a:bodyPr anchor="t">
              <a:spAutoFit/>
            </a:bodyPr>
            <a:lstStyle/>
            <a:p>
              <a:pPr algn="ctr" eaLnBrk="0" hangingPunct="0">
                <a:spcBef>
                  <a:spcPct val="50000"/>
                </a:spcBef>
              </a:pPr>
              <a:r>
                <a:rPr lang="zh-CN" altLang="en-US" sz="2800" dirty="0">
                  <a:solidFill>
                    <a:srgbClr val="FFFFFF"/>
                  </a:solidFill>
                  <a:latin typeface="楷体_GB2312" pitchFamily="1" charset="-122"/>
                  <a:ea typeface="楷体_GB2312" pitchFamily="1" charset="-122"/>
                </a:rPr>
                <a:t>1、机器语言</a:t>
              </a:r>
            </a:p>
          </p:txBody>
        </p:sp>
      </p:grpSp>
      <p:sp>
        <p:nvSpPr>
          <p:cNvPr id="36870" name="Rectangle 13"/>
          <p:cNvSpPr>
            <a:spLocks noGrp="1"/>
          </p:cNvSpPr>
          <p:nvPr>
            <p:ph type="title"/>
          </p:nvPr>
        </p:nvSpPr>
        <p:spPr/>
        <p:txBody>
          <a:bodyPr vert="horz" wrap="square" lIns="92075" tIns="46038" rIns="92075" bIns="46038" anchor="ctr"/>
          <a:lstStyle/>
          <a:p>
            <a:pPr eaLnBrk="1" hangingPunct="1"/>
            <a:endParaRPr lang="zh-CN" altLang="en-US" b="1" dirty="0">
              <a:solidFill>
                <a:srgbClr val="00808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8247"/>
                                        </p:tgtEl>
                                        <p:attrNameLst>
                                          <p:attrName>style.visibility</p:attrName>
                                        </p:attrNameLst>
                                      </p:cBhvr>
                                      <p:to>
                                        <p:strVal val="visible"/>
                                      </p:to>
                                    </p:set>
                                    <p:animEffect transition="in" filter="dissolve">
                                      <p:cBhvr>
                                        <p:cTn id="7" dur="500"/>
                                        <p:tgtEl>
                                          <p:spTgt spid="1382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灯片编号占位符 5"/>
          <p:cNvSpPr txBox="1">
            <a:spLocks noGrp="1"/>
          </p:cNvSpPr>
          <p:nvPr/>
        </p:nvSpPr>
        <p:spPr>
          <a:xfrm>
            <a:off x="6934200" y="6324600"/>
            <a:ext cx="1905000" cy="457200"/>
          </a:xfrm>
          <a:prstGeom prst="rect">
            <a:avLst/>
          </a:prstGeom>
          <a:noFill/>
          <a:ln w="9525">
            <a:noFill/>
          </a:ln>
        </p:spPr>
        <p:txBody>
          <a:bodyPr/>
          <a:lstStyle>
            <a:lvl1pPr marL="342900" lvl="0" indent="-342900" algn="l" defTabSz="914400" eaLnBrk="0" fontAlgn="base" latinLnBrk="0" hangingPunct="0">
              <a:lnSpc>
                <a:spcPct val="100000"/>
              </a:lnSpc>
              <a:spcBef>
                <a:spcPct val="20000"/>
              </a:spcBef>
              <a:spcAft>
                <a:spcPct val="0"/>
              </a:spcAft>
              <a:buChar char="•"/>
              <a:defRPr sz="2800" b="0" i="0" u="none" kern="1200" baseline="0">
                <a:solidFill>
                  <a:schemeClr val="tx1"/>
                </a:solidFill>
                <a:latin typeface="Times New Roman" panose="02020603050405020304" pitchFamily="2" charset="0"/>
                <a:ea typeface="宋体" panose="02010600030101010101" pitchFamily="2" charset="-122"/>
              </a:defRPr>
            </a:lvl1pPr>
            <a:lvl2pPr marL="742950" lvl="1" indent="-285750" algn="l" defTabSz="914400" eaLnBrk="0" fontAlgn="base" latinLnBrk="0" hangingPunct="0">
              <a:lnSpc>
                <a:spcPct val="100000"/>
              </a:lnSpc>
              <a:spcBef>
                <a:spcPct val="20000"/>
              </a:spcBef>
              <a:spcAft>
                <a:spcPct val="0"/>
              </a:spcAft>
              <a:buChar char="–"/>
              <a:defRPr sz="2400" b="0" i="0" u="none" kern="1200" baseline="0">
                <a:solidFill>
                  <a:schemeClr val="tx1"/>
                </a:solidFill>
                <a:latin typeface="+mn-lt"/>
                <a:ea typeface="+mn-ea"/>
                <a:cs typeface="+mn-cs"/>
              </a:defRPr>
            </a:lvl2pPr>
            <a:lvl3pPr marL="1143000" lvl="2" indent="-228600" algn="l" defTabSz="914400" eaLnBrk="0" fontAlgn="base" latinLnBrk="0" hangingPunct="0">
              <a:lnSpc>
                <a:spcPct val="100000"/>
              </a:lnSpc>
              <a:spcBef>
                <a:spcPct val="20000"/>
              </a:spcBef>
              <a:spcAft>
                <a:spcPct val="0"/>
              </a:spcAft>
              <a:buSzPct val="65000"/>
              <a:buFont typeface="Wingdings" panose="05000000000000000000" pitchFamily="2" charset="2"/>
              <a:buChar char="n"/>
              <a:defRPr sz="2400" b="0" i="0" u="none" kern="1200" baseline="0">
                <a:solidFill>
                  <a:schemeClr val="tx1"/>
                </a:solidFill>
                <a:latin typeface="+mn-lt"/>
                <a:ea typeface="+mn-ea"/>
                <a:cs typeface="+mn-cs"/>
              </a:defRPr>
            </a:lvl3pPr>
            <a:lvl4pPr marL="1600200" lvl="3" indent="-228600" algn="l" defTabSz="914400" eaLnBrk="0" fontAlgn="base" latinLnBrk="0" hangingPunct="0">
              <a:lnSpc>
                <a:spcPct val="100000"/>
              </a:lnSpc>
              <a:spcBef>
                <a:spcPct val="20000"/>
              </a:spcBef>
              <a:spcAft>
                <a:spcPct val="0"/>
              </a:spcAft>
              <a:buFont typeface="Wingdings" panose="05000000000000000000" pitchFamily="2" charset="2"/>
              <a:buChar char="–"/>
              <a:defRPr sz="2200" b="0" i="0" u="none" kern="1200" baseline="0">
                <a:solidFill>
                  <a:schemeClr val="tx1"/>
                </a:solidFill>
                <a:latin typeface="+mn-lt"/>
                <a:ea typeface="+mn-ea"/>
                <a:cs typeface="+mn-cs"/>
              </a:defRPr>
            </a:lvl4pPr>
            <a:lvl5pPr marL="2057400" lvl="4" indent="-228600" algn="l" defTabSz="914400" eaLnBrk="0" fontAlgn="base" latinLnBrk="0" hangingPunct="0">
              <a:lnSpc>
                <a:spcPct val="100000"/>
              </a:lnSpc>
              <a:spcBef>
                <a:spcPct val="20000"/>
              </a:spcBef>
              <a:spcAft>
                <a:spcPct val="0"/>
              </a:spcAft>
              <a:buFont typeface="Wingdings" panose="05000000000000000000" pitchFamily="2" charset="2"/>
              <a:buChar char="»"/>
              <a:defRPr sz="2000" b="0" i="0" u="none" kern="1200" baseline="0">
                <a:solidFill>
                  <a:schemeClr val="tx1"/>
                </a:solidFill>
                <a:latin typeface="+mn-lt"/>
                <a:ea typeface="+mn-ea"/>
                <a:cs typeface="+mn-cs"/>
              </a:defRPr>
            </a:lvl5pPr>
          </a:lstStyle>
          <a:p>
            <a:pPr marL="0" lvl="0" indent="0" algn="r" eaLnBrk="1" hangingPunct="1">
              <a:spcBef>
                <a:spcPct val="50000"/>
              </a:spcBef>
              <a:buNone/>
            </a:pPr>
            <a:fld id="{9A0DB2DC-4C9A-4742-B13C-FB6460FD3503}" type="slidenum">
              <a:rPr lang="zh-CN" altLang="en-US" sz="1400" b="1" dirty="0"/>
              <a:t>7</a:t>
            </a:fld>
            <a:endParaRPr lang="zh-CN" altLang="en-US" sz="1400" b="1" dirty="0"/>
          </a:p>
        </p:txBody>
      </p:sp>
      <p:sp>
        <p:nvSpPr>
          <p:cNvPr id="118788" name="Rectangle 5"/>
          <p:cNvSpPr>
            <a:spLocks noGrp="1"/>
          </p:cNvSpPr>
          <p:nvPr>
            <p:ph type="title"/>
          </p:nvPr>
        </p:nvSpPr>
        <p:spPr/>
        <p:txBody>
          <a:bodyPr vert="horz" wrap="square" anchor="ctr"/>
          <a:lstStyle/>
          <a:p>
            <a:pPr lvl="0" eaLnBrk="1" hangingPunct="1"/>
            <a:r>
              <a:rPr lang="zh-CN" altLang="en-US" b="1" dirty="0"/>
              <a:t>计算机指令</a:t>
            </a:r>
          </a:p>
        </p:txBody>
      </p:sp>
      <p:sp>
        <p:nvSpPr>
          <p:cNvPr id="2" name="内容占位符 1">
            <a:extLst>
              <a:ext uri="{FF2B5EF4-FFF2-40B4-BE49-F238E27FC236}">
                <a16:creationId xmlns:a16="http://schemas.microsoft.com/office/drawing/2014/main" id="{6573C093-5D4E-4200-91C4-9DF1D3B604EB}"/>
              </a:ext>
            </a:extLst>
          </p:cNvPr>
          <p:cNvSpPr>
            <a:spLocks noGrp="1"/>
          </p:cNvSpPr>
          <p:nvPr>
            <p:ph idx="1"/>
          </p:nvPr>
        </p:nvSpPr>
        <p:spPr>
          <a:xfrm>
            <a:off x="467544" y="1268760"/>
            <a:ext cx="8371656" cy="4611687"/>
          </a:xfrm>
        </p:spPr>
        <p:txBody>
          <a:bodyPr/>
          <a:lstStyle/>
          <a:p>
            <a:pPr marL="0" lvl="0" indent="0" eaLnBrk="1" hangingPunct="1">
              <a:buNone/>
            </a:pPr>
            <a:r>
              <a:rPr lang="zh-CN" altLang="en-US" sz="2400" dirty="0">
                <a:latin typeface="+mn-ea"/>
              </a:rPr>
              <a:t>一般计算机包括如下几类</a:t>
            </a:r>
            <a:r>
              <a:rPr lang="zh-CN" altLang="en-US" sz="2400" dirty="0">
                <a:solidFill>
                  <a:srgbClr val="CC3300"/>
                </a:solidFill>
                <a:latin typeface="+mn-ea"/>
              </a:rPr>
              <a:t>指令</a:t>
            </a:r>
            <a:r>
              <a:rPr lang="zh-CN" altLang="en-US" sz="2400" dirty="0">
                <a:latin typeface="+mn-ea"/>
              </a:rPr>
              <a:t>：</a:t>
            </a:r>
          </a:p>
          <a:p>
            <a:pPr marL="0" lvl="0" indent="0" eaLnBrk="1" hangingPunct="1">
              <a:buNone/>
            </a:pPr>
            <a:r>
              <a:rPr lang="en-US" altLang="x-none" sz="2400" dirty="0">
                <a:latin typeface="+mn-ea"/>
              </a:rPr>
              <a:t>1</a:t>
            </a:r>
            <a:r>
              <a:rPr lang="zh-CN" altLang="en-US" sz="2400" dirty="0">
                <a:latin typeface="+mn-ea"/>
              </a:rPr>
              <a:t>）</a:t>
            </a:r>
            <a:r>
              <a:rPr lang="zh-CN" altLang="en-US" sz="2400" dirty="0">
                <a:solidFill>
                  <a:srgbClr val="6600FF"/>
                </a:solidFill>
                <a:latin typeface="+mn-ea"/>
              </a:rPr>
              <a:t>数据处理类，包括算术运算类和逻辑运算类。</a:t>
            </a:r>
            <a:r>
              <a:rPr lang="zh-CN" altLang="en-US" sz="2400" dirty="0">
                <a:latin typeface="+mn-ea"/>
              </a:rPr>
              <a:t>算术运算执行加、减、乘、除等；逻辑运算执行与、或、非、移位、比较；</a:t>
            </a:r>
          </a:p>
          <a:p>
            <a:pPr marL="0" lvl="0" indent="0" eaLnBrk="1" hangingPunct="1">
              <a:buNone/>
            </a:pPr>
            <a:r>
              <a:rPr lang="en-US" altLang="x-none" sz="2400" dirty="0">
                <a:latin typeface="+mn-ea"/>
              </a:rPr>
              <a:t>3</a:t>
            </a:r>
            <a:r>
              <a:rPr lang="zh-CN" altLang="en-US" sz="2400" dirty="0">
                <a:latin typeface="+mn-ea"/>
              </a:rPr>
              <a:t>）</a:t>
            </a:r>
            <a:r>
              <a:rPr lang="zh-CN" altLang="en-US" sz="2400" dirty="0">
                <a:solidFill>
                  <a:srgbClr val="6600FF"/>
                </a:solidFill>
                <a:latin typeface="+mn-ea"/>
              </a:rPr>
              <a:t>数据传送类</a:t>
            </a:r>
            <a:r>
              <a:rPr lang="zh-CN" altLang="en-US" sz="2400" dirty="0">
                <a:latin typeface="+mn-ea"/>
              </a:rPr>
              <a:t>。执行取数、存数、传送等操作的指令类；</a:t>
            </a:r>
          </a:p>
          <a:p>
            <a:pPr marL="0" lvl="0" indent="0" eaLnBrk="1" hangingPunct="1">
              <a:buNone/>
            </a:pPr>
            <a:r>
              <a:rPr lang="en-US" altLang="x-none" sz="2400" dirty="0">
                <a:latin typeface="+mn-ea"/>
              </a:rPr>
              <a:t>4</a:t>
            </a:r>
            <a:r>
              <a:rPr lang="zh-CN" altLang="en-US" sz="2400" dirty="0">
                <a:latin typeface="+mn-ea"/>
              </a:rPr>
              <a:t>）</a:t>
            </a:r>
            <a:r>
              <a:rPr lang="zh-CN" altLang="en-US" sz="2400" dirty="0">
                <a:solidFill>
                  <a:srgbClr val="6600FF"/>
                </a:solidFill>
                <a:latin typeface="+mn-ea"/>
              </a:rPr>
              <a:t>程序控制类</a:t>
            </a:r>
            <a:r>
              <a:rPr lang="zh-CN" altLang="en-US" sz="2400" dirty="0">
                <a:latin typeface="+mn-ea"/>
              </a:rPr>
              <a:t>。执行无条件转移、条件转移、调用程序、返回等操作的指令类；</a:t>
            </a:r>
          </a:p>
          <a:p>
            <a:pPr marL="0" lvl="0" indent="0" eaLnBrk="1" hangingPunct="1">
              <a:buNone/>
            </a:pPr>
            <a:r>
              <a:rPr lang="en-US" altLang="x-none" sz="2400" dirty="0">
                <a:latin typeface="+mn-ea"/>
              </a:rPr>
              <a:t>5</a:t>
            </a:r>
            <a:r>
              <a:rPr lang="zh-CN" altLang="en-US" sz="2400" dirty="0">
                <a:latin typeface="+mn-ea"/>
              </a:rPr>
              <a:t>）</a:t>
            </a:r>
            <a:r>
              <a:rPr lang="zh-CN" altLang="en-US" sz="2400" dirty="0">
                <a:solidFill>
                  <a:srgbClr val="6600FF"/>
                </a:solidFill>
                <a:latin typeface="+mn-ea"/>
              </a:rPr>
              <a:t>输入</a:t>
            </a:r>
            <a:r>
              <a:rPr lang="en-US" altLang="x-none" sz="2400" dirty="0">
                <a:solidFill>
                  <a:srgbClr val="6600FF"/>
                </a:solidFill>
                <a:latin typeface="+mn-ea"/>
              </a:rPr>
              <a:t>/</a:t>
            </a:r>
            <a:r>
              <a:rPr lang="zh-CN" altLang="en-US" sz="2400" dirty="0">
                <a:solidFill>
                  <a:srgbClr val="6600FF"/>
                </a:solidFill>
                <a:latin typeface="+mn-ea"/>
              </a:rPr>
              <a:t>输出类</a:t>
            </a:r>
            <a:r>
              <a:rPr lang="zh-CN" altLang="en-US" sz="2400" dirty="0">
                <a:latin typeface="+mn-ea"/>
              </a:rPr>
              <a:t>。执行输入、输出、输入</a:t>
            </a:r>
            <a:r>
              <a:rPr lang="en-US" altLang="x-none" sz="2400" dirty="0">
                <a:latin typeface="+mn-ea"/>
              </a:rPr>
              <a:t>/</a:t>
            </a:r>
            <a:r>
              <a:rPr lang="zh-CN" altLang="en-US" sz="2400" dirty="0">
                <a:latin typeface="+mn-ea"/>
              </a:rPr>
              <a:t>输出等实现</a:t>
            </a:r>
            <a:r>
              <a:rPr lang="zh-CN" altLang="en-US" sz="2400" u="sng" dirty="0">
                <a:latin typeface="+mn-ea"/>
              </a:rPr>
              <a:t>内存和外部设备之间传输信息</a:t>
            </a:r>
            <a:r>
              <a:rPr lang="zh-CN" altLang="en-US" sz="2400" dirty="0">
                <a:latin typeface="+mn-ea"/>
              </a:rPr>
              <a:t>操作的指令类； </a:t>
            </a:r>
          </a:p>
          <a:p>
            <a:pPr marL="0" lvl="0" indent="0" eaLnBrk="1" hangingPunct="1">
              <a:buNone/>
            </a:pPr>
            <a:r>
              <a:rPr lang="en-US" altLang="x-none" sz="2400" dirty="0">
                <a:latin typeface="+mn-ea"/>
              </a:rPr>
              <a:t>6</a:t>
            </a:r>
            <a:r>
              <a:rPr lang="zh-CN" altLang="en-US" sz="2400" dirty="0">
                <a:latin typeface="+mn-ea"/>
              </a:rPr>
              <a:t>）</a:t>
            </a:r>
            <a:r>
              <a:rPr lang="zh-CN" altLang="en-US" sz="2400" dirty="0">
                <a:solidFill>
                  <a:srgbClr val="6600FF"/>
                </a:solidFill>
                <a:latin typeface="+mn-ea"/>
              </a:rPr>
              <a:t>状态管理类指令</a:t>
            </a:r>
            <a:r>
              <a:rPr lang="zh-CN" altLang="en-US" sz="2400" dirty="0">
                <a:latin typeface="+mn-ea"/>
              </a:rPr>
              <a:t>。执行停机、空操作、等待等操作的指令类。</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标题 1"/>
          <p:cNvSpPr>
            <a:spLocks noGrp="1"/>
          </p:cNvSpPr>
          <p:nvPr>
            <p:ph type="title"/>
          </p:nvPr>
        </p:nvSpPr>
        <p:spPr/>
        <p:txBody>
          <a:bodyPr vert="horz" wrap="square" lIns="91440" tIns="45720" rIns="91440" bIns="45720" anchor="ctr"/>
          <a:lstStyle/>
          <a:p>
            <a:r>
              <a:rPr lang="zh-CN" altLang="en-US" b="1" dirty="0"/>
              <a:t>举例：计算机指令序列</a:t>
            </a:r>
          </a:p>
        </p:txBody>
      </p:sp>
      <p:sp>
        <p:nvSpPr>
          <p:cNvPr id="30722" name="灯片编号占位符 3"/>
          <p:cNvSpPr>
            <a:spLocks noGrp="1"/>
          </p:cNvSpPr>
          <p:nvPr>
            <p:ph type="sldNum" sz="quarter" idx="12"/>
          </p:nvPr>
        </p:nvSpPr>
        <p:spPr/>
        <p:txBody>
          <a:bodyPr wrap="square" lIns="91440" tIns="45720" rIns="91440" bIns="45720" anchor="t"/>
          <a:lstStyle>
            <a:lvl1pPr marL="0" lvl="0" indent="0" algn="l" defTabSz="914400" rtl="0" eaLnBrk="1" fontAlgn="base" latinLnBrk="0" hangingPunct="1">
              <a:lnSpc>
                <a:spcPct val="100000"/>
              </a:lnSpc>
              <a:spcBef>
                <a:spcPct val="0"/>
              </a:spcBef>
              <a:spcAft>
                <a:spcPct val="0"/>
              </a:spcAft>
              <a:buFontTx/>
              <a:buNone/>
              <a:defRPr sz="18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indent="0" algn="r">
              <a:spcBef>
                <a:spcPct val="50000"/>
              </a:spcBef>
            </a:pPr>
            <a:fld id="{9A0DB2DC-4C9A-4742-B13C-FB6460FD3503}" type="slidenum">
              <a:rPr lang="zh-CN" altLang="en-US" sz="1400" dirty="0"/>
              <a:t>8</a:t>
            </a:fld>
            <a:endParaRPr lang="zh-CN" altLang="en-US" sz="1400" dirty="0"/>
          </a:p>
        </p:txBody>
      </p:sp>
      <p:grpSp>
        <p:nvGrpSpPr>
          <p:cNvPr id="30723" name="Group 26"/>
          <p:cNvGrpSpPr/>
          <p:nvPr/>
        </p:nvGrpSpPr>
        <p:grpSpPr>
          <a:xfrm>
            <a:off x="685800" y="1268413"/>
            <a:ext cx="7772400" cy="4800600"/>
            <a:chOff x="-3" y="-3"/>
            <a:chExt cx="3388" cy="2134"/>
          </a:xfrm>
        </p:grpSpPr>
        <p:grpSp>
          <p:nvGrpSpPr>
            <p:cNvPr id="30724" name="Group 27"/>
            <p:cNvGrpSpPr/>
            <p:nvPr/>
          </p:nvGrpSpPr>
          <p:grpSpPr>
            <a:xfrm>
              <a:off x="0" y="0"/>
              <a:ext cx="3382" cy="2128"/>
              <a:chOff x="0" y="0"/>
              <a:chExt cx="3382" cy="2128"/>
            </a:xfrm>
          </p:grpSpPr>
          <p:grpSp>
            <p:nvGrpSpPr>
              <p:cNvPr id="30725" name="Group 28"/>
              <p:cNvGrpSpPr/>
              <p:nvPr/>
            </p:nvGrpSpPr>
            <p:grpSpPr>
              <a:xfrm>
                <a:off x="0" y="0"/>
                <a:ext cx="302" cy="2128"/>
                <a:chOff x="0" y="0"/>
                <a:chExt cx="302" cy="2128"/>
              </a:xfrm>
            </p:grpSpPr>
            <p:sp>
              <p:nvSpPr>
                <p:cNvPr id="30726" name="Rectangle 29"/>
                <p:cNvSpPr/>
                <p:nvPr/>
              </p:nvSpPr>
              <p:spPr>
                <a:xfrm>
                  <a:off x="43" y="0"/>
                  <a:ext cx="216" cy="2128"/>
                </a:xfrm>
                <a:prstGeom prst="rect">
                  <a:avLst/>
                </a:prstGeom>
                <a:noFill/>
                <a:ln w="9525">
                  <a:noFill/>
                </a:ln>
              </p:spPr>
              <p:txBody>
                <a:bodyPr anchor="t"/>
                <a:lstStyle/>
                <a:p>
                  <a:pPr algn="just" eaLnBrk="0" hangingPunct="0"/>
                  <a:r>
                    <a:rPr lang="zh-CN" altLang="en-US" dirty="0">
                      <a:latin typeface="宋体" panose="02010600030101010101" pitchFamily="2" charset="-122"/>
                    </a:rPr>
                    <a:t>1</a:t>
                  </a:r>
                </a:p>
                <a:p>
                  <a:pPr algn="just" eaLnBrk="0" hangingPunct="0"/>
                  <a:r>
                    <a:rPr lang="zh-CN" altLang="en-US" dirty="0">
                      <a:latin typeface="宋体" panose="02010600030101010101" pitchFamily="2" charset="-122"/>
                    </a:rPr>
                    <a:t>2</a:t>
                  </a:r>
                </a:p>
                <a:p>
                  <a:pPr algn="just" eaLnBrk="0" hangingPunct="0"/>
                  <a:r>
                    <a:rPr lang="zh-CN" altLang="en-US" dirty="0">
                      <a:latin typeface="宋体" panose="02010600030101010101" pitchFamily="2" charset="-122"/>
                    </a:rPr>
                    <a:t>3</a:t>
                  </a:r>
                </a:p>
                <a:p>
                  <a:pPr algn="just" eaLnBrk="0" hangingPunct="0"/>
                  <a:r>
                    <a:rPr lang="zh-CN" altLang="en-US" dirty="0">
                      <a:latin typeface="宋体" panose="02010600030101010101" pitchFamily="2" charset="-122"/>
                    </a:rPr>
                    <a:t>4</a:t>
                  </a:r>
                </a:p>
                <a:p>
                  <a:pPr algn="just" eaLnBrk="0" hangingPunct="0"/>
                  <a:r>
                    <a:rPr lang="zh-CN" altLang="en-US" dirty="0">
                      <a:latin typeface="宋体" panose="02010600030101010101" pitchFamily="2" charset="-122"/>
                    </a:rPr>
                    <a:t>5</a:t>
                  </a:r>
                </a:p>
                <a:p>
                  <a:pPr algn="just" eaLnBrk="0" hangingPunct="0"/>
                  <a:r>
                    <a:rPr lang="zh-CN" altLang="en-US" dirty="0">
                      <a:latin typeface="宋体" panose="02010600030101010101" pitchFamily="2" charset="-122"/>
                    </a:rPr>
                    <a:t>6</a:t>
                  </a:r>
                </a:p>
                <a:p>
                  <a:pPr algn="just" eaLnBrk="0" hangingPunct="0"/>
                  <a:r>
                    <a:rPr lang="zh-CN" altLang="en-US" dirty="0">
                      <a:latin typeface="宋体" panose="02010600030101010101" pitchFamily="2" charset="-122"/>
                    </a:rPr>
                    <a:t>7</a:t>
                  </a:r>
                </a:p>
                <a:p>
                  <a:pPr algn="just" eaLnBrk="0" hangingPunct="0"/>
                  <a:r>
                    <a:rPr lang="zh-CN" altLang="en-US" dirty="0">
                      <a:latin typeface="宋体" panose="02010600030101010101" pitchFamily="2" charset="-122"/>
                    </a:rPr>
                    <a:t>8</a:t>
                  </a:r>
                </a:p>
                <a:p>
                  <a:pPr algn="just" eaLnBrk="0" hangingPunct="0"/>
                  <a:r>
                    <a:rPr lang="zh-CN" altLang="en-US" dirty="0">
                      <a:latin typeface="宋体" panose="02010600030101010101" pitchFamily="2" charset="-122"/>
                    </a:rPr>
                    <a:t>9</a:t>
                  </a:r>
                </a:p>
                <a:p>
                  <a:pPr algn="just" eaLnBrk="0" hangingPunct="0"/>
                  <a:r>
                    <a:rPr lang="zh-CN" altLang="en-US" dirty="0">
                      <a:latin typeface="宋体" panose="02010600030101010101" pitchFamily="2" charset="-122"/>
                    </a:rPr>
                    <a:t>10</a:t>
                  </a:r>
                </a:p>
                <a:p>
                  <a:pPr algn="just" eaLnBrk="0" hangingPunct="0"/>
                  <a:r>
                    <a:rPr lang="zh-CN" altLang="en-US" dirty="0">
                      <a:latin typeface="宋体" panose="02010600030101010101" pitchFamily="2" charset="-122"/>
                    </a:rPr>
                    <a:t>11</a:t>
                  </a:r>
                </a:p>
                <a:p>
                  <a:pPr algn="just" eaLnBrk="0" hangingPunct="0"/>
                  <a:r>
                    <a:rPr lang="zh-CN" altLang="en-US" dirty="0">
                      <a:latin typeface="宋体" panose="02010600030101010101" pitchFamily="2" charset="-122"/>
                    </a:rPr>
                    <a:t>12</a:t>
                  </a:r>
                </a:p>
                <a:p>
                  <a:pPr algn="just" eaLnBrk="0" hangingPunct="0"/>
                  <a:r>
                    <a:rPr lang="zh-CN" altLang="en-US" dirty="0">
                      <a:latin typeface="宋体" panose="02010600030101010101" pitchFamily="2" charset="-122"/>
                    </a:rPr>
                    <a:t>13</a:t>
                  </a:r>
                </a:p>
                <a:p>
                  <a:pPr algn="just" eaLnBrk="0" hangingPunct="0"/>
                  <a:r>
                    <a:rPr lang="zh-CN" altLang="en-US" dirty="0">
                      <a:latin typeface="宋体" panose="02010600030101010101" pitchFamily="2" charset="-122"/>
                    </a:rPr>
                    <a:t>14</a:t>
                  </a:r>
                </a:p>
                <a:p>
                  <a:pPr algn="just" eaLnBrk="0" hangingPunct="0"/>
                  <a:r>
                    <a:rPr lang="zh-CN" altLang="en-US" dirty="0">
                      <a:latin typeface="宋体" panose="02010600030101010101" pitchFamily="2" charset="-122"/>
                    </a:rPr>
                    <a:t>15</a:t>
                  </a:r>
                </a:p>
                <a:p>
                  <a:pPr algn="just" eaLnBrk="0" hangingPunct="0"/>
                  <a:r>
                    <a:rPr lang="zh-CN" altLang="en-US" dirty="0">
                      <a:latin typeface="宋体" panose="02010600030101010101" pitchFamily="2" charset="-122"/>
                    </a:rPr>
                    <a:t>16</a:t>
                  </a:r>
                </a:p>
                <a:p>
                  <a:pPr algn="just" eaLnBrk="0" hangingPunct="0"/>
                  <a:endParaRPr lang="zh-CN" altLang="en-US" dirty="0">
                    <a:latin typeface="Times New Roman" panose="02020603050405020304" pitchFamily="18" charset="0"/>
                  </a:endParaRPr>
                </a:p>
              </p:txBody>
            </p:sp>
            <p:sp>
              <p:nvSpPr>
                <p:cNvPr id="30727" name="Rectangle 30"/>
                <p:cNvSpPr/>
                <p:nvPr/>
              </p:nvSpPr>
              <p:spPr>
                <a:xfrm>
                  <a:off x="0" y="0"/>
                  <a:ext cx="302" cy="2128"/>
                </a:xfrm>
                <a:prstGeom prst="rect">
                  <a:avLst/>
                </a:prstGeom>
                <a:noFill/>
                <a:ln w="7" cap="flat" cmpd="sng">
                  <a:solidFill>
                    <a:srgbClr val="A0A0A0"/>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grpSp>
          <p:grpSp>
            <p:nvGrpSpPr>
              <p:cNvPr id="30728" name="Group 31"/>
              <p:cNvGrpSpPr/>
              <p:nvPr/>
            </p:nvGrpSpPr>
            <p:grpSpPr>
              <a:xfrm>
                <a:off x="302" y="0"/>
                <a:ext cx="620" cy="2128"/>
                <a:chOff x="302" y="0"/>
                <a:chExt cx="620" cy="2128"/>
              </a:xfrm>
            </p:grpSpPr>
            <p:sp>
              <p:nvSpPr>
                <p:cNvPr id="30729" name="Rectangle 32"/>
                <p:cNvSpPr/>
                <p:nvPr/>
              </p:nvSpPr>
              <p:spPr>
                <a:xfrm>
                  <a:off x="345" y="0"/>
                  <a:ext cx="534" cy="2128"/>
                </a:xfrm>
                <a:prstGeom prst="rect">
                  <a:avLst/>
                </a:prstGeom>
                <a:noFill/>
                <a:ln w="9525">
                  <a:noFill/>
                </a:ln>
              </p:spPr>
              <p:txBody>
                <a:bodyPr anchor="t"/>
                <a:lstStyle/>
                <a:p>
                  <a:pPr algn="just" eaLnBrk="0" hangingPunct="0"/>
                  <a:r>
                    <a:rPr lang="zh-CN" altLang="en-US" dirty="0">
                      <a:latin typeface="宋体" panose="02010600030101010101" pitchFamily="2" charset="-122"/>
                    </a:rPr>
                    <a:t>00000000</a:t>
                  </a:r>
                </a:p>
                <a:p>
                  <a:pPr algn="just" eaLnBrk="0" hangingPunct="0"/>
                  <a:r>
                    <a:rPr lang="zh-CN" altLang="en-US" dirty="0">
                      <a:latin typeface="宋体" panose="02010600030101010101" pitchFamily="2" charset="-122"/>
                    </a:rPr>
                    <a:t>01011110</a:t>
                  </a:r>
                </a:p>
                <a:p>
                  <a:pPr algn="just" eaLnBrk="0" hangingPunct="0"/>
                  <a:r>
                    <a:rPr lang="zh-CN" altLang="en-US" dirty="0">
                      <a:latin typeface="Times New Roman" panose="02020603050405020304" pitchFamily="18" charset="0"/>
                    </a:rPr>
                    <a:t> </a:t>
                  </a:r>
                  <a:endParaRPr lang="zh-CN" altLang="en-US" dirty="0">
                    <a:latin typeface="宋体" panose="02010600030101010101" pitchFamily="2" charset="-122"/>
                  </a:endParaRPr>
                </a:p>
                <a:p>
                  <a:pPr algn="just" eaLnBrk="0" hangingPunct="0"/>
                  <a:r>
                    <a:rPr lang="zh-CN" altLang="en-US" dirty="0">
                      <a:latin typeface="Times New Roman" panose="02020603050405020304" pitchFamily="18" charset="0"/>
                    </a:rPr>
                    <a:t> </a:t>
                  </a:r>
                  <a:endParaRPr lang="zh-CN" altLang="en-US" dirty="0">
                    <a:latin typeface="宋体" panose="02010600030101010101" pitchFamily="2" charset="-122"/>
                  </a:endParaRPr>
                </a:p>
                <a:p>
                  <a:pPr algn="just" eaLnBrk="0" hangingPunct="0"/>
                  <a:r>
                    <a:rPr lang="zh-CN" altLang="en-US" dirty="0">
                      <a:latin typeface="宋体" panose="02010600030101010101" pitchFamily="2" charset="-122"/>
                    </a:rPr>
                    <a:t>11111000</a:t>
                  </a:r>
                </a:p>
                <a:p>
                  <a:pPr algn="just" eaLnBrk="0" hangingPunct="0"/>
                  <a:r>
                    <a:rPr lang="zh-CN" altLang="en-US" dirty="0">
                      <a:latin typeface="Times New Roman" panose="02020603050405020304" pitchFamily="18" charset="0"/>
                    </a:rPr>
                    <a:t> </a:t>
                  </a:r>
                  <a:endParaRPr lang="zh-CN" altLang="en-US" dirty="0">
                    <a:latin typeface="宋体" panose="02010600030101010101" pitchFamily="2" charset="-122"/>
                  </a:endParaRPr>
                </a:p>
                <a:p>
                  <a:pPr algn="just" eaLnBrk="0" hangingPunct="0"/>
                  <a:r>
                    <a:rPr lang="zh-CN" altLang="en-US" dirty="0">
                      <a:latin typeface="宋体" panose="02010600030101010101" pitchFamily="2" charset="-122"/>
                    </a:rPr>
                    <a:t>11101111</a:t>
                  </a:r>
                </a:p>
                <a:p>
                  <a:pPr algn="just" eaLnBrk="0" hangingPunct="0"/>
                  <a:r>
                    <a:rPr lang="zh-CN" altLang="en-US" dirty="0">
                      <a:latin typeface="宋体" panose="02010600030101010101" pitchFamily="2" charset="-122"/>
                    </a:rPr>
                    <a:t>11110100</a:t>
                  </a:r>
                </a:p>
                <a:p>
                  <a:pPr algn="just" eaLnBrk="0" hangingPunct="0"/>
                  <a:r>
                    <a:rPr lang="zh-CN" altLang="en-US" dirty="0">
                      <a:latin typeface="宋体" panose="02010600030101010101" pitchFamily="2" charset="-122"/>
                    </a:rPr>
                    <a:t>00000011</a:t>
                  </a:r>
                </a:p>
                <a:p>
                  <a:pPr algn="just" eaLnBrk="0" hangingPunct="0"/>
                  <a:r>
                    <a:rPr lang="zh-CN" altLang="en-US" dirty="0">
                      <a:latin typeface="宋体" panose="02010600030101010101" pitchFamily="2" charset="-122"/>
                    </a:rPr>
                    <a:t>11101111</a:t>
                  </a:r>
                </a:p>
                <a:p>
                  <a:pPr algn="just" eaLnBrk="0" hangingPunct="0"/>
                  <a:r>
                    <a:rPr lang="zh-CN" altLang="en-US" dirty="0">
                      <a:latin typeface="宋体" panose="02010600030101010101" pitchFamily="2" charset="-122"/>
                    </a:rPr>
                    <a:t>01111110</a:t>
                  </a:r>
                </a:p>
                <a:p>
                  <a:pPr algn="just" eaLnBrk="0" hangingPunct="0"/>
                  <a:r>
                    <a:rPr lang="zh-CN" altLang="en-US" dirty="0">
                      <a:latin typeface="宋体" panose="02010600030101010101" pitchFamily="2" charset="-122"/>
                    </a:rPr>
                    <a:t>11111000</a:t>
                  </a:r>
                </a:p>
                <a:p>
                  <a:pPr algn="just" eaLnBrk="0" hangingPunct="0"/>
                  <a:r>
                    <a:rPr lang="zh-CN" altLang="en-US" dirty="0">
                      <a:latin typeface="宋体" panose="02010600030101010101" pitchFamily="2" charset="-122"/>
                    </a:rPr>
                    <a:t>00000110</a:t>
                  </a:r>
                </a:p>
                <a:p>
                  <a:pPr algn="just" eaLnBrk="0" hangingPunct="0"/>
                  <a:r>
                    <a:rPr lang="zh-CN" altLang="en-US" dirty="0">
                      <a:latin typeface="宋体" panose="02010600030101010101" pitchFamily="2" charset="-122"/>
                    </a:rPr>
                    <a:t>11101111</a:t>
                  </a:r>
                </a:p>
                <a:p>
                  <a:pPr algn="just" eaLnBrk="0" hangingPunct="0"/>
                  <a:r>
                    <a:rPr lang="zh-CN" altLang="en-US" dirty="0">
                      <a:latin typeface="Times New Roman" panose="02020603050405020304" pitchFamily="18" charset="0"/>
                    </a:rPr>
                    <a:t> </a:t>
                  </a:r>
                  <a:endParaRPr lang="zh-CN" altLang="en-US" dirty="0">
                    <a:latin typeface="宋体" panose="02010600030101010101" pitchFamily="2" charset="-122"/>
                  </a:endParaRPr>
                </a:p>
                <a:p>
                  <a:pPr algn="just" eaLnBrk="0" hangingPunct="0"/>
                  <a:endParaRPr lang="zh-CN" altLang="en-US" dirty="0">
                    <a:latin typeface="Times New Roman" panose="02020603050405020304" pitchFamily="18" charset="0"/>
                  </a:endParaRPr>
                </a:p>
              </p:txBody>
            </p:sp>
            <p:sp>
              <p:nvSpPr>
                <p:cNvPr id="30730" name="Rectangle 33"/>
                <p:cNvSpPr/>
                <p:nvPr/>
              </p:nvSpPr>
              <p:spPr>
                <a:xfrm>
                  <a:off x="302" y="0"/>
                  <a:ext cx="620" cy="2128"/>
                </a:xfrm>
                <a:prstGeom prst="rect">
                  <a:avLst/>
                </a:prstGeom>
                <a:noFill/>
                <a:ln w="7" cap="flat" cmpd="sng">
                  <a:solidFill>
                    <a:srgbClr val="A0A0A0"/>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grpSp>
          <p:grpSp>
            <p:nvGrpSpPr>
              <p:cNvPr id="30731" name="Group 34"/>
              <p:cNvGrpSpPr/>
              <p:nvPr/>
            </p:nvGrpSpPr>
            <p:grpSpPr>
              <a:xfrm>
                <a:off x="922" y="0"/>
                <a:ext cx="704" cy="2128"/>
                <a:chOff x="922" y="0"/>
                <a:chExt cx="704" cy="2128"/>
              </a:xfrm>
            </p:grpSpPr>
            <p:sp>
              <p:nvSpPr>
                <p:cNvPr id="30732" name="Rectangle 35"/>
                <p:cNvSpPr/>
                <p:nvPr/>
              </p:nvSpPr>
              <p:spPr>
                <a:xfrm>
                  <a:off x="965" y="0"/>
                  <a:ext cx="618" cy="2128"/>
                </a:xfrm>
                <a:prstGeom prst="rect">
                  <a:avLst/>
                </a:prstGeom>
                <a:noFill/>
                <a:ln w="9525">
                  <a:noFill/>
                </a:ln>
              </p:spPr>
              <p:txBody>
                <a:bodyPr anchor="t"/>
                <a:lstStyle/>
                <a:p>
                  <a:pPr algn="just" eaLnBrk="0" hangingPunct="0"/>
                  <a:r>
                    <a:rPr lang="zh-CN" altLang="en-US" dirty="0">
                      <a:latin typeface="宋体" panose="02010600030101010101" pitchFamily="2" charset="-122"/>
                    </a:rPr>
                    <a:t>00000100</a:t>
                  </a:r>
                </a:p>
                <a:p>
                  <a:pPr algn="just" eaLnBrk="0" hangingPunct="0"/>
                  <a:r>
                    <a:rPr lang="zh-CN" altLang="en-US" dirty="0">
                      <a:latin typeface="宋体" panose="02010600030101010101" pitchFamily="2" charset="-122"/>
                    </a:rPr>
                    <a:t>00001100</a:t>
                  </a:r>
                </a:p>
                <a:p>
                  <a:pPr algn="just" eaLnBrk="0" hangingPunct="0"/>
                  <a:r>
                    <a:rPr lang="zh-CN" altLang="en-US" dirty="0">
                      <a:latin typeface="宋体" panose="02010600030101010101" pitchFamily="2" charset="-122"/>
                    </a:rPr>
                    <a:t>11101111</a:t>
                  </a:r>
                </a:p>
                <a:p>
                  <a:pPr algn="just" eaLnBrk="0" hangingPunct="0"/>
                  <a:r>
                    <a:rPr lang="zh-CN" altLang="en-US" dirty="0">
                      <a:latin typeface="宋体" panose="02010600030101010101" pitchFamily="2" charset="-122"/>
                    </a:rPr>
                    <a:t>11101111</a:t>
                  </a:r>
                </a:p>
                <a:p>
                  <a:pPr algn="just" eaLnBrk="0" hangingPunct="0"/>
                  <a:r>
                    <a:rPr lang="zh-CN" altLang="en-US" dirty="0">
                      <a:latin typeface="宋体" panose="02010600030101010101" pitchFamily="2" charset="-122"/>
                    </a:rPr>
                    <a:t>101011101</a:t>
                  </a:r>
                </a:p>
                <a:p>
                  <a:pPr algn="just" eaLnBrk="0" hangingPunct="0"/>
                  <a:r>
                    <a:rPr lang="zh-CN" altLang="en-US" dirty="0">
                      <a:latin typeface="宋体" panose="02010600030101010101" pitchFamily="2" charset="-122"/>
                    </a:rPr>
                    <a:t>01100010</a:t>
                  </a:r>
                </a:p>
                <a:p>
                  <a:pPr algn="just" eaLnBrk="0" hangingPunct="0"/>
                  <a:r>
                    <a:rPr lang="zh-CN" altLang="en-US" dirty="0">
                      <a:latin typeface="宋体" panose="02010600030101010101" pitchFamily="2" charset="-122"/>
                    </a:rPr>
                    <a:t>00000010</a:t>
                  </a:r>
                </a:p>
                <a:p>
                  <a:pPr algn="just" eaLnBrk="0" hangingPunct="0"/>
                  <a:r>
                    <a:rPr lang="zh-CN" altLang="en-US" dirty="0">
                      <a:latin typeface="宋体" panose="02010600030101010101" pitchFamily="2" charset="-122"/>
                    </a:rPr>
                    <a:t>10101101</a:t>
                  </a:r>
                </a:p>
                <a:p>
                  <a:pPr algn="just" eaLnBrk="0" hangingPunct="0"/>
                  <a:r>
                    <a:rPr lang="zh-CN" altLang="en-US" dirty="0">
                      <a:latin typeface="宋体" panose="02010600030101010101" pitchFamily="2" charset="-122"/>
                    </a:rPr>
                    <a:t>10100010</a:t>
                  </a:r>
                </a:p>
                <a:p>
                  <a:pPr algn="just" eaLnBrk="0" hangingPunct="0"/>
                  <a:r>
                    <a:rPr lang="zh-CN" altLang="en-US" dirty="0">
                      <a:latin typeface="宋体" panose="02010600030101010101" pitchFamily="2" charset="-122"/>
                    </a:rPr>
                    <a:t>00000010</a:t>
                  </a:r>
                </a:p>
                <a:p>
                  <a:pPr algn="just" eaLnBrk="0" hangingPunct="0"/>
                  <a:r>
                    <a:rPr lang="zh-CN" altLang="en-US" dirty="0">
                      <a:latin typeface="宋体" panose="02010600030101010101" pitchFamily="2" charset="-122"/>
                    </a:rPr>
                    <a:t>11110100</a:t>
                  </a:r>
                </a:p>
                <a:p>
                  <a:pPr algn="just" eaLnBrk="0" hangingPunct="0"/>
                  <a:r>
                    <a:rPr lang="zh-CN" altLang="en-US" dirty="0">
                      <a:latin typeface="宋体" panose="02010600030101010101" pitchFamily="2" charset="-122"/>
                    </a:rPr>
                    <a:t>101011110</a:t>
                  </a:r>
                </a:p>
                <a:p>
                  <a:pPr algn="just" eaLnBrk="0" hangingPunct="0"/>
                  <a:r>
                    <a:rPr lang="zh-CN" altLang="en-US" dirty="0">
                      <a:latin typeface="宋体" panose="02010600030101010101" pitchFamily="2" charset="-122"/>
                    </a:rPr>
                    <a:t>10100010</a:t>
                  </a:r>
                </a:p>
                <a:p>
                  <a:pPr algn="just" eaLnBrk="0" hangingPunct="0"/>
                  <a:r>
                    <a:rPr lang="zh-CN" altLang="en-US" dirty="0">
                      <a:latin typeface="宋体" panose="02010600030101010101" pitchFamily="2" charset="-122"/>
                    </a:rPr>
                    <a:t>00000010</a:t>
                  </a:r>
                </a:p>
                <a:p>
                  <a:pPr algn="just" eaLnBrk="0" hangingPunct="0"/>
                  <a:r>
                    <a:rPr lang="zh-CN" altLang="en-US" dirty="0">
                      <a:latin typeface="宋体" panose="02010600030101010101" pitchFamily="2" charset="-122"/>
                    </a:rPr>
                    <a:t>00000100</a:t>
                  </a:r>
                </a:p>
                <a:p>
                  <a:pPr algn="just" eaLnBrk="0" hangingPunct="0"/>
                  <a:r>
                    <a:rPr lang="zh-CN" altLang="en-US" dirty="0">
                      <a:latin typeface="宋体" panose="02010600030101010101" pitchFamily="2" charset="-122"/>
                    </a:rPr>
                    <a:t>00000100</a:t>
                  </a:r>
                </a:p>
                <a:p>
                  <a:pPr algn="just" eaLnBrk="0" hangingPunct="0"/>
                  <a:endParaRPr lang="zh-CN" altLang="en-US" dirty="0">
                    <a:latin typeface="Times New Roman" panose="02020603050405020304" pitchFamily="18" charset="0"/>
                  </a:endParaRPr>
                </a:p>
              </p:txBody>
            </p:sp>
            <p:sp>
              <p:nvSpPr>
                <p:cNvPr id="30733" name="Rectangle 36"/>
                <p:cNvSpPr/>
                <p:nvPr/>
              </p:nvSpPr>
              <p:spPr>
                <a:xfrm>
                  <a:off x="922" y="0"/>
                  <a:ext cx="704" cy="2128"/>
                </a:xfrm>
                <a:prstGeom prst="rect">
                  <a:avLst/>
                </a:prstGeom>
                <a:noFill/>
                <a:ln w="7" cap="flat" cmpd="sng">
                  <a:solidFill>
                    <a:srgbClr val="A0A0A0"/>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grpSp>
          <p:grpSp>
            <p:nvGrpSpPr>
              <p:cNvPr id="30734" name="Group 37"/>
              <p:cNvGrpSpPr/>
              <p:nvPr/>
            </p:nvGrpSpPr>
            <p:grpSpPr>
              <a:xfrm>
                <a:off x="1626" y="0"/>
                <a:ext cx="734" cy="2128"/>
                <a:chOff x="1626" y="0"/>
                <a:chExt cx="734" cy="2128"/>
              </a:xfrm>
            </p:grpSpPr>
            <p:sp>
              <p:nvSpPr>
                <p:cNvPr id="30735" name="Rectangle 38"/>
                <p:cNvSpPr/>
                <p:nvPr/>
              </p:nvSpPr>
              <p:spPr>
                <a:xfrm>
                  <a:off x="1669" y="0"/>
                  <a:ext cx="648" cy="2128"/>
                </a:xfrm>
                <a:prstGeom prst="rect">
                  <a:avLst/>
                </a:prstGeom>
                <a:noFill/>
                <a:ln w="9525">
                  <a:noFill/>
                </a:ln>
              </p:spPr>
              <p:txBody>
                <a:bodyPr anchor="t"/>
                <a:lstStyle/>
                <a:p>
                  <a:pPr algn="just" eaLnBrk="0" hangingPunct="0"/>
                  <a:r>
                    <a:rPr lang="zh-CN" altLang="en-US" dirty="0">
                      <a:latin typeface="Times New Roman" panose="02020603050405020304" pitchFamily="18" charset="0"/>
                    </a:rPr>
                    <a:t> </a:t>
                  </a:r>
                  <a:endParaRPr lang="zh-CN" altLang="en-US" dirty="0">
                    <a:latin typeface="宋体" panose="02010600030101010101" pitchFamily="2" charset="-122"/>
                  </a:endParaRPr>
                </a:p>
                <a:p>
                  <a:pPr algn="just" eaLnBrk="0" hangingPunct="0"/>
                  <a:r>
                    <a:rPr lang="zh-CN" altLang="en-US" dirty="0">
                      <a:latin typeface="宋体" panose="02010600030101010101" pitchFamily="2" charset="-122"/>
                    </a:rPr>
                    <a:t>11000010</a:t>
                  </a:r>
                </a:p>
                <a:p>
                  <a:pPr algn="just" eaLnBrk="0" hangingPunct="0"/>
                  <a:r>
                    <a:rPr lang="zh-CN" altLang="en-US" dirty="0">
                      <a:latin typeface="宋体" panose="02010600030101010101" pitchFamily="2" charset="-122"/>
                    </a:rPr>
                    <a:t>00010110</a:t>
                  </a:r>
                </a:p>
                <a:p>
                  <a:pPr algn="just" eaLnBrk="0" hangingPunct="0"/>
                  <a:r>
                    <a:rPr lang="zh-CN" altLang="en-US" dirty="0">
                      <a:latin typeface="宋体" panose="02010600030101010101" pitchFamily="2" charset="-122"/>
                    </a:rPr>
                    <a:t>10011110</a:t>
                  </a:r>
                </a:p>
                <a:p>
                  <a:pPr algn="just" eaLnBrk="0" hangingPunct="0"/>
                  <a:r>
                    <a:rPr lang="zh-CN" altLang="en-US" dirty="0">
                      <a:latin typeface="宋体" panose="02010600030101010101" pitchFamily="2" charset="-122"/>
                    </a:rPr>
                    <a:t>11011111</a:t>
                  </a:r>
                </a:p>
                <a:p>
                  <a:pPr algn="just" eaLnBrk="0" hangingPunct="0"/>
                  <a:r>
                    <a:rPr lang="zh-CN" altLang="en-US" dirty="0">
                      <a:latin typeface="宋体" panose="02010600030101010101" pitchFamily="2" charset="-122"/>
                    </a:rPr>
                    <a:t>11011111</a:t>
                  </a:r>
                </a:p>
                <a:p>
                  <a:pPr algn="just" eaLnBrk="0" hangingPunct="0"/>
                  <a:r>
                    <a:rPr lang="zh-CN" altLang="en-US" dirty="0">
                      <a:latin typeface="宋体" panose="02010600030101010101" pitchFamily="2" charset="-122"/>
                    </a:rPr>
                    <a:t>11111011</a:t>
                  </a:r>
                </a:p>
                <a:p>
                  <a:pPr algn="just" eaLnBrk="0" hangingPunct="0"/>
                  <a:r>
                    <a:rPr lang="zh-CN" altLang="en-US" dirty="0">
                      <a:latin typeface="宋体" panose="02010600030101010101" pitchFamily="2" charset="-122"/>
                    </a:rPr>
                    <a:t>11011111</a:t>
                  </a:r>
                </a:p>
                <a:p>
                  <a:pPr algn="just" eaLnBrk="0" hangingPunct="0"/>
                  <a:r>
                    <a:rPr lang="zh-CN" altLang="en-US" dirty="0">
                      <a:latin typeface="宋体" panose="02010600030101010101" pitchFamily="2" charset="-122"/>
                    </a:rPr>
                    <a:t>11011111</a:t>
                  </a:r>
                </a:p>
                <a:p>
                  <a:pPr algn="just" eaLnBrk="0" hangingPunct="0"/>
                  <a:r>
                    <a:rPr lang="zh-CN" altLang="en-US" dirty="0">
                      <a:latin typeface="宋体" panose="02010600030101010101" pitchFamily="2" charset="-122"/>
                    </a:rPr>
                    <a:t>11111011</a:t>
                  </a:r>
                </a:p>
                <a:p>
                  <a:pPr algn="just" eaLnBrk="0" hangingPunct="0"/>
                  <a:r>
                    <a:rPr lang="zh-CN" altLang="en-US" dirty="0">
                      <a:latin typeface="宋体" panose="02010600030101010101" pitchFamily="2" charset="-122"/>
                    </a:rPr>
                    <a:t>10101101</a:t>
                  </a:r>
                </a:p>
                <a:p>
                  <a:pPr algn="just" eaLnBrk="0" hangingPunct="0"/>
                  <a:r>
                    <a:rPr lang="zh-CN" altLang="en-US" dirty="0">
                      <a:latin typeface="宋体" panose="02010600030101010101" pitchFamily="2" charset="-122"/>
                    </a:rPr>
                    <a:t>11000101</a:t>
                  </a:r>
                </a:p>
                <a:p>
                  <a:pPr algn="just" eaLnBrk="0" hangingPunct="0"/>
                  <a:r>
                    <a:rPr lang="zh-CN" altLang="en-US" dirty="0">
                      <a:latin typeface="宋体" panose="02010600030101010101" pitchFamily="2" charset="-122"/>
                    </a:rPr>
                    <a:t>11111011</a:t>
                  </a:r>
                </a:p>
                <a:p>
                  <a:pPr algn="just" eaLnBrk="0" hangingPunct="0"/>
                  <a:r>
                    <a:rPr lang="zh-CN" altLang="en-US" dirty="0">
                      <a:latin typeface="宋体" panose="02010600030101010101" pitchFamily="2" charset="-122"/>
                    </a:rPr>
                    <a:t>11111011</a:t>
                  </a:r>
                </a:p>
                <a:p>
                  <a:pPr algn="just" eaLnBrk="0" hangingPunct="0"/>
                  <a:r>
                    <a:rPr lang="zh-CN" altLang="en-US" dirty="0">
                      <a:latin typeface="宋体" panose="02010600030101010101" pitchFamily="2" charset="-122"/>
                    </a:rPr>
                    <a:t>00000100</a:t>
                  </a:r>
                </a:p>
                <a:p>
                  <a:pPr algn="just" eaLnBrk="0" hangingPunct="0"/>
                  <a:r>
                    <a:rPr lang="zh-CN" altLang="en-US" dirty="0">
                      <a:latin typeface="宋体" panose="02010600030101010101" pitchFamily="2" charset="-122"/>
                    </a:rPr>
                    <a:t>00000100</a:t>
                  </a:r>
                </a:p>
                <a:p>
                  <a:pPr algn="just" eaLnBrk="0" hangingPunct="0"/>
                  <a:endParaRPr lang="zh-CN" altLang="en-US" dirty="0">
                    <a:latin typeface="Times New Roman" panose="02020603050405020304" pitchFamily="18" charset="0"/>
                  </a:endParaRPr>
                </a:p>
              </p:txBody>
            </p:sp>
            <p:sp>
              <p:nvSpPr>
                <p:cNvPr id="30736" name="Rectangle 39"/>
                <p:cNvSpPr/>
                <p:nvPr/>
              </p:nvSpPr>
              <p:spPr>
                <a:xfrm>
                  <a:off x="1626" y="0"/>
                  <a:ext cx="734" cy="2128"/>
                </a:xfrm>
                <a:prstGeom prst="rect">
                  <a:avLst/>
                </a:prstGeom>
                <a:noFill/>
                <a:ln w="7" cap="flat" cmpd="sng">
                  <a:solidFill>
                    <a:srgbClr val="A0A0A0"/>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grpSp>
          <p:grpSp>
            <p:nvGrpSpPr>
              <p:cNvPr id="30737" name="Group 40"/>
              <p:cNvGrpSpPr/>
              <p:nvPr/>
            </p:nvGrpSpPr>
            <p:grpSpPr>
              <a:xfrm>
                <a:off x="2360" y="0"/>
                <a:ext cx="1022" cy="2128"/>
                <a:chOff x="2360" y="0"/>
                <a:chExt cx="1022" cy="2128"/>
              </a:xfrm>
            </p:grpSpPr>
            <p:sp>
              <p:nvSpPr>
                <p:cNvPr id="30738" name="Rectangle 41"/>
                <p:cNvSpPr/>
                <p:nvPr/>
              </p:nvSpPr>
              <p:spPr>
                <a:xfrm>
                  <a:off x="2403" y="0"/>
                  <a:ext cx="936" cy="2128"/>
                </a:xfrm>
                <a:prstGeom prst="rect">
                  <a:avLst/>
                </a:prstGeom>
                <a:noFill/>
                <a:ln w="9525">
                  <a:noFill/>
                </a:ln>
              </p:spPr>
              <p:txBody>
                <a:bodyPr anchor="t"/>
                <a:lstStyle/>
                <a:p>
                  <a:pPr algn="just" eaLnBrk="0" hangingPunct="0"/>
                  <a:r>
                    <a:rPr lang="zh-CN" altLang="en-US" dirty="0">
                      <a:latin typeface="宋体" panose="02010600030101010101" pitchFamily="2" charset="-122"/>
                    </a:rPr>
                    <a:t>0000000000000000</a:t>
                  </a:r>
                </a:p>
                <a:p>
                  <a:pPr algn="just" eaLnBrk="0" hangingPunct="0"/>
                  <a:r>
                    <a:rPr lang="zh-CN" altLang="en-US" dirty="0">
                      <a:latin typeface="宋体" panose="02010600030101010101" pitchFamily="2" charset="-122"/>
                    </a:rPr>
                    <a:t>0000000000000010</a:t>
                  </a:r>
                </a:p>
                <a:p>
                  <a:pPr algn="just" eaLnBrk="0" hangingPunct="0"/>
                  <a:r>
                    <a:rPr lang="zh-CN" altLang="en-US" dirty="0">
                      <a:latin typeface="宋体" panose="02010600030101010101" pitchFamily="2" charset="-122"/>
                    </a:rPr>
                    <a:t>0000000000000101</a:t>
                  </a:r>
                </a:p>
                <a:p>
                  <a:pPr algn="just" eaLnBrk="0" hangingPunct="0"/>
                  <a:r>
                    <a:rPr lang="zh-CN" altLang="en-US" dirty="0">
                      <a:latin typeface="宋体" panose="02010600030101010101" pitchFamily="2" charset="-122"/>
                    </a:rPr>
                    <a:t>0000000000001011</a:t>
                  </a:r>
                </a:p>
                <a:p>
                  <a:pPr algn="just" eaLnBrk="0" hangingPunct="0"/>
                  <a:r>
                    <a:rPr lang="zh-CN" altLang="en-US" dirty="0">
                      <a:latin typeface="宋体" panose="02010600030101010101" pitchFamily="2" charset="-122"/>
                    </a:rPr>
                    <a:t>0000000000010010</a:t>
                  </a:r>
                </a:p>
                <a:p>
                  <a:pPr algn="just" eaLnBrk="0" hangingPunct="0"/>
                  <a:r>
                    <a:rPr lang="zh-CN" altLang="en-US" dirty="0">
                      <a:latin typeface="宋体" panose="02010600030101010101" pitchFamily="2" charset="-122"/>
                    </a:rPr>
                    <a:t>0000000000010101</a:t>
                  </a:r>
                </a:p>
                <a:p>
                  <a:pPr algn="just" eaLnBrk="0" hangingPunct="0"/>
                  <a:r>
                    <a:rPr lang="zh-CN" altLang="en-US" dirty="0">
                      <a:latin typeface="宋体" panose="02010600030101010101" pitchFamily="2" charset="-122"/>
                    </a:rPr>
                    <a:t>0000000000010111</a:t>
                  </a:r>
                </a:p>
                <a:p>
                  <a:pPr algn="just" eaLnBrk="0" hangingPunct="0"/>
                  <a:r>
                    <a:rPr lang="zh-CN" altLang="en-US" dirty="0">
                      <a:latin typeface="宋体" panose="02010600030101010101" pitchFamily="2" charset="-122"/>
                    </a:rPr>
                    <a:t>0000000000011110</a:t>
                  </a:r>
                </a:p>
                <a:p>
                  <a:pPr algn="just" eaLnBrk="0" hangingPunct="0"/>
                  <a:r>
                    <a:rPr lang="zh-CN" altLang="en-US" dirty="0">
                      <a:latin typeface="宋体" panose="02010600030101010101" pitchFamily="2" charset="-122"/>
                    </a:rPr>
                    <a:t>0000000000100001</a:t>
                  </a:r>
                </a:p>
                <a:p>
                  <a:pPr algn="just" eaLnBrk="0" hangingPunct="0"/>
                  <a:r>
                    <a:rPr lang="zh-CN" altLang="en-US" dirty="0">
                      <a:latin typeface="宋体" panose="02010600030101010101" pitchFamily="2" charset="-122"/>
                    </a:rPr>
                    <a:t>0000000000100100</a:t>
                  </a:r>
                </a:p>
                <a:p>
                  <a:pPr algn="just" eaLnBrk="0" hangingPunct="0"/>
                  <a:r>
                    <a:rPr lang="zh-CN" altLang="en-US" dirty="0">
                      <a:latin typeface="Times New Roman" panose="02020603050405020304" pitchFamily="18" charset="0"/>
                    </a:rPr>
                    <a:t> </a:t>
                  </a:r>
                  <a:endParaRPr lang="zh-CN" altLang="en-US" dirty="0">
                    <a:latin typeface="宋体" panose="02010600030101010101" pitchFamily="2" charset="-122"/>
                  </a:endParaRPr>
                </a:p>
                <a:p>
                  <a:pPr algn="just" eaLnBrk="0" hangingPunct="0"/>
                  <a:r>
                    <a:rPr lang="zh-CN" altLang="en-US" dirty="0">
                      <a:latin typeface="宋体" panose="02010600030101010101" pitchFamily="2" charset="-122"/>
                    </a:rPr>
                    <a:t>0000000000101011</a:t>
                  </a:r>
                </a:p>
                <a:p>
                  <a:pPr algn="just" eaLnBrk="0" hangingPunct="0"/>
                  <a:r>
                    <a:rPr lang="zh-CN" altLang="en-US" dirty="0">
                      <a:latin typeface="宋体" panose="02010600030101010101" pitchFamily="2" charset="-122"/>
                    </a:rPr>
                    <a:t>0000000000110001</a:t>
                  </a:r>
                </a:p>
                <a:p>
                  <a:pPr algn="just" eaLnBrk="0" hangingPunct="0"/>
                  <a:r>
                    <a:rPr lang="zh-CN" altLang="en-US" dirty="0">
                      <a:latin typeface="宋体" panose="02010600030101010101" pitchFamily="2" charset="-122"/>
                    </a:rPr>
                    <a:t>0000000000110100</a:t>
                  </a:r>
                </a:p>
                <a:p>
                  <a:pPr algn="just" eaLnBrk="0" hangingPunct="0"/>
                  <a:r>
                    <a:rPr lang="zh-CN" altLang="en-US" dirty="0">
                      <a:latin typeface="宋体" panose="02010600030101010101" pitchFamily="2" charset="-122"/>
                    </a:rPr>
                    <a:t>0000000000111101</a:t>
                  </a:r>
                </a:p>
                <a:p>
                  <a:pPr algn="just" eaLnBrk="0" hangingPunct="0"/>
                  <a:r>
                    <a:rPr lang="zh-CN" altLang="en-US" dirty="0">
                      <a:latin typeface="宋体" panose="02010600030101010101" pitchFamily="2" charset="-122"/>
                    </a:rPr>
                    <a:t>0000000000111101</a:t>
                  </a:r>
                </a:p>
                <a:p>
                  <a:pPr algn="just" eaLnBrk="0" hangingPunct="0"/>
                  <a:endParaRPr lang="zh-CN" altLang="en-US" dirty="0">
                    <a:latin typeface="Times New Roman" panose="02020603050405020304" pitchFamily="18" charset="0"/>
                  </a:endParaRPr>
                </a:p>
              </p:txBody>
            </p:sp>
            <p:sp>
              <p:nvSpPr>
                <p:cNvPr id="30739" name="Rectangle 42"/>
                <p:cNvSpPr/>
                <p:nvPr/>
              </p:nvSpPr>
              <p:spPr>
                <a:xfrm>
                  <a:off x="2360" y="0"/>
                  <a:ext cx="1022" cy="2128"/>
                </a:xfrm>
                <a:prstGeom prst="rect">
                  <a:avLst/>
                </a:prstGeom>
                <a:noFill/>
                <a:ln w="7" cap="flat" cmpd="sng">
                  <a:solidFill>
                    <a:srgbClr val="A0A0A0"/>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grpSp>
        </p:grpSp>
        <p:sp>
          <p:nvSpPr>
            <p:cNvPr id="30740" name="Rectangle 43"/>
            <p:cNvSpPr/>
            <p:nvPr/>
          </p:nvSpPr>
          <p:spPr>
            <a:xfrm>
              <a:off x="-3" y="-3"/>
              <a:ext cx="3388" cy="2134"/>
            </a:xfrm>
            <a:prstGeom prst="rect">
              <a:avLst/>
            </a:prstGeom>
            <a:noFill/>
            <a:ln w="9525" cap="flat" cmpd="sng">
              <a:solidFill>
                <a:srgbClr val="A0A0A0"/>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grpSp>
      <p:sp>
        <p:nvSpPr>
          <p:cNvPr id="30741" name="文本框 22"/>
          <p:cNvSpPr txBox="1"/>
          <p:nvPr/>
        </p:nvSpPr>
        <p:spPr>
          <a:xfrm>
            <a:off x="766763" y="5795963"/>
            <a:ext cx="7488237" cy="398780"/>
          </a:xfrm>
          <a:prstGeom prst="rect">
            <a:avLst/>
          </a:prstGeom>
          <a:solidFill>
            <a:srgbClr val="85FFE0"/>
          </a:solidFill>
          <a:ln w="9525">
            <a:noFill/>
          </a:ln>
        </p:spPr>
        <p:txBody>
          <a:bodyPr anchor="t">
            <a:spAutoFit/>
          </a:bodyPr>
          <a:lstStyle/>
          <a:p>
            <a:pPr defTabSz="914400" eaLnBrk="0" hangingPunct="0"/>
            <a:r>
              <a:rPr lang="zh-CN" altLang="en-US" sz="2000" dirty="0">
                <a:latin typeface="微软雅黑" panose="020B0503020204020204" charset="-122"/>
                <a:ea typeface="微软雅黑" panose="020B0503020204020204" charset="-122"/>
              </a:rPr>
              <a:t>仅用机器指令进行编程的话</a:t>
            </a:r>
            <a:r>
              <a:rPr lang="en-US" altLang="zh-CN" sz="2000" dirty="0">
                <a:latin typeface="微软雅黑" panose="020B0503020204020204" charset="-122"/>
                <a:ea typeface="微软雅黑" panose="020B0503020204020204" charset="-122"/>
              </a:rPr>
              <a:t>,</a:t>
            </a:r>
            <a:r>
              <a:rPr lang="zh-CN" altLang="en-US" sz="2000" dirty="0">
                <a:latin typeface="微软雅黑" panose="020B0503020204020204" charset="-122"/>
                <a:ea typeface="微软雅黑" panose="020B0503020204020204" charset="-122"/>
              </a:rPr>
              <a:t>人类可能无法设计出复杂的系统软件</a:t>
            </a:r>
            <a:r>
              <a:rPr lang="en-US" altLang="zh-CN" sz="2000" dirty="0">
                <a:latin typeface="微软雅黑" panose="020B0503020204020204" charset="-122"/>
                <a:ea typeface="微软雅黑" panose="020B0503020204020204" charset="-122"/>
              </a:rPr>
              <a:t>.</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灯片编号占位符 5"/>
          <p:cNvSpPr>
            <a:spLocks noGrp="1"/>
          </p:cNvSpPr>
          <p:nvPr>
            <p:ph type="sldNum" sz="quarter" idx="12"/>
          </p:nvPr>
        </p:nvSpPr>
        <p:spPr/>
        <p:txBody>
          <a:bodyPr wrap="square" lIns="91440" tIns="45720" rIns="91440" bIns="45720" anchor="t"/>
          <a:lstStyle>
            <a:lvl1pPr marL="0" lvl="0" indent="0" algn="l" defTabSz="914400" rtl="0" eaLnBrk="1" fontAlgn="base" latinLnBrk="0" hangingPunct="1">
              <a:lnSpc>
                <a:spcPct val="100000"/>
              </a:lnSpc>
              <a:spcBef>
                <a:spcPct val="0"/>
              </a:spcBef>
              <a:spcAft>
                <a:spcPct val="0"/>
              </a:spcAft>
              <a:buFontTx/>
              <a:buNone/>
              <a:defRPr sz="18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indent="0" algn="r">
              <a:spcBef>
                <a:spcPct val="50000"/>
              </a:spcBef>
            </a:pPr>
            <a:fld id="{9A0DB2DC-4C9A-4742-B13C-FB6460FD3503}" type="slidenum">
              <a:rPr lang="zh-CN" altLang="en-US" sz="1400" dirty="0"/>
              <a:t>9</a:t>
            </a:fld>
            <a:endParaRPr lang="zh-CN" altLang="en-US" sz="1400" dirty="0"/>
          </a:p>
        </p:txBody>
      </p:sp>
      <p:sp>
        <p:nvSpPr>
          <p:cNvPr id="197637" name="Text Box 5"/>
          <p:cNvSpPr txBox="1"/>
          <p:nvPr/>
        </p:nvSpPr>
        <p:spPr>
          <a:xfrm>
            <a:off x="457200" y="1844675"/>
            <a:ext cx="8382000" cy="4190121"/>
          </a:xfrm>
          <a:prstGeom prst="rect">
            <a:avLst/>
          </a:prstGeom>
          <a:noFill/>
          <a:ln w="9525">
            <a:noFill/>
          </a:ln>
        </p:spPr>
        <p:txBody>
          <a:bodyPr anchor="t">
            <a:spAutoFit/>
          </a:bodyPr>
          <a:lstStyle/>
          <a:p>
            <a:pPr>
              <a:lnSpc>
                <a:spcPct val="150000"/>
              </a:lnSpc>
              <a:spcBef>
                <a:spcPct val="50000"/>
              </a:spcBef>
              <a:buClr>
                <a:srgbClr val="6600FF"/>
              </a:buClr>
              <a:buSzPct val="50000"/>
              <a:buFont typeface="Wingdings" panose="05000000000000000000" pitchFamily="2" charset="2"/>
              <a:buChar char="u"/>
            </a:pPr>
            <a:r>
              <a:rPr lang="en-US" altLang="zh-CN" sz="2800" dirty="0">
                <a:latin typeface="宋体" panose="02010600030101010101" pitchFamily="2" charset="-122"/>
              </a:rPr>
              <a:t> 20</a:t>
            </a:r>
            <a:r>
              <a:rPr lang="zh-CN" altLang="en-US" sz="2800" dirty="0">
                <a:latin typeface="宋体" panose="02010600030101010101" pitchFamily="2" charset="-122"/>
              </a:rPr>
              <a:t>世纪50年代早期，数学家</a:t>
            </a:r>
            <a:r>
              <a:rPr lang="en-US" altLang="zh-CN" sz="2800" dirty="0">
                <a:solidFill>
                  <a:schemeClr val="accent2"/>
                </a:solidFill>
                <a:latin typeface="宋体" panose="02010600030101010101" pitchFamily="2" charset="-122"/>
              </a:rPr>
              <a:t>Grace Hopper</a:t>
            </a:r>
            <a:r>
              <a:rPr lang="zh-CN" altLang="en-US" sz="2800" dirty="0">
                <a:latin typeface="宋体" panose="02010600030101010101" pitchFamily="2" charset="-122"/>
              </a:rPr>
              <a:t>发明了符号语言，即</a:t>
            </a:r>
            <a:r>
              <a:rPr lang="zh-CN" altLang="en-US" sz="2800" dirty="0">
                <a:solidFill>
                  <a:srgbClr val="FF3300"/>
                </a:solidFill>
                <a:latin typeface="宋体" panose="02010600030101010101" pitchFamily="2" charset="-122"/>
              </a:rPr>
              <a:t>用符号或助记符来表示不同的机器语言指令</a:t>
            </a:r>
            <a:r>
              <a:rPr lang="en-US" altLang="zh-CN" sz="2800" dirty="0">
                <a:latin typeface="宋体" panose="02010600030101010101" pitchFamily="2" charset="-122"/>
              </a:rPr>
              <a:t>(</a:t>
            </a:r>
            <a:r>
              <a:rPr lang="zh-CN" altLang="en-US" sz="2800" dirty="0">
                <a:latin typeface="宋体" panose="02010600030101010101" pitchFamily="2" charset="-122"/>
              </a:rPr>
              <a:t>包括操作码和和操作数地址）。</a:t>
            </a:r>
          </a:p>
          <a:p>
            <a:pPr>
              <a:lnSpc>
                <a:spcPct val="150000"/>
              </a:lnSpc>
              <a:spcBef>
                <a:spcPct val="20000"/>
              </a:spcBef>
              <a:buClr>
                <a:srgbClr val="6600FF"/>
              </a:buClr>
              <a:buSzPct val="50000"/>
              <a:buFont typeface="Wingdings" panose="05000000000000000000" pitchFamily="2" charset="2"/>
              <a:buChar char="u"/>
            </a:pPr>
            <a:r>
              <a:rPr lang="zh-CN" altLang="en-US" sz="2800" dirty="0">
                <a:latin typeface="Times New Roman" panose="02020603050405020304" pitchFamily="18" charset="0"/>
              </a:rPr>
              <a:t>  程序员可用</a:t>
            </a:r>
            <a:r>
              <a:rPr lang="en-US" altLang="zh-CN" sz="2800" dirty="0">
                <a:latin typeface="Times New Roman" panose="02020603050405020304" pitchFamily="18" charset="0"/>
              </a:rPr>
              <a:t>ADD</a:t>
            </a:r>
            <a:r>
              <a:rPr lang="zh-CN" altLang="en-US" sz="2800" dirty="0">
                <a:latin typeface="Times New Roman" panose="02020603050405020304" pitchFamily="18" charset="0"/>
              </a:rPr>
              <a:t>、</a:t>
            </a:r>
            <a:r>
              <a:rPr lang="en-US" altLang="zh-CN" sz="2800" dirty="0">
                <a:latin typeface="Times New Roman" panose="02020603050405020304" pitchFamily="18" charset="0"/>
              </a:rPr>
              <a:t>SUB</a:t>
            </a:r>
            <a:r>
              <a:rPr lang="zh-CN" altLang="en-US" sz="2800" dirty="0">
                <a:latin typeface="Times New Roman" panose="02020603050405020304" pitchFamily="18" charset="0"/>
              </a:rPr>
              <a:t>、</a:t>
            </a:r>
            <a:r>
              <a:rPr lang="en-US" altLang="zh-CN" sz="2800" dirty="0">
                <a:latin typeface="Times New Roman" panose="02020603050405020304" pitchFamily="18" charset="0"/>
              </a:rPr>
              <a:t>MUL</a:t>
            </a:r>
            <a:r>
              <a:rPr lang="zh-CN" altLang="en-US" sz="2800" dirty="0">
                <a:latin typeface="Times New Roman" panose="02020603050405020304" pitchFamily="18" charset="0"/>
              </a:rPr>
              <a:t>、</a:t>
            </a:r>
            <a:r>
              <a:rPr lang="en-US" altLang="zh-CN" sz="2800" dirty="0">
                <a:latin typeface="Times New Roman" panose="02020603050405020304" pitchFamily="18" charset="0"/>
              </a:rPr>
              <a:t>DIV</a:t>
            </a:r>
            <a:r>
              <a:rPr lang="zh-CN" altLang="en-US" sz="2800" dirty="0">
                <a:latin typeface="Times New Roman" panose="02020603050405020304" pitchFamily="18" charset="0"/>
              </a:rPr>
              <a:t>等符号来分别表示加法、减法、乘法、除法的操作码。</a:t>
            </a:r>
          </a:p>
          <a:p>
            <a:pPr>
              <a:lnSpc>
                <a:spcPct val="150000"/>
              </a:lnSpc>
              <a:spcBef>
                <a:spcPct val="50000"/>
              </a:spcBef>
              <a:buClr>
                <a:srgbClr val="6600FF"/>
              </a:buClr>
              <a:buSzPct val="50000"/>
              <a:buFont typeface="Wingdings" panose="05000000000000000000" pitchFamily="2" charset="2"/>
              <a:buChar char="u"/>
            </a:pPr>
            <a:r>
              <a:rPr lang="zh-CN" altLang="en-US" sz="2800" dirty="0">
                <a:latin typeface="Times New Roman" panose="02020603050405020304" pitchFamily="18" charset="0"/>
              </a:rPr>
              <a:t>符号语言又称</a:t>
            </a:r>
            <a:r>
              <a:rPr lang="zh-CN" altLang="en-US" sz="2800" dirty="0">
                <a:solidFill>
                  <a:schemeClr val="accent2"/>
                </a:solidFill>
                <a:latin typeface="Times New Roman" panose="02020603050405020304" pitchFamily="18" charset="0"/>
              </a:rPr>
              <a:t>汇编语言</a:t>
            </a:r>
            <a:r>
              <a:rPr lang="zh-CN" altLang="en-US" sz="2800" dirty="0">
                <a:latin typeface="Times New Roman" panose="02020603050405020304" pitchFamily="18" charset="0"/>
              </a:rPr>
              <a:t>。</a:t>
            </a:r>
            <a:endParaRPr lang="en-US" altLang="zh-CN" sz="2800" dirty="0">
              <a:latin typeface="Times New Roman" panose="02020603050405020304" pitchFamily="18" charset="0"/>
            </a:endParaRPr>
          </a:p>
        </p:txBody>
      </p:sp>
      <p:grpSp>
        <p:nvGrpSpPr>
          <p:cNvPr id="39939" name="Group 6"/>
          <p:cNvGrpSpPr/>
          <p:nvPr/>
        </p:nvGrpSpPr>
        <p:grpSpPr>
          <a:xfrm>
            <a:off x="457200" y="1196975"/>
            <a:ext cx="2286000" cy="544513"/>
            <a:chOff x="2880" y="864"/>
            <a:chExt cx="1056" cy="336"/>
          </a:xfrm>
        </p:grpSpPr>
        <p:sp>
          <p:nvSpPr>
            <p:cNvPr id="39940" name="Rectangle 7"/>
            <p:cNvSpPr/>
            <p:nvPr/>
          </p:nvSpPr>
          <p:spPr>
            <a:xfrm>
              <a:off x="2880" y="864"/>
              <a:ext cx="1056" cy="336"/>
            </a:xfrm>
            <a:prstGeom prst="rect">
              <a:avLst/>
            </a:prstGeom>
            <a:gradFill rotWithShape="0">
              <a:gsLst>
                <a:gs pos="0">
                  <a:srgbClr val="3E040E"/>
                </a:gs>
                <a:gs pos="50000">
                  <a:srgbClr val="CF0E30"/>
                </a:gs>
                <a:gs pos="100000">
                  <a:srgbClr val="3E040E"/>
                </a:gs>
              </a:gsLst>
              <a:lin ang="2700000" scaled="1"/>
              <a:tileRect/>
            </a:gradFill>
            <a:ln w="28575" cap="flat" cmpd="sng">
              <a:solidFill>
                <a:srgbClr val="F68295"/>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39941" name="Text Box 8"/>
            <p:cNvSpPr txBox="1"/>
            <p:nvPr/>
          </p:nvSpPr>
          <p:spPr>
            <a:xfrm>
              <a:off x="2880" y="864"/>
              <a:ext cx="1008" cy="320"/>
            </a:xfrm>
            <a:prstGeom prst="rect">
              <a:avLst/>
            </a:prstGeom>
            <a:noFill/>
            <a:ln w="9525">
              <a:noFill/>
            </a:ln>
          </p:spPr>
          <p:txBody>
            <a:bodyPr anchor="t">
              <a:spAutoFit/>
            </a:bodyPr>
            <a:lstStyle/>
            <a:p>
              <a:pPr algn="ctr" eaLnBrk="0" hangingPunct="0">
                <a:spcBef>
                  <a:spcPct val="50000"/>
                </a:spcBef>
              </a:pPr>
              <a:r>
                <a:rPr lang="zh-CN" altLang="en-US" sz="2800" dirty="0">
                  <a:solidFill>
                    <a:srgbClr val="FFFFFF"/>
                  </a:solidFill>
                  <a:latin typeface="楷体_GB2312" pitchFamily="1" charset="-122"/>
                  <a:ea typeface="楷体_GB2312" pitchFamily="1" charset="-122"/>
                </a:rPr>
                <a:t>2、符号语言</a:t>
              </a:r>
            </a:p>
          </p:txBody>
        </p:sp>
      </p:grpSp>
      <p:sp>
        <p:nvSpPr>
          <p:cNvPr id="39942" name="Rectangle 9"/>
          <p:cNvSpPr>
            <a:spLocks noGrp="1"/>
          </p:cNvSpPr>
          <p:nvPr>
            <p:ph type="title"/>
          </p:nvPr>
        </p:nvSpPr>
        <p:spPr/>
        <p:txBody>
          <a:bodyPr vert="horz" wrap="square" lIns="92075" tIns="46038" rIns="92075" bIns="46038" anchor="ctr"/>
          <a:lstStyle/>
          <a:p>
            <a:pPr eaLnBrk="1" hangingPunct="1"/>
            <a:r>
              <a:rPr lang="en-US" altLang="zh-CN" b="1" dirty="0"/>
              <a:t>1.2     </a:t>
            </a:r>
            <a:r>
              <a:rPr lang="zh-CN" altLang="en-US" b="1" dirty="0"/>
              <a:t>程序设计语言的演化－</a:t>
            </a:r>
            <a:r>
              <a:rPr lang="zh-CN" altLang="en-US" sz="2800" b="1" dirty="0">
                <a:solidFill>
                  <a:schemeClr val="accent2"/>
                </a:solidFill>
              </a:rPr>
              <a:t>符号语言</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97637"/>
                                        </p:tgtEl>
                                        <p:attrNameLst>
                                          <p:attrName>style.visibility</p:attrName>
                                        </p:attrNameLst>
                                      </p:cBhvr>
                                      <p:to>
                                        <p:strVal val="visible"/>
                                      </p:to>
                                    </p:set>
                                    <p:animEffect transition="in" filter="dissolve">
                                      <p:cBhvr>
                                        <p:cTn id="7" dur="500"/>
                                        <p:tgtEl>
                                          <p:spTgt spid="1976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763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灯片编号占位符 7"/>
          <p:cNvSpPr>
            <a:spLocks noGrp="1"/>
          </p:cNvSpPr>
          <p:nvPr>
            <p:ph type="sldNum" sz="quarter" idx="12"/>
          </p:nvPr>
        </p:nvSpPr>
        <p:spPr/>
        <p:txBody>
          <a:bodyPr wrap="square" lIns="91440" tIns="45720" rIns="91440" bIns="45720" anchor="t"/>
          <a:lstStyle>
            <a:lvl1pPr marL="0" lvl="0" indent="0" algn="l" defTabSz="914400" rtl="0" eaLnBrk="1" fontAlgn="base" latinLnBrk="0" hangingPunct="1">
              <a:lnSpc>
                <a:spcPct val="100000"/>
              </a:lnSpc>
              <a:spcBef>
                <a:spcPct val="0"/>
              </a:spcBef>
              <a:spcAft>
                <a:spcPct val="0"/>
              </a:spcAft>
              <a:buFontTx/>
              <a:buNone/>
              <a:defRPr sz="18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indent="0" algn="r">
              <a:spcBef>
                <a:spcPct val="50000"/>
              </a:spcBef>
            </a:pPr>
            <a:fld id="{9A0DB2DC-4C9A-4742-B13C-FB6460FD3503}" type="slidenum">
              <a:rPr lang="zh-CN" altLang="en-US" sz="1400" dirty="0"/>
              <a:t>10</a:t>
            </a:fld>
            <a:endParaRPr lang="zh-CN" altLang="en-US" sz="1400" dirty="0"/>
          </a:p>
        </p:txBody>
      </p:sp>
      <p:sp>
        <p:nvSpPr>
          <p:cNvPr id="40962" name="Rectangle 3"/>
          <p:cNvSpPr>
            <a:spLocks noGrp="1"/>
          </p:cNvSpPr>
          <p:nvPr>
            <p:ph type="body" sz="half" idx="1"/>
          </p:nvPr>
        </p:nvSpPr>
        <p:spPr>
          <a:xfrm>
            <a:off x="2051050" y="1268413"/>
            <a:ext cx="7416800" cy="5040312"/>
          </a:xfrm>
        </p:spPr>
        <p:txBody>
          <a:bodyPr vert="horz" wrap="square" lIns="91440" tIns="45720" rIns="91440" bIns="45720" anchor="t"/>
          <a:lstStyle/>
          <a:p>
            <a:pPr marL="533400" indent="-533400" eaLnBrk="1" hangingPunct="1">
              <a:lnSpc>
                <a:spcPct val="90000"/>
              </a:lnSpc>
              <a:buClrTx/>
              <a:buSzTx/>
              <a:buFontTx/>
              <a:buNone/>
            </a:pPr>
            <a:r>
              <a:rPr lang="en-US" altLang="zh-CN" sz="2400" dirty="0"/>
              <a:t>     </a:t>
            </a:r>
            <a:r>
              <a:rPr lang="zh-CN" altLang="en-US" sz="2400" b="1" dirty="0"/>
              <a:t>程序                                注释</a:t>
            </a:r>
            <a:r>
              <a:rPr lang="en-US" altLang="zh-CN" sz="2400" b="1" dirty="0"/>
              <a:t>(</a:t>
            </a:r>
            <a:r>
              <a:rPr lang="zh-CN" altLang="en-US" sz="2400" b="1" dirty="0"/>
              <a:t>运算结果）</a:t>
            </a:r>
            <a:r>
              <a:rPr lang="en-US" altLang="zh-CN" sz="2400" b="1" dirty="0"/>
              <a:t>   </a:t>
            </a:r>
          </a:p>
          <a:p>
            <a:pPr marL="533400" indent="-533400" eaLnBrk="1" hangingPunct="1">
              <a:lnSpc>
                <a:spcPct val="90000"/>
              </a:lnSpc>
              <a:buClrTx/>
              <a:buSzTx/>
              <a:buFontTx/>
              <a:buAutoNum type="arabicPeriod"/>
            </a:pPr>
            <a:r>
              <a:rPr lang="en-US" altLang="zh-CN" sz="2400" dirty="0"/>
              <a:t>MUL  B  B             ;      </a:t>
            </a:r>
            <a:r>
              <a:rPr lang="zh-CN" altLang="en-US" sz="2400" b="1" dirty="0"/>
              <a:t>送入</a:t>
            </a:r>
            <a:r>
              <a:rPr lang="en-US" altLang="zh-CN" sz="2400" b="1" dirty="0"/>
              <a:t>B</a:t>
            </a:r>
          </a:p>
          <a:p>
            <a:pPr marL="533400" indent="-533400" eaLnBrk="1" hangingPunct="1">
              <a:lnSpc>
                <a:spcPct val="90000"/>
              </a:lnSpc>
              <a:buClrTx/>
              <a:buSzTx/>
              <a:buFontTx/>
              <a:buAutoNum type="arabicPeriod"/>
            </a:pPr>
            <a:r>
              <a:rPr lang="en-US" altLang="zh-CN" sz="2400" b="1" dirty="0"/>
              <a:t>MUL  A  E             ;   4a</a:t>
            </a:r>
            <a:r>
              <a:rPr lang="zh-CN" altLang="en-US" sz="2400" b="1" dirty="0"/>
              <a:t>送入</a:t>
            </a:r>
            <a:r>
              <a:rPr lang="en-US" altLang="zh-CN" sz="2400" b="1" dirty="0"/>
              <a:t>A</a:t>
            </a:r>
          </a:p>
          <a:p>
            <a:pPr marL="533400" indent="-533400" eaLnBrk="1" hangingPunct="1">
              <a:lnSpc>
                <a:spcPct val="90000"/>
              </a:lnSpc>
              <a:buClrTx/>
              <a:buSzTx/>
              <a:buFontTx/>
              <a:buAutoNum type="arabicPeriod"/>
            </a:pPr>
            <a:r>
              <a:rPr lang="en-US" altLang="zh-CN" sz="2400" b="1" dirty="0"/>
              <a:t>MUL  A  C             </a:t>
            </a:r>
            <a:r>
              <a:rPr lang="zh-CN" altLang="en-US" sz="2400" b="1" dirty="0"/>
              <a:t>；</a:t>
            </a:r>
            <a:r>
              <a:rPr lang="en-US" altLang="zh-CN" sz="2400" b="1" dirty="0"/>
              <a:t>4ac</a:t>
            </a:r>
            <a:r>
              <a:rPr lang="zh-CN" altLang="en-US" sz="2400" b="1" dirty="0"/>
              <a:t>送入</a:t>
            </a:r>
            <a:r>
              <a:rPr lang="en-US" altLang="zh-CN" sz="2400" b="1" dirty="0"/>
              <a:t>A</a:t>
            </a:r>
          </a:p>
          <a:p>
            <a:pPr marL="533400" indent="-533400" eaLnBrk="1" hangingPunct="1">
              <a:lnSpc>
                <a:spcPct val="90000"/>
              </a:lnSpc>
              <a:buClrTx/>
              <a:buSzTx/>
              <a:buFontTx/>
              <a:buAutoNum type="arabicPeriod"/>
            </a:pPr>
            <a:r>
              <a:rPr lang="en-US" altLang="zh-CN" sz="2400" b="1" dirty="0"/>
              <a:t>SUB   B  A              ;       </a:t>
            </a:r>
            <a:r>
              <a:rPr lang="zh-CN" altLang="en-US" sz="2400" b="1" dirty="0"/>
              <a:t>－</a:t>
            </a:r>
            <a:r>
              <a:rPr lang="en-US" altLang="zh-CN" sz="2400" b="1" dirty="0"/>
              <a:t>4ac</a:t>
            </a:r>
            <a:r>
              <a:rPr lang="zh-CN" altLang="en-US" sz="2400" b="1" dirty="0"/>
              <a:t>送入</a:t>
            </a:r>
            <a:r>
              <a:rPr lang="en-US" altLang="zh-CN" sz="2400" b="1" dirty="0"/>
              <a:t>B</a:t>
            </a:r>
          </a:p>
          <a:p>
            <a:pPr marL="533400" indent="-533400" eaLnBrk="1" hangingPunct="1">
              <a:lnSpc>
                <a:spcPct val="90000"/>
              </a:lnSpc>
              <a:buClrTx/>
              <a:buSzTx/>
              <a:buFontTx/>
              <a:buAutoNum type="arabicPeriod"/>
            </a:pPr>
            <a:r>
              <a:rPr lang="en-US" altLang="zh-CN" sz="2400" b="1" dirty="0"/>
              <a:t>MOV  D  B             </a:t>
            </a:r>
            <a:r>
              <a:rPr lang="zh-CN" altLang="en-US" sz="2400" b="1" dirty="0"/>
              <a:t>；    －</a:t>
            </a:r>
            <a:r>
              <a:rPr lang="en-US" altLang="zh-CN" sz="2400" b="1" dirty="0"/>
              <a:t>4ac</a:t>
            </a:r>
            <a:r>
              <a:rPr lang="zh-CN" altLang="en-US" sz="2400" b="1" dirty="0"/>
              <a:t>从</a:t>
            </a:r>
            <a:r>
              <a:rPr lang="en-US" altLang="zh-CN" sz="2400" b="1" dirty="0"/>
              <a:t>B</a:t>
            </a:r>
            <a:r>
              <a:rPr lang="zh-CN" altLang="en-US" sz="2400" b="1" dirty="0"/>
              <a:t>传送到</a:t>
            </a:r>
            <a:r>
              <a:rPr lang="en-US" altLang="zh-CN" sz="2400" b="1" dirty="0"/>
              <a:t>D</a:t>
            </a:r>
          </a:p>
          <a:p>
            <a:pPr marL="533400" indent="-533400" eaLnBrk="1" hangingPunct="1">
              <a:lnSpc>
                <a:spcPct val="90000"/>
              </a:lnSpc>
              <a:buClrTx/>
              <a:buSzTx/>
              <a:buFontTx/>
              <a:buAutoNum type="arabicPeriod"/>
            </a:pPr>
            <a:r>
              <a:rPr lang="en-US" altLang="zh-CN" sz="2400" b="1" dirty="0"/>
              <a:t>HLT                        </a:t>
            </a:r>
            <a:r>
              <a:rPr lang="zh-CN" altLang="en-US" sz="2400" b="1" dirty="0"/>
              <a:t>；停机</a:t>
            </a:r>
          </a:p>
          <a:p>
            <a:pPr marL="533400" indent="-533400" eaLnBrk="1" hangingPunct="1">
              <a:lnSpc>
                <a:spcPct val="90000"/>
              </a:lnSpc>
              <a:buClrTx/>
              <a:buSzTx/>
              <a:buFontTx/>
              <a:buNone/>
            </a:pPr>
            <a:r>
              <a:rPr lang="en-US" altLang="zh-CN" sz="2400" dirty="0"/>
              <a:t>A            a</a:t>
            </a:r>
          </a:p>
          <a:p>
            <a:pPr marL="533400" indent="-533400" eaLnBrk="1" hangingPunct="1">
              <a:lnSpc>
                <a:spcPct val="90000"/>
              </a:lnSpc>
              <a:buClrTx/>
              <a:buSzTx/>
              <a:buFontTx/>
              <a:buNone/>
            </a:pPr>
            <a:r>
              <a:rPr lang="en-US" altLang="zh-CN" sz="2400" dirty="0"/>
              <a:t>B            b</a:t>
            </a:r>
          </a:p>
          <a:p>
            <a:pPr marL="533400" indent="-533400" eaLnBrk="1" hangingPunct="1">
              <a:lnSpc>
                <a:spcPct val="90000"/>
              </a:lnSpc>
              <a:buClrTx/>
              <a:buSzTx/>
              <a:buFontTx/>
              <a:buNone/>
            </a:pPr>
            <a:r>
              <a:rPr lang="en-US" altLang="zh-CN" sz="2400" dirty="0"/>
              <a:t>C            c</a:t>
            </a:r>
          </a:p>
          <a:p>
            <a:pPr marL="533400" indent="-533400" eaLnBrk="1" hangingPunct="1">
              <a:lnSpc>
                <a:spcPct val="90000"/>
              </a:lnSpc>
              <a:buClrTx/>
              <a:buSzTx/>
              <a:buFontTx/>
              <a:buNone/>
            </a:pPr>
            <a:r>
              <a:rPr lang="en-US" altLang="zh-CN" sz="2400" dirty="0"/>
              <a:t>D            d</a:t>
            </a:r>
          </a:p>
          <a:p>
            <a:pPr marL="533400" indent="-533400" eaLnBrk="1" hangingPunct="1">
              <a:lnSpc>
                <a:spcPct val="90000"/>
              </a:lnSpc>
              <a:buClrTx/>
              <a:buSzTx/>
              <a:buFontTx/>
              <a:buNone/>
            </a:pPr>
            <a:r>
              <a:rPr lang="en-US" altLang="zh-CN" sz="2400" dirty="0"/>
              <a:t>E            4</a:t>
            </a:r>
          </a:p>
          <a:p>
            <a:pPr marL="533400" indent="-533400" eaLnBrk="1" hangingPunct="1">
              <a:lnSpc>
                <a:spcPct val="90000"/>
              </a:lnSpc>
              <a:buClrTx/>
              <a:buSzTx/>
              <a:buFontTx/>
            </a:pPr>
            <a:endParaRPr lang="zh-CN" altLang="en-US" sz="2400" dirty="0"/>
          </a:p>
        </p:txBody>
      </p:sp>
      <p:grpSp>
        <p:nvGrpSpPr>
          <p:cNvPr id="40963" name="Group 19"/>
          <p:cNvGrpSpPr/>
          <p:nvPr/>
        </p:nvGrpSpPr>
        <p:grpSpPr>
          <a:xfrm>
            <a:off x="5364163" y="1700213"/>
            <a:ext cx="458787" cy="1944687"/>
            <a:chOff x="3226" y="391"/>
            <a:chExt cx="289" cy="1225"/>
          </a:xfrm>
        </p:grpSpPr>
        <p:graphicFrame>
          <p:nvGraphicFramePr>
            <p:cNvPr id="40964" name="Object 7"/>
            <p:cNvGraphicFramePr>
              <a:graphicFrameLocks noChangeAspect="1"/>
            </p:cNvGraphicFramePr>
            <p:nvPr/>
          </p:nvGraphicFramePr>
          <p:xfrm>
            <a:off x="3317" y="1117"/>
            <a:ext cx="198" cy="227"/>
          </p:xfrm>
          <a:graphic>
            <a:graphicData uri="http://schemas.openxmlformats.org/presentationml/2006/ole">
              <mc:AlternateContent xmlns:mc="http://schemas.openxmlformats.org/markup-compatibility/2006">
                <mc:Choice xmlns:v="urn:schemas-microsoft-com:vml" Requires="v">
                  <p:oleObj r:id="rId2" imgW="177800" imgH="203200" progId="Equation.3">
                    <p:embed/>
                  </p:oleObj>
                </mc:Choice>
                <mc:Fallback>
                  <p:oleObj r:id="rId2" imgW="177800" imgH="203200" progId="Equation.3">
                    <p:embed/>
                    <p:pic>
                      <p:nvPicPr>
                        <p:cNvPr id="0" name="图片 3076"/>
                        <p:cNvPicPr/>
                        <p:nvPr/>
                      </p:nvPicPr>
                      <p:blipFill>
                        <a:blip r:embed="rId3"/>
                        <a:stretch>
                          <a:fillRect/>
                        </a:stretch>
                      </p:blipFill>
                      <p:spPr>
                        <a:xfrm>
                          <a:off x="3317" y="1117"/>
                          <a:ext cx="198" cy="227"/>
                        </a:xfrm>
                        <a:prstGeom prst="rect">
                          <a:avLst/>
                        </a:prstGeom>
                        <a:noFill/>
                        <a:ln w="38100">
                          <a:noFill/>
                          <a:miter/>
                        </a:ln>
                      </p:spPr>
                    </p:pic>
                  </p:oleObj>
                </mc:Fallback>
              </mc:AlternateContent>
            </a:graphicData>
          </a:graphic>
        </p:graphicFrame>
        <p:graphicFrame>
          <p:nvGraphicFramePr>
            <p:cNvPr id="40965" name="Object 11"/>
            <p:cNvGraphicFramePr>
              <a:graphicFrameLocks noChangeAspect="1"/>
            </p:cNvGraphicFramePr>
            <p:nvPr/>
          </p:nvGraphicFramePr>
          <p:xfrm>
            <a:off x="3226" y="391"/>
            <a:ext cx="198" cy="227"/>
          </p:xfrm>
          <a:graphic>
            <a:graphicData uri="http://schemas.openxmlformats.org/presentationml/2006/ole">
              <mc:AlternateContent xmlns:mc="http://schemas.openxmlformats.org/markup-compatibility/2006">
                <mc:Choice xmlns:v="urn:schemas-microsoft-com:vml" Requires="v">
                  <p:oleObj r:id="rId4" imgW="177800" imgH="203200" progId="Equation.3">
                    <p:embed/>
                  </p:oleObj>
                </mc:Choice>
                <mc:Fallback>
                  <p:oleObj r:id="rId4" imgW="177800" imgH="203200" progId="Equation.3">
                    <p:embed/>
                    <p:pic>
                      <p:nvPicPr>
                        <p:cNvPr id="0" name="图片 3077"/>
                        <p:cNvPicPr/>
                        <p:nvPr/>
                      </p:nvPicPr>
                      <p:blipFill>
                        <a:blip r:embed="rId3"/>
                        <a:stretch>
                          <a:fillRect/>
                        </a:stretch>
                      </p:blipFill>
                      <p:spPr>
                        <a:xfrm>
                          <a:off x="3226" y="391"/>
                          <a:ext cx="198" cy="227"/>
                        </a:xfrm>
                        <a:prstGeom prst="rect">
                          <a:avLst/>
                        </a:prstGeom>
                        <a:noFill/>
                        <a:ln w="38100">
                          <a:noFill/>
                          <a:miter/>
                        </a:ln>
                      </p:spPr>
                    </p:pic>
                  </p:oleObj>
                </mc:Fallback>
              </mc:AlternateContent>
            </a:graphicData>
          </a:graphic>
        </p:graphicFrame>
        <p:graphicFrame>
          <p:nvGraphicFramePr>
            <p:cNvPr id="40966" name="Object 13"/>
            <p:cNvGraphicFramePr>
              <a:graphicFrameLocks noChangeAspect="1"/>
            </p:cNvGraphicFramePr>
            <p:nvPr/>
          </p:nvGraphicFramePr>
          <p:xfrm>
            <a:off x="3317" y="1389"/>
            <a:ext cx="198" cy="227"/>
          </p:xfrm>
          <a:graphic>
            <a:graphicData uri="http://schemas.openxmlformats.org/presentationml/2006/ole">
              <mc:AlternateContent xmlns:mc="http://schemas.openxmlformats.org/markup-compatibility/2006">
                <mc:Choice xmlns:v="urn:schemas-microsoft-com:vml" Requires="v">
                  <p:oleObj r:id="rId5" imgW="177800" imgH="203200" progId="Equation.3">
                    <p:embed/>
                  </p:oleObj>
                </mc:Choice>
                <mc:Fallback>
                  <p:oleObj r:id="rId5" imgW="177800" imgH="203200" progId="Equation.3">
                    <p:embed/>
                    <p:pic>
                      <p:nvPicPr>
                        <p:cNvPr id="0" name="图片 3078"/>
                        <p:cNvPicPr/>
                        <p:nvPr/>
                      </p:nvPicPr>
                      <p:blipFill>
                        <a:blip r:embed="rId3"/>
                        <a:stretch>
                          <a:fillRect/>
                        </a:stretch>
                      </p:blipFill>
                      <p:spPr>
                        <a:xfrm>
                          <a:off x="3317" y="1389"/>
                          <a:ext cx="198" cy="227"/>
                        </a:xfrm>
                        <a:prstGeom prst="rect">
                          <a:avLst/>
                        </a:prstGeom>
                        <a:noFill/>
                        <a:ln w="38100">
                          <a:noFill/>
                          <a:miter/>
                        </a:ln>
                      </p:spPr>
                    </p:pic>
                  </p:oleObj>
                </mc:Fallback>
              </mc:AlternateContent>
            </a:graphicData>
          </a:graphic>
        </p:graphicFrame>
      </p:grpSp>
      <p:sp>
        <p:nvSpPr>
          <p:cNvPr id="40967" name="Text Box 14"/>
          <p:cNvSpPr txBox="1"/>
          <p:nvPr/>
        </p:nvSpPr>
        <p:spPr>
          <a:xfrm>
            <a:off x="4140200" y="4221163"/>
            <a:ext cx="4859338" cy="2109787"/>
          </a:xfrm>
          <a:prstGeom prst="rect">
            <a:avLst/>
          </a:prstGeom>
          <a:noFill/>
          <a:ln w="9525" cap="flat" cmpd="sng">
            <a:solidFill>
              <a:srgbClr val="993300"/>
            </a:solidFill>
            <a:prstDash val="solid"/>
            <a:miter/>
            <a:headEnd type="none" w="med" len="med"/>
            <a:tailEnd type="none" w="med" len="med"/>
          </a:ln>
          <a:effectLst>
            <a:prstShdw prst="shdw17" dist="17961" dir="13499999">
              <a:srgbClr val="5C1F00"/>
            </a:prstShdw>
          </a:effectLst>
        </p:spPr>
        <p:txBody>
          <a:bodyPr anchor="t">
            <a:spAutoFit/>
          </a:bodyPr>
          <a:lstStyle/>
          <a:p>
            <a:pPr>
              <a:spcBef>
                <a:spcPct val="50000"/>
              </a:spcBef>
            </a:pPr>
            <a:r>
              <a:rPr lang="en-US" altLang="zh-CN" sz="2400" dirty="0">
                <a:solidFill>
                  <a:srgbClr val="6600FF"/>
                </a:solidFill>
                <a:latin typeface="Times New Roman" panose="02020603050405020304" pitchFamily="18" charset="0"/>
              </a:rPr>
              <a:t>1~6</a:t>
            </a:r>
            <a:r>
              <a:rPr lang="zh-CN" altLang="en-US" sz="2400" dirty="0">
                <a:solidFill>
                  <a:srgbClr val="6600FF"/>
                </a:solidFill>
                <a:latin typeface="Times New Roman" panose="02020603050405020304" pitchFamily="18" charset="0"/>
              </a:rPr>
              <a:t>为指令，</a:t>
            </a:r>
            <a:r>
              <a:rPr lang="en-US" altLang="zh-CN" sz="2400" dirty="0">
                <a:solidFill>
                  <a:srgbClr val="6600FF"/>
                </a:solidFill>
                <a:latin typeface="Times New Roman" panose="02020603050405020304" pitchFamily="18" charset="0"/>
              </a:rPr>
              <a:t>MUL</a:t>
            </a:r>
            <a:r>
              <a:rPr lang="zh-CN" altLang="en-US" sz="2400" dirty="0">
                <a:solidFill>
                  <a:srgbClr val="6600FF"/>
                </a:solidFill>
                <a:latin typeface="Times New Roman" panose="02020603050405020304" pitchFamily="18" charset="0"/>
              </a:rPr>
              <a:t>为乘法指令，</a:t>
            </a:r>
            <a:r>
              <a:rPr lang="en-US" altLang="zh-CN" sz="2400" dirty="0">
                <a:solidFill>
                  <a:srgbClr val="6600FF"/>
                </a:solidFill>
                <a:latin typeface="Times New Roman" panose="02020603050405020304" pitchFamily="18" charset="0"/>
              </a:rPr>
              <a:t>SUB</a:t>
            </a:r>
            <a:r>
              <a:rPr lang="zh-CN" altLang="en-US" sz="2400" dirty="0">
                <a:solidFill>
                  <a:srgbClr val="6600FF"/>
                </a:solidFill>
                <a:latin typeface="Times New Roman" panose="02020603050405020304" pitchFamily="18" charset="0"/>
              </a:rPr>
              <a:t>为减法指令，</a:t>
            </a:r>
            <a:r>
              <a:rPr lang="en-US" altLang="zh-CN" sz="2400" dirty="0">
                <a:solidFill>
                  <a:srgbClr val="6600FF"/>
                </a:solidFill>
                <a:latin typeface="Times New Roman" panose="02020603050405020304" pitchFamily="18" charset="0"/>
              </a:rPr>
              <a:t>MOV</a:t>
            </a:r>
            <a:r>
              <a:rPr lang="zh-CN" altLang="en-US" sz="2400" dirty="0">
                <a:solidFill>
                  <a:srgbClr val="6600FF"/>
                </a:solidFill>
                <a:latin typeface="Times New Roman" panose="02020603050405020304" pitchFamily="18" charset="0"/>
              </a:rPr>
              <a:t>为传送指令、</a:t>
            </a:r>
            <a:r>
              <a:rPr lang="en-US" altLang="zh-CN" sz="2400" dirty="0">
                <a:solidFill>
                  <a:srgbClr val="6600FF"/>
                </a:solidFill>
                <a:latin typeface="Times New Roman" panose="02020603050405020304" pitchFamily="18" charset="0"/>
              </a:rPr>
              <a:t>HLT</a:t>
            </a:r>
            <a:r>
              <a:rPr lang="zh-CN" altLang="en-US" sz="2400" dirty="0">
                <a:solidFill>
                  <a:srgbClr val="6600FF"/>
                </a:solidFill>
                <a:latin typeface="Times New Roman" panose="02020603050405020304" pitchFamily="18" charset="0"/>
              </a:rPr>
              <a:t>为停机指令</a:t>
            </a:r>
            <a:r>
              <a:rPr lang="en-US" altLang="zh-CN" sz="2400" dirty="0">
                <a:solidFill>
                  <a:srgbClr val="6600FF"/>
                </a:solidFill>
                <a:latin typeface="Times New Roman" panose="02020603050405020304" pitchFamily="18" charset="0"/>
              </a:rPr>
              <a:t>;</a:t>
            </a:r>
          </a:p>
          <a:p>
            <a:pPr>
              <a:spcBef>
                <a:spcPct val="50000"/>
              </a:spcBef>
            </a:pPr>
            <a:r>
              <a:rPr lang="en-US" altLang="zh-CN" sz="2400" dirty="0">
                <a:solidFill>
                  <a:srgbClr val="6600FF"/>
                </a:solidFill>
                <a:latin typeface="Times New Roman" panose="02020603050405020304" pitchFamily="18" charset="0"/>
              </a:rPr>
              <a:t>A</a:t>
            </a:r>
            <a:r>
              <a:rPr lang="zh-CN" altLang="en-US" sz="2400" dirty="0">
                <a:solidFill>
                  <a:srgbClr val="6600FF"/>
                </a:solidFill>
                <a:latin typeface="Times New Roman" panose="02020603050405020304" pitchFamily="18" charset="0"/>
              </a:rPr>
              <a:t>、</a:t>
            </a:r>
            <a:r>
              <a:rPr lang="en-US" altLang="zh-CN" sz="2400" dirty="0">
                <a:solidFill>
                  <a:srgbClr val="6600FF"/>
                </a:solidFill>
                <a:latin typeface="Times New Roman" panose="02020603050405020304" pitchFamily="18" charset="0"/>
              </a:rPr>
              <a:t>B</a:t>
            </a:r>
            <a:r>
              <a:rPr lang="zh-CN" altLang="en-US" sz="2400" dirty="0">
                <a:solidFill>
                  <a:srgbClr val="6600FF"/>
                </a:solidFill>
                <a:latin typeface="Times New Roman" panose="02020603050405020304" pitchFamily="18" charset="0"/>
              </a:rPr>
              <a:t>、</a:t>
            </a:r>
            <a:r>
              <a:rPr lang="en-US" altLang="zh-CN" sz="2400" dirty="0">
                <a:solidFill>
                  <a:srgbClr val="6600FF"/>
                </a:solidFill>
                <a:latin typeface="Times New Roman" panose="02020603050405020304" pitchFamily="18" charset="0"/>
              </a:rPr>
              <a:t>C</a:t>
            </a:r>
            <a:r>
              <a:rPr lang="zh-CN" altLang="en-US" sz="2400" dirty="0">
                <a:solidFill>
                  <a:srgbClr val="6600FF"/>
                </a:solidFill>
                <a:latin typeface="Times New Roman" panose="02020603050405020304" pitchFamily="18" charset="0"/>
              </a:rPr>
              <a:t>、</a:t>
            </a:r>
            <a:r>
              <a:rPr lang="en-US" altLang="zh-CN" sz="2400" dirty="0">
                <a:solidFill>
                  <a:srgbClr val="6600FF"/>
                </a:solidFill>
                <a:latin typeface="Times New Roman" panose="02020603050405020304" pitchFamily="18" charset="0"/>
              </a:rPr>
              <a:t>D</a:t>
            </a:r>
            <a:r>
              <a:rPr lang="zh-CN" altLang="en-US" sz="2400" dirty="0">
                <a:solidFill>
                  <a:srgbClr val="6600FF"/>
                </a:solidFill>
                <a:latin typeface="Times New Roman" panose="02020603050405020304" pitchFamily="18" charset="0"/>
              </a:rPr>
              <a:t>、</a:t>
            </a:r>
            <a:r>
              <a:rPr lang="en-US" altLang="zh-CN" sz="2400" dirty="0">
                <a:solidFill>
                  <a:srgbClr val="6600FF"/>
                </a:solidFill>
                <a:latin typeface="Times New Roman" panose="02020603050405020304" pitchFamily="18" charset="0"/>
              </a:rPr>
              <a:t>E</a:t>
            </a:r>
            <a:r>
              <a:rPr lang="zh-CN" altLang="en-US" sz="2400" dirty="0">
                <a:solidFill>
                  <a:srgbClr val="6600FF"/>
                </a:solidFill>
                <a:latin typeface="Times New Roman" panose="02020603050405020304" pitchFamily="18" charset="0"/>
              </a:rPr>
              <a:t>分别表示存储数</a:t>
            </a:r>
            <a:r>
              <a:rPr lang="en-US" altLang="zh-CN" sz="2400" dirty="0">
                <a:solidFill>
                  <a:srgbClr val="6600FF"/>
                </a:solidFill>
                <a:latin typeface="Times New Roman" panose="02020603050405020304" pitchFamily="18" charset="0"/>
              </a:rPr>
              <a:t>a</a:t>
            </a:r>
            <a:r>
              <a:rPr lang="zh-CN" altLang="en-US" sz="2400" dirty="0">
                <a:solidFill>
                  <a:srgbClr val="6600FF"/>
                </a:solidFill>
                <a:latin typeface="Times New Roman" panose="02020603050405020304" pitchFamily="18" charset="0"/>
              </a:rPr>
              <a:t>、</a:t>
            </a:r>
            <a:r>
              <a:rPr lang="en-US" altLang="zh-CN" sz="2400" dirty="0">
                <a:solidFill>
                  <a:srgbClr val="6600FF"/>
                </a:solidFill>
                <a:latin typeface="Times New Roman" panose="02020603050405020304" pitchFamily="18" charset="0"/>
              </a:rPr>
              <a:t>b</a:t>
            </a:r>
            <a:r>
              <a:rPr lang="zh-CN" altLang="en-US" sz="2400" dirty="0">
                <a:solidFill>
                  <a:srgbClr val="6600FF"/>
                </a:solidFill>
                <a:latin typeface="Times New Roman" panose="02020603050405020304" pitchFamily="18" charset="0"/>
              </a:rPr>
              <a:t>、</a:t>
            </a:r>
            <a:r>
              <a:rPr lang="en-US" altLang="zh-CN" sz="2400" dirty="0">
                <a:solidFill>
                  <a:srgbClr val="6600FF"/>
                </a:solidFill>
                <a:latin typeface="Times New Roman" panose="02020603050405020304" pitchFamily="18" charset="0"/>
              </a:rPr>
              <a:t>c</a:t>
            </a:r>
            <a:r>
              <a:rPr lang="zh-CN" altLang="en-US" sz="2400" dirty="0">
                <a:solidFill>
                  <a:srgbClr val="6600FF"/>
                </a:solidFill>
                <a:latin typeface="Times New Roman" panose="02020603050405020304" pitchFamily="18" charset="0"/>
              </a:rPr>
              <a:t>、</a:t>
            </a:r>
            <a:r>
              <a:rPr lang="en-US" altLang="zh-CN" sz="2400" dirty="0">
                <a:solidFill>
                  <a:srgbClr val="6600FF"/>
                </a:solidFill>
                <a:latin typeface="Times New Roman" panose="02020603050405020304" pitchFamily="18" charset="0"/>
              </a:rPr>
              <a:t>d</a:t>
            </a:r>
            <a:r>
              <a:rPr lang="zh-CN" altLang="en-US" sz="2400" dirty="0">
                <a:solidFill>
                  <a:srgbClr val="6600FF"/>
                </a:solidFill>
                <a:latin typeface="Times New Roman" panose="02020603050405020304" pitchFamily="18" charset="0"/>
              </a:rPr>
              <a:t>以及常数</a:t>
            </a:r>
            <a:r>
              <a:rPr lang="en-US" altLang="zh-CN" sz="2400" dirty="0">
                <a:solidFill>
                  <a:srgbClr val="6600FF"/>
                </a:solidFill>
                <a:latin typeface="Times New Roman" panose="02020603050405020304" pitchFamily="18" charset="0"/>
              </a:rPr>
              <a:t>4</a:t>
            </a:r>
            <a:r>
              <a:rPr lang="zh-CN" altLang="en-US" sz="2400" dirty="0">
                <a:solidFill>
                  <a:srgbClr val="6600FF"/>
                </a:solidFill>
                <a:latin typeface="Times New Roman" panose="02020603050405020304" pitchFamily="18" charset="0"/>
              </a:rPr>
              <a:t>的寄存器。</a:t>
            </a:r>
          </a:p>
        </p:txBody>
      </p:sp>
      <p:graphicFrame>
        <p:nvGraphicFramePr>
          <p:cNvPr id="40968" name="Object 15"/>
          <p:cNvGraphicFramePr>
            <a:graphicFrameLocks noChangeAspect="1"/>
          </p:cNvGraphicFramePr>
          <p:nvPr/>
        </p:nvGraphicFramePr>
        <p:xfrm>
          <a:off x="3778250" y="250825"/>
          <a:ext cx="401638" cy="503238"/>
        </p:xfrm>
        <a:graphic>
          <a:graphicData uri="http://schemas.openxmlformats.org/presentationml/2006/ole">
            <mc:AlternateContent xmlns:mc="http://schemas.openxmlformats.org/markup-compatibility/2006">
              <mc:Choice xmlns:v="urn:schemas-microsoft-com:vml" Requires="v">
                <p:oleObj r:id="rId6" imgW="177800" imgH="203200" progId="Equation.3">
                  <p:embed/>
                </p:oleObj>
              </mc:Choice>
              <mc:Fallback>
                <p:oleObj r:id="rId6" imgW="177800" imgH="203200" progId="Equation.3">
                  <p:embed/>
                  <p:pic>
                    <p:nvPicPr>
                      <p:cNvPr id="0" name="图片 3079"/>
                      <p:cNvPicPr/>
                      <p:nvPr/>
                    </p:nvPicPr>
                    <p:blipFill>
                      <a:blip r:embed="rId3"/>
                      <a:stretch>
                        <a:fillRect/>
                      </a:stretch>
                    </p:blipFill>
                    <p:spPr>
                      <a:xfrm>
                        <a:off x="3778250" y="250825"/>
                        <a:ext cx="401638" cy="503238"/>
                      </a:xfrm>
                      <a:prstGeom prst="rect">
                        <a:avLst/>
                      </a:prstGeom>
                      <a:noFill/>
                      <a:ln w="38100">
                        <a:noFill/>
                        <a:miter/>
                      </a:ln>
                    </p:spPr>
                  </p:pic>
                </p:oleObj>
              </mc:Fallback>
            </mc:AlternateContent>
          </a:graphicData>
        </a:graphic>
      </p:graphicFrame>
      <p:sp>
        <p:nvSpPr>
          <p:cNvPr id="40969" name="Text Box 16"/>
          <p:cNvSpPr txBox="1"/>
          <p:nvPr/>
        </p:nvSpPr>
        <p:spPr>
          <a:xfrm>
            <a:off x="2627313" y="250825"/>
            <a:ext cx="4968875" cy="488950"/>
          </a:xfrm>
          <a:prstGeom prst="rect">
            <a:avLst/>
          </a:prstGeom>
          <a:noFill/>
          <a:ln w="9525">
            <a:noFill/>
          </a:ln>
          <a:effectLst>
            <a:prstShdw prst="shdw17" dist="17961" dir="13499999">
              <a:srgbClr val="999999"/>
            </a:prstShdw>
          </a:effectLst>
        </p:spPr>
        <p:txBody>
          <a:bodyPr anchor="t">
            <a:spAutoFit/>
          </a:bodyPr>
          <a:lstStyle/>
          <a:p>
            <a:pPr defTabSz="914400">
              <a:spcBef>
                <a:spcPct val="50000"/>
              </a:spcBef>
            </a:pPr>
            <a:r>
              <a:rPr lang="zh-CN" altLang="en-US" sz="2600">
                <a:latin typeface="Times New Roman" panose="02020603050405020304" pitchFamily="18" charset="0"/>
              </a:rPr>
              <a:t>求</a:t>
            </a:r>
            <a:r>
              <a:rPr lang="en-US" altLang="zh-CN" sz="2600" dirty="0">
                <a:latin typeface="Times New Roman" panose="02020603050405020304" pitchFamily="18" charset="0"/>
              </a:rPr>
              <a:t>d</a:t>
            </a:r>
            <a:r>
              <a:rPr lang="zh-CN" altLang="en-US" sz="2600">
                <a:latin typeface="Times New Roman" panose="02020603050405020304" pitchFamily="18" charset="0"/>
              </a:rPr>
              <a:t>＝      －</a:t>
            </a:r>
            <a:r>
              <a:rPr lang="en-US" altLang="zh-CN" sz="2600" dirty="0" err="1">
                <a:latin typeface="Times New Roman" panose="02020603050405020304" pitchFamily="18" charset="0"/>
              </a:rPr>
              <a:t>4ac</a:t>
            </a:r>
            <a:r>
              <a:rPr lang="zh-CN" altLang="en-US" sz="2600">
                <a:latin typeface="Times New Roman" panose="02020603050405020304" pitchFamily="18" charset="0"/>
              </a:rPr>
              <a:t>的汇编语言程序</a:t>
            </a:r>
          </a:p>
        </p:txBody>
      </p:sp>
      <p:sp>
        <p:nvSpPr>
          <p:cNvPr id="40970" name="AutoShape 23"/>
          <p:cNvSpPr/>
          <p:nvPr/>
        </p:nvSpPr>
        <p:spPr>
          <a:xfrm>
            <a:off x="1258888" y="1125538"/>
            <a:ext cx="936625" cy="431800"/>
          </a:xfrm>
          <a:prstGeom prst="wedgeRectCallout">
            <a:avLst>
              <a:gd name="adj1" fmla="val 97287"/>
              <a:gd name="adj2" fmla="val 120588"/>
            </a:avLst>
          </a:prstGeom>
          <a:solidFill>
            <a:srgbClr val="FFFF66"/>
          </a:solidFill>
          <a:ln w="9525" cap="flat" cmpd="sng">
            <a:solidFill>
              <a:srgbClr val="6600FF"/>
            </a:solidFill>
            <a:prstDash val="solid"/>
            <a:miter/>
            <a:headEnd type="none" w="med" len="med"/>
            <a:tailEnd type="none" w="med" len="med"/>
          </a:ln>
          <a:effectLst>
            <a:prstShdw prst="shdw17" dist="17961" dir="13499999">
              <a:srgbClr val="3D0099"/>
            </a:prstShdw>
          </a:effectLst>
        </p:spPr>
        <p:txBody>
          <a:bodyPr anchor="ctr"/>
          <a:lstStyle/>
          <a:p>
            <a:pPr algn="ctr"/>
            <a:r>
              <a:rPr lang="zh-CN" altLang="en-US" dirty="0">
                <a:latin typeface="Times New Roman" panose="02020603050405020304" pitchFamily="18" charset="0"/>
              </a:rPr>
              <a:t>操作码</a:t>
            </a:r>
          </a:p>
        </p:txBody>
      </p:sp>
      <p:sp>
        <p:nvSpPr>
          <p:cNvPr id="40971" name="AutoShape 24"/>
          <p:cNvSpPr/>
          <p:nvPr/>
        </p:nvSpPr>
        <p:spPr>
          <a:xfrm>
            <a:off x="3924300" y="1052513"/>
            <a:ext cx="1441450" cy="431800"/>
          </a:xfrm>
          <a:prstGeom prst="wedgeRectCallout">
            <a:avLst>
              <a:gd name="adj1" fmla="val -44051"/>
              <a:gd name="adj2" fmla="val 120222"/>
            </a:avLst>
          </a:prstGeom>
          <a:solidFill>
            <a:srgbClr val="FFFF66"/>
          </a:solidFill>
          <a:ln w="9525" cap="flat" cmpd="sng">
            <a:solidFill>
              <a:srgbClr val="6600FF"/>
            </a:solidFill>
            <a:prstDash val="solid"/>
            <a:miter/>
            <a:headEnd type="none" w="med" len="med"/>
            <a:tailEnd type="none" w="med" len="med"/>
          </a:ln>
          <a:effectLst>
            <a:prstShdw prst="shdw17" dist="17961" dir="13499999">
              <a:srgbClr val="3D0099"/>
            </a:prstShdw>
          </a:effectLst>
        </p:spPr>
        <p:txBody>
          <a:bodyPr anchor="ctr"/>
          <a:lstStyle/>
          <a:p>
            <a:pPr algn="ctr"/>
            <a:r>
              <a:rPr lang="zh-CN" altLang="en-US" dirty="0">
                <a:latin typeface="Times New Roman" panose="02020603050405020304" pitchFamily="18" charset="0"/>
              </a:rPr>
              <a:t>操作数地址</a:t>
            </a:r>
          </a:p>
        </p:txBody>
      </p:sp>
      <p:sp>
        <p:nvSpPr>
          <p:cNvPr id="40972" name="Text Box 25"/>
          <p:cNvSpPr txBox="1"/>
          <p:nvPr/>
        </p:nvSpPr>
        <p:spPr>
          <a:xfrm>
            <a:off x="468313" y="2205038"/>
            <a:ext cx="1223962" cy="3022600"/>
          </a:xfrm>
          <a:prstGeom prst="rect">
            <a:avLst/>
          </a:prstGeom>
          <a:solidFill>
            <a:srgbClr val="CCECFF"/>
          </a:solidFill>
          <a:ln w="9525" cap="flat" cmpd="sng">
            <a:solidFill>
              <a:srgbClr val="993300"/>
            </a:solidFill>
            <a:prstDash val="solid"/>
            <a:miter/>
            <a:headEnd type="none" w="med" len="med"/>
            <a:tailEnd type="none" w="med" len="med"/>
          </a:ln>
          <a:effectLst>
            <a:prstShdw prst="shdw17" dist="17961" dir="13499999">
              <a:srgbClr val="5C1F00"/>
            </a:prstShdw>
          </a:effectLst>
        </p:spPr>
        <p:txBody>
          <a:bodyPr anchor="t">
            <a:spAutoFit/>
          </a:bodyPr>
          <a:lstStyle/>
          <a:p>
            <a:pPr>
              <a:spcBef>
                <a:spcPct val="50000"/>
              </a:spcBef>
            </a:pPr>
            <a:r>
              <a:rPr lang="zh-CN" altLang="en-US" sz="2400" dirty="0">
                <a:solidFill>
                  <a:srgbClr val="2D35D3"/>
                </a:solidFill>
                <a:latin typeface="Times New Roman" panose="02020603050405020304" pitchFamily="18" charset="0"/>
              </a:rPr>
              <a:t>用</a:t>
            </a:r>
            <a:r>
              <a:rPr lang="zh-CN" altLang="en-US" sz="2400" dirty="0">
                <a:solidFill>
                  <a:srgbClr val="FF3300"/>
                </a:solidFill>
                <a:latin typeface="Times New Roman" panose="02020603050405020304" pitchFamily="18" charset="0"/>
              </a:rPr>
              <a:t>符号</a:t>
            </a:r>
            <a:r>
              <a:rPr lang="zh-CN" altLang="en-US" sz="2400" dirty="0">
                <a:solidFill>
                  <a:srgbClr val="2D35D3"/>
                </a:solidFill>
                <a:latin typeface="Times New Roman" panose="02020603050405020304" pitchFamily="18" charset="0"/>
              </a:rPr>
              <a:t>或</a:t>
            </a:r>
            <a:r>
              <a:rPr lang="zh-CN" altLang="en-US" sz="2400" dirty="0">
                <a:solidFill>
                  <a:srgbClr val="FF3300"/>
                </a:solidFill>
                <a:latin typeface="Times New Roman" panose="02020603050405020304" pitchFamily="18" charset="0"/>
              </a:rPr>
              <a:t>助记符</a:t>
            </a:r>
            <a:r>
              <a:rPr lang="zh-CN" altLang="en-US" sz="2400" dirty="0">
                <a:solidFill>
                  <a:srgbClr val="2D35D3"/>
                </a:solidFill>
                <a:latin typeface="Times New Roman" panose="02020603050405020304" pitchFamily="18" charset="0"/>
              </a:rPr>
              <a:t>来表示指令中的</a:t>
            </a:r>
            <a:r>
              <a:rPr lang="zh-CN" altLang="en-US" sz="2400" dirty="0">
                <a:solidFill>
                  <a:srgbClr val="993300"/>
                </a:solidFill>
                <a:latin typeface="Times New Roman" panose="02020603050405020304" pitchFamily="18" charset="0"/>
              </a:rPr>
              <a:t>操作码</a:t>
            </a:r>
            <a:r>
              <a:rPr lang="zh-CN" altLang="en-US" sz="2400" dirty="0">
                <a:solidFill>
                  <a:srgbClr val="2D35D3"/>
                </a:solidFill>
                <a:latin typeface="Times New Roman" panose="02020603050405020304" pitchFamily="18" charset="0"/>
              </a:rPr>
              <a:t>和和</a:t>
            </a:r>
            <a:r>
              <a:rPr lang="zh-CN" altLang="en-US" sz="2400" dirty="0">
                <a:solidFill>
                  <a:srgbClr val="993300"/>
                </a:solidFill>
                <a:latin typeface="Times New Roman" panose="02020603050405020304" pitchFamily="18" charset="0"/>
              </a:rPr>
              <a:t>操作数地址</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灯片编号占位符 5"/>
          <p:cNvSpPr>
            <a:spLocks noGrp="1"/>
          </p:cNvSpPr>
          <p:nvPr>
            <p:ph type="sldNum" sz="quarter" idx="12"/>
          </p:nvPr>
        </p:nvSpPr>
        <p:spPr/>
        <p:txBody>
          <a:bodyPr wrap="square" lIns="91440" tIns="45720" rIns="91440" bIns="45720" anchor="t"/>
          <a:lstStyle>
            <a:lvl1pPr marL="0" lvl="0" indent="0" algn="l" defTabSz="914400" rtl="0" eaLnBrk="1" fontAlgn="base" latinLnBrk="0" hangingPunct="1">
              <a:lnSpc>
                <a:spcPct val="100000"/>
              </a:lnSpc>
              <a:spcBef>
                <a:spcPct val="0"/>
              </a:spcBef>
              <a:spcAft>
                <a:spcPct val="0"/>
              </a:spcAft>
              <a:buFontTx/>
              <a:buNone/>
              <a:defRPr sz="18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indent="0" algn="r">
              <a:spcBef>
                <a:spcPct val="50000"/>
              </a:spcBef>
            </a:pPr>
            <a:fld id="{9A0DB2DC-4C9A-4742-B13C-FB6460FD3503}" type="slidenum">
              <a:rPr lang="zh-CN" altLang="en-US" sz="1400" dirty="0"/>
              <a:t>11</a:t>
            </a:fld>
            <a:endParaRPr lang="zh-CN" altLang="en-US" sz="1400" dirty="0"/>
          </a:p>
        </p:txBody>
      </p:sp>
      <p:sp>
        <p:nvSpPr>
          <p:cNvPr id="43010" name="Rectangle 3"/>
          <p:cNvSpPr>
            <a:spLocks noGrp="1"/>
          </p:cNvSpPr>
          <p:nvPr>
            <p:ph idx="1"/>
          </p:nvPr>
        </p:nvSpPr>
        <p:spPr/>
        <p:txBody>
          <a:bodyPr vert="horz" wrap="square" lIns="91440" tIns="45720" rIns="91440" bIns="45720" anchor="t"/>
          <a:lstStyle/>
          <a:p>
            <a:pPr eaLnBrk="1" hangingPunct="1">
              <a:buNone/>
            </a:pPr>
            <a:r>
              <a:rPr lang="zh-CN" altLang="en-US" b="1" u="sng" dirty="0">
                <a:solidFill>
                  <a:srgbClr val="6600FF"/>
                </a:solidFill>
              </a:rPr>
              <a:t>汇编语言的局限</a:t>
            </a:r>
          </a:p>
          <a:p>
            <a:pPr eaLnBrk="1" hangingPunct="1">
              <a:buClr>
                <a:srgbClr val="6600FF"/>
              </a:buClr>
              <a:buSzPct val="50000"/>
              <a:buFont typeface="Wingdings" panose="05000000000000000000" pitchFamily="2" charset="2"/>
              <a:buChar char="u"/>
            </a:pPr>
            <a:r>
              <a:rPr lang="zh-CN" altLang="en-US" b="1" dirty="0"/>
              <a:t>汇编语言的语法、语义结构仍然和机器语言基本一样，而与人的传统解题方法相差甚远。</a:t>
            </a:r>
          </a:p>
          <a:p>
            <a:pPr eaLnBrk="1" hangingPunct="1">
              <a:buClr>
                <a:srgbClr val="6600FF"/>
              </a:buClr>
              <a:buSzPct val="50000"/>
              <a:buFont typeface="Wingdings" panose="05000000000000000000" pitchFamily="2" charset="2"/>
              <a:buChar char="u"/>
            </a:pPr>
            <a:r>
              <a:rPr lang="zh-CN" altLang="en-US" b="1" dirty="0"/>
              <a:t>汇编语言的大部分指令是和机器指令一一对应的，因此代码量大。</a:t>
            </a:r>
          </a:p>
          <a:p>
            <a:pPr eaLnBrk="1" hangingPunct="1">
              <a:spcBef>
                <a:spcPct val="50000"/>
              </a:spcBef>
              <a:buClr>
                <a:srgbClr val="6600FF"/>
              </a:buClr>
              <a:buSzPct val="50000"/>
              <a:buFont typeface="Wingdings" panose="05000000000000000000" pitchFamily="2" charset="2"/>
              <a:buChar char="u"/>
            </a:pPr>
            <a:r>
              <a:rPr lang="zh-CN" altLang="en-US" b="1" dirty="0">
                <a:latin typeface="宋体" panose="02010600030101010101" pitchFamily="2" charset="-122"/>
              </a:rPr>
              <a:t>和具体的机器相关，</a:t>
            </a:r>
            <a:r>
              <a:rPr lang="zh-CN" altLang="en-US" b="1" dirty="0"/>
              <a:t>人们终究还是要对</a:t>
            </a:r>
            <a:r>
              <a:rPr lang="zh-CN" altLang="en-US" b="1" dirty="0">
                <a:latin typeface="宋体" panose="02010600030101010101" pitchFamily="2" charset="-122"/>
              </a:rPr>
              <a:t>计算机的硬件和指令系统有很正确深入的理解，</a:t>
            </a:r>
            <a:r>
              <a:rPr lang="zh-CN" altLang="en-US" b="1" dirty="0"/>
              <a:t>而且还是要记住机器语言的符号</a:t>
            </a:r>
            <a:r>
              <a:rPr lang="en-US" altLang="zh-CN" b="1" dirty="0"/>
              <a:t>(</a:t>
            </a:r>
            <a:r>
              <a:rPr lang="zh-CN" altLang="en-US" b="1" dirty="0"/>
              <a:t>助记符</a:t>
            </a:r>
            <a:r>
              <a:rPr lang="en-US" altLang="zh-CN" b="1" dirty="0"/>
              <a:t>)</a:t>
            </a:r>
            <a:r>
              <a:rPr lang="zh-CN" altLang="en-US" b="1" dirty="0"/>
              <a:t>。移植性不好。</a:t>
            </a:r>
          </a:p>
          <a:p>
            <a:pPr eaLnBrk="1" hangingPunct="1">
              <a:spcBef>
                <a:spcPct val="50000"/>
              </a:spcBef>
              <a:buClr>
                <a:srgbClr val="6600FF"/>
              </a:buClr>
              <a:buSzPct val="50000"/>
              <a:buFont typeface="Wingdings" panose="05000000000000000000" pitchFamily="2" charset="2"/>
              <a:buChar char="u"/>
            </a:pPr>
            <a:endParaRPr lang="zh-CN" altLang="en-US" b="1" dirty="0"/>
          </a:p>
          <a:p>
            <a:pPr eaLnBrk="1" hangingPunct="1">
              <a:buClr>
                <a:srgbClr val="6600FF"/>
              </a:buClr>
              <a:buSzPct val="50000"/>
              <a:buFont typeface="Wingdings" panose="05000000000000000000" pitchFamily="2" charset="2"/>
              <a:buChar char="u"/>
            </a:pPr>
            <a:endParaRPr lang="zh-CN" altLang="en-US" b="1" dirty="0"/>
          </a:p>
        </p:txBody>
      </p:sp>
      <p:sp>
        <p:nvSpPr>
          <p:cNvPr id="43011" name="Rectangle 4"/>
          <p:cNvSpPr>
            <a:spLocks noGrp="1"/>
          </p:cNvSpPr>
          <p:nvPr>
            <p:ph type="title"/>
          </p:nvPr>
        </p:nvSpPr>
        <p:spPr/>
        <p:txBody>
          <a:bodyPr vert="horz" wrap="square" lIns="92075" tIns="46038" rIns="92075" bIns="46038" anchor="ctr"/>
          <a:lstStyle/>
          <a:p>
            <a:pPr eaLnBrk="1" hangingPunct="1"/>
            <a:r>
              <a:rPr lang="en-US" altLang="zh-CN" b="1" dirty="0"/>
              <a:t>1.2     </a:t>
            </a:r>
            <a:r>
              <a:rPr lang="zh-CN" altLang="en-US" b="1" dirty="0"/>
              <a:t>程序设计语言的演化－</a:t>
            </a:r>
            <a:r>
              <a:rPr lang="zh-CN" altLang="en-US" sz="2800" b="1" dirty="0">
                <a:solidFill>
                  <a:schemeClr val="accent2"/>
                </a:solidFill>
              </a:rPr>
              <a:t>符号语言</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灯片编号占位符 5"/>
          <p:cNvSpPr>
            <a:spLocks noGrp="1"/>
          </p:cNvSpPr>
          <p:nvPr>
            <p:ph type="sldNum" sz="quarter" idx="12"/>
          </p:nvPr>
        </p:nvSpPr>
        <p:spPr/>
        <p:txBody>
          <a:bodyPr wrap="square" lIns="91440" tIns="45720" rIns="91440" bIns="45720" anchor="t"/>
          <a:lstStyle>
            <a:lvl1pPr marL="0" lvl="0" indent="0" algn="l" defTabSz="914400" rtl="0" eaLnBrk="1" fontAlgn="base" latinLnBrk="0" hangingPunct="1">
              <a:lnSpc>
                <a:spcPct val="100000"/>
              </a:lnSpc>
              <a:spcBef>
                <a:spcPct val="0"/>
              </a:spcBef>
              <a:spcAft>
                <a:spcPct val="0"/>
              </a:spcAft>
              <a:buFontTx/>
              <a:buNone/>
              <a:defRPr sz="18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indent="0" algn="r">
              <a:spcBef>
                <a:spcPct val="50000"/>
              </a:spcBef>
            </a:pPr>
            <a:fld id="{9A0DB2DC-4C9A-4742-B13C-FB6460FD3503}" type="slidenum">
              <a:rPr lang="zh-CN" altLang="en-US" sz="1400" dirty="0"/>
              <a:t>12</a:t>
            </a:fld>
            <a:endParaRPr lang="zh-CN" altLang="en-US" sz="1400" dirty="0"/>
          </a:p>
        </p:txBody>
      </p:sp>
      <p:sp>
        <p:nvSpPr>
          <p:cNvPr id="29734" name="Text Box 38"/>
          <p:cNvSpPr txBox="1"/>
          <p:nvPr/>
        </p:nvSpPr>
        <p:spPr>
          <a:xfrm>
            <a:off x="456565" y="1981200"/>
            <a:ext cx="8382635" cy="4399915"/>
          </a:xfrm>
          <a:prstGeom prst="rect">
            <a:avLst/>
          </a:prstGeom>
          <a:noFill/>
          <a:ln w="9525">
            <a:noFill/>
          </a:ln>
        </p:spPr>
        <p:txBody>
          <a:bodyPr wrap="square" anchor="t">
            <a:spAutoFit/>
          </a:bodyPr>
          <a:lstStyle/>
          <a:p>
            <a:pPr>
              <a:spcBef>
                <a:spcPct val="50000"/>
              </a:spcBef>
              <a:buClr>
                <a:srgbClr val="6600FF"/>
              </a:buClr>
              <a:buSzPct val="50000"/>
              <a:buFont typeface="Wingdings" panose="05000000000000000000" pitchFamily="2" charset="2"/>
              <a:buChar char="u"/>
            </a:pPr>
            <a:r>
              <a:rPr lang="zh-CN" altLang="en-US" sz="2800" dirty="0">
                <a:latin typeface="宋体" panose="02010600030101010101" pitchFamily="2" charset="-122"/>
              </a:rPr>
              <a:t> 由于汇编语言的局限性，</a:t>
            </a:r>
            <a:r>
              <a:rPr lang="zh-CN" altLang="en-US" sz="2800" dirty="0">
                <a:latin typeface="Times New Roman" panose="02020603050405020304" pitchFamily="18" charset="0"/>
              </a:rPr>
              <a:t>后来出现了高级语言。</a:t>
            </a:r>
          </a:p>
          <a:p>
            <a:pPr>
              <a:spcBef>
                <a:spcPct val="50000"/>
              </a:spcBef>
              <a:buClr>
                <a:srgbClr val="6600FF"/>
              </a:buClr>
              <a:buSzPct val="50000"/>
              <a:buFont typeface="Wingdings" panose="05000000000000000000" pitchFamily="2" charset="2"/>
              <a:buChar char="u"/>
            </a:pPr>
            <a:r>
              <a:rPr lang="zh-CN" altLang="en-US" sz="2800" dirty="0">
                <a:latin typeface="Times New Roman" panose="02020603050405020304" pitchFamily="18" charset="0"/>
              </a:rPr>
              <a:t>  贝尔实验室的Dennis Ritchie在1972年开发了C，当时他正与Ken Thompson一起设计UNIX操作系统。然而，C并不是完全由Ritchie构想出来的。它来自Thompson的B语言，而B语言则来自……噢，这又是另外一个故事了。</a:t>
            </a:r>
          </a:p>
          <a:p>
            <a:pPr>
              <a:spcBef>
                <a:spcPct val="50000"/>
              </a:spcBef>
              <a:buClr>
                <a:srgbClr val="6600FF"/>
              </a:buClr>
              <a:buSzPct val="50000"/>
              <a:buFont typeface="Wingdings" panose="05000000000000000000" pitchFamily="2" charset="2"/>
              <a:buChar char="u"/>
            </a:pPr>
            <a:r>
              <a:rPr lang="zh-CN" altLang="en-US" sz="2800" dirty="0">
                <a:latin typeface="Times New Roman" panose="02020603050405020304" pitchFamily="18" charset="0"/>
              </a:rPr>
              <a:t>重要的是，C是作为从事实际编程工作的程序员的一种工具而出现的，所以其主要目标是成为一种有用的语言。</a:t>
            </a:r>
          </a:p>
        </p:txBody>
      </p:sp>
      <p:grpSp>
        <p:nvGrpSpPr>
          <p:cNvPr id="44035" name="Group 43"/>
          <p:cNvGrpSpPr/>
          <p:nvPr/>
        </p:nvGrpSpPr>
        <p:grpSpPr>
          <a:xfrm>
            <a:off x="457200" y="1371600"/>
            <a:ext cx="2286000" cy="544513"/>
            <a:chOff x="2880" y="864"/>
            <a:chExt cx="1056" cy="336"/>
          </a:xfrm>
        </p:grpSpPr>
        <p:sp>
          <p:nvSpPr>
            <p:cNvPr id="44036" name="Rectangle 44"/>
            <p:cNvSpPr/>
            <p:nvPr/>
          </p:nvSpPr>
          <p:spPr>
            <a:xfrm>
              <a:off x="2880" y="864"/>
              <a:ext cx="1056" cy="336"/>
            </a:xfrm>
            <a:prstGeom prst="rect">
              <a:avLst/>
            </a:prstGeom>
            <a:gradFill rotWithShape="0">
              <a:gsLst>
                <a:gs pos="0">
                  <a:srgbClr val="3E040E"/>
                </a:gs>
                <a:gs pos="50000">
                  <a:srgbClr val="CF0E30"/>
                </a:gs>
                <a:gs pos="100000">
                  <a:srgbClr val="3E040E"/>
                </a:gs>
              </a:gsLst>
              <a:lin ang="2700000" scaled="1"/>
              <a:tileRect/>
            </a:gradFill>
            <a:ln w="28575" cap="flat" cmpd="sng">
              <a:solidFill>
                <a:srgbClr val="F68295"/>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44037" name="Text Box 45"/>
            <p:cNvSpPr txBox="1"/>
            <p:nvPr/>
          </p:nvSpPr>
          <p:spPr>
            <a:xfrm>
              <a:off x="2880" y="864"/>
              <a:ext cx="1008" cy="320"/>
            </a:xfrm>
            <a:prstGeom prst="rect">
              <a:avLst/>
            </a:prstGeom>
            <a:noFill/>
            <a:ln w="9525">
              <a:noFill/>
            </a:ln>
          </p:spPr>
          <p:txBody>
            <a:bodyPr anchor="t">
              <a:spAutoFit/>
            </a:bodyPr>
            <a:lstStyle/>
            <a:p>
              <a:pPr algn="ctr" eaLnBrk="0" hangingPunct="0">
                <a:spcBef>
                  <a:spcPct val="50000"/>
                </a:spcBef>
              </a:pPr>
              <a:r>
                <a:rPr lang="zh-CN" altLang="en-US" sz="2800" dirty="0">
                  <a:solidFill>
                    <a:srgbClr val="FFFFFF"/>
                  </a:solidFill>
                  <a:latin typeface="楷体_GB2312" pitchFamily="1" charset="-122"/>
                  <a:ea typeface="楷体_GB2312" pitchFamily="1" charset="-122"/>
                </a:rPr>
                <a:t>3、高级语言</a:t>
              </a:r>
            </a:p>
          </p:txBody>
        </p:sp>
      </p:grpSp>
      <p:sp>
        <p:nvSpPr>
          <p:cNvPr id="44038" name="Rectangle 47"/>
          <p:cNvSpPr>
            <a:spLocks noGrp="1"/>
          </p:cNvSpPr>
          <p:nvPr>
            <p:ph type="title"/>
          </p:nvPr>
        </p:nvSpPr>
        <p:spPr/>
        <p:txBody>
          <a:bodyPr vert="horz" wrap="square" lIns="92075" tIns="46038" rIns="92075" bIns="46038" anchor="ctr"/>
          <a:lstStyle/>
          <a:p>
            <a:pPr eaLnBrk="1" hangingPunct="1"/>
            <a:r>
              <a:rPr lang="en-US" altLang="zh-CN" b="1" dirty="0"/>
              <a:t>1.2     </a:t>
            </a:r>
            <a:r>
              <a:rPr lang="zh-CN" altLang="en-US" b="1" dirty="0"/>
              <a:t>程序设计语言的演化－</a:t>
            </a:r>
            <a:r>
              <a:rPr lang="zh-CN" altLang="en-US" sz="2800" b="1" dirty="0">
                <a:solidFill>
                  <a:schemeClr val="accent2"/>
                </a:solidFill>
              </a:rPr>
              <a:t>高级语言</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9734"/>
                                        </p:tgtEl>
                                        <p:attrNameLst>
                                          <p:attrName>style.visibility</p:attrName>
                                        </p:attrNameLst>
                                      </p:cBhvr>
                                      <p:to>
                                        <p:strVal val="visible"/>
                                      </p:to>
                                    </p:set>
                                    <p:animEffect transition="in" filter="dissolve">
                                      <p:cBhvr>
                                        <p:cTn id="7" dur="500"/>
                                        <p:tgtEl>
                                          <p:spTgt spid="297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3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灯片编号占位符 5"/>
          <p:cNvSpPr>
            <a:spLocks noGrp="1"/>
          </p:cNvSpPr>
          <p:nvPr>
            <p:ph type="sldNum" sz="quarter" idx="12"/>
          </p:nvPr>
        </p:nvSpPr>
        <p:spPr/>
        <p:txBody>
          <a:bodyPr wrap="square" lIns="91440" tIns="45720" rIns="91440" bIns="45720" anchor="t"/>
          <a:lstStyle>
            <a:lvl1pPr marL="0" lvl="0" indent="0" algn="l" defTabSz="914400" rtl="0" eaLnBrk="1" fontAlgn="base" latinLnBrk="0" hangingPunct="1">
              <a:lnSpc>
                <a:spcPct val="100000"/>
              </a:lnSpc>
              <a:spcBef>
                <a:spcPct val="0"/>
              </a:spcBef>
              <a:spcAft>
                <a:spcPct val="0"/>
              </a:spcAft>
              <a:buFontTx/>
              <a:buNone/>
              <a:defRPr sz="18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indent="0" algn="r">
              <a:spcBef>
                <a:spcPct val="50000"/>
              </a:spcBef>
            </a:pPr>
            <a:fld id="{9A0DB2DC-4C9A-4742-B13C-FB6460FD3503}" type="slidenum">
              <a:rPr lang="zh-CN" altLang="en-US" sz="1400" dirty="0"/>
              <a:t>13</a:t>
            </a:fld>
            <a:endParaRPr lang="zh-CN" altLang="en-US" sz="1400" dirty="0"/>
          </a:p>
        </p:txBody>
      </p:sp>
      <p:sp>
        <p:nvSpPr>
          <p:cNvPr id="45058" name="Text Box 11"/>
          <p:cNvSpPr txBox="1"/>
          <p:nvPr/>
        </p:nvSpPr>
        <p:spPr>
          <a:xfrm>
            <a:off x="479425" y="1141730"/>
            <a:ext cx="5112385" cy="5477510"/>
          </a:xfrm>
          <a:prstGeom prst="rect">
            <a:avLst/>
          </a:prstGeom>
          <a:noFill/>
          <a:ln w="9525">
            <a:noFill/>
          </a:ln>
        </p:spPr>
        <p:txBody>
          <a:bodyPr wrap="square" anchor="t">
            <a:spAutoFit/>
          </a:bodyPr>
          <a:lstStyle/>
          <a:p>
            <a:pPr algn="just" eaLnBrk="0" hangingPunct="0">
              <a:spcBef>
                <a:spcPct val="50000"/>
              </a:spcBef>
            </a:pPr>
            <a:r>
              <a:rPr lang="en-US" altLang="zh-CN" sz="2000" dirty="0">
                <a:latin typeface="Times New Roman" panose="02020603050405020304" pitchFamily="18" charset="0"/>
              </a:rPr>
              <a:t>/*求两整数的最大公约数*/</a:t>
            </a:r>
          </a:p>
          <a:p>
            <a:pPr algn="just" eaLnBrk="0" hangingPunct="0">
              <a:spcBef>
                <a:spcPct val="50000"/>
              </a:spcBef>
            </a:pPr>
            <a:r>
              <a:rPr lang="en-US" altLang="zh-CN" sz="2000" dirty="0">
                <a:latin typeface="Times New Roman" panose="02020603050405020304" pitchFamily="18" charset="0"/>
              </a:rPr>
              <a:t>#include&lt;stdio.h&gt;</a:t>
            </a:r>
          </a:p>
          <a:p>
            <a:pPr algn="just" eaLnBrk="0" hangingPunct="0">
              <a:spcBef>
                <a:spcPct val="50000"/>
              </a:spcBef>
            </a:pPr>
            <a:r>
              <a:rPr lang="en-US" altLang="zh-CN" sz="2000" dirty="0">
                <a:latin typeface="Times New Roman" panose="02020603050405020304" pitchFamily="18" charset="0"/>
              </a:rPr>
              <a:t>int main()</a:t>
            </a:r>
          </a:p>
          <a:p>
            <a:pPr algn="just" eaLnBrk="0" hangingPunct="0">
              <a:spcBef>
                <a:spcPct val="50000"/>
              </a:spcBef>
            </a:pPr>
            <a:r>
              <a:rPr lang="en-US" altLang="zh-CN" sz="2000" dirty="0">
                <a:latin typeface="Times New Roman" panose="02020603050405020304" pitchFamily="18" charset="0"/>
              </a:rPr>
              <a:t>{  int d1,d2, x, y, r;</a:t>
            </a:r>
          </a:p>
          <a:p>
            <a:pPr algn="just" eaLnBrk="0" hangingPunct="0">
              <a:spcBef>
                <a:spcPct val="50000"/>
              </a:spcBef>
            </a:pPr>
            <a:r>
              <a:rPr lang="en-US" altLang="zh-CN" sz="2000" dirty="0">
                <a:latin typeface="Times New Roman" panose="02020603050405020304" pitchFamily="18" charset="0"/>
              </a:rPr>
              <a:t>   scanf("%d%d",&amp;d1,&amp;d2);</a:t>
            </a:r>
          </a:p>
          <a:p>
            <a:pPr algn="just" eaLnBrk="0" hangingPunct="0">
              <a:spcBef>
                <a:spcPct val="50000"/>
              </a:spcBef>
            </a:pPr>
            <a:r>
              <a:rPr lang="en-US" altLang="zh-CN" sz="2000" dirty="0">
                <a:latin typeface="Times New Roman" panose="02020603050405020304" pitchFamily="18" charset="0"/>
              </a:rPr>
              <a:t>   for (x=d1,y=d2; (r=x%y)!=0; ){</a:t>
            </a:r>
          </a:p>
          <a:p>
            <a:pPr algn="just" eaLnBrk="0" hangingPunct="0">
              <a:spcBef>
                <a:spcPct val="50000"/>
              </a:spcBef>
            </a:pPr>
            <a:r>
              <a:rPr lang="en-US" altLang="zh-CN" sz="2000" dirty="0">
                <a:latin typeface="Times New Roman" panose="02020603050405020304" pitchFamily="18" charset="0"/>
              </a:rPr>
              <a:t>      x=y;</a:t>
            </a:r>
          </a:p>
          <a:p>
            <a:pPr algn="just" eaLnBrk="0" hangingPunct="0">
              <a:spcBef>
                <a:spcPct val="50000"/>
              </a:spcBef>
            </a:pPr>
            <a:r>
              <a:rPr lang="en-US" altLang="zh-CN" sz="2000" dirty="0">
                <a:latin typeface="Times New Roman" panose="02020603050405020304" pitchFamily="18" charset="0"/>
              </a:rPr>
              <a:t>      y=r;</a:t>
            </a:r>
          </a:p>
          <a:p>
            <a:pPr algn="just" eaLnBrk="0" hangingPunct="0">
              <a:spcBef>
                <a:spcPct val="50000"/>
              </a:spcBef>
            </a:pPr>
            <a:r>
              <a:rPr lang="en-US" altLang="zh-CN" sz="2000" dirty="0">
                <a:latin typeface="Times New Roman" panose="02020603050405020304" pitchFamily="18" charset="0"/>
              </a:rPr>
              <a:t>   }</a:t>
            </a:r>
          </a:p>
          <a:p>
            <a:pPr algn="just" eaLnBrk="0" hangingPunct="0">
              <a:spcBef>
                <a:spcPct val="50000"/>
              </a:spcBef>
            </a:pPr>
            <a:r>
              <a:rPr lang="en-US" altLang="zh-CN" sz="2000" dirty="0">
                <a:latin typeface="Times New Roman" panose="02020603050405020304" pitchFamily="18" charset="0"/>
              </a:rPr>
              <a:t>   printf("GCD(%d,%d)=%d\n",d1,d2,y);</a:t>
            </a:r>
          </a:p>
          <a:p>
            <a:pPr algn="just" eaLnBrk="0" hangingPunct="0">
              <a:spcBef>
                <a:spcPct val="50000"/>
              </a:spcBef>
            </a:pPr>
            <a:r>
              <a:rPr lang="en-US" altLang="zh-CN" sz="2000" dirty="0">
                <a:latin typeface="Times New Roman" panose="02020603050405020304" pitchFamily="18" charset="0"/>
              </a:rPr>
              <a:t>   return 0;</a:t>
            </a:r>
          </a:p>
          <a:p>
            <a:pPr algn="just" eaLnBrk="0" hangingPunct="0">
              <a:spcBef>
                <a:spcPct val="50000"/>
              </a:spcBef>
            </a:pPr>
            <a:r>
              <a:rPr lang="en-US" altLang="zh-CN" sz="2000" dirty="0">
                <a:latin typeface="Times New Roman" panose="02020603050405020304" pitchFamily="18" charset="0"/>
              </a:rPr>
              <a:t>}</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灯片编号占位符 5"/>
          <p:cNvSpPr>
            <a:spLocks noGrp="1"/>
          </p:cNvSpPr>
          <p:nvPr>
            <p:ph type="sldNum" sz="quarter" idx="12"/>
          </p:nvPr>
        </p:nvSpPr>
        <p:spPr/>
        <p:txBody>
          <a:bodyPr wrap="square" lIns="91440" tIns="45720" rIns="91440" bIns="45720" anchor="t"/>
          <a:lstStyle>
            <a:lvl1pPr marL="0" lvl="0" indent="0" algn="l" defTabSz="914400" rtl="0" eaLnBrk="1" fontAlgn="base" latinLnBrk="0" hangingPunct="1">
              <a:lnSpc>
                <a:spcPct val="100000"/>
              </a:lnSpc>
              <a:spcBef>
                <a:spcPct val="0"/>
              </a:spcBef>
              <a:spcAft>
                <a:spcPct val="0"/>
              </a:spcAft>
              <a:buFontTx/>
              <a:buNone/>
              <a:defRPr sz="18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indent="0" algn="r">
              <a:spcBef>
                <a:spcPct val="50000"/>
              </a:spcBef>
            </a:pPr>
            <a:fld id="{9A0DB2DC-4C9A-4742-B13C-FB6460FD3503}" type="slidenum">
              <a:rPr lang="zh-CN" altLang="en-US" sz="1400" dirty="0"/>
              <a:t>14</a:t>
            </a:fld>
            <a:endParaRPr lang="zh-CN" altLang="en-US" sz="1400" dirty="0"/>
          </a:p>
        </p:txBody>
      </p:sp>
      <p:sp>
        <p:nvSpPr>
          <p:cNvPr id="35842" name="Rectangle 1044"/>
          <p:cNvSpPr>
            <a:spLocks noGrp="1"/>
          </p:cNvSpPr>
          <p:nvPr>
            <p:ph type="title"/>
          </p:nvPr>
        </p:nvSpPr>
        <p:spPr/>
        <p:txBody>
          <a:bodyPr vert="horz" wrap="square" lIns="92075" tIns="46038" rIns="92075" bIns="46038" anchor="ctr"/>
          <a:lstStyle/>
          <a:p>
            <a:pPr eaLnBrk="1" hangingPunct="1"/>
            <a:r>
              <a:rPr lang="en-US" altLang="zh-CN" b="1" dirty="0"/>
              <a:t>1.2     </a:t>
            </a:r>
            <a:r>
              <a:rPr lang="zh-CN" altLang="en-US" b="1" dirty="0"/>
              <a:t>程序设计语言的演化</a:t>
            </a:r>
            <a:endParaRPr lang="zh-CN" altLang="en-US" b="1" dirty="0">
              <a:solidFill>
                <a:srgbClr val="008080"/>
              </a:solidFill>
            </a:endParaRPr>
          </a:p>
        </p:txBody>
      </p:sp>
      <p:sp>
        <p:nvSpPr>
          <p:cNvPr id="7172" name="Rectangle 3"/>
          <p:cNvSpPr>
            <a:spLocks noGrp="1" noChangeArrowheads="1"/>
          </p:cNvSpPr>
          <p:nvPr>
            <p:ph idx="1"/>
          </p:nvPr>
        </p:nvSpPr>
        <p:spPr>
          <a:xfrm>
            <a:off x="685800" y="1319213"/>
            <a:ext cx="7772400" cy="4611688"/>
          </a:xfrm>
        </p:spPr>
        <p:txBody>
          <a:bodyPr vert="horz" wrap="square" lIns="91440" tIns="45720" rIns="91440" bIns="45720" numCol="1" anchor="t" anchorCtr="0" compatLnSpc="1"/>
          <a:lstStyle/>
          <a:p>
            <a:pPr marL="0" marR="0" lvl="0" indent="0" algn="l" defTabSz="914400" rtl="0" eaLnBrk="1" fontAlgn="base" latinLnBrk="0" hangingPunct="1">
              <a:lnSpc>
                <a:spcPct val="150000"/>
              </a:lnSpc>
              <a:spcBef>
                <a:spcPct val="20000"/>
              </a:spcBef>
              <a:spcAft>
                <a:spcPct val="0"/>
              </a:spcAft>
              <a:buClrTx/>
              <a:buSzTx/>
              <a:buFontTx/>
              <a:buNone/>
              <a:defRPr/>
            </a:pPr>
            <a:r>
              <a:rPr kumimoji="1" lang="zh-CN" altLang="en-US" sz="2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因此，许多种语言被定义出来，使算法的表达方式既在人看来清晰易懂，又便于转换为机器指令。</a:t>
            </a:r>
            <a:endParaRPr kumimoji="1" lang="en-US" altLang="zh-CN" sz="2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endParaRPr>
          </a:p>
          <a:p>
            <a:pPr marL="342900" marR="0" lvl="0" indent="-342900" algn="l" defTabSz="914400" rtl="0" eaLnBrk="1" fontAlgn="base" latinLnBrk="0" hangingPunct="1">
              <a:lnSpc>
                <a:spcPct val="150000"/>
              </a:lnSpc>
              <a:spcBef>
                <a:spcPct val="20000"/>
              </a:spcBef>
              <a:spcAft>
                <a:spcPct val="0"/>
              </a:spcAft>
              <a:buClrTx/>
              <a:buSzTx/>
              <a:buFontTx/>
              <a:buChar char="•"/>
              <a:defRPr/>
            </a:pPr>
            <a:endParaRPr lang="en-US" altLang="zh-CN" sz="2400" noProof="0" dirty="0">
              <a:ln>
                <a:noFill/>
              </a:ln>
              <a:effectLst/>
              <a:uLnTx/>
              <a:uFillTx/>
              <a:latin typeface="微软雅黑" panose="020B0503020204020204" charset="-122"/>
              <a:ea typeface="微软雅黑" panose="020B0503020204020204" charset="-122"/>
              <a:sym typeface="+mn-ea"/>
            </a:endParaRPr>
          </a:p>
        </p:txBody>
      </p:sp>
      <p:pic>
        <p:nvPicPr>
          <p:cNvPr id="2" name="图片 4"/>
          <p:cNvPicPr>
            <a:picLocks noChangeAspect="1"/>
          </p:cNvPicPr>
          <p:nvPr/>
        </p:nvPicPr>
        <p:blipFill>
          <a:blip r:embed="rId2"/>
          <a:stretch>
            <a:fillRect/>
          </a:stretch>
        </p:blipFill>
        <p:spPr>
          <a:xfrm rot="-5400000">
            <a:off x="2738120" y="223520"/>
            <a:ext cx="3638550" cy="8562975"/>
          </a:xfrm>
          <a:prstGeom prst="rect">
            <a:avLst/>
          </a:prstGeom>
          <a:noFill/>
          <a:ln w="9525">
            <a:noFill/>
          </a:ln>
        </p:spPr>
      </p:pic>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灯片编号占位符 5"/>
          <p:cNvSpPr>
            <a:spLocks noGrp="1"/>
          </p:cNvSpPr>
          <p:nvPr>
            <p:ph type="sldNum" sz="quarter" idx="12"/>
          </p:nvPr>
        </p:nvSpPr>
        <p:spPr/>
        <p:txBody>
          <a:bodyPr wrap="square" lIns="91440" tIns="45720" rIns="91440" bIns="45720" anchor="t"/>
          <a:lstStyle>
            <a:lvl1pPr marL="0" lvl="0" indent="0" algn="l" defTabSz="914400" rtl="0" eaLnBrk="1" fontAlgn="base" latinLnBrk="0" hangingPunct="1">
              <a:lnSpc>
                <a:spcPct val="100000"/>
              </a:lnSpc>
              <a:spcBef>
                <a:spcPct val="0"/>
              </a:spcBef>
              <a:spcAft>
                <a:spcPct val="0"/>
              </a:spcAft>
              <a:buFontTx/>
              <a:buNone/>
              <a:defRPr sz="18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indent="0" algn="r">
              <a:spcBef>
                <a:spcPct val="50000"/>
              </a:spcBef>
            </a:pPr>
            <a:fld id="{9A0DB2DC-4C9A-4742-B13C-FB6460FD3503}" type="slidenum">
              <a:rPr lang="zh-CN" altLang="en-US" sz="1400" dirty="0"/>
              <a:t>15</a:t>
            </a:fld>
            <a:endParaRPr lang="zh-CN" altLang="en-US" sz="1400" dirty="0"/>
          </a:p>
        </p:txBody>
      </p:sp>
      <p:sp>
        <p:nvSpPr>
          <p:cNvPr id="200708" name="Text Box 4"/>
          <p:cNvSpPr txBox="1"/>
          <p:nvPr/>
        </p:nvSpPr>
        <p:spPr>
          <a:xfrm>
            <a:off x="762000" y="1317625"/>
            <a:ext cx="7620000" cy="4151313"/>
          </a:xfrm>
          <a:prstGeom prst="rect">
            <a:avLst/>
          </a:prstGeom>
          <a:noFill/>
          <a:ln w="9525">
            <a:noFill/>
          </a:ln>
        </p:spPr>
        <p:txBody>
          <a:bodyPr anchor="t">
            <a:spAutoFit/>
          </a:bodyPr>
          <a:lstStyle/>
          <a:p>
            <a:pPr eaLnBrk="0" hangingPunct="0">
              <a:spcBef>
                <a:spcPct val="50000"/>
              </a:spcBef>
            </a:pPr>
            <a:r>
              <a:rPr lang="zh-CN" altLang="en-US" sz="2800" u="sng" dirty="0">
                <a:solidFill>
                  <a:srgbClr val="6600FF"/>
                </a:solidFill>
                <a:latin typeface="宋体" panose="02010600030101010101" pitchFamily="2" charset="-122"/>
              </a:rPr>
              <a:t>高级语言的优势</a:t>
            </a:r>
            <a:endParaRPr lang="zh-CN" altLang="en-US" sz="2800" dirty="0">
              <a:latin typeface="宋体" panose="02010600030101010101" pitchFamily="2" charset="-122"/>
            </a:endParaRPr>
          </a:p>
          <a:p>
            <a:pPr eaLnBrk="0" hangingPunct="0">
              <a:spcBef>
                <a:spcPct val="50000"/>
              </a:spcBef>
              <a:buClr>
                <a:srgbClr val="6600FF"/>
              </a:buClr>
              <a:buSzPct val="50000"/>
              <a:buFont typeface="Wingdings" panose="05000000000000000000" pitchFamily="2" charset="2"/>
              <a:buChar char="u"/>
            </a:pPr>
            <a:r>
              <a:rPr lang="zh-CN" altLang="en-US" sz="2800" dirty="0">
                <a:latin typeface="Times New Roman" panose="02020603050405020304" pitchFamily="18" charset="0"/>
              </a:rPr>
              <a:t>  高级语言程序易学、易懂、也易查错。</a:t>
            </a:r>
            <a:endParaRPr lang="zh-CN" altLang="en-US" sz="2800" dirty="0">
              <a:latin typeface="宋体" panose="02010600030101010101" pitchFamily="2" charset="-122"/>
            </a:endParaRPr>
          </a:p>
          <a:p>
            <a:pPr eaLnBrk="0" hangingPunct="0">
              <a:spcBef>
                <a:spcPct val="50000"/>
              </a:spcBef>
              <a:buClr>
                <a:srgbClr val="6600FF"/>
              </a:buClr>
              <a:buSzPct val="50000"/>
              <a:buFont typeface="Wingdings" panose="05000000000000000000" pitchFamily="2" charset="2"/>
              <a:buChar char="u"/>
            </a:pPr>
            <a:r>
              <a:rPr lang="zh-CN" altLang="en-US" sz="2800" dirty="0">
                <a:latin typeface="宋体" panose="02010600030101010101" pitchFamily="2" charset="-122"/>
              </a:rPr>
              <a:t> 使程序员可以完全不用与计算机的硬件打交道、不必了解机器的指令系统。</a:t>
            </a:r>
          </a:p>
          <a:p>
            <a:pPr eaLnBrk="0" hangingPunct="0">
              <a:spcBef>
                <a:spcPct val="50000"/>
              </a:spcBef>
              <a:buClr>
                <a:srgbClr val="6600FF"/>
              </a:buClr>
              <a:buSzPct val="50000"/>
              <a:buFont typeface="Wingdings" panose="05000000000000000000" pitchFamily="2" charset="2"/>
              <a:buChar char="u"/>
            </a:pPr>
            <a:r>
              <a:rPr lang="zh-CN" altLang="en-US" sz="2800" dirty="0">
                <a:latin typeface="宋体" panose="02010600030101010101" pitchFamily="2" charset="-122"/>
              </a:rPr>
              <a:t> 高级语言与具体机器无关，在一种机器上运行的高级语言程序有可能可以不经改动地移植到另一种机器上运行，大大提高了程序的通用性。</a:t>
            </a:r>
          </a:p>
        </p:txBody>
      </p:sp>
      <p:sp>
        <p:nvSpPr>
          <p:cNvPr id="46083" name="Rectangle 11"/>
          <p:cNvSpPr>
            <a:spLocks noGrp="1"/>
          </p:cNvSpPr>
          <p:nvPr>
            <p:ph type="title"/>
          </p:nvPr>
        </p:nvSpPr>
        <p:spPr/>
        <p:txBody>
          <a:bodyPr vert="horz" wrap="square" lIns="92075" tIns="46038" rIns="92075" bIns="46038" anchor="ctr"/>
          <a:lstStyle/>
          <a:p>
            <a:pPr eaLnBrk="1" hangingPunct="1"/>
            <a:r>
              <a:rPr lang="en-US" altLang="zh-CN" b="1" dirty="0"/>
              <a:t>1.2     </a:t>
            </a:r>
            <a:r>
              <a:rPr lang="zh-CN" altLang="en-US" b="1" dirty="0"/>
              <a:t>程序设计语言的演化</a:t>
            </a:r>
            <a:r>
              <a:rPr lang="zh-CN" altLang="en-US" sz="2400" b="1" dirty="0"/>
              <a:t>－</a:t>
            </a:r>
            <a:r>
              <a:rPr lang="zh-CN" altLang="en-US" sz="2800" b="1" dirty="0">
                <a:solidFill>
                  <a:schemeClr val="accent2"/>
                </a:solidFill>
              </a:rPr>
              <a:t>高级语言</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00708"/>
                                        </p:tgtEl>
                                        <p:attrNameLst>
                                          <p:attrName>style.visibility</p:attrName>
                                        </p:attrNameLst>
                                      </p:cBhvr>
                                      <p:to>
                                        <p:strVal val="visible"/>
                                      </p:to>
                                    </p:set>
                                    <p:animEffect transition="in" filter="dissolve">
                                      <p:cBhvr>
                                        <p:cTn id="7" dur="500"/>
                                        <p:tgtEl>
                                          <p:spTgt spid="2007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70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灯片编号占位符 5"/>
          <p:cNvSpPr>
            <a:spLocks noGrp="1"/>
          </p:cNvSpPr>
          <p:nvPr>
            <p:ph type="sldNum" sz="quarter" idx="12"/>
          </p:nvPr>
        </p:nvSpPr>
        <p:spPr/>
        <p:txBody>
          <a:bodyPr wrap="square" lIns="91440" tIns="45720" rIns="91440" bIns="45720" anchor="t"/>
          <a:lstStyle>
            <a:lvl1pPr marL="0" lvl="0" indent="0" algn="l" defTabSz="914400" rtl="0" eaLnBrk="1" fontAlgn="base" latinLnBrk="0" hangingPunct="1">
              <a:lnSpc>
                <a:spcPct val="100000"/>
              </a:lnSpc>
              <a:spcBef>
                <a:spcPct val="0"/>
              </a:spcBef>
              <a:spcAft>
                <a:spcPct val="0"/>
              </a:spcAft>
              <a:buFontTx/>
              <a:buNone/>
              <a:defRPr sz="18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indent="0" algn="r">
              <a:spcBef>
                <a:spcPct val="50000"/>
              </a:spcBef>
            </a:pPr>
            <a:fld id="{9A0DB2DC-4C9A-4742-B13C-FB6460FD3503}" type="slidenum">
              <a:rPr lang="zh-CN" altLang="en-US" sz="1400" dirty="0"/>
              <a:t>16</a:t>
            </a:fld>
            <a:endParaRPr lang="zh-CN" altLang="en-US" sz="1400" dirty="0"/>
          </a:p>
        </p:txBody>
      </p:sp>
      <p:sp>
        <p:nvSpPr>
          <p:cNvPr id="155654" name="Text Box 6"/>
          <p:cNvSpPr txBox="1"/>
          <p:nvPr/>
        </p:nvSpPr>
        <p:spPr>
          <a:xfrm>
            <a:off x="571500" y="2205038"/>
            <a:ext cx="8001000" cy="2398712"/>
          </a:xfrm>
          <a:prstGeom prst="rect">
            <a:avLst/>
          </a:prstGeom>
          <a:noFill/>
          <a:ln w="9525">
            <a:noFill/>
          </a:ln>
        </p:spPr>
        <p:txBody>
          <a:bodyPr anchor="t">
            <a:spAutoFit/>
          </a:bodyPr>
          <a:lstStyle/>
          <a:p>
            <a:pPr>
              <a:spcBef>
                <a:spcPct val="20000"/>
              </a:spcBef>
              <a:buClr>
                <a:schemeClr val="accent2"/>
              </a:buClr>
              <a:buSzPct val="75000"/>
              <a:buFont typeface="Monotype Sorts" pitchFamily="2" charset="2"/>
            </a:pPr>
            <a:r>
              <a:rPr lang="zh-CN" altLang="en-US" sz="2800" dirty="0">
                <a:latin typeface="宋体" panose="02010600030101010101" pitchFamily="2" charset="-122"/>
              </a:rPr>
              <a:t>理想情况下，计算机能够理解自然语言（如英语、汉语等）并立即执行请求。</a:t>
            </a:r>
          </a:p>
          <a:p>
            <a:pPr>
              <a:spcBef>
                <a:spcPct val="20000"/>
              </a:spcBef>
              <a:buClr>
                <a:schemeClr val="accent2"/>
              </a:buClr>
              <a:buSzPct val="75000"/>
              <a:buFont typeface="Monotype Sorts" pitchFamily="2" charset="2"/>
            </a:pPr>
            <a:r>
              <a:rPr lang="zh-CN" altLang="en-US" sz="2800" dirty="0">
                <a:latin typeface="宋体" panose="02010600030101010101" pitchFamily="2" charset="-122"/>
              </a:rPr>
              <a:t>大量关于自然语言的工作正在实验室中进行。</a:t>
            </a:r>
          </a:p>
          <a:p>
            <a:pPr>
              <a:spcBef>
                <a:spcPct val="20000"/>
              </a:spcBef>
              <a:buClr>
                <a:schemeClr val="accent2"/>
              </a:buClr>
              <a:buSzPct val="75000"/>
              <a:buFont typeface="Monotype Sorts" pitchFamily="2" charset="2"/>
            </a:pPr>
            <a:r>
              <a:rPr lang="zh-CN" altLang="en-US" sz="2800" dirty="0">
                <a:latin typeface="宋体" panose="02010600030101010101" pitchFamily="2" charset="-122"/>
              </a:rPr>
              <a:t>但迄今为止，自然语言的使用仍然是相当有限的</a:t>
            </a:r>
            <a:r>
              <a:rPr lang="zh-CN" altLang="en-US" sz="2800" dirty="0">
                <a:latin typeface="Times New Roman" panose="02020603050405020304" pitchFamily="18" charset="0"/>
              </a:rPr>
              <a:t> </a:t>
            </a:r>
            <a:r>
              <a:rPr lang="zh-CN" altLang="en-US" sz="2800" dirty="0">
                <a:solidFill>
                  <a:srgbClr val="000000"/>
                </a:solidFill>
                <a:latin typeface="宋体" panose="02010600030101010101" pitchFamily="2" charset="-122"/>
              </a:rPr>
              <a:t>。</a:t>
            </a:r>
            <a:r>
              <a:rPr lang="zh-CN" altLang="en-US" sz="2800" dirty="0">
                <a:latin typeface="Times New Roman" panose="02020603050405020304" pitchFamily="18" charset="0"/>
              </a:rPr>
              <a:t> </a:t>
            </a:r>
          </a:p>
        </p:txBody>
      </p:sp>
      <p:grpSp>
        <p:nvGrpSpPr>
          <p:cNvPr id="50179" name="Group 7"/>
          <p:cNvGrpSpPr/>
          <p:nvPr/>
        </p:nvGrpSpPr>
        <p:grpSpPr>
          <a:xfrm>
            <a:off x="457200" y="1371600"/>
            <a:ext cx="2286000" cy="533400"/>
            <a:chOff x="2880" y="864"/>
            <a:chExt cx="1056" cy="336"/>
          </a:xfrm>
        </p:grpSpPr>
        <p:sp>
          <p:nvSpPr>
            <p:cNvPr id="50180" name="Rectangle 8"/>
            <p:cNvSpPr/>
            <p:nvPr/>
          </p:nvSpPr>
          <p:spPr>
            <a:xfrm>
              <a:off x="2880" y="864"/>
              <a:ext cx="1056" cy="336"/>
            </a:xfrm>
            <a:prstGeom prst="rect">
              <a:avLst/>
            </a:prstGeom>
            <a:gradFill rotWithShape="0">
              <a:gsLst>
                <a:gs pos="0">
                  <a:srgbClr val="3E040E"/>
                </a:gs>
                <a:gs pos="50000">
                  <a:srgbClr val="CF0E30"/>
                </a:gs>
                <a:gs pos="100000">
                  <a:srgbClr val="3E040E"/>
                </a:gs>
              </a:gsLst>
              <a:lin ang="2700000" scaled="1"/>
              <a:tileRect/>
            </a:gradFill>
            <a:ln w="28575" cap="flat" cmpd="sng">
              <a:solidFill>
                <a:srgbClr val="F68295"/>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50181" name="Text Box 9"/>
            <p:cNvSpPr txBox="1"/>
            <p:nvPr/>
          </p:nvSpPr>
          <p:spPr>
            <a:xfrm>
              <a:off x="2880" y="864"/>
              <a:ext cx="1008" cy="327"/>
            </a:xfrm>
            <a:prstGeom prst="rect">
              <a:avLst/>
            </a:prstGeom>
            <a:noFill/>
            <a:ln w="9525">
              <a:noFill/>
            </a:ln>
          </p:spPr>
          <p:txBody>
            <a:bodyPr anchor="t">
              <a:spAutoFit/>
            </a:bodyPr>
            <a:lstStyle/>
            <a:p>
              <a:pPr algn="ctr" eaLnBrk="0" hangingPunct="0">
                <a:spcBef>
                  <a:spcPct val="50000"/>
                </a:spcBef>
              </a:pPr>
              <a:r>
                <a:rPr lang="en-US" altLang="zh-CN" sz="2800" dirty="0">
                  <a:solidFill>
                    <a:srgbClr val="FFFFFF"/>
                  </a:solidFill>
                  <a:latin typeface="楷体_GB2312" pitchFamily="1" charset="-122"/>
                  <a:ea typeface="楷体_GB2312" pitchFamily="1" charset="-122"/>
                </a:rPr>
                <a:t>4</a:t>
              </a:r>
              <a:r>
                <a:rPr lang="zh-CN" altLang="en-US" sz="2800" dirty="0">
                  <a:solidFill>
                    <a:srgbClr val="FFFFFF"/>
                  </a:solidFill>
                  <a:latin typeface="楷体_GB2312" pitchFamily="1" charset="-122"/>
                  <a:ea typeface="楷体_GB2312" pitchFamily="1" charset="-122"/>
                </a:rPr>
                <a:t>、自然语言</a:t>
              </a:r>
            </a:p>
          </p:txBody>
        </p:sp>
      </p:grpSp>
      <p:sp>
        <p:nvSpPr>
          <p:cNvPr id="50182" name="Rectangle 21"/>
          <p:cNvSpPr>
            <a:spLocks noGrp="1"/>
          </p:cNvSpPr>
          <p:nvPr>
            <p:ph type="title"/>
          </p:nvPr>
        </p:nvSpPr>
        <p:spPr/>
        <p:txBody>
          <a:bodyPr vert="horz" wrap="square" lIns="92075" tIns="46038" rIns="92075" bIns="46038" anchor="ctr"/>
          <a:lstStyle/>
          <a:p>
            <a:pPr eaLnBrk="1" hangingPunct="1"/>
            <a:r>
              <a:rPr lang="en-US" altLang="zh-CN" b="1" dirty="0"/>
              <a:t>1.2     </a:t>
            </a:r>
            <a:r>
              <a:rPr lang="zh-CN" altLang="en-US" b="1" dirty="0"/>
              <a:t>程序设计语言的演化</a:t>
            </a:r>
            <a:endParaRPr lang="zh-CN" altLang="en-US" b="1" dirty="0">
              <a:solidFill>
                <a:srgbClr val="00808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55654"/>
                                        </p:tgtEl>
                                        <p:attrNameLst>
                                          <p:attrName>style.visibility</p:attrName>
                                        </p:attrNameLst>
                                      </p:cBhvr>
                                      <p:to>
                                        <p:strVal val="visible"/>
                                      </p:to>
                                    </p:set>
                                    <p:animEffect transition="in" filter="dissolve">
                                      <p:cBhvr>
                                        <p:cTn id="7" dur="500"/>
                                        <p:tgtEl>
                                          <p:spTgt spid="1556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灯片编号占位符 5"/>
          <p:cNvSpPr>
            <a:spLocks noGrp="1"/>
          </p:cNvSpPr>
          <p:nvPr>
            <p:ph type="sldNum" sz="quarter" idx="12"/>
          </p:nvPr>
        </p:nvSpPr>
        <p:spPr/>
        <p:txBody>
          <a:bodyPr wrap="square" lIns="91440" tIns="45720" rIns="91440" bIns="45720" anchor="t"/>
          <a:lstStyle>
            <a:lvl1pPr marL="0" lvl="0" indent="0" algn="l" defTabSz="914400" rtl="0" eaLnBrk="1" fontAlgn="base" latinLnBrk="0" hangingPunct="1">
              <a:lnSpc>
                <a:spcPct val="100000"/>
              </a:lnSpc>
              <a:spcBef>
                <a:spcPct val="0"/>
              </a:spcBef>
              <a:spcAft>
                <a:spcPct val="0"/>
              </a:spcAft>
              <a:buFontTx/>
              <a:buNone/>
              <a:defRPr sz="18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indent="0" algn="r">
              <a:spcBef>
                <a:spcPct val="50000"/>
              </a:spcBef>
            </a:pPr>
            <a:fld id="{9A0DB2DC-4C9A-4742-B13C-FB6460FD3503}" type="slidenum">
              <a:rPr lang="zh-CN" altLang="en-US" sz="1400" dirty="0">
                <a:solidFill>
                  <a:srgbClr val="000000"/>
                </a:solidFill>
                <a:latin typeface="Times New Roman" panose="02020603050405020304" pitchFamily="18" charset="0"/>
                <a:ea typeface="宋体" panose="02010600030101010101" pitchFamily="2" charset="-122"/>
              </a:rPr>
              <a:t>17</a:t>
            </a:fld>
            <a:endParaRPr lang="zh-CN" altLang="en-US" sz="1400" dirty="0">
              <a:solidFill>
                <a:srgbClr val="000000"/>
              </a:solidFill>
              <a:latin typeface="Times New Roman" panose="02020603050405020304" pitchFamily="18" charset="0"/>
              <a:ea typeface="宋体" panose="02010600030101010101" pitchFamily="2" charset="-122"/>
            </a:endParaRPr>
          </a:p>
        </p:txBody>
      </p:sp>
      <p:sp>
        <p:nvSpPr>
          <p:cNvPr id="252932" name="Rectangle 4"/>
          <p:cNvSpPr>
            <a:spLocks noGrp="1"/>
          </p:cNvSpPr>
          <p:nvPr>
            <p:ph idx="1"/>
          </p:nvPr>
        </p:nvSpPr>
        <p:spPr>
          <a:xfrm>
            <a:off x="430535" y="2141108"/>
            <a:ext cx="8331200" cy="4103687"/>
          </a:xfrm>
        </p:spPr>
        <p:txBody>
          <a:bodyPr vert="horz" wrap="square" lIns="92075" tIns="46038" rIns="92075" bIns="46038" anchor="t"/>
          <a:lstStyle/>
          <a:p>
            <a:pPr eaLnBrk="1" hangingPunct="1">
              <a:buNone/>
            </a:pPr>
            <a:r>
              <a:rPr lang="zh-CN" altLang="en-US" b="1" dirty="0"/>
              <a:t>基于计算机工作方式描述算法求解过程的程序设计。</a:t>
            </a:r>
          </a:p>
          <a:p>
            <a:pPr eaLnBrk="1" hangingPunct="1">
              <a:buNone/>
            </a:pPr>
            <a:r>
              <a:rPr lang="zh-CN" altLang="en-US" b="1" dirty="0"/>
              <a:t>过程化的程序设计特点：</a:t>
            </a:r>
          </a:p>
          <a:p>
            <a:pPr eaLnBrk="1" hangingPunct="1">
              <a:buClr>
                <a:srgbClr val="6600FF"/>
              </a:buClr>
              <a:buSzPct val="50000"/>
              <a:buFont typeface="Wingdings" panose="05000000000000000000" pitchFamily="2" charset="2"/>
              <a:buChar char="u"/>
            </a:pPr>
            <a:r>
              <a:rPr lang="zh-CN" altLang="en-US" b="1" dirty="0"/>
              <a:t>面向动作（活动）。求解问题（程序）是一个复杂的计算过程，该计算过程可被分解成若干个动作（活动）。即：</a:t>
            </a:r>
            <a:r>
              <a:rPr lang="zh-CN" altLang="en-US" b="1" dirty="0">
                <a:solidFill>
                  <a:srgbClr val="FF3300"/>
                </a:solidFill>
              </a:rPr>
              <a:t>一个计算过程可看做是一系列动作。</a:t>
            </a:r>
          </a:p>
          <a:p>
            <a:pPr eaLnBrk="1" hangingPunct="1">
              <a:buClr>
                <a:srgbClr val="6600FF"/>
              </a:buClr>
              <a:buSzPct val="50000"/>
              <a:buFont typeface="Wingdings" panose="05000000000000000000" pitchFamily="2" charset="2"/>
              <a:buChar char="u"/>
            </a:pPr>
            <a:r>
              <a:rPr lang="zh-CN" altLang="en-US" b="1" dirty="0"/>
              <a:t>一个动作可以是一条语句（基本操作）或是一个可以继续分解的子过程（子程序）。</a:t>
            </a:r>
          </a:p>
        </p:txBody>
      </p:sp>
      <p:grpSp>
        <p:nvGrpSpPr>
          <p:cNvPr id="71683" name="Group 5"/>
          <p:cNvGrpSpPr/>
          <p:nvPr/>
        </p:nvGrpSpPr>
        <p:grpSpPr>
          <a:xfrm>
            <a:off x="457200" y="1371600"/>
            <a:ext cx="2971800" cy="544513"/>
            <a:chOff x="2880" y="864"/>
            <a:chExt cx="1056" cy="336"/>
          </a:xfrm>
        </p:grpSpPr>
        <p:sp>
          <p:nvSpPr>
            <p:cNvPr id="71684" name="Rectangle 6"/>
            <p:cNvSpPr/>
            <p:nvPr/>
          </p:nvSpPr>
          <p:spPr>
            <a:xfrm>
              <a:off x="2880" y="864"/>
              <a:ext cx="1056" cy="336"/>
            </a:xfrm>
            <a:prstGeom prst="rect">
              <a:avLst/>
            </a:prstGeom>
            <a:gradFill rotWithShape="0">
              <a:gsLst>
                <a:gs pos="0">
                  <a:srgbClr val="3E040E"/>
                </a:gs>
                <a:gs pos="50000">
                  <a:srgbClr val="CF0E30"/>
                </a:gs>
                <a:gs pos="100000">
                  <a:srgbClr val="3E040E"/>
                </a:gs>
              </a:gsLst>
              <a:lin ang="2700000" scaled="1"/>
              <a:tileRect/>
            </a:gradFill>
            <a:ln w="28575" cap="flat" cmpd="sng">
              <a:solidFill>
                <a:srgbClr val="F68295"/>
              </a:solidFill>
              <a:prstDash val="solid"/>
              <a:miter/>
              <a:headEnd type="none" w="med" len="med"/>
              <a:tailEnd type="none" w="med" len="med"/>
            </a:ln>
          </p:spPr>
          <p:txBody>
            <a:bodyPr wrap="none" anchor="ctr"/>
            <a:lstStyle/>
            <a:p>
              <a:endParaRPr lang="zh-CN" altLang="en-US" dirty="0">
                <a:solidFill>
                  <a:srgbClr val="000000"/>
                </a:solidFill>
                <a:latin typeface="Times New Roman" panose="02020603050405020304" pitchFamily="18" charset="0"/>
                <a:ea typeface="宋体" panose="02010600030101010101" pitchFamily="2" charset="-122"/>
              </a:endParaRPr>
            </a:p>
          </p:txBody>
        </p:sp>
        <p:sp>
          <p:nvSpPr>
            <p:cNvPr id="71685" name="Text Box 7"/>
            <p:cNvSpPr txBox="1"/>
            <p:nvPr/>
          </p:nvSpPr>
          <p:spPr>
            <a:xfrm>
              <a:off x="2880" y="864"/>
              <a:ext cx="1008" cy="323"/>
            </a:xfrm>
            <a:prstGeom prst="rect">
              <a:avLst/>
            </a:prstGeom>
            <a:noFill/>
            <a:ln w="9525">
              <a:noFill/>
            </a:ln>
          </p:spPr>
          <p:txBody>
            <a:bodyPr anchor="t">
              <a:spAutoFit/>
            </a:bodyPr>
            <a:lstStyle/>
            <a:p>
              <a:pPr algn="ctr" eaLnBrk="0" hangingPunct="0">
                <a:spcBef>
                  <a:spcPct val="50000"/>
                </a:spcBef>
              </a:pPr>
              <a:r>
                <a:rPr lang="zh-CN" altLang="en-US" sz="2800" dirty="0">
                  <a:solidFill>
                    <a:srgbClr val="FFFFFF"/>
                  </a:solidFill>
                  <a:latin typeface="宋体" panose="02010600030101010101" pitchFamily="2" charset="-122"/>
                  <a:ea typeface="宋体" panose="02010600030101010101" pitchFamily="2" charset="-122"/>
                </a:rPr>
                <a:t>过程化程序设计</a:t>
              </a:r>
              <a:endParaRPr lang="zh-CN" altLang="en-US" sz="2800" dirty="0">
                <a:solidFill>
                  <a:srgbClr val="FFFFFF"/>
                </a:solidFill>
                <a:latin typeface="楷体_GB2312" pitchFamily="1" charset="-122"/>
                <a:ea typeface="楷体_GB2312" pitchFamily="1" charset="-122"/>
              </a:endParaRPr>
            </a:p>
          </p:txBody>
        </p:sp>
      </p:grpSp>
      <p:sp>
        <p:nvSpPr>
          <p:cNvPr id="71686" name="Rectangle 8"/>
          <p:cNvSpPr>
            <a:spLocks noGrp="1"/>
          </p:cNvSpPr>
          <p:nvPr>
            <p:ph type="title"/>
          </p:nvPr>
        </p:nvSpPr>
        <p:spPr/>
        <p:txBody>
          <a:bodyPr vert="horz" wrap="square" lIns="92075" tIns="46038" rIns="92075" bIns="46038" anchor="ctr"/>
          <a:lstStyle/>
          <a:p>
            <a:pPr eaLnBrk="1" hangingPunct="1"/>
            <a:r>
              <a:rPr lang="zh-CN" altLang="en-US" b="1" dirty="0"/>
              <a:t>程序设计的方法</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2932">
                                            <p:txEl>
                                              <p:pRg st="0" end="0"/>
                                            </p:txEl>
                                          </p:spTgt>
                                        </p:tgtEl>
                                        <p:attrNameLst>
                                          <p:attrName>style.visibility</p:attrName>
                                        </p:attrNameLst>
                                      </p:cBhvr>
                                      <p:to>
                                        <p:strVal val="visible"/>
                                      </p:to>
                                    </p:set>
                                    <p:animEffect transition="in" filter="blinds(horizontal)">
                                      <p:cBhvr>
                                        <p:cTn id="7" dur="500"/>
                                        <p:tgtEl>
                                          <p:spTgt spid="25293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52932">
                                            <p:txEl>
                                              <p:pRg st="1" end="1"/>
                                            </p:txEl>
                                          </p:spTgt>
                                        </p:tgtEl>
                                        <p:attrNameLst>
                                          <p:attrName>style.visibility</p:attrName>
                                        </p:attrNameLst>
                                      </p:cBhvr>
                                      <p:to>
                                        <p:strVal val="visible"/>
                                      </p:to>
                                    </p:set>
                                    <p:animEffect transition="in" filter="blinds(horizontal)">
                                      <p:cBhvr>
                                        <p:cTn id="12" dur="500"/>
                                        <p:tgtEl>
                                          <p:spTgt spid="25293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52932">
                                            <p:txEl>
                                              <p:pRg st="2" end="2"/>
                                            </p:txEl>
                                          </p:spTgt>
                                        </p:tgtEl>
                                        <p:attrNameLst>
                                          <p:attrName>style.visibility</p:attrName>
                                        </p:attrNameLst>
                                      </p:cBhvr>
                                      <p:to>
                                        <p:strVal val="visible"/>
                                      </p:to>
                                    </p:set>
                                    <p:animEffect transition="in" filter="blinds(horizontal)">
                                      <p:cBhvr>
                                        <p:cTn id="17" dur="500"/>
                                        <p:tgtEl>
                                          <p:spTgt spid="25293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52932">
                                            <p:txEl>
                                              <p:pRg st="3" end="3"/>
                                            </p:txEl>
                                          </p:spTgt>
                                        </p:tgtEl>
                                        <p:attrNameLst>
                                          <p:attrName>style.visibility</p:attrName>
                                        </p:attrNameLst>
                                      </p:cBhvr>
                                      <p:to>
                                        <p:strVal val="visible"/>
                                      </p:to>
                                    </p:set>
                                    <p:animEffect transition="in" filter="blinds(horizontal)">
                                      <p:cBhvr>
                                        <p:cTn id="22" dur="500"/>
                                        <p:tgtEl>
                                          <p:spTgt spid="25293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2932"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灯片编号占位符 5"/>
          <p:cNvSpPr>
            <a:spLocks noGrp="1"/>
          </p:cNvSpPr>
          <p:nvPr>
            <p:ph type="sldNum" sz="quarter" idx="12"/>
          </p:nvPr>
        </p:nvSpPr>
        <p:spPr/>
        <p:txBody>
          <a:bodyPr wrap="square" lIns="91440" tIns="45720" rIns="91440" bIns="45720" anchor="t"/>
          <a:lstStyle>
            <a:lvl1pPr marL="0" lvl="0" indent="0" algn="l" defTabSz="914400" rtl="0" eaLnBrk="1" fontAlgn="base" latinLnBrk="0" hangingPunct="1">
              <a:lnSpc>
                <a:spcPct val="100000"/>
              </a:lnSpc>
              <a:spcBef>
                <a:spcPct val="0"/>
              </a:spcBef>
              <a:spcAft>
                <a:spcPct val="0"/>
              </a:spcAft>
              <a:buFontTx/>
              <a:buNone/>
              <a:defRPr sz="18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indent="0" algn="r">
              <a:spcBef>
                <a:spcPct val="50000"/>
              </a:spcBef>
            </a:pPr>
            <a:fld id="{9A0DB2DC-4C9A-4742-B13C-FB6460FD3503}" type="slidenum">
              <a:rPr lang="zh-CN" altLang="en-US" sz="1400" dirty="0">
                <a:solidFill>
                  <a:srgbClr val="000000"/>
                </a:solidFill>
                <a:latin typeface="Times New Roman" panose="02020603050405020304" pitchFamily="18" charset="0"/>
                <a:ea typeface="宋体" panose="02010600030101010101" pitchFamily="2" charset="-122"/>
              </a:rPr>
              <a:t>18</a:t>
            </a:fld>
            <a:endParaRPr lang="zh-CN" altLang="en-US" sz="1400" dirty="0">
              <a:solidFill>
                <a:srgbClr val="000000"/>
              </a:solidFill>
              <a:latin typeface="Times New Roman" panose="02020603050405020304" pitchFamily="18" charset="0"/>
              <a:ea typeface="宋体" panose="02010600030101010101" pitchFamily="2" charset="-122"/>
            </a:endParaRPr>
          </a:p>
        </p:txBody>
      </p:sp>
      <p:grpSp>
        <p:nvGrpSpPr>
          <p:cNvPr id="73730" name="Group 4"/>
          <p:cNvGrpSpPr/>
          <p:nvPr/>
        </p:nvGrpSpPr>
        <p:grpSpPr>
          <a:xfrm>
            <a:off x="1692275" y="188913"/>
            <a:ext cx="5257800" cy="2133600"/>
            <a:chOff x="720" y="960"/>
            <a:chExt cx="3168" cy="1152"/>
          </a:xfrm>
        </p:grpSpPr>
        <p:grpSp>
          <p:nvGrpSpPr>
            <p:cNvPr id="73731" name="Group 5"/>
            <p:cNvGrpSpPr/>
            <p:nvPr/>
          </p:nvGrpSpPr>
          <p:grpSpPr>
            <a:xfrm>
              <a:off x="720" y="1776"/>
              <a:ext cx="864" cy="336"/>
              <a:chOff x="2880" y="864"/>
              <a:chExt cx="1056" cy="336"/>
            </a:xfrm>
          </p:grpSpPr>
          <p:sp>
            <p:nvSpPr>
              <p:cNvPr id="73732" name="Rectangle 6"/>
              <p:cNvSpPr/>
              <p:nvPr/>
            </p:nvSpPr>
            <p:spPr>
              <a:xfrm>
                <a:off x="2880" y="864"/>
                <a:ext cx="1056" cy="336"/>
              </a:xfrm>
              <a:prstGeom prst="rect">
                <a:avLst/>
              </a:prstGeom>
              <a:gradFill rotWithShape="0">
                <a:gsLst>
                  <a:gs pos="0">
                    <a:srgbClr val="3E040E"/>
                  </a:gs>
                  <a:gs pos="50000">
                    <a:srgbClr val="CF0E30"/>
                  </a:gs>
                  <a:gs pos="100000">
                    <a:srgbClr val="3E040E"/>
                  </a:gs>
                </a:gsLst>
                <a:lin ang="2700000" scaled="1"/>
                <a:tileRect/>
              </a:gradFill>
              <a:ln w="28575" cap="flat" cmpd="sng">
                <a:solidFill>
                  <a:srgbClr val="F68295"/>
                </a:solidFill>
                <a:prstDash val="solid"/>
                <a:miter/>
                <a:headEnd type="none" w="med" len="med"/>
                <a:tailEnd type="none" w="med" len="med"/>
              </a:ln>
            </p:spPr>
            <p:txBody>
              <a:bodyPr wrap="none" anchor="ctr"/>
              <a:lstStyle/>
              <a:p>
                <a:endParaRPr lang="zh-CN" altLang="en-US" dirty="0">
                  <a:solidFill>
                    <a:srgbClr val="000000"/>
                  </a:solidFill>
                  <a:latin typeface="Times New Roman" panose="02020603050405020304" pitchFamily="18" charset="0"/>
                  <a:ea typeface="宋体" panose="02010600030101010101" pitchFamily="2" charset="-122"/>
                </a:endParaRPr>
              </a:p>
            </p:txBody>
          </p:sp>
          <p:sp>
            <p:nvSpPr>
              <p:cNvPr id="73733" name="Text Box 7"/>
              <p:cNvSpPr txBox="1"/>
              <p:nvPr/>
            </p:nvSpPr>
            <p:spPr>
              <a:xfrm>
                <a:off x="2880" y="864"/>
                <a:ext cx="1008" cy="280"/>
              </a:xfrm>
              <a:prstGeom prst="rect">
                <a:avLst/>
              </a:prstGeom>
              <a:noFill/>
              <a:ln w="9525">
                <a:noFill/>
              </a:ln>
            </p:spPr>
            <p:txBody>
              <a:bodyPr anchor="t">
                <a:spAutoFit/>
              </a:bodyPr>
              <a:lstStyle/>
              <a:p>
                <a:pPr algn="ctr" eaLnBrk="0" hangingPunct="0">
                  <a:spcBef>
                    <a:spcPct val="50000"/>
                  </a:spcBef>
                </a:pPr>
                <a:r>
                  <a:rPr lang="zh-CN" altLang="en-US" sz="2800" dirty="0">
                    <a:solidFill>
                      <a:srgbClr val="FFFFFF"/>
                    </a:solidFill>
                    <a:latin typeface="楷体_GB2312" pitchFamily="1" charset="-122"/>
                    <a:ea typeface="楷体_GB2312" pitchFamily="1" charset="-122"/>
                  </a:rPr>
                  <a:t>借书</a:t>
                </a:r>
              </a:p>
            </p:txBody>
          </p:sp>
        </p:grpSp>
        <p:grpSp>
          <p:nvGrpSpPr>
            <p:cNvPr id="73734" name="Group 8"/>
            <p:cNvGrpSpPr/>
            <p:nvPr/>
          </p:nvGrpSpPr>
          <p:grpSpPr>
            <a:xfrm>
              <a:off x="3024" y="1776"/>
              <a:ext cx="864" cy="336"/>
              <a:chOff x="2880" y="864"/>
              <a:chExt cx="1056" cy="336"/>
            </a:xfrm>
          </p:grpSpPr>
          <p:sp>
            <p:nvSpPr>
              <p:cNvPr id="73735" name="Rectangle 9"/>
              <p:cNvSpPr/>
              <p:nvPr/>
            </p:nvSpPr>
            <p:spPr>
              <a:xfrm>
                <a:off x="2880" y="864"/>
                <a:ext cx="1056" cy="336"/>
              </a:xfrm>
              <a:prstGeom prst="rect">
                <a:avLst/>
              </a:prstGeom>
              <a:gradFill rotWithShape="0">
                <a:gsLst>
                  <a:gs pos="0">
                    <a:srgbClr val="3E040E"/>
                  </a:gs>
                  <a:gs pos="50000">
                    <a:srgbClr val="CF0E30"/>
                  </a:gs>
                  <a:gs pos="100000">
                    <a:srgbClr val="3E040E"/>
                  </a:gs>
                </a:gsLst>
                <a:lin ang="2700000" scaled="1"/>
                <a:tileRect/>
              </a:gradFill>
              <a:ln w="28575" cap="flat" cmpd="sng">
                <a:solidFill>
                  <a:srgbClr val="F68295"/>
                </a:solidFill>
                <a:prstDash val="solid"/>
                <a:miter/>
                <a:headEnd type="none" w="med" len="med"/>
                <a:tailEnd type="none" w="med" len="med"/>
              </a:ln>
            </p:spPr>
            <p:txBody>
              <a:bodyPr wrap="none" anchor="ctr"/>
              <a:lstStyle/>
              <a:p>
                <a:endParaRPr lang="zh-CN" altLang="en-US" dirty="0">
                  <a:solidFill>
                    <a:srgbClr val="000000"/>
                  </a:solidFill>
                  <a:latin typeface="Times New Roman" panose="02020603050405020304" pitchFamily="18" charset="0"/>
                  <a:ea typeface="宋体" panose="02010600030101010101" pitchFamily="2" charset="-122"/>
                </a:endParaRPr>
              </a:p>
            </p:txBody>
          </p:sp>
          <p:sp>
            <p:nvSpPr>
              <p:cNvPr id="73736" name="Text Box 10"/>
              <p:cNvSpPr txBox="1"/>
              <p:nvPr/>
            </p:nvSpPr>
            <p:spPr>
              <a:xfrm>
                <a:off x="2880" y="864"/>
                <a:ext cx="1008" cy="280"/>
              </a:xfrm>
              <a:prstGeom prst="rect">
                <a:avLst/>
              </a:prstGeom>
              <a:noFill/>
              <a:ln w="9525">
                <a:noFill/>
              </a:ln>
            </p:spPr>
            <p:txBody>
              <a:bodyPr anchor="t">
                <a:spAutoFit/>
              </a:bodyPr>
              <a:lstStyle/>
              <a:p>
                <a:pPr algn="ctr" eaLnBrk="0" hangingPunct="0">
                  <a:spcBef>
                    <a:spcPct val="50000"/>
                  </a:spcBef>
                </a:pPr>
                <a:r>
                  <a:rPr lang="zh-CN" altLang="en-US" sz="2800" dirty="0">
                    <a:solidFill>
                      <a:srgbClr val="FFFFFF"/>
                    </a:solidFill>
                    <a:latin typeface="楷体_GB2312" pitchFamily="1" charset="-122"/>
                    <a:ea typeface="楷体_GB2312" pitchFamily="1" charset="-122"/>
                  </a:rPr>
                  <a:t>续借</a:t>
                </a:r>
              </a:p>
            </p:txBody>
          </p:sp>
        </p:grpSp>
        <p:grpSp>
          <p:nvGrpSpPr>
            <p:cNvPr id="73737" name="Group 11"/>
            <p:cNvGrpSpPr/>
            <p:nvPr/>
          </p:nvGrpSpPr>
          <p:grpSpPr>
            <a:xfrm>
              <a:off x="1776" y="960"/>
              <a:ext cx="1344" cy="336"/>
              <a:chOff x="2880" y="864"/>
              <a:chExt cx="1056" cy="336"/>
            </a:xfrm>
          </p:grpSpPr>
          <p:sp>
            <p:nvSpPr>
              <p:cNvPr id="73738" name="Rectangle 12"/>
              <p:cNvSpPr/>
              <p:nvPr/>
            </p:nvSpPr>
            <p:spPr>
              <a:xfrm>
                <a:off x="2880" y="864"/>
                <a:ext cx="1056" cy="336"/>
              </a:xfrm>
              <a:prstGeom prst="rect">
                <a:avLst/>
              </a:prstGeom>
              <a:gradFill rotWithShape="0">
                <a:gsLst>
                  <a:gs pos="0">
                    <a:srgbClr val="3E040E"/>
                  </a:gs>
                  <a:gs pos="50000">
                    <a:srgbClr val="CF0E30"/>
                  </a:gs>
                  <a:gs pos="100000">
                    <a:srgbClr val="3E040E"/>
                  </a:gs>
                </a:gsLst>
                <a:lin ang="2700000" scaled="1"/>
                <a:tileRect/>
              </a:gradFill>
              <a:ln w="28575" cap="flat" cmpd="sng">
                <a:solidFill>
                  <a:srgbClr val="F68295"/>
                </a:solidFill>
                <a:prstDash val="solid"/>
                <a:miter/>
                <a:headEnd type="none" w="med" len="med"/>
                <a:tailEnd type="none" w="med" len="med"/>
              </a:ln>
            </p:spPr>
            <p:txBody>
              <a:bodyPr wrap="none" anchor="ctr"/>
              <a:lstStyle/>
              <a:p>
                <a:endParaRPr lang="zh-CN" altLang="en-US" dirty="0">
                  <a:solidFill>
                    <a:srgbClr val="000000"/>
                  </a:solidFill>
                  <a:latin typeface="Times New Roman" panose="02020603050405020304" pitchFamily="18" charset="0"/>
                  <a:ea typeface="宋体" panose="02010600030101010101" pitchFamily="2" charset="-122"/>
                </a:endParaRPr>
              </a:p>
            </p:txBody>
          </p:sp>
          <p:sp>
            <p:nvSpPr>
              <p:cNvPr id="73739" name="Text Box 13"/>
              <p:cNvSpPr txBox="1"/>
              <p:nvPr/>
            </p:nvSpPr>
            <p:spPr>
              <a:xfrm>
                <a:off x="2880" y="864"/>
                <a:ext cx="1008" cy="247"/>
              </a:xfrm>
              <a:prstGeom prst="rect">
                <a:avLst/>
              </a:prstGeom>
              <a:noFill/>
              <a:ln w="9525">
                <a:noFill/>
              </a:ln>
            </p:spPr>
            <p:txBody>
              <a:bodyPr anchor="t">
                <a:spAutoFit/>
              </a:bodyPr>
              <a:lstStyle/>
              <a:p>
                <a:pPr algn="ctr" eaLnBrk="0" hangingPunct="0">
                  <a:spcBef>
                    <a:spcPct val="50000"/>
                  </a:spcBef>
                </a:pPr>
                <a:r>
                  <a:rPr lang="zh-CN" altLang="en-US" sz="2400" dirty="0">
                    <a:solidFill>
                      <a:srgbClr val="FFFFFF"/>
                    </a:solidFill>
                    <a:latin typeface="楷体_GB2312" pitchFamily="1" charset="-122"/>
                    <a:ea typeface="楷体_GB2312" pitchFamily="1" charset="-122"/>
                  </a:rPr>
                  <a:t>图书管理系统</a:t>
                </a:r>
              </a:p>
            </p:txBody>
          </p:sp>
        </p:grpSp>
        <p:pic>
          <p:nvPicPr>
            <p:cNvPr id="73740" name="Picture 14" descr="h line"/>
            <p:cNvPicPr>
              <a:picLocks noChangeAspect="1"/>
            </p:cNvPicPr>
            <p:nvPr/>
          </p:nvPicPr>
          <p:blipFill>
            <a:blip r:embed="rId2"/>
            <a:stretch>
              <a:fillRect/>
            </a:stretch>
          </p:blipFill>
          <p:spPr>
            <a:xfrm>
              <a:off x="1392" y="1488"/>
              <a:ext cx="2016" cy="144"/>
            </a:xfrm>
            <a:prstGeom prst="rect">
              <a:avLst/>
            </a:prstGeom>
            <a:noFill/>
            <a:ln w="9525">
              <a:noFill/>
            </a:ln>
          </p:spPr>
        </p:pic>
        <p:sp>
          <p:nvSpPr>
            <p:cNvPr id="73741" name="Line 15"/>
            <p:cNvSpPr/>
            <p:nvPr/>
          </p:nvSpPr>
          <p:spPr>
            <a:xfrm>
              <a:off x="2448" y="1296"/>
              <a:ext cx="0" cy="240"/>
            </a:xfrm>
            <a:prstGeom prst="line">
              <a:avLst/>
            </a:prstGeom>
            <a:ln w="50800" cap="flat" cmpd="sng">
              <a:solidFill>
                <a:srgbClr val="FFCC00"/>
              </a:solidFill>
              <a:prstDash val="solid"/>
              <a:round/>
              <a:headEnd type="none" w="med" len="med"/>
              <a:tailEnd type="none" w="med" len="med"/>
            </a:ln>
          </p:spPr>
          <p:txBody>
            <a:bodyPr/>
            <a:lstStyle/>
            <a:p>
              <a:endParaRPr lang="zh-CN" altLang="en-US"/>
            </a:p>
          </p:txBody>
        </p:sp>
        <p:sp>
          <p:nvSpPr>
            <p:cNvPr id="73742" name="Line 16"/>
            <p:cNvSpPr/>
            <p:nvPr/>
          </p:nvSpPr>
          <p:spPr>
            <a:xfrm>
              <a:off x="3360" y="1536"/>
              <a:ext cx="0" cy="240"/>
            </a:xfrm>
            <a:prstGeom prst="line">
              <a:avLst/>
            </a:prstGeom>
            <a:ln w="50800" cap="flat" cmpd="sng">
              <a:solidFill>
                <a:srgbClr val="FFCC00"/>
              </a:solidFill>
              <a:prstDash val="solid"/>
              <a:round/>
              <a:headEnd type="none" w="med" len="med"/>
              <a:tailEnd type="none" w="med" len="med"/>
            </a:ln>
          </p:spPr>
          <p:txBody>
            <a:bodyPr/>
            <a:lstStyle/>
            <a:p>
              <a:endParaRPr lang="zh-CN" altLang="en-US"/>
            </a:p>
          </p:txBody>
        </p:sp>
        <p:sp>
          <p:nvSpPr>
            <p:cNvPr id="73743" name="Line 17"/>
            <p:cNvSpPr/>
            <p:nvPr/>
          </p:nvSpPr>
          <p:spPr>
            <a:xfrm>
              <a:off x="1440" y="1536"/>
              <a:ext cx="0" cy="240"/>
            </a:xfrm>
            <a:prstGeom prst="line">
              <a:avLst/>
            </a:prstGeom>
            <a:ln w="50800" cap="flat" cmpd="sng">
              <a:solidFill>
                <a:srgbClr val="FFCC00"/>
              </a:solidFill>
              <a:prstDash val="solid"/>
              <a:round/>
              <a:headEnd type="none" w="med" len="med"/>
              <a:tailEnd type="none" w="med" len="med"/>
            </a:ln>
          </p:spPr>
          <p:txBody>
            <a:bodyPr/>
            <a:lstStyle/>
            <a:p>
              <a:endParaRPr lang="zh-CN" altLang="en-US"/>
            </a:p>
          </p:txBody>
        </p:sp>
        <p:grpSp>
          <p:nvGrpSpPr>
            <p:cNvPr id="73744" name="Group 18"/>
            <p:cNvGrpSpPr/>
            <p:nvPr/>
          </p:nvGrpSpPr>
          <p:grpSpPr>
            <a:xfrm>
              <a:off x="2016" y="1776"/>
              <a:ext cx="864" cy="336"/>
              <a:chOff x="2880" y="864"/>
              <a:chExt cx="1056" cy="336"/>
            </a:xfrm>
          </p:grpSpPr>
          <p:sp>
            <p:nvSpPr>
              <p:cNvPr id="73745" name="Rectangle 19"/>
              <p:cNvSpPr/>
              <p:nvPr/>
            </p:nvSpPr>
            <p:spPr>
              <a:xfrm>
                <a:off x="2880" y="864"/>
                <a:ext cx="1056" cy="336"/>
              </a:xfrm>
              <a:prstGeom prst="rect">
                <a:avLst/>
              </a:prstGeom>
              <a:gradFill rotWithShape="0">
                <a:gsLst>
                  <a:gs pos="0">
                    <a:srgbClr val="3E040E"/>
                  </a:gs>
                  <a:gs pos="50000">
                    <a:srgbClr val="CF0E30"/>
                  </a:gs>
                  <a:gs pos="100000">
                    <a:srgbClr val="3E040E"/>
                  </a:gs>
                </a:gsLst>
                <a:lin ang="2700000" scaled="1"/>
                <a:tileRect/>
              </a:gradFill>
              <a:ln w="28575" cap="flat" cmpd="sng">
                <a:solidFill>
                  <a:srgbClr val="F68295"/>
                </a:solidFill>
                <a:prstDash val="solid"/>
                <a:miter/>
                <a:headEnd type="none" w="med" len="med"/>
                <a:tailEnd type="none" w="med" len="med"/>
              </a:ln>
            </p:spPr>
            <p:txBody>
              <a:bodyPr wrap="none" anchor="ctr"/>
              <a:lstStyle/>
              <a:p>
                <a:endParaRPr lang="zh-CN" altLang="en-US" dirty="0">
                  <a:solidFill>
                    <a:srgbClr val="000000"/>
                  </a:solidFill>
                  <a:latin typeface="Times New Roman" panose="02020603050405020304" pitchFamily="18" charset="0"/>
                  <a:ea typeface="宋体" panose="02010600030101010101" pitchFamily="2" charset="-122"/>
                </a:endParaRPr>
              </a:p>
            </p:txBody>
          </p:sp>
          <p:sp>
            <p:nvSpPr>
              <p:cNvPr id="73746" name="Text Box 20"/>
              <p:cNvSpPr txBox="1"/>
              <p:nvPr/>
            </p:nvSpPr>
            <p:spPr>
              <a:xfrm>
                <a:off x="2880" y="864"/>
                <a:ext cx="1008" cy="280"/>
              </a:xfrm>
              <a:prstGeom prst="rect">
                <a:avLst/>
              </a:prstGeom>
              <a:noFill/>
              <a:ln w="9525">
                <a:noFill/>
              </a:ln>
            </p:spPr>
            <p:txBody>
              <a:bodyPr anchor="t">
                <a:spAutoFit/>
              </a:bodyPr>
              <a:lstStyle/>
              <a:p>
                <a:pPr algn="ctr" eaLnBrk="0" hangingPunct="0">
                  <a:spcBef>
                    <a:spcPct val="50000"/>
                  </a:spcBef>
                </a:pPr>
                <a:r>
                  <a:rPr lang="zh-CN" altLang="en-US" sz="2800" dirty="0">
                    <a:solidFill>
                      <a:srgbClr val="FFFFFF"/>
                    </a:solidFill>
                    <a:latin typeface="楷体_GB2312" pitchFamily="1" charset="-122"/>
                    <a:ea typeface="楷体_GB2312" pitchFamily="1" charset="-122"/>
                  </a:rPr>
                  <a:t>还书</a:t>
                </a:r>
              </a:p>
            </p:txBody>
          </p:sp>
        </p:grpSp>
        <p:sp>
          <p:nvSpPr>
            <p:cNvPr id="73747" name="Line 21"/>
            <p:cNvSpPr/>
            <p:nvPr/>
          </p:nvSpPr>
          <p:spPr>
            <a:xfrm>
              <a:off x="2448" y="1536"/>
              <a:ext cx="0" cy="240"/>
            </a:xfrm>
            <a:prstGeom prst="line">
              <a:avLst/>
            </a:prstGeom>
            <a:ln w="50800" cap="flat" cmpd="sng">
              <a:solidFill>
                <a:srgbClr val="FFCC00"/>
              </a:solidFill>
              <a:prstDash val="solid"/>
              <a:round/>
              <a:headEnd type="none" w="med" len="med"/>
              <a:tailEnd type="none" w="med" len="med"/>
            </a:ln>
          </p:spPr>
          <p:txBody>
            <a:bodyPr/>
            <a:lstStyle/>
            <a:p>
              <a:endParaRPr lang="zh-CN" altLang="en-US"/>
            </a:p>
          </p:txBody>
        </p:sp>
        <p:sp>
          <p:nvSpPr>
            <p:cNvPr id="73748" name="Text Box 22"/>
            <p:cNvSpPr txBox="1"/>
            <p:nvPr/>
          </p:nvSpPr>
          <p:spPr>
            <a:xfrm>
              <a:off x="1536" y="1776"/>
              <a:ext cx="720" cy="247"/>
            </a:xfrm>
            <a:prstGeom prst="rect">
              <a:avLst/>
            </a:prstGeom>
            <a:noFill/>
            <a:ln w="9525">
              <a:noFill/>
            </a:ln>
          </p:spPr>
          <p:txBody>
            <a:bodyPr anchor="t">
              <a:spAutoFit/>
            </a:bodyPr>
            <a:lstStyle/>
            <a:p>
              <a:pPr algn="ctr" eaLnBrk="0" hangingPunct="0">
                <a:spcBef>
                  <a:spcPct val="50000"/>
                </a:spcBef>
              </a:pPr>
              <a:r>
                <a:rPr lang="zh-CN" altLang="en-US" sz="2400" dirty="0">
                  <a:solidFill>
                    <a:srgbClr val="000000"/>
                  </a:solidFill>
                  <a:latin typeface="Times New Roman" panose="02020603050405020304" pitchFamily="18" charset="0"/>
                  <a:ea typeface="宋体" panose="02010600030101010101" pitchFamily="2" charset="-122"/>
                </a:rPr>
                <a:t>…</a:t>
              </a:r>
            </a:p>
          </p:txBody>
        </p:sp>
      </p:grpSp>
      <p:sp>
        <p:nvSpPr>
          <p:cNvPr id="73749" name="Text Box 23"/>
          <p:cNvSpPr txBox="1"/>
          <p:nvPr/>
        </p:nvSpPr>
        <p:spPr>
          <a:xfrm>
            <a:off x="827088" y="2492375"/>
            <a:ext cx="7993062" cy="4113213"/>
          </a:xfrm>
          <a:prstGeom prst="rect">
            <a:avLst/>
          </a:prstGeom>
          <a:noFill/>
          <a:ln w="9525">
            <a:noFill/>
          </a:ln>
          <a:effectLst>
            <a:prstShdw prst="shdw17" dist="17961" dir="13499999">
              <a:srgbClr val="999999"/>
            </a:prstShdw>
          </a:effectLst>
        </p:spPr>
        <p:txBody>
          <a:bodyPr anchor="t">
            <a:spAutoFit/>
          </a:bodyPr>
          <a:lstStyle/>
          <a:p>
            <a:pPr defTabSz="914400" eaLnBrk="0" hangingPunct="0">
              <a:spcBef>
                <a:spcPct val="50000"/>
              </a:spcBef>
            </a:pPr>
            <a:r>
              <a:rPr lang="zh-CN" altLang="en-US" sz="2400">
                <a:solidFill>
                  <a:srgbClr val="3333CC"/>
                </a:solidFill>
                <a:latin typeface="Times New Roman" panose="02020603050405020304" pitchFamily="18" charset="0"/>
                <a:ea typeface="宋体" panose="02010600030101010101" pitchFamily="2" charset="-122"/>
              </a:rPr>
              <a:t>图书管理系统被划分成借书、还书、续借等功能，每一个功能的实现对应于一个</a:t>
            </a:r>
            <a:r>
              <a:rPr lang="zh-CN" altLang="en-US" sz="2400">
                <a:solidFill>
                  <a:srgbClr val="000000"/>
                </a:solidFill>
                <a:latin typeface="Times New Roman" panose="02020603050405020304" pitchFamily="18" charset="0"/>
                <a:ea typeface="宋体" panose="02010600030101010101" pitchFamily="2" charset="-122"/>
              </a:rPr>
              <a:t>执行过程</a:t>
            </a:r>
            <a:r>
              <a:rPr lang="zh-CN" altLang="en-US" sz="2400">
                <a:solidFill>
                  <a:srgbClr val="3333CC"/>
                </a:solidFill>
                <a:latin typeface="Times New Roman" panose="02020603050405020304" pitchFamily="18" charset="0"/>
                <a:ea typeface="宋体" panose="02010600030101010101" pitchFamily="2" charset="-122"/>
              </a:rPr>
              <a:t>，有一系列的执行步骤。</a:t>
            </a:r>
          </a:p>
          <a:p>
            <a:pPr defTabSz="914400" eaLnBrk="0" hangingPunct="0">
              <a:spcBef>
                <a:spcPct val="50000"/>
              </a:spcBef>
            </a:pPr>
            <a:r>
              <a:rPr lang="zh-CN" altLang="en-US" sz="2400">
                <a:solidFill>
                  <a:srgbClr val="000000"/>
                </a:solidFill>
                <a:latin typeface="Times New Roman" panose="02020603050405020304" pitchFamily="18" charset="0"/>
                <a:ea typeface="宋体" panose="02010600030101010101" pitchFamily="2" charset="-122"/>
              </a:rPr>
              <a:t>一个简单的</a:t>
            </a:r>
            <a:r>
              <a:rPr lang="zh-CN" altLang="en-US" sz="2400">
                <a:solidFill>
                  <a:srgbClr val="993300"/>
                </a:solidFill>
                <a:latin typeface="Times New Roman" panose="02020603050405020304" pitchFamily="18" charset="0"/>
                <a:ea typeface="宋体" panose="02010600030101010101" pitchFamily="2" charset="-122"/>
              </a:rPr>
              <a:t>借书过程</a:t>
            </a:r>
            <a:r>
              <a:rPr lang="zh-CN" altLang="en-US" sz="2400">
                <a:solidFill>
                  <a:srgbClr val="000000"/>
                </a:solidFill>
                <a:latin typeface="Times New Roman" panose="02020603050405020304" pitchFamily="18" charset="0"/>
                <a:ea typeface="宋体" panose="02010600030101010101" pitchFamily="2" charset="-122"/>
              </a:rPr>
              <a:t>可能如下：</a:t>
            </a:r>
          </a:p>
          <a:p>
            <a:pPr defTabSz="914400" eaLnBrk="0" hangingPunct="0">
              <a:spcBef>
                <a:spcPct val="50000"/>
              </a:spcBef>
            </a:pPr>
            <a:r>
              <a:rPr lang="en-US" altLang="zh-CN" sz="2000">
                <a:solidFill>
                  <a:srgbClr val="000000"/>
                </a:solidFill>
                <a:latin typeface="Times New Roman" panose="02020603050405020304" pitchFamily="18" charset="0"/>
              </a:rPr>
              <a:t>1.</a:t>
            </a:r>
            <a:r>
              <a:rPr lang="zh-CN" altLang="en-US" sz="2000">
                <a:solidFill>
                  <a:srgbClr val="000000"/>
                </a:solidFill>
                <a:latin typeface="Times New Roman" panose="02020603050405020304" pitchFamily="18" charset="0"/>
                <a:ea typeface="宋体" panose="02010600030101010101" pitchFamily="2" charset="-122"/>
              </a:rPr>
              <a:t>读取借阅者的借书证信息，验证借阅者身份合法性；</a:t>
            </a:r>
          </a:p>
          <a:p>
            <a:pPr defTabSz="914400" eaLnBrk="0" hangingPunct="0">
              <a:spcBef>
                <a:spcPct val="50000"/>
              </a:spcBef>
            </a:pPr>
            <a:r>
              <a:rPr lang="en-US" altLang="zh-CN" sz="2000">
                <a:solidFill>
                  <a:srgbClr val="000000"/>
                </a:solidFill>
                <a:latin typeface="Times New Roman" panose="02020603050405020304" pitchFamily="18" charset="0"/>
              </a:rPr>
              <a:t>2.</a:t>
            </a:r>
            <a:r>
              <a:rPr lang="zh-CN" altLang="en-US" sz="2000">
                <a:solidFill>
                  <a:srgbClr val="000000"/>
                </a:solidFill>
                <a:latin typeface="Times New Roman" panose="02020603050405020304" pitchFamily="18" charset="0"/>
                <a:ea typeface="宋体" panose="02010600030101010101" pitchFamily="2" charset="-122"/>
              </a:rPr>
              <a:t>若身份合法，则验证借阅者是否有欠款未交；</a:t>
            </a:r>
          </a:p>
          <a:p>
            <a:pPr defTabSz="914400" eaLnBrk="0" hangingPunct="0">
              <a:spcBef>
                <a:spcPct val="50000"/>
              </a:spcBef>
            </a:pPr>
            <a:r>
              <a:rPr lang="en-US" altLang="zh-CN" sz="2000">
                <a:solidFill>
                  <a:srgbClr val="000000"/>
                </a:solidFill>
                <a:latin typeface="Times New Roman" panose="02020603050405020304" pitchFamily="18" charset="0"/>
              </a:rPr>
              <a:t>3.</a:t>
            </a:r>
            <a:r>
              <a:rPr lang="zh-CN" altLang="en-US" sz="2000">
                <a:solidFill>
                  <a:srgbClr val="000000"/>
                </a:solidFill>
                <a:latin typeface="Times New Roman" panose="02020603050405020304" pitchFamily="18" charset="0"/>
                <a:ea typeface="宋体" panose="02010600030101010101" pitchFamily="2" charset="-122"/>
              </a:rPr>
              <a:t>若有欠款，则记录借阅者的付款信息；</a:t>
            </a:r>
          </a:p>
          <a:p>
            <a:pPr defTabSz="914400" eaLnBrk="0" hangingPunct="0">
              <a:spcBef>
                <a:spcPct val="50000"/>
              </a:spcBef>
            </a:pPr>
            <a:r>
              <a:rPr lang="en-US" altLang="zh-CN" sz="2000">
                <a:solidFill>
                  <a:srgbClr val="000000"/>
                </a:solidFill>
                <a:latin typeface="Times New Roman" panose="02020603050405020304" pitchFamily="18" charset="0"/>
              </a:rPr>
              <a:t>4.</a:t>
            </a:r>
            <a:r>
              <a:rPr lang="zh-CN" altLang="en-US" sz="2000">
                <a:solidFill>
                  <a:srgbClr val="000000"/>
                </a:solidFill>
                <a:latin typeface="Times New Roman" panose="02020603050405020304" pitchFamily="18" charset="0"/>
                <a:ea typeface="宋体" panose="02010600030101010101" pitchFamily="2" charset="-122"/>
              </a:rPr>
              <a:t>验证借阅者当前是否已经借满书；</a:t>
            </a:r>
          </a:p>
          <a:p>
            <a:pPr defTabSz="914400" eaLnBrk="0" hangingPunct="0">
              <a:spcBef>
                <a:spcPct val="50000"/>
              </a:spcBef>
            </a:pPr>
            <a:r>
              <a:rPr lang="en-US" altLang="zh-CN" sz="2000">
                <a:solidFill>
                  <a:srgbClr val="000000"/>
                </a:solidFill>
                <a:latin typeface="Times New Roman" panose="02020603050405020304" pitchFamily="18" charset="0"/>
              </a:rPr>
              <a:t>5.</a:t>
            </a:r>
            <a:r>
              <a:rPr lang="zh-CN" altLang="en-US" sz="2000">
                <a:solidFill>
                  <a:srgbClr val="000000"/>
                </a:solidFill>
                <a:latin typeface="Times New Roman" panose="02020603050405020304" pitchFamily="18" charset="0"/>
                <a:ea typeface="宋体" panose="02010600030101010101" pitchFamily="2" charset="-122"/>
              </a:rPr>
              <a:t>若可以借书，则将借阅者的借书信息记录到系统中；</a:t>
            </a:r>
          </a:p>
          <a:p>
            <a:pPr defTabSz="914400" eaLnBrk="0" hangingPunct="0">
              <a:spcBef>
                <a:spcPct val="50000"/>
              </a:spcBef>
            </a:pPr>
            <a:r>
              <a:rPr lang="en-US" altLang="zh-CN" sz="2000">
                <a:solidFill>
                  <a:srgbClr val="000000"/>
                </a:solidFill>
                <a:latin typeface="Times New Roman" panose="02020603050405020304" pitchFamily="18" charset="0"/>
              </a:rPr>
              <a:t>……</a:t>
            </a:r>
          </a:p>
        </p:txBody>
      </p:sp>
      <p:sp>
        <p:nvSpPr>
          <p:cNvPr id="73750" name="AutoShape 24"/>
          <p:cNvSpPr/>
          <p:nvPr/>
        </p:nvSpPr>
        <p:spPr>
          <a:xfrm>
            <a:off x="5867400" y="4941888"/>
            <a:ext cx="792163" cy="215900"/>
          </a:xfrm>
          <a:prstGeom prst="rightArrow">
            <a:avLst>
              <a:gd name="adj1" fmla="val 50000"/>
              <a:gd name="adj2" fmla="val 91677"/>
            </a:avLst>
          </a:prstGeom>
          <a:solidFill>
            <a:srgbClr val="CCECFF"/>
          </a:solidFill>
          <a:ln w="9525">
            <a:noFill/>
          </a:ln>
          <a:effectLst>
            <a:prstShdw prst="shdw17" dist="17961" dir="13499999">
              <a:srgbClr val="7A8E99"/>
            </a:prstShdw>
          </a:effectLst>
        </p:spPr>
        <p:txBody>
          <a:bodyPr wrap="none" anchor="ctr"/>
          <a:lstStyle/>
          <a:p>
            <a:endParaRPr lang="zh-CN" altLang="en-US" dirty="0">
              <a:solidFill>
                <a:srgbClr val="000000"/>
              </a:solidFill>
              <a:latin typeface="Times New Roman" panose="02020603050405020304" pitchFamily="18" charset="0"/>
              <a:ea typeface="宋体" panose="02010600030101010101" pitchFamily="2" charset="-122"/>
            </a:endParaRPr>
          </a:p>
        </p:txBody>
      </p:sp>
      <p:sp>
        <p:nvSpPr>
          <p:cNvPr id="73751" name="Text Box 25"/>
          <p:cNvSpPr txBox="1"/>
          <p:nvPr/>
        </p:nvSpPr>
        <p:spPr>
          <a:xfrm>
            <a:off x="7092950" y="4581525"/>
            <a:ext cx="1295400" cy="1200150"/>
          </a:xfrm>
          <a:prstGeom prst="rect">
            <a:avLst/>
          </a:prstGeom>
          <a:noFill/>
          <a:ln w="9525" cap="flat" cmpd="sng">
            <a:solidFill>
              <a:srgbClr val="993300"/>
            </a:solidFill>
            <a:prstDash val="solid"/>
            <a:miter/>
            <a:headEnd type="none" w="med" len="med"/>
            <a:tailEnd type="none" w="med" len="med"/>
          </a:ln>
          <a:effectLst>
            <a:prstShdw prst="shdw17" dist="17961" dir="13499999">
              <a:srgbClr val="5C1F00"/>
            </a:prstShdw>
          </a:effectLst>
        </p:spPr>
        <p:txBody>
          <a:bodyPr anchor="t">
            <a:spAutoFit/>
          </a:bodyPr>
          <a:lstStyle/>
          <a:p>
            <a:pPr>
              <a:spcBef>
                <a:spcPct val="50000"/>
              </a:spcBef>
            </a:pPr>
            <a:r>
              <a:rPr lang="zh-CN" altLang="en-US" dirty="0">
                <a:solidFill>
                  <a:srgbClr val="000000"/>
                </a:solidFill>
                <a:latin typeface="Times New Roman" panose="02020603050405020304" pitchFamily="18" charset="0"/>
                <a:ea typeface="宋体" panose="02010600030101010101" pitchFamily="2" charset="-122"/>
              </a:rPr>
              <a:t>用过程化语言描述的操作过程</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灯片编号占位符 5"/>
          <p:cNvSpPr>
            <a:spLocks noGrp="1"/>
          </p:cNvSpPr>
          <p:nvPr>
            <p:ph type="sldNum" sz="quarter" idx="12"/>
          </p:nvPr>
        </p:nvSpPr>
        <p:spPr/>
        <p:txBody>
          <a:bodyPr wrap="square" lIns="91440" tIns="45720" rIns="91440" bIns="45720" anchor="t"/>
          <a:lstStyle>
            <a:lvl1pPr marL="0" lvl="0" indent="0" algn="l" defTabSz="914400" rtl="0" eaLnBrk="1" fontAlgn="base" latinLnBrk="0" hangingPunct="1">
              <a:lnSpc>
                <a:spcPct val="100000"/>
              </a:lnSpc>
              <a:spcBef>
                <a:spcPct val="0"/>
              </a:spcBef>
              <a:spcAft>
                <a:spcPct val="0"/>
              </a:spcAft>
              <a:buFontTx/>
              <a:buNone/>
              <a:defRPr sz="18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indent="0" algn="r">
              <a:spcBef>
                <a:spcPct val="50000"/>
              </a:spcBef>
            </a:pPr>
            <a:fld id="{9A0DB2DC-4C9A-4742-B13C-FB6460FD3503}" type="slidenum">
              <a:rPr lang="zh-CN" altLang="en-US" sz="1400" dirty="0">
                <a:solidFill>
                  <a:srgbClr val="000000"/>
                </a:solidFill>
                <a:latin typeface="Times New Roman" panose="02020603050405020304" pitchFamily="18" charset="0"/>
                <a:ea typeface="宋体" panose="02010600030101010101" pitchFamily="2" charset="-122"/>
              </a:rPr>
              <a:t>19</a:t>
            </a:fld>
            <a:endParaRPr lang="zh-CN" altLang="en-US" sz="1400" dirty="0">
              <a:solidFill>
                <a:srgbClr val="000000"/>
              </a:solidFill>
              <a:latin typeface="Times New Roman" panose="02020603050405020304" pitchFamily="18" charset="0"/>
              <a:ea typeface="宋体" panose="02010600030101010101" pitchFamily="2" charset="-122"/>
            </a:endParaRPr>
          </a:p>
        </p:txBody>
      </p:sp>
      <p:sp>
        <p:nvSpPr>
          <p:cNvPr id="72706" name="Rectangle 4"/>
          <p:cNvSpPr>
            <a:spLocks noGrp="1"/>
          </p:cNvSpPr>
          <p:nvPr>
            <p:ph idx="1"/>
          </p:nvPr>
        </p:nvSpPr>
        <p:spPr>
          <a:xfrm>
            <a:off x="468313" y="1628775"/>
            <a:ext cx="8331200" cy="4103688"/>
          </a:xfrm>
        </p:spPr>
        <p:txBody>
          <a:bodyPr vert="horz" wrap="square" lIns="92075" tIns="46038" rIns="92075" bIns="46038" anchor="t"/>
          <a:lstStyle/>
          <a:p>
            <a:pPr eaLnBrk="1" hangingPunct="1">
              <a:buClr>
                <a:srgbClr val="6600FF"/>
              </a:buClr>
              <a:buSzPct val="50000"/>
              <a:buFont typeface="Wingdings" panose="05000000000000000000" pitchFamily="2" charset="2"/>
              <a:buChar char="u"/>
            </a:pPr>
            <a:r>
              <a:rPr lang="zh-CN" altLang="en-US" b="1" dirty="0"/>
              <a:t>子过程（子程序）：每一个子程序实现一个明确、独立的功能。应用上述方法可继续分解为一系列动作。</a:t>
            </a:r>
          </a:p>
          <a:p>
            <a:pPr eaLnBrk="1" hangingPunct="1">
              <a:buClr>
                <a:srgbClr val="6600FF"/>
              </a:buClr>
              <a:buSzPct val="50000"/>
              <a:buFont typeface="Wingdings" panose="05000000000000000000" pitchFamily="2" charset="2"/>
              <a:buChar char="u"/>
            </a:pPr>
            <a:r>
              <a:rPr lang="zh-CN" altLang="en-US" b="1" dirty="0"/>
              <a:t>循环往复直至将</a:t>
            </a:r>
            <a:r>
              <a:rPr lang="zh-CN" altLang="en-US" b="1" dirty="0">
                <a:latin typeface="宋体" panose="02010600030101010101" pitchFamily="2" charset="-122"/>
              </a:rPr>
              <a:t>“</a:t>
            </a:r>
            <a:r>
              <a:rPr lang="zh-CN" altLang="en-US" b="1" dirty="0"/>
              <a:t>动作</a:t>
            </a:r>
            <a:r>
              <a:rPr lang="zh-CN" altLang="en-US" b="1" dirty="0">
                <a:latin typeface="宋体" panose="02010600030101010101" pitchFamily="2" charset="-122"/>
              </a:rPr>
              <a:t>”</a:t>
            </a:r>
            <a:r>
              <a:rPr lang="zh-CN" altLang="en-US" b="1" dirty="0"/>
              <a:t>分解为</a:t>
            </a:r>
            <a:r>
              <a:rPr lang="zh-CN" altLang="en-US" b="1" dirty="0">
                <a:latin typeface="宋体" panose="02010600030101010101" pitchFamily="2" charset="-122"/>
              </a:rPr>
              <a:t>“</a:t>
            </a:r>
            <a:r>
              <a:rPr lang="zh-CN" altLang="en-US" b="1" dirty="0"/>
              <a:t>基本操作</a:t>
            </a:r>
            <a:r>
              <a:rPr lang="en-US" altLang="zh-CN" b="1" dirty="0">
                <a:latin typeface="宋体" panose="02010600030101010101" pitchFamily="2" charset="-122"/>
              </a:rPr>
              <a:t>—</a:t>
            </a:r>
            <a:r>
              <a:rPr lang="zh-CN" altLang="en-US" b="1" dirty="0"/>
              <a:t>语句</a:t>
            </a:r>
            <a:r>
              <a:rPr lang="zh-CN" altLang="en-US" b="1" dirty="0">
                <a:latin typeface="宋体" panose="02010600030101010101" pitchFamily="2" charset="-122"/>
              </a:rPr>
              <a:t>”</a:t>
            </a:r>
            <a:r>
              <a:rPr lang="zh-CN" altLang="en-US" b="1" dirty="0"/>
              <a:t>。</a:t>
            </a:r>
          </a:p>
          <a:p>
            <a:pPr eaLnBrk="1" hangingPunct="1">
              <a:buClr>
                <a:srgbClr val="6600FF"/>
              </a:buClr>
              <a:buSzPct val="50000"/>
              <a:buFont typeface="Wingdings" panose="05000000000000000000" pitchFamily="2" charset="2"/>
              <a:buChar char="u"/>
            </a:pPr>
            <a:r>
              <a:rPr lang="zh-CN" altLang="en-US" b="1" dirty="0"/>
              <a:t>总之，过程化的程序设计即是实现某一计算的</a:t>
            </a:r>
            <a:r>
              <a:rPr lang="zh-CN" altLang="en-US" b="1" u="sng" dirty="0"/>
              <a:t>操作过程</a:t>
            </a:r>
            <a:r>
              <a:rPr lang="zh-CN" altLang="en-US" b="1" dirty="0"/>
              <a:t>和</a:t>
            </a:r>
            <a:r>
              <a:rPr lang="zh-CN" altLang="en-US" b="1" u="sng" dirty="0"/>
              <a:t>操作步骤</a:t>
            </a:r>
            <a:r>
              <a:rPr lang="zh-CN" altLang="en-US" b="1" dirty="0"/>
              <a:t>，然后用编程语言来描述这些操作过程和步骤。</a:t>
            </a:r>
            <a:r>
              <a:rPr lang="zh-CN" altLang="en-US" b="1" dirty="0">
                <a:solidFill>
                  <a:srgbClr val="000000"/>
                </a:solidFill>
                <a:latin typeface="宋体" panose="02010600030101010101" pitchFamily="2" charset="-122"/>
              </a:rPr>
              <a:t>	</a:t>
            </a:r>
          </a:p>
        </p:txBody>
      </p:sp>
      <p:sp>
        <p:nvSpPr>
          <p:cNvPr id="72707" name="Rectangle 8"/>
          <p:cNvSpPr>
            <a:spLocks noGrp="1"/>
          </p:cNvSpPr>
          <p:nvPr>
            <p:ph type="title"/>
          </p:nvPr>
        </p:nvSpPr>
        <p:spPr/>
        <p:txBody>
          <a:bodyPr vert="horz" wrap="square" lIns="92075" tIns="46038" rIns="92075" bIns="46038" anchor="ctr"/>
          <a:lstStyle/>
          <a:p>
            <a:pPr eaLnBrk="1" hangingPunct="1"/>
            <a:r>
              <a:rPr lang="zh-CN" altLang="en-US" b="1" dirty="0"/>
              <a:t>过程化程序设计：子程序</a:t>
            </a:r>
            <a:r>
              <a:rPr lang="en-US" altLang="zh-CN" b="1" dirty="0"/>
              <a:t>-</a:t>
            </a:r>
            <a:r>
              <a:rPr lang="zh-CN" altLang="en-US" b="1" dirty="0"/>
              <a:t>语句</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F8FE2D-B0C1-484B-C607-AB54B7B80264}"/>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EF2990F1-9F09-28E0-B4A9-955EF207B045}"/>
              </a:ext>
            </a:extLst>
          </p:cNvPr>
          <p:cNvSpPr>
            <a:spLocks noGrp="1"/>
          </p:cNvSpPr>
          <p:nvPr>
            <p:ph idx="1"/>
          </p:nvPr>
        </p:nvSpPr>
        <p:spPr/>
        <p:txBody>
          <a:bodyPr/>
          <a:lstStyle/>
          <a:p>
            <a:r>
              <a:rPr lang="zh-CN" altLang="en-US" dirty="0"/>
              <a:t>思考：一门编程语言的要素是什么？</a:t>
            </a:r>
            <a:endParaRPr lang="en-US" altLang="zh-CN" dirty="0"/>
          </a:p>
          <a:p>
            <a:pPr lvl="1"/>
            <a:r>
              <a:rPr lang="zh-CN" altLang="en-US" dirty="0"/>
              <a:t>一个任务所需要的操作集。</a:t>
            </a:r>
            <a:endParaRPr lang="en-US" altLang="zh-CN" dirty="0"/>
          </a:p>
          <a:p>
            <a:pPr lvl="1"/>
            <a:r>
              <a:rPr lang="zh-CN" altLang="en-US" dirty="0"/>
              <a:t>常用的表达语句。</a:t>
            </a:r>
            <a:endParaRPr lang="en-US" altLang="zh-CN" dirty="0"/>
          </a:p>
          <a:p>
            <a:pPr lvl="1"/>
            <a:r>
              <a:rPr lang="zh-CN" altLang="en-US" dirty="0"/>
              <a:t>支持一类任务的操作编排、组合。</a:t>
            </a:r>
            <a:endParaRPr lang="en-US" altLang="zh-CN" dirty="0"/>
          </a:p>
          <a:p>
            <a:pPr lvl="1"/>
            <a:r>
              <a:rPr lang="zh-CN" altLang="en-US" dirty="0"/>
              <a:t>计算机可以理解、执行。</a:t>
            </a:r>
            <a:endParaRPr lang="en-US" altLang="zh-CN" dirty="0"/>
          </a:p>
          <a:p>
            <a:endParaRPr lang="zh-CN" altLang="en-US" dirty="0"/>
          </a:p>
        </p:txBody>
      </p:sp>
    </p:spTree>
    <p:extLst>
      <p:ext uri="{BB962C8B-B14F-4D97-AF65-F5344CB8AC3E}">
        <p14:creationId xmlns:p14="http://schemas.microsoft.com/office/powerpoint/2010/main" val="4005874021"/>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标题 1"/>
          <p:cNvSpPr>
            <a:spLocks noGrp="1"/>
          </p:cNvSpPr>
          <p:nvPr>
            <p:ph type="title"/>
          </p:nvPr>
        </p:nvSpPr>
        <p:spPr/>
        <p:txBody>
          <a:bodyPr vert="horz" wrap="square" lIns="91440" tIns="45720" rIns="91440" bIns="45720" anchor="ctr"/>
          <a:lstStyle/>
          <a:p>
            <a:r>
              <a:rPr lang="zh-CN" altLang="en-US" b="1" dirty="0"/>
              <a:t>语言的元素</a:t>
            </a:r>
          </a:p>
        </p:txBody>
      </p:sp>
      <p:pic>
        <p:nvPicPr>
          <p:cNvPr id="28674" name="内容占位符 4"/>
          <p:cNvPicPr>
            <a:picLocks noGrp="1" noChangeAspect="1"/>
          </p:cNvPicPr>
          <p:nvPr>
            <p:ph idx="1"/>
          </p:nvPr>
        </p:nvPicPr>
        <p:blipFill>
          <a:blip r:embed="rId2"/>
          <a:stretch>
            <a:fillRect/>
          </a:stretch>
        </p:blipFill>
        <p:spPr>
          <a:xfrm>
            <a:off x="251520" y="1191876"/>
            <a:ext cx="7026275" cy="2852737"/>
          </a:xfrm>
        </p:spPr>
      </p:pic>
      <p:sp>
        <p:nvSpPr>
          <p:cNvPr id="28675" name="灯片编号占位符 3"/>
          <p:cNvSpPr>
            <a:spLocks noGrp="1"/>
          </p:cNvSpPr>
          <p:nvPr>
            <p:ph type="sldNum" sz="quarter" idx="12"/>
          </p:nvPr>
        </p:nvSpPr>
        <p:spPr/>
        <p:txBody>
          <a:bodyPr wrap="square" lIns="91440" tIns="45720" rIns="91440" bIns="45720" anchor="t"/>
          <a:lstStyle>
            <a:lvl1pPr marL="0" lvl="0" indent="0" algn="l" defTabSz="914400" rtl="0" eaLnBrk="1" fontAlgn="base" latinLnBrk="0" hangingPunct="1">
              <a:lnSpc>
                <a:spcPct val="100000"/>
              </a:lnSpc>
              <a:spcBef>
                <a:spcPct val="0"/>
              </a:spcBef>
              <a:spcAft>
                <a:spcPct val="0"/>
              </a:spcAft>
              <a:buFontTx/>
              <a:buNone/>
              <a:defRPr sz="18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indent="0" algn="r">
              <a:spcBef>
                <a:spcPct val="50000"/>
              </a:spcBef>
            </a:pPr>
            <a:fld id="{9A0DB2DC-4C9A-4742-B13C-FB6460FD3503}" type="slidenum">
              <a:rPr lang="zh-CN" altLang="en-US" sz="1400" dirty="0"/>
              <a:t>21</a:t>
            </a:fld>
            <a:endParaRPr lang="zh-CN" altLang="en-US" sz="1400" dirty="0"/>
          </a:p>
        </p:txBody>
      </p:sp>
      <p:sp>
        <p:nvSpPr>
          <p:cNvPr id="28676" name="文本框 5"/>
          <p:cNvSpPr txBox="1"/>
          <p:nvPr/>
        </p:nvSpPr>
        <p:spPr>
          <a:xfrm>
            <a:off x="755650" y="3884613"/>
            <a:ext cx="7704138" cy="2678112"/>
          </a:xfrm>
          <a:prstGeom prst="rect">
            <a:avLst/>
          </a:prstGeom>
          <a:noFill/>
          <a:ln w="9525">
            <a:noFill/>
          </a:ln>
        </p:spPr>
        <p:txBody>
          <a:bodyPr anchor="t">
            <a:spAutoFit/>
          </a:bodyPr>
          <a:lstStyle/>
          <a:p>
            <a:pPr eaLnBrk="0" hangingPunct="0">
              <a:lnSpc>
                <a:spcPct val="150000"/>
              </a:lnSpc>
            </a:pPr>
            <a:r>
              <a:rPr lang="zh-CN" altLang="en-US" sz="2800" dirty="0">
                <a:latin typeface="Times New Roman" panose="02020603050405020304" pitchFamily="18" charset="0"/>
              </a:rPr>
              <a:t>单词：</a:t>
            </a:r>
            <a:r>
              <a:rPr lang="en-US" altLang="zh-CN" sz="2800" dirty="0">
                <a:latin typeface="Times New Roman" panose="02020603050405020304" pitchFamily="18" charset="0"/>
              </a:rPr>
              <a:t>include</a:t>
            </a:r>
            <a:r>
              <a:rPr lang="zh-CN" altLang="en-US" sz="2800" dirty="0">
                <a:latin typeface="Times New Roman" panose="02020603050405020304" pitchFamily="18" charset="0"/>
              </a:rPr>
              <a:t>，</a:t>
            </a:r>
            <a:r>
              <a:rPr lang="en-US" altLang="zh-CN" sz="2800" dirty="0">
                <a:latin typeface="Times New Roman" panose="02020603050405020304" pitchFamily="18" charset="0"/>
              </a:rPr>
              <a:t>main , return, printf ……</a:t>
            </a:r>
          </a:p>
          <a:p>
            <a:pPr eaLnBrk="0" hangingPunct="0">
              <a:lnSpc>
                <a:spcPct val="150000"/>
              </a:lnSpc>
            </a:pPr>
            <a:r>
              <a:rPr lang="zh-CN" altLang="en-US" sz="2800" dirty="0">
                <a:latin typeface="Times New Roman" panose="02020603050405020304" pitchFamily="18" charset="0"/>
              </a:rPr>
              <a:t>语句（句子）： </a:t>
            </a:r>
            <a:r>
              <a:rPr lang="en-US" altLang="zh-CN" sz="2800" dirty="0">
                <a:latin typeface="Times New Roman" panose="02020603050405020304" pitchFamily="18" charset="0"/>
              </a:rPr>
              <a:t>return 0;   </a:t>
            </a:r>
          </a:p>
          <a:p>
            <a:pPr lvl="2" indent="0" algn="l" rtl="0" eaLnBrk="0" fontAlgn="base" hangingPunct="0">
              <a:lnSpc>
                <a:spcPct val="150000"/>
              </a:lnSpc>
              <a:spcBef>
                <a:spcPct val="0"/>
              </a:spcBef>
              <a:spcAft>
                <a:spcPct val="0"/>
              </a:spcAft>
              <a:buSzTx/>
              <a:buFont typeface="Wingdings" panose="05000000000000000000" pitchFamily="2" charset="2"/>
              <a:buNone/>
            </a:pPr>
            <a:r>
              <a:rPr lang="zh-CN" altLang="en-US" sz="2800" dirty="0">
                <a:solidFill>
                  <a:schemeClr val="tx1"/>
                </a:solidFill>
                <a:latin typeface="Times New Roman" panose="02020603050405020304" pitchFamily="18" charset="0"/>
              </a:rPr>
              <a:t>注：句子是以“</a:t>
            </a:r>
            <a:r>
              <a:rPr lang="en-US" altLang="zh-CN" sz="2800" dirty="0">
                <a:solidFill>
                  <a:schemeClr val="tx1"/>
                </a:solidFill>
                <a:latin typeface="Times New Roman" panose="02020603050405020304" pitchFamily="18" charset="0"/>
              </a:rPr>
              <a:t>;</a:t>
            </a:r>
            <a:r>
              <a:rPr lang="zh-CN" altLang="en-US" sz="2800" dirty="0">
                <a:solidFill>
                  <a:schemeClr val="tx1"/>
                </a:solidFill>
                <a:latin typeface="Times New Roman" panose="02020603050405020304" pitchFamily="18" charset="0"/>
              </a:rPr>
              <a:t>”结束的字符串。</a:t>
            </a:r>
            <a:endParaRPr lang="en-US" altLang="zh-CN" sz="2800" dirty="0">
              <a:solidFill>
                <a:schemeClr val="tx1"/>
              </a:solidFill>
              <a:latin typeface="Times New Roman" panose="02020603050405020304" pitchFamily="18" charset="0"/>
            </a:endParaRPr>
          </a:p>
          <a:p>
            <a:pPr eaLnBrk="0" hangingPunct="0">
              <a:lnSpc>
                <a:spcPct val="150000"/>
              </a:lnSpc>
            </a:pPr>
            <a:r>
              <a:rPr lang="zh-CN" altLang="en-US" sz="2800" dirty="0">
                <a:latin typeface="Times New Roman" panose="02020603050405020304" pitchFamily="18" charset="0"/>
              </a:rPr>
              <a:t>语法（规则）：</a:t>
            </a:r>
            <a:r>
              <a:rPr lang="en-US" altLang="zh-CN" sz="2800" dirty="0">
                <a:latin typeface="Times New Roman" panose="02020603050405020304" pitchFamily="18" charset="0"/>
              </a:rPr>
              <a:t>{ </a:t>
            </a:r>
            <a:r>
              <a:rPr lang="zh-CN" altLang="en-US" sz="2800" dirty="0">
                <a:latin typeface="Times New Roman" panose="02020603050405020304" pitchFamily="18" charset="0"/>
              </a:rPr>
              <a:t>语句</a:t>
            </a:r>
            <a:r>
              <a:rPr lang="en-US" altLang="zh-CN" sz="2800" dirty="0">
                <a:latin typeface="Times New Roman" panose="02020603050405020304" pitchFamily="18" charset="0"/>
              </a:rPr>
              <a:t>[</a:t>
            </a:r>
            <a:r>
              <a:rPr lang="zh-CN" altLang="en-US" sz="2800" dirty="0">
                <a:latin typeface="Times New Roman" panose="02020603050405020304" pitchFamily="18" charset="0"/>
              </a:rPr>
              <a:t>语句</a:t>
            </a:r>
            <a:r>
              <a:rPr lang="en-US" altLang="zh-CN" sz="2800" dirty="0">
                <a:latin typeface="Times New Roman" panose="02020603050405020304" pitchFamily="18" charset="0"/>
              </a:rPr>
              <a:t>]}</a:t>
            </a:r>
            <a:endParaRPr lang="zh-CN" altLang="en-US" sz="2800" dirty="0">
              <a:latin typeface="Times New Roman" panose="02020603050405020304" pitchFamily="18" charset="0"/>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F8FE2D-B0C1-484B-C607-AB54B7B80264}"/>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EF2990F1-9F09-28E0-B4A9-955EF207B045}"/>
              </a:ext>
            </a:extLst>
          </p:cNvPr>
          <p:cNvSpPr>
            <a:spLocks noGrp="1"/>
          </p:cNvSpPr>
          <p:nvPr>
            <p:ph idx="1"/>
          </p:nvPr>
        </p:nvSpPr>
        <p:spPr>
          <a:xfrm>
            <a:off x="685800" y="1319213"/>
            <a:ext cx="8134672" cy="4611687"/>
          </a:xfrm>
        </p:spPr>
        <p:txBody>
          <a:bodyPr/>
          <a:lstStyle/>
          <a:p>
            <a:r>
              <a:rPr kumimoji="1" lang="zh-CN" altLang="en-US" sz="2800" kern="1200" cap="none" spc="0" normalizeH="0" baseline="0" noProof="0" dirty="0">
                <a:latin typeface="Times New Roman" panose="02020603050405020304" pitchFamily="18" charset="0"/>
                <a:ea typeface="宋体" panose="02010600030101010101" pitchFamily="2" charset="-122"/>
                <a:cs typeface="+mn-cs"/>
                <a:sym typeface="+mn-ea"/>
              </a:rPr>
              <a:t>语言：根据预先定义的规则（语法），由一个有限字母表上的字符构成的字符串的总体。</a:t>
            </a:r>
            <a:endParaRPr lang="en-US" altLang="zh-CN" dirty="0"/>
          </a:p>
          <a:p>
            <a:r>
              <a:rPr lang="zh-CN" altLang="en-US" dirty="0"/>
              <a:t>计算机编程语言是形式化语言。</a:t>
            </a:r>
            <a:endParaRPr lang="en-US" altLang="zh-CN" dirty="0"/>
          </a:p>
          <a:p>
            <a:pPr lvl="1"/>
            <a:r>
              <a:rPr lang="zh-CN" altLang="en-US" dirty="0"/>
              <a:t>单词、语句都具有唯一解释。</a:t>
            </a:r>
            <a:endParaRPr lang="en-US" altLang="zh-CN" dirty="0"/>
          </a:p>
          <a:p>
            <a:pPr lvl="1"/>
            <a:r>
              <a:rPr lang="zh-CN" altLang="en-US" dirty="0"/>
              <a:t>操作仅对逻辑运算和算术运算。</a:t>
            </a:r>
            <a:endParaRPr lang="en-US" altLang="zh-CN" dirty="0"/>
          </a:p>
          <a:p>
            <a:pPr lvl="1"/>
            <a:r>
              <a:rPr lang="zh-CN" altLang="en-US" dirty="0"/>
              <a:t>控制仅限是非判断、状态转移。</a:t>
            </a:r>
            <a:endParaRPr lang="en-US" altLang="zh-CN" dirty="0"/>
          </a:p>
          <a:p>
            <a:pPr lvl="1"/>
            <a:endParaRPr lang="en-US" altLang="zh-CN" dirty="0"/>
          </a:p>
          <a:p>
            <a:r>
              <a:rPr lang="zh-CN" altLang="en-US" dirty="0"/>
              <a:t>一切复杂任务的实现都依赖于编程。</a:t>
            </a:r>
            <a:endParaRPr lang="en-US" altLang="zh-CN" dirty="0"/>
          </a:p>
          <a:p>
            <a:r>
              <a:rPr lang="zh-CN" altLang="en-US" dirty="0"/>
              <a:t>输入输出的多样化都是通过多媒体数字化技术。</a:t>
            </a:r>
            <a:endParaRPr lang="en-US" altLang="zh-CN" dirty="0"/>
          </a:p>
          <a:p>
            <a:endParaRPr lang="zh-CN" altLang="en-US" dirty="0"/>
          </a:p>
        </p:txBody>
      </p:sp>
    </p:spTree>
    <p:extLst>
      <p:ext uri="{BB962C8B-B14F-4D97-AF65-F5344CB8AC3E}">
        <p14:creationId xmlns:p14="http://schemas.microsoft.com/office/powerpoint/2010/main" val="1964890487"/>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标题 1"/>
          <p:cNvSpPr>
            <a:spLocks noGrp="1"/>
          </p:cNvSpPr>
          <p:nvPr>
            <p:ph type="title"/>
          </p:nvPr>
        </p:nvSpPr>
        <p:spPr/>
        <p:txBody>
          <a:bodyPr anchor="ctr"/>
          <a:lstStyle/>
          <a:p>
            <a:r>
              <a:rPr lang="zh-CN" altLang="en-US" dirty="0"/>
              <a:t>程序要素：数据与运算表达式</a:t>
            </a:r>
          </a:p>
        </p:txBody>
      </p:sp>
      <p:sp>
        <p:nvSpPr>
          <p:cNvPr id="31746" name="矩形 3"/>
          <p:cNvSpPr/>
          <p:nvPr/>
        </p:nvSpPr>
        <p:spPr>
          <a:xfrm>
            <a:off x="1263650" y="2205038"/>
            <a:ext cx="1584325" cy="2447925"/>
          </a:xfrm>
          <a:prstGeom prst="rect">
            <a:avLst/>
          </a:prstGeom>
          <a:solidFill>
            <a:schemeClr val="bg1"/>
          </a:solidFill>
          <a:ln w="9525" cap="flat" cmpd="sng">
            <a:solidFill>
              <a:schemeClr val="tx1"/>
            </a:solidFill>
            <a:prstDash val="solid"/>
            <a:round/>
            <a:headEnd type="none" w="med" len="med"/>
            <a:tailEnd type="none" w="med" len="med"/>
          </a:ln>
          <a:effectLst>
            <a:prstShdw prst="shdw17" dist="17961" dir="13499999">
              <a:srgbClr val="000000"/>
            </a:prstShdw>
          </a:effectLst>
        </p:spPr>
        <p:txBody>
          <a:bodyPr wrap="none" lIns="91440" tIns="45720" rIns="91440" bIns="45720" anchor="ctr"/>
          <a:lstStyle/>
          <a:p>
            <a:pPr defTabSz="914400"/>
            <a:endParaRPr lang="en-US" altLang="en-US">
              <a:latin typeface="Times New Roman" panose="02020603050405020304" pitchFamily="18" charset="0"/>
            </a:endParaRPr>
          </a:p>
        </p:txBody>
      </p:sp>
      <p:sp>
        <p:nvSpPr>
          <p:cNvPr id="31747" name="文本框 4"/>
          <p:cNvSpPr txBox="1"/>
          <p:nvPr/>
        </p:nvSpPr>
        <p:spPr>
          <a:xfrm>
            <a:off x="1263650" y="1722438"/>
            <a:ext cx="1647825" cy="368300"/>
          </a:xfrm>
          <a:prstGeom prst="rect">
            <a:avLst/>
          </a:prstGeom>
          <a:noFill/>
          <a:ln w="9525">
            <a:noFill/>
          </a:ln>
        </p:spPr>
        <p:txBody>
          <a:bodyPr wrap="square" anchor="t">
            <a:spAutoFit/>
          </a:bodyPr>
          <a:lstStyle/>
          <a:p>
            <a:pPr algn="ctr"/>
            <a:r>
              <a:rPr lang="en-US" altLang="zh-CN">
                <a:latin typeface="Times New Roman" panose="02020603050405020304" pitchFamily="18" charset="0"/>
              </a:rPr>
              <a:t>Program</a:t>
            </a:r>
          </a:p>
        </p:txBody>
      </p:sp>
      <p:cxnSp>
        <p:nvCxnSpPr>
          <p:cNvPr id="31748" name="直接连接符 5"/>
          <p:cNvCxnSpPr>
            <a:stCxn id="31746" idx="1"/>
            <a:endCxn id="31746" idx="3"/>
          </p:cNvCxnSpPr>
          <p:nvPr/>
        </p:nvCxnSpPr>
        <p:spPr>
          <a:xfrm>
            <a:off x="1263650" y="3429000"/>
            <a:ext cx="1584325" cy="0"/>
          </a:xfrm>
          <a:prstGeom prst="line">
            <a:avLst/>
          </a:prstGeom>
          <a:ln w="9525" cap="flat" cmpd="sng">
            <a:solidFill>
              <a:schemeClr val="tx1"/>
            </a:solidFill>
            <a:prstDash val="dash"/>
            <a:round/>
            <a:headEnd type="none" w="med" len="med"/>
            <a:tailEnd type="none" w="med" len="med"/>
          </a:ln>
          <a:effectLst>
            <a:prstShdw prst="shdw17" dist="17961" dir="13499999">
              <a:srgbClr val="000000"/>
            </a:prstShdw>
          </a:effectLst>
        </p:spPr>
      </p:cxnSp>
      <p:sp>
        <p:nvSpPr>
          <p:cNvPr id="31749" name="右大括号 6"/>
          <p:cNvSpPr/>
          <p:nvPr/>
        </p:nvSpPr>
        <p:spPr>
          <a:xfrm>
            <a:off x="3013075" y="2205038"/>
            <a:ext cx="282575" cy="1223962"/>
          </a:xfrm>
          <a:prstGeom prst="rightBrace">
            <a:avLst>
              <a:gd name="adj1" fmla="val 8301"/>
              <a:gd name="adj2" fmla="val 50000"/>
            </a:avLst>
          </a:prstGeom>
          <a:solidFill>
            <a:schemeClr val="bg1"/>
          </a:solidFill>
          <a:ln w="9525" cap="flat" cmpd="sng">
            <a:solidFill>
              <a:schemeClr val="tx1"/>
            </a:solidFill>
            <a:prstDash val="solid"/>
            <a:round/>
            <a:headEnd type="none" w="med" len="med"/>
            <a:tailEnd type="none" w="med" len="med"/>
          </a:ln>
          <a:effectLst>
            <a:prstShdw prst="shdw17" dist="17961" dir="13499999">
              <a:srgbClr val="000000"/>
            </a:prstShdw>
          </a:effectLst>
        </p:spPr>
        <p:txBody>
          <a:bodyPr wrap="none" lIns="91440" tIns="45720" rIns="91440" bIns="45720" anchor="ctr"/>
          <a:lstStyle/>
          <a:p>
            <a:pPr defTabSz="914400"/>
            <a:endParaRPr lang="en-US" altLang="en-US">
              <a:latin typeface="Times New Roman" panose="02020603050405020304" pitchFamily="18" charset="0"/>
            </a:endParaRPr>
          </a:p>
        </p:txBody>
      </p:sp>
      <p:sp>
        <p:nvSpPr>
          <p:cNvPr id="31750" name="右大括号 7"/>
          <p:cNvSpPr/>
          <p:nvPr/>
        </p:nvSpPr>
        <p:spPr>
          <a:xfrm>
            <a:off x="3013075" y="3429000"/>
            <a:ext cx="282575" cy="1225550"/>
          </a:xfrm>
          <a:prstGeom prst="rightBrace">
            <a:avLst>
              <a:gd name="adj1" fmla="val 8312"/>
              <a:gd name="adj2" fmla="val 50000"/>
            </a:avLst>
          </a:prstGeom>
          <a:solidFill>
            <a:schemeClr val="bg1"/>
          </a:solidFill>
          <a:ln w="9525" cap="flat" cmpd="sng">
            <a:solidFill>
              <a:schemeClr val="tx1"/>
            </a:solidFill>
            <a:prstDash val="solid"/>
            <a:round/>
            <a:headEnd type="none" w="med" len="med"/>
            <a:tailEnd type="none" w="med" len="med"/>
          </a:ln>
          <a:effectLst>
            <a:prstShdw prst="shdw17" dist="17961" dir="13499999">
              <a:srgbClr val="000000"/>
            </a:prstShdw>
          </a:effectLst>
        </p:spPr>
        <p:txBody>
          <a:bodyPr wrap="none" lIns="91440" tIns="45720" rIns="91440" bIns="45720" anchor="ctr"/>
          <a:lstStyle/>
          <a:p>
            <a:pPr defTabSz="914400"/>
            <a:endParaRPr lang="en-US" altLang="en-US">
              <a:latin typeface="Times New Roman" panose="02020603050405020304" pitchFamily="18" charset="0"/>
            </a:endParaRPr>
          </a:p>
        </p:txBody>
      </p:sp>
      <p:sp>
        <p:nvSpPr>
          <p:cNvPr id="31751" name="文本框 8"/>
          <p:cNvSpPr txBox="1"/>
          <p:nvPr/>
        </p:nvSpPr>
        <p:spPr>
          <a:xfrm>
            <a:off x="3419475" y="2205038"/>
            <a:ext cx="1538288" cy="922337"/>
          </a:xfrm>
          <a:prstGeom prst="rect">
            <a:avLst/>
          </a:prstGeom>
          <a:noFill/>
          <a:ln w="9525">
            <a:noFill/>
          </a:ln>
        </p:spPr>
        <p:txBody>
          <a:bodyPr wrap="square" anchor="t">
            <a:spAutoFit/>
          </a:bodyPr>
          <a:lstStyle/>
          <a:p>
            <a:r>
              <a:rPr lang="en-US" altLang="zh-CN">
                <a:latin typeface="Times New Roman" panose="02020603050405020304" pitchFamily="18" charset="0"/>
              </a:rPr>
              <a:t>Part 1: </a:t>
            </a:r>
            <a:r>
              <a:rPr lang="zh-CN" altLang="en-US">
                <a:latin typeface="Times New Roman" panose="02020603050405020304" pitchFamily="18" charset="0"/>
              </a:rPr>
              <a:t>声明程序中使用的数据</a:t>
            </a:r>
            <a:r>
              <a:rPr lang="en-US" altLang="zh-CN">
                <a:latin typeface="Times New Roman" panose="02020603050405020304" pitchFamily="18" charset="0"/>
              </a:rPr>
              <a:t>;</a:t>
            </a:r>
          </a:p>
        </p:txBody>
      </p:sp>
      <p:sp>
        <p:nvSpPr>
          <p:cNvPr id="31752" name="文本框 9"/>
          <p:cNvSpPr txBox="1"/>
          <p:nvPr/>
        </p:nvSpPr>
        <p:spPr>
          <a:xfrm>
            <a:off x="3419475" y="3429000"/>
            <a:ext cx="1538288" cy="922338"/>
          </a:xfrm>
          <a:prstGeom prst="rect">
            <a:avLst/>
          </a:prstGeom>
          <a:noFill/>
          <a:ln w="9525">
            <a:noFill/>
          </a:ln>
        </p:spPr>
        <p:txBody>
          <a:bodyPr wrap="square" anchor="t">
            <a:spAutoFit/>
          </a:bodyPr>
          <a:lstStyle/>
          <a:p>
            <a:r>
              <a:rPr lang="en-US" altLang="zh-CN">
                <a:latin typeface="Times New Roman" panose="02020603050405020304" pitchFamily="18" charset="0"/>
              </a:rPr>
              <a:t>Part 2: </a:t>
            </a:r>
            <a:r>
              <a:rPr lang="zh-CN" altLang="en-US">
                <a:latin typeface="Times New Roman" panose="02020603050405020304" pitchFamily="18" charset="0"/>
              </a:rPr>
              <a:t>要执行的操作语句</a:t>
            </a:r>
            <a:r>
              <a:rPr lang="en-US" altLang="zh-CN">
                <a:latin typeface="Times New Roman" panose="02020603050405020304" pitchFamily="18" charset="0"/>
              </a:rPr>
              <a:t>;</a:t>
            </a:r>
          </a:p>
        </p:txBody>
      </p:sp>
      <p:grpSp>
        <p:nvGrpSpPr>
          <p:cNvPr id="25638" name="组合 25637"/>
          <p:cNvGrpSpPr/>
          <p:nvPr/>
        </p:nvGrpSpPr>
        <p:grpSpPr>
          <a:xfrm>
            <a:off x="5535613" y="1909763"/>
            <a:ext cx="2551112" cy="1519237"/>
            <a:chOff x="0" y="0"/>
            <a:chExt cx="1607" cy="957"/>
          </a:xfrm>
        </p:grpSpPr>
        <p:sp>
          <p:nvSpPr>
            <p:cNvPr id="31754" name="AutoShape 79"/>
            <p:cNvSpPr/>
            <p:nvPr/>
          </p:nvSpPr>
          <p:spPr>
            <a:xfrm rot="-5400000">
              <a:off x="325" y="-325"/>
              <a:ext cx="957" cy="1607"/>
            </a:xfrm>
            <a:prstGeom prst="foldedCorner">
              <a:avLst>
                <a:gd name="adj" fmla="val 19903"/>
              </a:avLst>
            </a:prstGeom>
            <a:solidFill>
              <a:srgbClr val="CCFFCC"/>
            </a:solidFill>
            <a:ln w="9525" cap="flat" cmpd="sng">
              <a:solidFill>
                <a:srgbClr val="000000"/>
              </a:solidFill>
              <a:prstDash val="solid"/>
              <a:round/>
              <a:headEnd type="none" w="med" len="med"/>
              <a:tailEnd type="none" w="med" len="med"/>
            </a:ln>
          </p:spPr>
          <p:txBody>
            <a:bodyPr anchor="t"/>
            <a:lstStyle/>
            <a:p>
              <a:endParaRPr lang="zh-CN" altLang="en-US" dirty="0">
                <a:latin typeface="Times New Roman" panose="02020603050405020304" pitchFamily="18" charset="0"/>
              </a:endParaRPr>
            </a:p>
          </p:txBody>
        </p:sp>
        <p:sp>
          <p:nvSpPr>
            <p:cNvPr id="31755" name="Text Box 80"/>
            <p:cNvSpPr txBox="1"/>
            <p:nvPr/>
          </p:nvSpPr>
          <p:spPr>
            <a:xfrm>
              <a:off x="19" y="92"/>
              <a:ext cx="1444" cy="865"/>
            </a:xfrm>
            <a:prstGeom prst="rect">
              <a:avLst/>
            </a:prstGeom>
            <a:solidFill>
              <a:srgbClr val="CCFFFF"/>
            </a:solidFill>
            <a:ln w="9525">
              <a:noFill/>
            </a:ln>
          </p:spPr>
          <p:txBody>
            <a:bodyPr anchor="t"/>
            <a:lstStyle/>
            <a:p>
              <a:pPr algn="just" eaLnBrk="0" hangingPunct="0"/>
              <a:r>
                <a:rPr lang="zh-CN" altLang="en-US" sz="2400" dirty="0"/>
                <a:t>整数</a:t>
              </a:r>
              <a:r>
                <a:rPr lang="en-US" altLang="zh-CN" sz="2400" dirty="0">
                  <a:latin typeface="Times New Roman" panose="02020603050405020304" pitchFamily="18" charset="0"/>
                </a:rPr>
                <a:t>  </a:t>
              </a:r>
              <a:r>
                <a:rPr lang="en-US" altLang="zh-CN" sz="2400" dirty="0" err="1">
                  <a:latin typeface="Times New Roman" panose="02020603050405020304" pitchFamily="18" charset="0"/>
                </a:rPr>
                <a:t>x</a:t>
              </a:r>
              <a:r>
                <a:rPr lang="en-US" altLang="zh-CN" sz="2400" dirty="0" err="1"/>
                <a:t>,y,z</a:t>
              </a:r>
              <a:endParaRPr lang="en-US" altLang="zh-CN" sz="2400" dirty="0">
                <a:latin typeface="Times New Roman" panose="02020603050405020304" pitchFamily="18" charset="0"/>
              </a:endParaRPr>
            </a:p>
            <a:p>
              <a:pPr algn="just" eaLnBrk="0" hangingPunct="0"/>
              <a:r>
                <a:rPr lang="zh-CN" altLang="en-US" sz="2400" dirty="0">
                  <a:latin typeface="Times New Roman" panose="02020603050405020304" pitchFamily="18" charset="0"/>
                </a:rPr>
                <a:t>小数</a:t>
              </a:r>
              <a:r>
                <a:rPr lang="en-US" altLang="zh-CN" sz="2400" dirty="0">
                  <a:latin typeface="Times New Roman" panose="02020603050405020304" pitchFamily="18" charset="0"/>
                </a:rPr>
                <a:t>  tax</a:t>
              </a:r>
              <a:endParaRPr lang="zh-CN" altLang="en-US" sz="2400" dirty="0">
                <a:latin typeface="Times New Roman" panose="02020603050405020304" pitchFamily="18" charset="0"/>
              </a:endParaRPr>
            </a:p>
            <a:p>
              <a:pPr algn="just" eaLnBrk="0" hangingPunct="0"/>
              <a:r>
                <a:rPr lang="zh-CN" altLang="en-US" sz="2400" dirty="0"/>
                <a:t>文本</a:t>
              </a:r>
              <a:r>
                <a:rPr lang="en-US" altLang="zh-CN" sz="2400" dirty="0">
                  <a:latin typeface="Times New Roman" panose="02020603050405020304" pitchFamily="18" charset="0"/>
                </a:rPr>
                <a:t>  Tom</a:t>
              </a:r>
              <a:endParaRPr lang="zh-CN" altLang="en-US" sz="2400" dirty="0">
                <a:latin typeface="Times New Roman" panose="02020603050405020304" pitchFamily="18" charset="0"/>
              </a:endParaRPr>
            </a:p>
          </p:txBody>
        </p:sp>
      </p:grpSp>
      <p:grpSp>
        <p:nvGrpSpPr>
          <p:cNvPr id="11" name="组合 10"/>
          <p:cNvGrpSpPr/>
          <p:nvPr/>
        </p:nvGrpSpPr>
        <p:grpSpPr>
          <a:xfrm>
            <a:off x="5535930" y="3656648"/>
            <a:ext cx="2551113" cy="1519237"/>
            <a:chOff x="0" y="0"/>
            <a:chExt cx="1607" cy="957"/>
          </a:xfrm>
          <a:solidFill>
            <a:schemeClr val="accent2">
              <a:lumMod val="40000"/>
              <a:lumOff val="60000"/>
            </a:schemeClr>
          </a:solidFill>
        </p:grpSpPr>
        <p:sp>
          <p:nvSpPr>
            <p:cNvPr id="12" name="AutoShape 79"/>
            <p:cNvSpPr/>
            <p:nvPr/>
          </p:nvSpPr>
          <p:spPr>
            <a:xfrm rot="-5400000">
              <a:off x="325" y="-325"/>
              <a:ext cx="957" cy="1607"/>
            </a:xfrm>
            <a:prstGeom prst="foldedCorner">
              <a:avLst>
                <a:gd name="adj" fmla="val 19903"/>
              </a:avLst>
            </a:prstGeom>
            <a:grpFill/>
            <a:ln w="9525" cap="flat" cmpd="sng">
              <a:solidFill>
                <a:srgbClr val="000000"/>
              </a:solidFill>
              <a:prstDash val="solid"/>
              <a:round/>
              <a:headEnd type="none" w="med" len="med"/>
              <a:tailEnd type="none" w="med" len="med"/>
            </a:ln>
          </p:spPr>
          <p:txBody>
            <a:bodyPr anchor="t"/>
            <a:lstStyle/>
            <a:p>
              <a:pPr fontAlgn="base"/>
              <a:endParaRPr lang="zh-CN" altLang="en-US" strike="noStrike" noProof="1">
                <a:latin typeface="Times New Roman" panose="02020603050405020304" pitchFamily="18" charset="0"/>
              </a:endParaRPr>
            </a:p>
          </p:txBody>
        </p:sp>
        <p:sp>
          <p:nvSpPr>
            <p:cNvPr id="13" name="Text Box 80"/>
            <p:cNvSpPr txBox="1"/>
            <p:nvPr/>
          </p:nvSpPr>
          <p:spPr>
            <a:xfrm>
              <a:off x="19" y="92"/>
              <a:ext cx="1444" cy="865"/>
            </a:xfrm>
            <a:prstGeom prst="rect">
              <a:avLst/>
            </a:prstGeom>
            <a:grpFill/>
            <a:ln w="9525">
              <a:noFill/>
            </a:ln>
          </p:spPr>
          <p:txBody>
            <a:bodyPr anchor="t"/>
            <a:lstStyle/>
            <a:p>
              <a:pPr algn="just" eaLnBrk="0" fontAlgn="base" hangingPunct="0"/>
              <a:r>
                <a:rPr lang="en-US" altLang="zh-CN" sz="2400" strike="noStrike" noProof="1">
                  <a:latin typeface="Times New Roman" panose="02020603050405020304" pitchFamily="18" charset="0"/>
                  <a:ea typeface="宋体" panose="02010600030101010101" pitchFamily="2" charset="-122"/>
                  <a:cs typeface="+mn-cs"/>
                </a:rPr>
                <a:t>y = x + 645;</a:t>
              </a:r>
              <a:endParaRPr lang="en-US" altLang="zh-CN" sz="2400" strike="noStrike" noProof="1">
                <a:latin typeface="Times New Roman" panose="02020603050405020304" pitchFamily="18" charset="0"/>
              </a:endParaRPr>
            </a:p>
            <a:p>
              <a:pPr algn="just" eaLnBrk="0" fontAlgn="base" hangingPunct="0"/>
              <a:r>
                <a:rPr lang="en-US" altLang="zh-CN" sz="2400" strike="noStrike" noProof="1">
                  <a:latin typeface="Times New Roman" panose="02020603050405020304" pitchFamily="18" charset="0"/>
                  <a:ea typeface="宋体" panose="02010600030101010101" pitchFamily="2" charset="-122"/>
                  <a:cs typeface="+mn-cs"/>
                </a:rPr>
                <a:t>z = 5</a:t>
              </a:r>
              <a:r>
                <a:rPr lang="zh-CN" altLang="en-US" sz="2400" noProof="1"/>
                <a:t> </a:t>
              </a:r>
              <a:r>
                <a:rPr lang="en-US" altLang="zh-CN" sz="2400" noProof="1"/>
                <a:t>/</a:t>
              </a:r>
              <a:r>
                <a:rPr lang="zh-CN" altLang="en-US" sz="2400" noProof="1"/>
                <a:t> </a:t>
              </a:r>
              <a:r>
                <a:rPr lang="en-US" altLang="zh-CN" sz="2400" strike="noStrike" noProof="1">
                  <a:latin typeface="Times New Roman" panose="02020603050405020304" pitchFamily="18" charset="0"/>
                  <a:ea typeface="宋体" panose="02010600030101010101" pitchFamily="2" charset="-122"/>
                  <a:cs typeface="+mn-cs"/>
                </a:rPr>
                <a:t>2;</a:t>
              </a:r>
              <a:endParaRPr lang="en-US" altLang="zh-CN" sz="2400" strike="noStrike" noProof="1">
                <a:latin typeface="Times New Roman" panose="02020603050405020304" pitchFamily="18" charset="0"/>
              </a:endParaRPr>
            </a:p>
            <a:p>
              <a:pPr algn="just" eaLnBrk="0" fontAlgn="base" hangingPunct="0"/>
              <a:endParaRPr lang="en-US" altLang="zh-CN" sz="2400" strike="noStrike" noProof="1">
                <a:latin typeface="Times New Roman" panose="02020603050405020304" pitchFamily="18" charset="0"/>
              </a:endParaRPr>
            </a:p>
          </p:txBody>
        </p:sp>
      </p:grpSp>
    </p:spTree>
    <p:extLst>
      <p:ext uri="{BB962C8B-B14F-4D97-AF65-F5344CB8AC3E}">
        <p14:creationId xmlns:p14="http://schemas.microsoft.com/office/powerpoint/2010/main" val="150840811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5638"/>
                                        </p:tgtEl>
                                        <p:attrNameLst>
                                          <p:attrName>style.visibility</p:attrName>
                                        </p:attrNameLst>
                                      </p:cBhvr>
                                      <p:to>
                                        <p:strVal val="visible"/>
                                      </p:to>
                                    </p:set>
                                    <p:animEffect transition="in" filter="dissolve">
                                      <p:cBhvr>
                                        <p:cTn id="7" dur="500"/>
                                        <p:tgtEl>
                                          <p:spTgt spid="2563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dissolve">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程序要素：输入、输出</a:t>
            </a:r>
          </a:p>
        </p:txBody>
      </p:sp>
      <p:sp>
        <p:nvSpPr>
          <p:cNvPr id="3" name="内容占位符 2"/>
          <p:cNvSpPr>
            <a:spLocks noGrp="1"/>
          </p:cNvSpPr>
          <p:nvPr>
            <p:ph idx="1"/>
          </p:nvPr>
        </p:nvSpPr>
        <p:spPr>
          <a:xfrm>
            <a:off x="539552" y="1340768"/>
            <a:ext cx="8278688" cy="4611687"/>
          </a:xfrm>
        </p:spPr>
        <p:txBody>
          <a:bodyPr/>
          <a:lstStyle/>
          <a:p>
            <a:pPr marL="0" indent="0">
              <a:buNone/>
            </a:pPr>
            <a:r>
              <a:rPr lang="en-US" altLang="zh-CN" sz="2000" dirty="0">
                <a:latin typeface="Consolas" panose="020B0609020204030204" pitchFamily="49" charset="0"/>
              </a:rPr>
              <a:t>#include &lt;</a:t>
            </a:r>
            <a:r>
              <a:rPr lang="en-US" altLang="zh-CN" sz="2000" dirty="0" err="1">
                <a:latin typeface="Consolas" panose="020B0609020204030204" pitchFamily="49" charset="0"/>
              </a:rPr>
              <a:t>stdio.h</a:t>
            </a:r>
            <a:r>
              <a:rPr lang="en-US" altLang="zh-CN" sz="2000" dirty="0">
                <a:latin typeface="Consolas" panose="020B0609020204030204" pitchFamily="49" charset="0"/>
              </a:rPr>
              <a:t>&gt;</a:t>
            </a:r>
          </a:p>
          <a:p>
            <a:pPr marL="0" indent="0">
              <a:buNone/>
            </a:pPr>
            <a:r>
              <a:rPr lang="en-US" altLang="zh-CN" sz="2000" dirty="0">
                <a:latin typeface="Consolas" panose="020B0609020204030204" pitchFamily="49" charset="0"/>
              </a:rPr>
              <a:t>int main(){    	   </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printf</a:t>
            </a:r>
            <a:r>
              <a:rPr lang="en-US" altLang="zh-CN" sz="2000" dirty="0">
                <a:latin typeface="Consolas" panose="020B0609020204030204" pitchFamily="49" charset="0"/>
              </a:rPr>
              <a:t>("Please enter any key:");</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getch</a:t>
            </a:r>
            <a:r>
              <a:rPr lang="en-US" altLang="zh-CN" sz="2000" dirty="0">
                <a:latin typeface="Consolas" panose="020B0609020204030204" pitchFamily="49" charset="0"/>
              </a:rPr>
              <a:t>();</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printf</a:t>
            </a:r>
            <a:r>
              <a:rPr lang="en-US" altLang="zh-CN" sz="2000" dirty="0">
                <a:latin typeface="Consolas" panose="020B0609020204030204" pitchFamily="49" charset="0"/>
              </a:rPr>
              <a:t>("\n                       </a:t>
            </a:r>
            <a:r>
              <a:rPr lang="en-US" altLang="zh-CN" sz="2000" dirty="0" err="1">
                <a:latin typeface="Consolas" panose="020B0609020204030204" pitchFamily="49" charset="0"/>
              </a:rPr>
              <a:t>0oooo</a:t>
            </a:r>
            <a:r>
              <a:rPr lang="en-US" altLang="zh-CN" sz="2000" dirty="0">
                <a:latin typeface="Consolas" panose="020B0609020204030204" pitchFamily="49" charset="0"/>
              </a:rPr>
              <a:t>            \n");</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printf</a:t>
            </a:r>
            <a:r>
              <a:rPr lang="en-US" altLang="zh-CN" sz="2000" dirty="0">
                <a:latin typeface="Consolas" panose="020B0609020204030204" pitchFamily="49" charset="0"/>
              </a:rPr>
              <a:t>("      	</a:t>
            </a:r>
            <a:r>
              <a:rPr lang="en-US" altLang="zh-CN" sz="2000" dirty="0" err="1">
                <a:latin typeface="Consolas" panose="020B0609020204030204" pitchFamily="49" charset="0"/>
              </a:rPr>
              <a:t>oooo0</a:t>
            </a:r>
            <a:r>
              <a:rPr lang="en-US" altLang="zh-CN" sz="2000" dirty="0">
                <a:latin typeface="Consolas" panose="020B0609020204030204" pitchFamily="49" charset="0"/>
              </a:rPr>
              <a:t>          (     )           \n");</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printf</a:t>
            </a:r>
            <a:r>
              <a:rPr lang="en-US" altLang="zh-CN" sz="2000" dirty="0">
                <a:latin typeface="Consolas" panose="020B0609020204030204" pitchFamily="49" charset="0"/>
              </a:rPr>
              <a:t>("       (     )          )    /            \n");</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printf</a:t>
            </a:r>
            <a:r>
              <a:rPr lang="en-US" altLang="zh-CN" sz="2000" dirty="0">
                <a:latin typeface="Consolas" panose="020B0609020204030204" pitchFamily="49" charset="0"/>
              </a:rPr>
              <a:t>("       \\    (          ( _ /             \n");</a:t>
            </a:r>
          </a:p>
          <a:p>
            <a:pPr marL="0" indent="0">
              <a:buNone/>
            </a:pPr>
            <a:r>
              <a:rPr lang="en-US" altLang="zh-CN" sz="2000" dirty="0">
                <a:latin typeface="Consolas" panose="020B0609020204030204" pitchFamily="49" charset="0"/>
              </a:rPr>
              <a:t>    </a:t>
            </a:r>
            <a:r>
              <a:rPr lang="en-US" altLang="zh-CN" sz="2000" dirty="0" err="1">
                <a:latin typeface="Consolas" panose="020B0609020204030204" pitchFamily="49" charset="0"/>
              </a:rPr>
              <a:t>printf</a:t>
            </a:r>
            <a:r>
              <a:rPr lang="en-US" altLang="zh-CN" sz="2000" dirty="0">
                <a:latin typeface="Consolas" panose="020B0609020204030204" pitchFamily="49" charset="0"/>
              </a:rPr>
              <a:t>("        \\ _ )			\n \n");</a:t>
            </a:r>
          </a:p>
          <a:p>
            <a:pPr marL="0" indent="0">
              <a:buNone/>
            </a:pPr>
            <a:r>
              <a:rPr lang="en-US" altLang="zh-CN" sz="2000" dirty="0">
                <a:latin typeface="Consolas" panose="020B0609020204030204" pitchFamily="49" charset="0"/>
              </a:rPr>
              <a:t>}</a:t>
            </a:r>
          </a:p>
        </p:txBody>
      </p:sp>
    </p:spTree>
    <p:extLst>
      <p:ext uri="{BB962C8B-B14F-4D97-AF65-F5344CB8AC3E}">
        <p14:creationId xmlns:p14="http://schemas.microsoft.com/office/powerpoint/2010/main" val="102276886"/>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标题 1"/>
          <p:cNvSpPr>
            <a:spLocks noGrp="1"/>
          </p:cNvSpPr>
          <p:nvPr>
            <p:ph type="title"/>
          </p:nvPr>
        </p:nvSpPr>
        <p:spPr/>
        <p:txBody>
          <a:bodyPr anchor="ctr"/>
          <a:lstStyle/>
          <a:p>
            <a:r>
              <a:rPr lang="zh-CN" altLang="en-US" dirty="0"/>
              <a:t>程序要素：控制结构</a:t>
            </a:r>
          </a:p>
        </p:txBody>
      </p:sp>
      <p:grpSp>
        <p:nvGrpSpPr>
          <p:cNvPr id="32770" name="组合 31750"/>
          <p:cNvGrpSpPr/>
          <p:nvPr/>
        </p:nvGrpSpPr>
        <p:grpSpPr>
          <a:xfrm>
            <a:off x="407988" y="1277938"/>
            <a:ext cx="3967162" cy="3114675"/>
            <a:chOff x="0" y="0"/>
            <a:chExt cx="3600" cy="3120"/>
          </a:xfrm>
        </p:grpSpPr>
        <p:sp>
          <p:nvSpPr>
            <p:cNvPr id="32771" name="Text Box 10"/>
            <p:cNvSpPr txBox="1"/>
            <p:nvPr/>
          </p:nvSpPr>
          <p:spPr>
            <a:xfrm>
              <a:off x="1080" y="2652"/>
              <a:ext cx="1980" cy="468"/>
            </a:xfrm>
            <a:prstGeom prst="rect">
              <a:avLst/>
            </a:prstGeom>
            <a:noFill/>
            <a:ln w="9525">
              <a:noFill/>
            </a:ln>
          </p:spPr>
          <p:txBody>
            <a:bodyPr anchor="t"/>
            <a:lstStyle/>
            <a:p>
              <a:pPr algn="just" eaLnBrk="0" hangingPunct="0"/>
              <a:r>
                <a:rPr lang="en-US" altLang="zh-CN" sz="1600" dirty="0">
                  <a:latin typeface="Times New Roman" panose="02020603050405020304" pitchFamily="18" charset="0"/>
                </a:rPr>
                <a:t>a) </a:t>
              </a:r>
              <a:r>
                <a:rPr lang="zh-CN" altLang="en-US" sz="1600" dirty="0">
                  <a:latin typeface="Times New Roman" panose="02020603050405020304" pitchFamily="18" charset="0"/>
                </a:rPr>
                <a:t>是非选择结构</a:t>
              </a:r>
            </a:p>
          </p:txBody>
        </p:sp>
        <p:grpSp>
          <p:nvGrpSpPr>
            <p:cNvPr id="32772" name="组合 31752"/>
            <p:cNvGrpSpPr/>
            <p:nvPr/>
          </p:nvGrpSpPr>
          <p:grpSpPr>
            <a:xfrm>
              <a:off x="0" y="0"/>
              <a:ext cx="3600" cy="2652"/>
              <a:chOff x="0" y="0"/>
              <a:chExt cx="3600" cy="2652"/>
            </a:xfrm>
          </p:grpSpPr>
          <p:grpSp>
            <p:nvGrpSpPr>
              <p:cNvPr id="32773" name="组合 31753"/>
              <p:cNvGrpSpPr/>
              <p:nvPr/>
            </p:nvGrpSpPr>
            <p:grpSpPr>
              <a:xfrm>
                <a:off x="180" y="0"/>
                <a:ext cx="3420" cy="2652"/>
                <a:chOff x="0" y="0"/>
                <a:chExt cx="3420" cy="2652"/>
              </a:xfrm>
            </p:grpSpPr>
            <p:sp>
              <p:nvSpPr>
                <p:cNvPr id="32774" name="Line 13"/>
                <p:cNvSpPr/>
                <p:nvPr/>
              </p:nvSpPr>
              <p:spPr>
                <a:xfrm>
                  <a:off x="540" y="780"/>
                  <a:ext cx="360" cy="0"/>
                </a:xfrm>
                <a:prstGeom prst="line">
                  <a:avLst/>
                </a:prstGeom>
                <a:ln w="9525" cap="flat" cmpd="sng">
                  <a:solidFill>
                    <a:srgbClr val="000000"/>
                  </a:solidFill>
                  <a:prstDash val="solid"/>
                  <a:round/>
                  <a:headEnd type="none" w="med" len="med"/>
                  <a:tailEnd type="none" w="med" len="med"/>
                </a:ln>
              </p:spPr>
              <p:txBody>
                <a:bodyPr/>
                <a:lstStyle/>
                <a:p>
                  <a:endParaRPr lang="zh-CN" altLang="en-US"/>
                </a:p>
              </p:txBody>
            </p:sp>
            <p:sp>
              <p:nvSpPr>
                <p:cNvPr id="32775" name="Line 14"/>
                <p:cNvSpPr/>
                <p:nvPr/>
              </p:nvSpPr>
              <p:spPr>
                <a:xfrm>
                  <a:off x="2340" y="780"/>
                  <a:ext cx="360" cy="0"/>
                </a:xfrm>
                <a:prstGeom prst="line">
                  <a:avLst/>
                </a:prstGeom>
                <a:ln w="9525" cap="flat" cmpd="sng">
                  <a:solidFill>
                    <a:srgbClr val="000000"/>
                  </a:solidFill>
                  <a:prstDash val="solid"/>
                  <a:round/>
                  <a:headEnd type="none" w="med" len="med"/>
                  <a:tailEnd type="none" w="med" len="med"/>
                </a:ln>
              </p:spPr>
              <p:txBody>
                <a:bodyPr/>
                <a:lstStyle/>
                <a:p>
                  <a:endParaRPr lang="zh-CN" altLang="en-US"/>
                </a:p>
              </p:txBody>
            </p:sp>
            <p:sp>
              <p:nvSpPr>
                <p:cNvPr id="32776" name="Line 15"/>
                <p:cNvSpPr/>
                <p:nvPr/>
              </p:nvSpPr>
              <p:spPr>
                <a:xfrm>
                  <a:off x="1620" y="0"/>
                  <a:ext cx="0" cy="468"/>
                </a:xfrm>
                <a:prstGeom prst="line">
                  <a:avLst/>
                </a:prstGeom>
                <a:ln w="9525" cap="flat" cmpd="sng">
                  <a:solidFill>
                    <a:srgbClr val="000000"/>
                  </a:solidFill>
                  <a:prstDash val="solid"/>
                  <a:round/>
                  <a:headEnd type="none" w="med" len="med"/>
                  <a:tailEnd type="triangle" w="med" len="med"/>
                </a:ln>
              </p:spPr>
              <p:txBody>
                <a:bodyPr/>
                <a:lstStyle/>
                <a:p>
                  <a:endParaRPr lang="zh-CN" altLang="en-US"/>
                </a:p>
              </p:txBody>
            </p:sp>
            <p:sp>
              <p:nvSpPr>
                <p:cNvPr id="32777" name="AutoShape 16"/>
                <p:cNvSpPr/>
                <p:nvPr/>
              </p:nvSpPr>
              <p:spPr>
                <a:xfrm>
                  <a:off x="900" y="467"/>
                  <a:ext cx="1440" cy="624"/>
                </a:xfrm>
                <a:prstGeom prst="flowChartDecision">
                  <a:avLst/>
                </a:prstGeom>
                <a:solidFill>
                  <a:srgbClr val="FFFFFF"/>
                </a:solidFill>
                <a:ln w="9525" cap="flat" cmpd="sng">
                  <a:solidFill>
                    <a:srgbClr val="000000"/>
                  </a:solidFill>
                  <a:prstDash val="solid"/>
                  <a:miter/>
                  <a:headEnd type="none" w="med" len="med"/>
                  <a:tailEnd type="none" w="med" len="med"/>
                </a:ln>
              </p:spPr>
              <p:txBody>
                <a:bodyPr lIns="0" rIns="0" anchor="t"/>
                <a:lstStyle/>
                <a:p>
                  <a:pPr algn="just" eaLnBrk="0" hangingPunct="0"/>
                  <a:r>
                    <a:rPr lang="zh-CN" altLang="en-US" sz="1600" dirty="0">
                      <a:latin typeface="Times New Roman" panose="02020603050405020304" pitchFamily="18" charset="0"/>
                    </a:rPr>
                    <a:t>表达式</a:t>
                  </a:r>
                </a:p>
              </p:txBody>
            </p:sp>
            <p:sp>
              <p:nvSpPr>
                <p:cNvPr id="32778" name="Line 17"/>
                <p:cNvSpPr/>
                <p:nvPr/>
              </p:nvSpPr>
              <p:spPr>
                <a:xfrm>
                  <a:off x="540" y="780"/>
                  <a:ext cx="0" cy="624"/>
                </a:xfrm>
                <a:prstGeom prst="line">
                  <a:avLst/>
                </a:prstGeom>
                <a:ln w="9525" cap="flat" cmpd="sng">
                  <a:solidFill>
                    <a:srgbClr val="000000"/>
                  </a:solidFill>
                  <a:prstDash val="solid"/>
                  <a:round/>
                  <a:headEnd type="none" w="med" len="med"/>
                  <a:tailEnd type="none" w="med" len="med"/>
                </a:ln>
              </p:spPr>
              <p:txBody>
                <a:bodyPr/>
                <a:lstStyle/>
                <a:p>
                  <a:endParaRPr lang="zh-CN" altLang="en-US"/>
                </a:p>
              </p:txBody>
            </p:sp>
            <p:sp>
              <p:nvSpPr>
                <p:cNvPr id="32779" name="Line 18"/>
                <p:cNvSpPr/>
                <p:nvPr/>
              </p:nvSpPr>
              <p:spPr>
                <a:xfrm>
                  <a:off x="2700" y="780"/>
                  <a:ext cx="0" cy="624"/>
                </a:xfrm>
                <a:prstGeom prst="line">
                  <a:avLst/>
                </a:prstGeom>
                <a:ln w="9525" cap="flat" cmpd="sng">
                  <a:solidFill>
                    <a:srgbClr val="000000"/>
                  </a:solidFill>
                  <a:prstDash val="solid"/>
                  <a:round/>
                  <a:headEnd type="none" w="med" len="med"/>
                  <a:tailEnd type="none" w="med" len="med"/>
                </a:ln>
              </p:spPr>
              <p:txBody>
                <a:bodyPr/>
                <a:lstStyle/>
                <a:p>
                  <a:endParaRPr lang="zh-CN" altLang="en-US"/>
                </a:p>
              </p:txBody>
            </p:sp>
            <p:grpSp>
              <p:nvGrpSpPr>
                <p:cNvPr id="32780" name="组合 31760"/>
                <p:cNvGrpSpPr/>
                <p:nvPr/>
              </p:nvGrpSpPr>
              <p:grpSpPr>
                <a:xfrm>
                  <a:off x="540" y="1872"/>
                  <a:ext cx="2160" cy="780"/>
                  <a:chOff x="0" y="0"/>
                  <a:chExt cx="2160" cy="780"/>
                </a:xfrm>
              </p:grpSpPr>
              <p:sp>
                <p:nvSpPr>
                  <p:cNvPr id="32781" name="Line 20"/>
                  <p:cNvSpPr/>
                  <p:nvPr/>
                </p:nvSpPr>
                <p:spPr>
                  <a:xfrm>
                    <a:off x="0" y="0"/>
                    <a:ext cx="0" cy="312"/>
                  </a:xfrm>
                  <a:prstGeom prst="line">
                    <a:avLst/>
                  </a:prstGeom>
                  <a:ln w="9525" cap="flat" cmpd="sng">
                    <a:solidFill>
                      <a:srgbClr val="000000"/>
                    </a:solidFill>
                    <a:prstDash val="solid"/>
                    <a:round/>
                    <a:headEnd type="none" w="med" len="med"/>
                    <a:tailEnd type="none" w="med" len="med"/>
                  </a:ln>
                </p:spPr>
                <p:txBody>
                  <a:bodyPr/>
                  <a:lstStyle/>
                  <a:p>
                    <a:endParaRPr lang="zh-CN" altLang="en-US"/>
                  </a:p>
                </p:txBody>
              </p:sp>
              <p:sp>
                <p:nvSpPr>
                  <p:cNvPr id="32782" name="Line 21"/>
                  <p:cNvSpPr/>
                  <p:nvPr/>
                </p:nvSpPr>
                <p:spPr>
                  <a:xfrm>
                    <a:off x="2160" y="0"/>
                    <a:ext cx="0" cy="312"/>
                  </a:xfrm>
                  <a:prstGeom prst="line">
                    <a:avLst/>
                  </a:prstGeom>
                  <a:ln w="9525" cap="flat" cmpd="sng">
                    <a:solidFill>
                      <a:srgbClr val="000000"/>
                    </a:solidFill>
                    <a:prstDash val="solid"/>
                    <a:round/>
                    <a:headEnd type="none" w="med" len="med"/>
                    <a:tailEnd type="none" w="med" len="med"/>
                  </a:ln>
                </p:spPr>
                <p:txBody>
                  <a:bodyPr/>
                  <a:lstStyle/>
                  <a:p>
                    <a:endParaRPr lang="zh-CN" altLang="en-US"/>
                  </a:p>
                </p:txBody>
              </p:sp>
              <p:grpSp>
                <p:nvGrpSpPr>
                  <p:cNvPr id="32783" name="组合 31763"/>
                  <p:cNvGrpSpPr/>
                  <p:nvPr/>
                </p:nvGrpSpPr>
                <p:grpSpPr>
                  <a:xfrm>
                    <a:off x="0" y="312"/>
                    <a:ext cx="2160" cy="468"/>
                    <a:chOff x="0" y="0"/>
                    <a:chExt cx="2160" cy="468"/>
                  </a:xfrm>
                </p:grpSpPr>
                <p:sp>
                  <p:nvSpPr>
                    <p:cNvPr id="32784" name="Line 23"/>
                    <p:cNvSpPr/>
                    <p:nvPr/>
                  </p:nvSpPr>
                  <p:spPr>
                    <a:xfrm>
                      <a:off x="0" y="0"/>
                      <a:ext cx="1080" cy="0"/>
                    </a:xfrm>
                    <a:prstGeom prst="line">
                      <a:avLst/>
                    </a:prstGeom>
                    <a:ln w="9525" cap="flat" cmpd="sng">
                      <a:solidFill>
                        <a:srgbClr val="000000"/>
                      </a:solidFill>
                      <a:prstDash val="solid"/>
                      <a:round/>
                      <a:headEnd type="none" w="med" len="med"/>
                      <a:tailEnd type="triangle" w="med" len="med"/>
                    </a:ln>
                  </p:spPr>
                  <p:txBody>
                    <a:bodyPr/>
                    <a:lstStyle/>
                    <a:p>
                      <a:endParaRPr lang="zh-CN" altLang="en-US"/>
                    </a:p>
                  </p:txBody>
                </p:sp>
                <p:sp>
                  <p:nvSpPr>
                    <p:cNvPr id="32785" name="Line 24"/>
                    <p:cNvSpPr/>
                    <p:nvPr/>
                  </p:nvSpPr>
                  <p:spPr>
                    <a:xfrm flipH="1">
                      <a:off x="1080" y="0"/>
                      <a:ext cx="1080" cy="0"/>
                    </a:xfrm>
                    <a:prstGeom prst="line">
                      <a:avLst/>
                    </a:prstGeom>
                    <a:ln w="9525" cap="flat" cmpd="sng">
                      <a:solidFill>
                        <a:srgbClr val="000000"/>
                      </a:solidFill>
                      <a:prstDash val="solid"/>
                      <a:round/>
                      <a:headEnd type="none" w="med" len="med"/>
                      <a:tailEnd type="triangle" w="med" len="med"/>
                    </a:ln>
                  </p:spPr>
                  <p:txBody>
                    <a:bodyPr/>
                    <a:lstStyle/>
                    <a:p>
                      <a:endParaRPr lang="zh-CN" altLang="en-US"/>
                    </a:p>
                  </p:txBody>
                </p:sp>
                <p:sp>
                  <p:nvSpPr>
                    <p:cNvPr id="32786" name="Line 25"/>
                    <p:cNvSpPr/>
                    <p:nvPr/>
                  </p:nvSpPr>
                  <p:spPr>
                    <a:xfrm>
                      <a:off x="1080" y="0"/>
                      <a:ext cx="0" cy="468"/>
                    </a:xfrm>
                    <a:prstGeom prst="line">
                      <a:avLst/>
                    </a:prstGeom>
                    <a:ln w="9525" cap="flat" cmpd="sng">
                      <a:solidFill>
                        <a:srgbClr val="000000"/>
                      </a:solidFill>
                      <a:prstDash val="solid"/>
                      <a:round/>
                      <a:headEnd type="none" w="med" len="med"/>
                      <a:tailEnd type="triangle" w="med" len="med"/>
                    </a:ln>
                  </p:spPr>
                  <p:txBody>
                    <a:bodyPr/>
                    <a:lstStyle/>
                    <a:p>
                      <a:endParaRPr lang="zh-CN" altLang="en-US"/>
                    </a:p>
                  </p:txBody>
                </p:sp>
              </p:grpSp>
            </p:grpSp>
            <p:sp>
              <p:nvSpPr>
                <p:cNvPr id="32787" name="Text Box 26"/>
                <p:cNvSpPr txBox="1"/>
                <p:nvPr/>
              </p:nvSpPr>
              <p:spPr>
                <a:xfrm>
                  <a:off x="0" y="1404"/>
                  <a:ext cx="1080" cy="468"/>
                </a:xfrm>
                <a:prstGeom prst="rect">
                  <a:avLst/>
                </a:prstGeom>
                <a:solidFill>
                  <a:srgbClr val="FFFFFF"/>
                </a:solidFill>
                <a:ln w="9525" cap="flat" cmpd="sng">
                  <a:solidFill>
                    <a:srgbClr val="000000"/>
                  </a:solidFill>
                  <a:prstDash val="solid"/>
                  <a:miter/>
                  <a:headEnd type="none" w="med" len="med"/>
                  <a:tailEnd type="none" w="med" len="med"/>
                </a:ln>
              </p:spPr>
              <p:txBody>
                <a:bodyPr anchor="t"/>
                <a:lstStyle/>
                <a:p>
                  <a:pPr algn="just" eaLnBrk="0" hangingPunct="0"/>
                  <a:r>
                    <a:rPr lang="zh-CN" altLang="en-US" sz="1600" dirty="0">
                      <a:latin typeface="Times New Roman" panose="02020603050405020304" pitchFamily="18" charset="0"/>
                    </a:rPr>
                    <a:t>      语句</a:t>
                  </a:r>
                  <a:r>
                    <a:rPr lang="en-US" altLang="zh-CN" sz="1600" dirty="0">
                      <a:latin typeface="Times New Roman" panose="02020603050405020304" pitchFamily="18" charset="0"/>
                    </a:rPr>
                    <a:t>1</a:t>
                  </a:r>
                </a:p>
              </p:txBody>
            </p:sp>
            <p:sp>
              <p:nvSpPr>
                <p:cNvPr id="32788" name="Text Box 27"/>
                <p:cNvSpPr txBox="1"/>
                <p:nvPr/>
              </p:nvSpPr>
              <p:spPr>
                <a:xfrm>
                  <a:off x="2160" y="1404"/>
                  <a:ext cx="1080" cy="468"/>
                </a:xfrm>
                <a:prstGeom prst="rect">
                  <a:avLst/>
                </a:prstGeom>
                <a:solidFill>
                  <a:srgbClr val="FFFFFF"/>
                </a:solidFill>
                <a:ln w="9525" cap="flat" cmpd="sng">
                  <a:solidFill>
                    <a:srgbClr val="000000"/>
                  </a:solidFill>
                  <a:prstDash val="solid"/>
                  <a:miter/>
                  <a:headEnd type="none" w="med" len="med"/>
                  <a:tailEnd type="none" w="med" len="med"/>
                </a:ln>
              </p:spPr>
              <p:txBody>
                <a:bodyPr anchor="t"/>
                <a:lstStyle/>
                <a:p>
                  <a:pPr algn="just" eaLnBrk="0" hangingPunct="0"/>
                  <a:r>
                    <a:rPr lang="zh-CN" altLang="en-US" sz="1600" dirty="0">
                      <a:latin typeface="Times New Roman" panose="02020603050405020304" pitchFamily="18" charset="0"/>
                    </a:rPr>
                    <a:t>   语句2</a:t>
                  </a:r>
                </a:p>
              </p:txBody>
            </p:sp>
            <p:sp>
              <p:nvSpPr>
                <p:cNvPr id="32789" name="Text Box 28"/>
                <p:cNvSpPr txBox="1"/>
                <p:nvPr/>
              </p:nvSpPr>
              <p:spPr>
                <a:xfrm>
                  <a:off x="180" y="312"/>
                  <a:ext cx="1260" cy="468"/>
                </a:xfrm>
                <a:prstGeom prst="rect">
                  <a:avLst/>
                </a:prstGeom>
                <a:noFill/>
                <a:ln w="9525">
                  <a:noFill/>
                </a:ln>
              </p:spPr>
              <p:txBody>
                <a:bodyPr anchor="t"/>
                <a:lstStyle/>
                <a:p>
                  <a:pPr algn="just" eaLnBrk="0" hangingPunct="0"/>
                  <a:r>
                    <a:rPr lang="zh-CN" altLang="en-US" sz="1600" dirty="0">
                      <a:latin typeface="Times New Roman" panose="02020603050405020304" pitchFamily="18" charset="0"/>
                    </a:rPr>
                    <a:t>真（非0）</a:t>
                  </a:r>
                </a:p>
              </p:txBody>
            </p:sp>
            <p:sp>
              <p:nvSpPr>
                <p:cNvPr id="32790" name="Text Box 29"/>
                <p:cNvSpPr txBox="1"/>
                <p:nvPr/>
              </p:nvSpPr>
              <p:spPr>
                <a:xfrm>
                  <a:off x="2160" y="312"/>
                  <a:ext cx="1260" cy="468"/>
                </a:xfrm>
                <a:prstGeom prst="rect">
                  <a:avLst/>
                </a:prstGeom>
                <a:noFill/>
                <a:ln w="9525">
                  <a:noFill/>
                </a:ln>
              </p:spPr>
              <p:txBody>
                <a:bodyPr anchor="t"/>
                <a:lstStyle/>
                <a:p>
                  <a:pPr algn="just" eaLnBrk="0" hangingPunct="0"/>
                  <a:r>
                    <a:rPr lang="zh-CN" altLang="en-US" sz="1600" dirty="0">
                      <a:latin typeface="Times New Roman" panose="02020603050405020304" pitchFamily="18" charset="0"/>
                    </a:rPr>
                    <a:t>假（为0）</a:t>
                  </a:r>
                </a:p>
              </p:txBody>
            </p:sp>
          </p:grpSp>
          <p:sp>
            <p:nvSpPr>
              <p:cNvPr id="32791" name="Line 30"/>
              <p:cNvSpPr/>
              <p:nvPr/>
            </p:nvSpPr>
            <p:spPr>
              <a:xfrm>
                <a:off x="0" y="156"/>
                <a:ext cx="0" cy="2184"/>
              </a:xfrm>
              <a:prstGeom prst="line">
                <a:avLst/>
              </a:prstGeom>
              <a:ln w="9525" cap="flat" cmpd="sng">
                <a:solidFill>
                  <a:srgbClr val="000000"/>
                </a:solidFill>
                <a:prstDash val="dash"/>
                <a:round/>
                <a:headEnd type="none" w="med" len="med"/>
                <a:tailEnd type="none" w="med" len="med"/>
              </a:ln>
            </p:spPr>
            <p:txBody>
              <a:bodyPr/>
              <a:lstStyle/>
              <a:p>
                <a:endParaRPr lang="zh-CN" altLang="en-US"/>
              </a:p>
            </p:txBody>
          </p:sp>
          <p:sp>
            <p:nvSpPr>
              <p:cNvPr id="32792" name="Line 31"/>
              <p:cNvSpPr/>
              <p:nvPr/>
            </p:nvSpPr>
            <p:spPr>
              <a:xfrm>
                <a:off x="3600" y="156"/>
                <a:ext cx="0" cy="2184"/>
              </a:xfrm>
              <a:prstGeom prst="line">
                <a:avLst/>
              </a:prstGeom>
              <a:ln w="9525" cap="flat" cmpd="sng">
                <a:solidFill>
                  <a:srgbClr val="000000"/>
                </a:solidFill>
                <a:prstDash val="dash"/>
                <a:round/>
                <a:headEnd type="none" w="med" len="med"/>
                <a:tailEnd type="none" w="med" len="med"/>
              </a:ln>
            </p:spPr>
            <p:txBody>
              <a:bodyPr/>
              <a:lstStyle/>
              <a:p>
                <a:endParaRPr lang="zh-CN" altLang="en-US"/>
              </a:p>
            </p:txBody>
          </p:sp>
          <p:sp>
            <p:nvSpPr>
              <p:cNvPr id="32793" name="Line 32"/>
              <p:cNvSpPr/>
              <p:nvPr/>
            </p:nvSpPr>
            <p:spPr>
              <a:xfrm>
                <a:off x="0" y="2340"/>
                <a:ext cx="3600" cy="0"/>
              </a:xfrm>
              <a:prstGeom prst="line">
                <a:avLst/>
              </a:prstGeom>
              <a:ln w="9525" cap="flat" cmpd="sng">
                <a:solidFill>
                  <a:srgbClr val="000000"/>
                </a:solidFill>
                <a:prstDash val="dash"/>
                <a:round/>
                <a:headEnd type="none" w="med" len="med"/>
                <a:tailEnd type="none" w="med" len="med"/>
              </a:ln>
            </p:spPr>
            <p:txBody>
              <a:bodyPr/>
              <a:lstStyle/>
              <a:p>
                <a:endParaRPr lang="zh-CN" altLang="en-US"/>
              </a:p>
            </p:txBody>
          </p:sp>
          <p:sp>
            <p:nvSpPr>
              <p:cNvPr id="32794" name="Line 33"/>
              <p:cNvSpPr/>
              <p:nvPr/>
            </p:nvSpPr>
            <p:spPr>
              <a:xfrm>
                <a:off x="0" y="156"/>
                <a:ext cx="3600" cy="0"/>
              </a:xfrm>
              <a:prstGeom prst="line">
                <a:avLst/>
              </a:prstGeom>
              <a:ln w="9525" cap="flat" cmpd="sng">
                <a:solidFill>
                  <a:srgbClr val="000000"/>
                </a:solidFill>
                <a:prstDash val="dash"/>
                <a:round/>
                <a:headEnd type="none" w="med" len="med"/>
                <a:tailEnd type="none" w="med" len="med"/>
              </a:ln>
            </p:spPr>
            <p:txBody>
              <a:bodyPr/>
              <a:lstStyle/>
              <a:p>
                <a:endParaRPr lang="zh-CN" altLang="en-US"/>
              </a:p>
            </p:txBody>
          </p:sp>
        </p:grpSp>
      </p:grpSp>
      <p:sp>
        <p:nvSpPr>
          <p:cNvPr id="32795" name="文本框 3"/>
          <p:cNvSpPr txBox="1"/>
          <p:nvPr/>
        </p:nvSpPr>
        <p:spPr>
          <a:xfrm>
            <a:off x="407988" y="4392613"/>
            <a:ext cx="3651250" cy="1322387"/>
          </a:xfrm>
          <a:prstGeom prst="rect">
            <a:avLst/>
          </a:prstGeom>
          <a:noFill/>
          <a:ln w="9525">
            <a:noFill/>
          </a:ln>
        </p:spPr>
        <p:txBody>
          <a:bodyPr wrap="square" anchor="t">
            <a:spAutoFit/>
          </a:bodyPr>
          <a:lstStyle/>
          <a:p>
            <a:r>
              <a:rPr lang="en-US" altLang="zh-CN" sz="2000" dirty="0">
                <a:latin typeface="Times New Roman" panose="02020603050405020304" pitchFamily="18" charset="0"/>
                <a:sym typeface="宋体" panose="02010600030101010101" pitchFamily="2" charset="-122"/>
              </a:rPr>
              <a:t>if  (n % 3 == 0)  </a:t>
            </a:r>
            <a:endParaRPr lang="en-US" altLang="zh-CN" sz="2000" dirty="0">
              <a:latin typeface="Times New Roman" panose="02020603050405020304" pitchFamily="18" charset="0"/>
            </a:endParaRPr>
          </a:p>
          <a:p>
            <a:r>
              <a:rPr lang="en-US" altLang="zh-CN" sz="2000" dirty="0">
                <a:latin typeface="Times New Roman" panose="02020603050405020304" pitchFamily="18" charset="0"/>
                <a:sym typeface="宋体" panose="02010600030101010101" pitchFamily="2" charset="-122"/>
              </a:rPr>
              <a:t>        printf("n=%d YES\n",n);</a:t>
            </a:r>
            <a:endParaRPr lang="en-US" altLang="zh-CN" sz="2000" dirty="0">
              <a:latin typeface="Times New Roman" panose="02020603050405020304" pitchFamily="18" charset="0"/>
            </a:endParaRPr>
          </a:p>
          <a:p>
            <a:r>
              <a:rPr lang="en-US" altLang="zh-CN" sz="2000" dirty="0">
                <a:latin typeface="Times New Roman" panose="02020603050405020304" pitchFamily="18" charset="0"/>
                <a:sym typeface="宋体" panose="02010600030101010101" pitchFamily="2" charset="-122"/>
              </a:rPr>
              <a:t>else </a:t>
            </a:r>
            <a:endParaRPr lang="en-US" altLang="zh-CN" sz="2000" dirty="0">
              <a:latin typeface="Times New Roman" panose="02020603050405020304" pitchFamily="18" charset="0"/>
            </a:endParaRPr>
          </a:p>
          <a:p>
            <a:r>
              <a:rPr lang="en-US" altLang="zh-CN" sz="2000" dirty="0">
                <a:latin typeface="Times New Roman" panose="02020603050405020304" pitchFamily="18" charset="0"/>
                <a:sym typeface="宋体" panose="02010600030101010101" pitchFamily="2" charset="-122"/>
              </a:rPr>
              <a:t>        printf("n=%d NO\n",n); </a:t>
            </a:r>
          </a:p>
        </p:txBody>
      </p:sp>
      <p:sp>
        <p:nvSpPr>
          <p:cNvPr id="32796" name="文本框 4"/>
          <p:cNvSpPr txBox="1"/>
          <p:nvPr/>
        </p:nvSpPr>
        <p:spPr>
          <a:xfrm>
            <a:off x="4705350" y="4616450"/>
            <a:ext cx="3651250" cy="708025"/>
          </a:xfrm>
          <a:prstGeom prst="rect">
            <a:avLst/>
          </a:prstGeom>
          <a:noFill/>
          <a:ln w="9525">
            <a:noFill/>
          </a:ln>
        </p:spPr>
        <p:txBody>
          <a:bodyPr wrap="square" anchor="t">
            <a:spAutoFit/>
          </a:bodyPr>
          <a:lstStyle/>
          <a:p>
            <a:r>
              <a:rPr lang="en-US" altLang="zh-CN" sz="2000" dirty="0">
                <a:latin typeface="Times New Roman" panose="02020603050405020304" pitchFamily="18" charset="0"/>
                <a:sym typeface="宋体" panose="02010600030101010101" pitchFamily="2" charset="-122"/>
              </a:rPr>
              <a:t>for (count=1; count&lt;4; count++)  </a:t>
            </a:r>
            <a:endParaRPr lang="en-US" altLang="zh-CN" sz="2000" dirty="0">
              <a:latin typeface="Times New Roman" panose="02020603050405020304" pitchFamily="18" charset="0"/>
            </a:endParaRPr>
          </a:p>
          <a:p>
            <a:r>
              <a:rPr lang="en-US" altLang="zh-CN" sz="2000" dirty="0">
                <a:latin typeface="Times New Roman" panose="02020603050405020304" pitchFamily="18" charset="0"/>
                <a:sym typeface="宋体" panose="02010600030101010101" pitchFamily="2" charset="-122"/>
              </a:rPr>
              <a:t>	body; </a:t>
            </a:r>
          </a:p>
        </p:txBody>
      </p:sp>
      <p:grpSp>
        <p:nvGrpSpPr>
          <p:cNvPr id="32797" name="组合 51209"/>
          <p:cNvGrpSpPr/>
          <p:nvPr/>
        </p:nvGrpSpPr>
        <p:grpSpPr>
          <a:xfrm>
            <a:off x="4705350" y="1258888"/>
            <a:ext cx="3998913" cy="3265487"/>
            <a:chOff x="0" y="0"/>
            <a:chExt cx="2519" cy="2057"/>
          </a:xfrm>
        </p:grpSpPr>
        <p:sp>
          <p:nvSpPr>
            <p:cNvPr id="32798" name="Rectangle 12"/>
            <p:cNvSpPr/>
            <p:nvPr/>
          </p:nvSpPr>
          <p:spPr>
            <a:xfrm>
              <a:off x="332" y="270"/>
              <a:ext cx="1898" cy="1579"/>
            </a:xfrm>
            <a:prstGeom prst="rect">
              <a:avLst/>
            </a:prstGeom>
            <a:solidFill>
              <a:srgbClr val="FFFFFF"/>
            </a:solidFill>
            <a:ln w="9525" cap="flat" cmpd="sng">
              <a:solidFill>
                <a:srgbClr val="000000"/>
              </a:solidFill>
              <a:prstDash val="dash"/>
              <a:miter/>
              <a:headEnd type="none" w="med" len="med"/>
              <a:tailEnd type="none" w="med" len="med"/>
            </a:ln>
          </p:spPr>
          <p:txBody>
            <a:bodyPr anchor="t"/>
            <a:lstStyle/>
            <a:p>
              <a:pPr algn="just" eaLnBrk="0" hangingPunct="0"/>
              <a:endParaRPr lang="zh-CN" altLang="en-US" sz="1600" dirty="0">
                <a:latin typeface="Times New Roman" panose="02020603050405020304" pitchFamily="18" charset="0"/>
              </a:endParaRPr>
            </a:p>
            <a:p>
              <a:pPr algn="just" eaLnBrk="0" hangingPunct="0"/>
              <a:endParaRPr lang="zh-CN" altLang="en-US" sz="1600" dirty="0">
                <a:latin typeface="Times New Roman" panose="02020603050405020304" pitchFamily="18" charset="0"/>
              </a:endParaRPr>
            </a:p>
            <a:p>
              <a:pPr algn="just" eaLnBrk="0" hangingPunct="0"/>
              <a:endParaRPr lang="zh-CN" altLang="en-US" sz="1600" dirty="0">
                <a:latin typeface="Times New Roman" panose="02020603050405020304" pitchFamily="18" charset="0"/>
              </a:endParaRPr>
            </a:p>
            <a:p>
              <a:pPr algn="just" eaLnBrk="0" hangingPunct="0"/>
              <a:endParaRPr lang="zh-CN" altLang="en-US" sz="1600" dirty="0">
                <a:latin typeface="Times New Roman" panose="02020603050405020304" pitchFamily="18" charset="0"/>
              </a:endParaRPr>
            </a:p>
            <a:p>
              <a:pPr algn="just" eaLnBrk="0" hangingPunct="0"/>
              <a:endParaRPr lang="zh-CN" altLang="en-US" sz="1600" dirty="0">
                <a:latin typeface="Times New Roman" panose="02020603050405020304" pitchFamily="18" charset="0"/>
              </a:endParaRPr>
            </a:p>
            <a:p>
              <a:pPr algn="just" eaLnBrk="0" hangingPunct="0"/>
              <a:r>
                <a:rPr lang="zh-CN" altLang="en-US" sz="1600" dirty="0">
                  <a:latin typeface="Times New Roman" panose="02020603050405020304" pitchFamily="18" charset="0"/>
                </a:rPr>
                <a:t>              </a:t>
              </a:r>
            </a:p>
          </p:txBody>
        </p:sp>
        <p:sp>
          <p:nvSpPr>
            <p:cNvPr id="32799" name="Line 13"/>
            <p:cNvSpPr/>
            <p:nvPr/>
          </p:nvSpPr>
          <p:spPr>
            <a:xfrm>
              <a:off x="1339" y="1497"/>
              <a:ext cx="409" cy="0"/>
            </a:xfrm>
            <a:prstGeom prst="line">
              <a:avLst/>
            </a:prstGeom>
            <a:ln w="9525" cap="flat" cmpd="sng">
              <a:solidFill>
                <a:srgbClr val="000000"/>
              </a:solidFill>
              <a:prstDash val="solid"/>
              <a:round/>
              <a:headEnd type="none" w="med" len="med"/>
              <a:tailEnd type="none" w="med" len="med"/>
            </a:ln>
          </p:spPr>
          <p:txBody>
            <a:bodyPr/>
            <a:lstStyle/>
            <a:p>
              <a:endParaRPr lang="zh-CN" altLang="en-US"/>
            </a:p>
          </p:txBody>
        </p:sp>
        <p:sp>
          <p:nvSpPr>
            <p:cNvPr id="32800" name="Line 15"/>
            <p:cNvSpPr/>
            <p:nvPr/>
          </p:nvSpPr>
          <p:spPr>
            <a:xfrm>
              <a:off x="977" y="45"/>
              <a:ext cx="0" cy="545"/>
            </a:xfrm>
            <a:prstGeom prst="line">
              <a:avLst/>
            </a:prstGeom>
            <a:ln w="9525" cap="flat" cmpd="sng">
              <a:solidFill>
                <a:srgbClr val="000000"/>
              </a:solidFill>
              <a:prstDash val="solid"/>
              <a:round/>
              <a:headEnd type="none" w="med" len="med"/>
              <a:tailEnd type="triangle" w="med" len="med"/>
            </a:ln>
          </p:spPr>
          <p:txBody>
            <a:bodyPr/>
            <a:lstStyle/>
            <a:p>
              <a:endParaRPr lang="zh-CN" altLang="en-US"/>
            </a:p>
          </p:txBody>
        </p:sp>
        <p:sp>
          <p:nvSpPr>
            <p:cNvPr id="32801" name="Rectangle 17"/>
            <p:cNvSpPr/>
            <p:nvPr/>
          </p:nvSpPr>
          <p:spPr>
            <a:xfrm>
              <a:off x="614" y="1316"/>
              <a:ext cx="759" cy="339"/>
            </a:xfrm>
            <a:prstGeom prst="rect">
              <a:avLst/>
            </a:prstGeom>
            <a:solidFill>
              <a:srgbClr val="FFFFFF"/>
            </a:solidFill>
            <a:ln w="9525" cap="flat" cmpd="sng">
              <a:solidFill>
                <a:srgbClr val="000000"/>
              </a:solidFill>
              <a:prstDash val="solid"/>
              <a:miter/>
              <a:headEnd type="none" w="med" len="med"/>
              <a:tailEnd type="none" w="med" len="med"/>
            </a:ln>
          </p:spPr>
          <p:txBody>
            <a:bodyPr anchor="t"/>
            <a:lstStyle/>
            <a:p>
              <a:pPr algn="ctr" eaLnBrk="0" hangingPunct="0"/>
              <a:r>
                <a:rPr lang="zh-CN" altLang="en-US" sz="1600" dirty="0">
                  <a:latin typeface="Times New Roman" panose="02020603050405020304" pitchFamily="18" charset="0"/>
                </a:rPr>
                <a:t>语句</a:t>
              </a:r>
            </a:p>
          </p:txBody>
        </p:sp>
        <p:sp>
          <p:nvSpPr>
            <p:cNvPr id="32802" name="Line 18"/>
            <p:cNvSpPr/>
            <p:nvPr/>
          </p:nvSpPr>
          <p:spPr>
            <a:xfrm flipH="1">
              <a:off x="965" y="496"/>
              <a:ext cx="759" cy="0"/>
            </a:xfrm>
            <a:prstGeom prst="line">
              <a:avLst/>
            </a:prstGeom>
            <a:ln w="9525" cap="flat" cmpd="sng">
              <a:solidFill>
                <a:srgbClr val="000000"/>
              </a:solidFill>
              <a:prstDash val="solid"/>
              <a:round/>
              <a:headEnd type="none" w="med" len="med"/>
              <a:tailEnd type="triangle" w="med" len="med"/>
            </a:ln>
          </p:spPr>
          <p:txBody>
            <a:bodyPr/>
            <a:lstStyle/>
            <a:p>
              <a:endParaRPr lang="zh-CN" altLang="en-US"/>
            </a:p>
          </p:txBody>
        </p:sp>
        <p:sp>
          <p:nvSpPr>
            <p:cNvPr id="32803" name="Line 19"/>
            <p:cNvSpPr/>
            <p:nvPr/>
          </p:nvSpPr>
          <p:spPr>
            <a:xfrm>
              <a:off x="69" y="817"/>
              <a:ext cx="0" cy="1240"/>
            </a:xfrm>
            <a:prstGeom prst="line">
              <a:avLst/>
            </a:prstGeom>
            <a:ln w="9525" cap="flat" cmpd="sng">
              <a:solidFill>
                <a:srgbClr val="000000"/>
              </a:solidFill>
              <a:prstDash val="solid"/>
              <a:round/>
              <a:headEnd type="none" w="med" len="med"/>
              <a:tailEnd type="triangle" w="med" len="med"/>
            </a:ln>
          </p:spPr>
          <p:txBody>
            <a:bodyPr/>
            <a:lstStyle/>
            <a:p>
              <a:endParaRPr lang="zh-CN" altLang="en-US"/>
            </a:p>
          </p:txBody>
        </p:sp>
        <p:sp>
          <p:nvSpPr>
            <p:cNvPr id="32804" name="Line 20"/>
            <p:cNvSpPr/>
            <p:nvPr/>
          </p:nvSpPr>
          <p:spPr>
            <a:xfrm flipH="1" flipV="1">
              <a:off x="1724" y="496"/>
              <a:ext cx="24" cy="1001"/>
            </a:xfrm>
            <a:prstGeom prst="line">
              <a:avLst/>
            </a:prstGeom>
            <a:ln w="9525" cap="flat" cmpd="sng">
              <a:solidFill>
                <a:srgbClr val="000000"/>
              </a:solidFill>
              <a:prstDash val="solid"/>
              <a:round/>
              <a:headEnd type="none" w="med" len="med"/>
              <a:tailEnd type="none" w="med" len="med"/>
            </a:ln>
          </p:spPr>
          <p:txBody>
            <a:bodyPr/>
            <a:lstStyle/>
            <a:p>
              <a:endParaRPr lang="zh-CN" altLang="en-US"/>
            </a:p>
          </p:txBody>
        </p:sp>
        <p:sp>
          <p:nvSpPr>
            <p:cNvPr id="32805" name="AutoShape 21"/>
            <p:cNvSpPr/>
            <p:nvPr/>
          </p:nvSpPr>
          <p:spPr>
            <a:xfrm>
              <a:off x="478" y="592"/>
              <a:ext cx="1012" cy="451"/>
            </a:xfrm>
            <a:prstGeom prst="flowChartDecision">
              <a:avLst/>
            </a:prstGeom>
            <a:solidFill>
              <a:srgbClr val="FFFFFF"/>
            </a:solidFill>
            <a:ln w="9525" cap="flat" cmpd="sng">
              <a:solidFill>
                <a:srgbClr val="000000"/>
              </a:solidFill>
              <a:prstDash val="solid"/>
              <a:miter/>
              <a:headEnd type="none" w="med" len="med"/>
              <a:tailEnd type="none" w="med" len="med"/>
            </a:ln>
          </p:spPr>
          <p:txBody>
            <a:bodyPr anchor="t"/>
            <a:lstStyle/>
            <a:p>
              <a:pPr algn="just" eaLnBrk="0" hangingPunct="0"/>
              <a:r>
                <a:rPr lang="zh-CN" altLang="en-US" sz="1600" dirty="0">
                  <a:latin typeface="Times New Roman" panose="02020603050405020304" pitchFamily="18" charset="0"/>
                </a:rPr>
                <a:t>表达式</a:t>
              </a:r>
            </a:p>
          </p:txBody>
        </p:sp>
        <p:sp>
          <p:nvSpPr>
            <p:cNvPr id="32806" name="Text Box 22"/>
            <p:cNvSpPr txBox="1"/>
            <p:nvPr/>
          </p:nvSpPr>
          <p:spPr>
            <a:xfrm>
              <a:off x="931" y="998"/>
              <a:ext cx="885" cy="338"/>
            </a:xfrm>
            <a:prstGeom prst="rect">
              <a:avLst/>
            </a:prstGeom>
            <a:noFill/>
            <a:ln w="9525">
              <a:noFill/>
            </a:ln>
          </p:spPr>
          <p:txBody>
            <a:bodyPr anchor="t"/>
            <a:lstStyle/>
            <a:p>
              <a:pPr algn="just" eaLnBrk="0" hangingPunct="0"/>
              <a:r>
                <a:rPr lang="zh-CN" altLang="en-US" sz="1600" dirty="0">
                  <a:latin typeface="Times New Roman" panose="02020603050405020304" pitchFamily="18" charset="0"/>
                </a:rPr>
                <a:t>真（非0）</a:t>
              </a:r>
            </a:p>
          </p:txBody>
        </p:sp>
        <p:sp>
          <p:nvSpPr>
            <p:cNvPr id="32807" name="Text Box 23"/>
            <p:cNvSpPr txBox="1"/>
            <p:nvPr/>
          </p:nvSpPr>
          <p:spPr>
            <a:xfrm>
              <a:off x="0" y="862"/>
              <a:ext cx="886" cy="338"/>
            </a:xfrm>
            <a:prstGeom prst="rect">
              <a:avLst/>
            </a:prstGeom>
            <a:noFill/>
            <a:ln w="9525">
              <a:noFill/>
            </a:ln>
          </p:spPr>
          <p:txBody>
            <a:bodyPr anchor="t"/>
            <a:lstStyle/>
            <a:p>
              <a:pPr algn="just" eaLnBrk="0" hangingPunct="0"/>
              <a:r>
                <a:rPr lang="zh-CN" altLang="en-US" sz="1600" dirty="0">
                  <a:latin typeface="Times New Roman" panose="02020603050405020304" pitchFamily="18" charset="0"/>
                </a:rPr>
                <a:t>假（为0）</a:t>
              </a:r>
            </a:p>
          </p:txBody>
        </p:sp>
        <p:sp>
          <p:nvSpPr>
            <p:cNvPr id="32808" name="AutoShape 32"/>
            <p:cNvSpPr/>
            <p:nvPr/>
          </p:nvSpPr>
          <p:spPr>
            <a:xfrm>
              <a:off x="1657" y="680"/>
              <a:ext cx="862" cy="545"/>
            </a:xfrm>
            <a:prstGeom prst="wedgeRoundRectCallout">
              <a:avLst>
                <a:gd name="adj1" fmla="val -46403"/>
                <a:gd name="adj2" fmla="val 75319"/>
                <a:gd name="adj3" fmla="val 16667"/>
              </a:avLst>
            </a:prstGeom>
            <a:solidFill>
              <a:srgbClr val="CCFFCC"/>
            </a:solidFill>
            <a:ln w="9525" cap="flat" cmpd="sng">
              <a:solidFill>
                <a:schemeClr val="tx1"/>
              </a:solidFill>
              <a:prstDash val="solid"/>
              <a:miter/>
              <a:headEnd type="none" w="med" len="med"/>
              <a:tailEnd type="none" w="med" len="med"/>
            </a:ln>
          </p:spPr>
          <p:txBody>
            <a:bodyPr anchor="t"/>
            <a:lstStyle/>
            <a:p>
              <a:pPr algn="ctr"/>
              <a:r>
                <a:rPr lang="zh-CN" altLang="en-US" sz="1600" dirty="0">
                  <a:latin typeface="Times New Roman" panose="02020603050405020304" pitchFamily="18" charset="0"/>
                </a:rPr>
                <a:t>循环体：重复执行的工作</a:t>
              </a:r>
            </a:p>
          </p:txBody>
        </p:sp>
        <p:sp>
          <p:nvSpPr>
            <p:cNvPr id="32809" name="AutoShape 33"/>
            <p:cNvSpPr/>
            <p:nvPr/>
          </p:nvSpPr>
          <p:spPr>
            <a:xfrm>
              <a:off x="1158" y="0"/>
              <a:ext cx="907" cy="319"/>
            </a:xfrm>
            <a:prstGeom prst="wedgeRoundRectCallout">
              <a:avLst>
                <a:gd name="adj1" fmla="val -64884"/>
                <a:gd name="adj2" fmla="val 159718"/>
                <a:gd name="adj3" fmla="val 16667"/>
              </a:avLst>
            </a:prstGeom>
            <a:solidFill>
              <a:srgbClr val="CCFFCC"/>
            </a:solidFill>
            <a:ln w="9525" cap="flat" cmpd="sng">
              <a:solidFill>
                <a:schemeClr val="tx1"/>
              </a:solidFill>
              <a:prstDash val="solid"/>
              <a:miter/>
              <a:headEnd type="none" w="med" len="med"/>
              <a:tailEnd type="none" w="med" len="med"/>
            </a:ln>
          </p:spPr>
          <p:txBody>
            <a:bodyPr anchor="t"/>
            <a:lstStyle/>
            <a:p>
              <a:pPr algn="ctr"/>
              <a:r>
                <a:rPr lang="zh-CN" altLang="en-US" sz="1600" dirty="0">
                  <a:latin typeface="Times New Roman" panose="02020603050405020304" pitchFamily="18" charset="0"/>
                </a:rPr>
                <a:t>循环条件</a:t>
              </a:r>
            </a:p>
          </p:txBody>
        </p:sp>
        <p:sp>
          <p:nvSpPr>
            <p:cNvPr id="32810" name="Line 15"/>
            <p:cNvSpPr/>
            <p:nvPr/>
          </p:nvSpPr>
          <p:spPr>
            <a:xfrm>
              <a:off x="977" y="1043"/>
              <a:ext cx="0" cy="273"/>
            </a:xfrm>
            <a:prstGeom prst="line">
              <a:avLst/>
            </a:prstGeom>
            <a:ln w="9525" cap="flat" cmpd="sng">
              <a:solidFill>
                <a:srgbClr val="000000"/>
              </a:solidFill>
              <a:prstDash val="solid"/>
              <a:round/>
              <a:headEnd type="none" w="med" len="med"/>
              <a:tailEnd type="triangle" w="med" len="med"/>
            </a:ln>
          </p:spPr>
          <p:txBody>
            <a:bodyPr/>
            <a:lstStyle/>
            <a:p>
              <a:endParaRPr lang="zh-CN" altLang="en-US"/>
            </a:p>
          </p:txBody>
        </p:sp>
        <p:sp>
          <p:nvSpPr>
            <p:cNvPr id="32811" name="Line 13"/>
            <p:cNvSpPr/>
            <p:nvPr/>
          </p:nvSpPr>
          <p:spPr>
            <a:xfrm>
              <a:off x="69" y="817"/>
              <a:ext cx="389" cy="0"/>
            </a:xfrm>
            <a:prstGeom prst="line">
              <a:avLst/>
            </a:prstGeom>
            <a:ln w="9525" cap="flat" cmpd="sng">
              <a:solidFill>
                <a:srgbClr val="000000"/>
              </a:solidFill>
              <a:prstDash val="solid"/>
              <a:round/>
              <a:headEnd type="none" w="med" len="med"/>
              <a:tailEnd type="none" w="med" len="med"/>
            </a:ln>
          </p:spPr>
          <p:txBody>
            <a:bodyPr/>
            <a:lstStyle/>
            <a:p>
              <a:endParaRPr lang="zh-CN" altLang="en-US"/>
            </a:p>
          </p:txBody>
        </p:sp>
      </p:grpSp>
    </p:spTree>
    <p:extLst>
      <p:ext uri="{BB962C8B-B14F-4D97-AF65-F5344CB8AC3E}">
        <p14:creationId xmlns:p14="http://schemas.microsoft.com/office/powerpoint/2010/main" val="698835060"/>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标题 1"/>
          <p:cNvSpPr>
            <a:spLocks noGrp="1"/>
          </p:cNvSpPr>
          <p:nvPr>
            <p:ph type="title"/>
          </p:nvPr>
        </p:nvSpPr>
        <p:spPr/>
        <p:txBody>
          <a:bodyPr anchor="ctr"/>
          <a:lstStyle/>
          <a:p>
            <a:r>
              <a:rPr lang="zh-CN" altLang="en-US" dirty="0"/>
              <a:t>程序要素：子程序</a:t>
            </a:r>
            <a:r>
              <a:rPr lang="en-US" altLang="zh-CN" dirty="0"/>
              <a:t>(</a:t>
            </a:r>
            <a:r>
              <a:rPr lang="zh-CN" altLang="en-US" dirty="0"/>
              <a:t>函数</a:t>
            </a:r>
            <a:r>
              <a:rPr lang="en-US" altLang="zh-CN" dirty="0"/>
              <a:t>)</a:t>
            </a:r>
            <a:endParaRPr lang="zh-CN" altLang="en-US" dirty="0"/>
          </a:p>
        </p:txBody>
      </p:sp>
      <p:grpSp>
        <p:nvGrpSpPr>
          <p:cNvPr id="395272" name="Group 8"/>
          <p:cNvGrpSpPr/>
          <p:nvPr/>
        </p:nvGrpSpPr>
        <p:grpSpPr>
          <a:xfrm>
            <a:off x="538163" y="1379538"/>
            <a:ext cx="5040312" cy="2836862"/>
            <a:chOff x="2154" y="2460"/>
            <a:chExt cx="3175" cy="1787"/>
          </a:xfrm>
        </p:grpSpPr>
        <p:graphicFrame>
          <p:nvGraphicFramePr>
            <p:cNvPr id="33795" name="Object 9"/>
            <p:cNvGraphicFramePr>
              <a:graphicFrameLocks noChangeAspect="1"/>
            </p:cNvGraphicFramePr>
            <p:nvPr/>
          </p:nvGraphicFramePr>
          <p:xfrm>
            <a:off x="2154" y="2460"/>
            <a:ext cx="3175" cy="1787"/>
          </p:xfrm>
          <a:graphic>
            <a:graphicData uri="http://schemas.openxmlformats.org/presentationml/2006/ole">
              <mc:AlternateContent xmlns:mc="http://schemas.openxmlformats.org/markup-compatibility/2006">
                <mc:Choice xmlns:v="urn:schemas-microsoft-com:vml" Requires="v">
                  <p:oleObj r:id="rId2" imgW="4639945" imgH="2618740" progId="Visio.Drawing.11">
                    <p:embed/>
                  </p:oleObj>
                </mc:Choice>
                <mc:Fallback>
                  <p:oleObj r:id="rId2" imgW="4639945" imgH="2618740" progId="Visio.Drawing.11">
                    <p:embed/>
                    <p:pic>
                      <p:nvPicPr>
                        <p:cNvPr id="33795" name="Object 9"/>
                        <p:cNvPicPr/>
                        <p:nvPr/>
                      </p:nvPicPr>
                      <p:blipFill>
                        <a:blip r:embed="rId3"/>
                        <a:stretch>
                          <a:fillRect/>
                        </a:stretch>
                      </p:blipFill>
                      <p:spPr>
                        <a:xfrm>
                          <a:off x="2154" y="2460"/>
                          <a:ext cx="3175" cy="1787"/>
                        </a:xfrm>
                        <a:prstGeom prst="rect">
                          <a:avLst/>
                        </a:prstGeom>
                        <a:noFill/>
                        <a:ln w="38100">
                          <a:noFill/>
                          <a:miter/>
                        </a:ln>
                      </p:spPr>
                    </p:pic>
                  </p:oleObj>
                </mc:Fallback>
              </mc:AlternateContent>
            </a:graphicData>
          </a:graphic>
        </p:graphicFrame>
        <p:sp>
          <p:nvSpPr>
            <p:cNvPr id="33796" name="Text Box 10"/>
            <p:cNvSpPr txBox="1"/>
            <p:nvPr/>
          </p:nvSpPr>
          <p:spPr>
            <a:xfrm>
              <a:off x="3379" y="2659"/>
              <a:ext cx="771" cy="231"/>
            </a:xfrm>
            <a:prstGeom prst="rect">
              <a:avLst/>
            </a:prstGeom>
            <a:solidFill>
              <a:schemeClr val="bg1"/>
            </a:solidFill>
            <a:ln w="9525">
              <a:noFill/>
            </a:ln>
          </p:spPr>
          <p:txBody>
            <a:bodyPr anchor="t">
              <a:spAutoFit/>
            </a:bodyPr>
            <a:lstStyle/>
            <a:p>
              <a:pPr marL="342900" indent="-342900" algn="ctr">
                <a:spcBef>
                  <a:spcPct val="50000"/>
                </a:spcBef>
              </a:pPr>
              <a:r>
                <a:rPr lang="zh-CN" altLang="en-US" sz="2000" dirty="0">
                  <a:latin typeface="Times New Roman" panose="02020603050405020304" pitchFamily="18" charset="0"/>
                </a:rPr>
                <a:t>子函数</a:t>
              </a:r>
              <a:r>
                <a:rPr lang="en-US" altLang="zh-CN" sz="2000" dirty="0">
                  <a:latin typeface="Times New Roman" panose="02020603050405020304" pitchFamily="18" charset="0"/>
                </a:rPr>
                <a:t>1</a:t>
              </a:r>
            </a:p>
          </p:txBody>
        </p:sp>
        <p:sp>
          <p:nvSpPr>
            <p:cNvPr id="33797" name="Oval 11"/>
            <p:cNvSpPr/>
            <p:nvPr/>
          </p:nvSpPr>
          <p:spPr>
            <a:xfrm>
              <a:off x="2517" y="3459"/>
              <a:ext cx="90" cy="45"/>
            </a:xfrm>
            <a:prstGeom prst="ellipse">
              <a:avLst/>
            </a:prstGeom>
            <a:solidFill>
              <a:srgbClr val="FF6600"/>
            </a:solidFill>
            <a:ln w="9525">
              <a:noFill/>
            </a:ln>
          </p:spPr>
          <p:txBody>
            <a:bodyPr wrap="none" anchor="ctr"/>
            <a:lstStyle/>
            <a:p>
              <a:pPr marL="342900" indent="-342900" algn="ctr"/>
              <a:endParaRPr lang="zh-CN" altLang="en-US" dirty="0">
                <a:latin typeface="Times New Roman" panose="02020603050405020304" pitchFamily="18" charset="0"/>
              </a:endParaRPr>
            </a:p>
          </p:txBody>
        </p:sp>
        <p:sp>
          <p:nvSpPr>
            <p:cNvPr id="33798" name="Oval 12"/>
            <p:cNvSpPr/>
            <p:nvPr/>
          </p:nvSpPr>
          <p:spPr>
            <a:xfrm>
              <a:off x="3696" y="3458"/>
              <a:ext cx="91" cy="45"/>
            </a:xfrm>
            <a:prstGeom prst="ellipse">
              <a:avLst/>
            </a:prstGeom>
            <a:solidFill>
              <a:schemeClr val="accent1"/>
            </a:solidFill>
            <a:ln w="9525">
              <a:noFill/>
            </a:ln>
          </p:spPr>
          <p:txBody>
            <a:bodyPr wrap="none" anchor="ctr"/>
            <a:lstStyle/>
            <a:p>
              <a:endParaRPr lang="zh-CN" altLang="en-US" dirty="0">
                <a:latin typeface="Times New Roman" panose="02020603050405020304" pitchFamily="18" charset="0"/>
              </a:endParaRPr>
            </a:p>
          </p:txBody>
        </p:sp>
        <p:sp>
          <p:nvSpPr>
            <p:cNvPr id="33799" name="Text Box 13"/>
            <p:cNvSpPr txBox="1"/>
            <p:nvPr/>
          </p:nvSpPr>
          <p:spPr>
            <a:xfrm>
              <a:off x="4513" y="2750"/>
              <a:ext cx="771" cy="231"/>
            </a:xfrm>
            <a:prstGeom prst="rect">
              <a:avLst/>
            </a:prstGeom>
            <a:solidFill>
              <a:schemeClr val="bg1"/>
            </a:solidFill>
            <a:ln w="9525">
              <a:noFill/>
            </a:ln>
          </p:spPr>
          <p:txBody>
            <a:bodyPr anchor="t">
              <a:spAutoFit/>
            </a:bodyPr>
            <a:lstStyle/>
            <a:p>
              <a:pPr marL="342900" indent="-342900" algn="ctr">
                <a:spcBef>
                  <a:spcPct val="50000"/>
                </a:spcBef>
              </a:pPr>
              <a:r>
                <a:rPr lang="zh-CN" altLang="en-US" sz="2000" dirty="0">
                  <a:latin typeface="Times New Roman" panose="02020603050405020304" pitchFamily="18" charset="0"/>
                </a:rPr>
                <a:t>子函数</a:t>
              </a:r>
              <a:r>
                <a:rPr lang="en-US" altLang="zh-CN" sz="2000" dirty="0">
                  <a:latin typeface="Times New Roman" panose="02020603050405020304" pitchFamily="18" charset="0"/>
                </a:rPr>
                <a:t>2</a:t>
              </a:r>
            </a:p>
          </p:txBody>
        </p:sp>
        <p:sp>
          <p:nvSpPr>
            <p:cNvPr id="33800" name="Text Box 14"/>
            <p:cNvSpPr txBox="1"/>
            <p:nvPr/>
          </p:nvSpPr>
          <p:spPr>
            <a:xfrm>
              <a:off x="2200" y="2523"/>
              <a:ext cx="771" cy="231"/>
            </a:xfrm>
            <a:prstGeom prst="rect">
              <a:avLst/>
            </a:prstGeom>
            <a:solidFill>
              <a:schemeClr val="bg1"/>
            </a:solidFill>
            <a:ln w="9525">
              <a:noFill/>
            </a:ln>
          </p:spPr>
          <p:txBody>
            <a:bodyPr anchor="t">
              <a:spAutoFit/>
            </a:bodyPr>
            <a:lstStyle/>
            <a:p>
              <a:pPr marL="342900" indent="-342900" algn="ctr">
                <a:spcBef>
                  <a:spcPct val="50000"/>
                </a:spcBef>
              </a:pPr>
              <a:r>
                <a:rPr lang="zh-CN" altLang="en-US" sz="2000" dirty="0">
                  <a:latin typeface="Times New Roman" panose="02020603050405020304" pitchFamily="18" charset="0"/>
                </a:rPr>
                <a:t>主函数</a:t>
              </a:r>
              <a:endParaRPr lang="en-US" altLang="zh-CN" sz="2000" dirty="0">
                <a:latin typeface="Times New Roman" panose="02020603050405020304" pitchFamily="18" charset="0"/>
              </a:endParaRPr>
            </a:p>
          </p:txBody>
        </p:sp>
      </p:grpSp>
      <p:sp>
        <p:nvSpPr>
          <p:cNvPr id="33801" name="Text Box 5"/>
          <p:cNvSpPr txBox="1"/>
          <p:nvPr/>
        </p:nvSpPr>
        <p:spPr>
          <a:xfrm>
            <a:off x="5508625" y="1281113"/>
            <a:ext cx="3525838" cy="3662362"/>
          </a:xfrm>
          <a:prstGeom prst="rect">
            <a:avLst/>
          </a:prstGeom>
          <a:noFill/>
          <a:ln w="9525">
            <a:noFill/>
          </a:ln>
        </p:spPr>
        <p:txBody>
          <a:bodyPr wrap="square" anchor="t">
            <a:spAutoFit/>
          </a:bodyPr>
          <a:lstStyle/>
          <a:p>
            <a:pPr>
              <a:buClr>
                <a:schemeClr val="accent2"/>
              </a:buClr>
              <a:buSzPct val="75000"/>
              <a:buFont typeface="Monotype Sorts" pitchFamily="2" charset="2"/>
            </a:pPr>
            <a:r>
              <a:rPr lang="en-US" altLang="zh-CN" dirty="0">
                <a:latin typeface="Times New Roman" panose="02020603050405020304" pitchFamily="18" charset="0"/>
              </a:rPr>
              <a:t>int  square(int); /*</a:t>
            </a:r>
            <a:r>
              <a:rPr lang="zh-CN" altLang="en-US" dirty="0">
                <a:latin typeface="Times New Roman" panose="02020603050405020304" pitchFamily="18" charset="0"/>
              </a:rPr>
              <a:t>函数原型*</a:t>
            </a:r>
            <a:r>
              <a:rPr lang="en-US" altLang="zh-CN" dirty="0">
                <a:latin typeface="Times New Roman" panose="02020603050405020304" pitchFamily="18" charset="0"/>
              </a:rPr>
              <a:t>/</a:t>
            </a:r>
          </a:p>
          <a:p>
            <a:pPr>
              <a:buClr>
                <a:schemeClr val="accent2"/>
              </a:buClr>
              <a:buSzPct val="75000"/>
              <a:buFont typeface="Monotype Sorts" pitchFamily="2" charset="2"/>
            </a:pPr>
            <a:r>
              <a:rPr lang="en-US" altLang="zh-CN" dirty="0">
                <a:latin typeface="Times New Roman" panose="02020603050405020304" pitchFamily="18" charset="0"/>
              </a:rPr>
              <a:t>main()</a:t>
            </a:r>
          </a:p>
          <a:p>
            <a:pPr>
              <a:buClr>
                <a:schemeClr val="accent2"/>
              </a:buClr>
              <a:buSzPct val="75000"/>
              <a:buFont typeface="Monotype Sorts" pitchFamily="2" charset="2"/>
            </a:pPr>
            <a:r>
              <a:rPr lang="en-US" altLang="zh-CN" dirty="0">
                <a:latin typeface="Times New Roman" panose="02020603050405020304" pitchFamily="18" charset="0"/>
              </a:rPr>
              <a:t>{</a:t>
            </a:r>
          </a:p>
          <a:p>
            <a:pPr>
              <a:buClr>
                <a:schemeClr val="accent2"/>
              </a:buClr>
              <a:buSzPct val="75000"/>
              <a:buFont typeface="Monotype Sorts" pitchFamily="2" charset="2"/>
            </a:pPr>
            <a:r>
              <a:rPr lang="en-US" altLang="zh-CN" dirty="0">
                <a:latin typeface="Times New Roman" panose="02020603050405020304" pitchFamily="18" charset="0"/>
              </a:rPr>
              <a:t>      int x;</a:t>
            </a:r>
          </a:p>
          <a:p>
            <a:pPr>
              <a:buClr>
                <a:schemeClr val="accent2"/>
              </a:buClr>
              <a:buSzPct val="75000"/>
              <a:buFont typeface="Monotype Sorts" pitchFamily="2" charset="2"/>
            </a:pPr>
            <a:endParaRPr lang="en-US" altLang="zh-CN" sz="800" dirty="0">
              <a:latin typeface="Times New Roman" panose="02020603050405020304" pitchFamily="18" charset="0"/>
            </a:endParaRPr>
          </a:p>
          <a:p>
            <a:pPr>
              <a:buClr>
                <a:schemeClr val="accent2"/>
              </a:buClr>
              <a:buSzPct val="75000"/>
              <a:buFont typeface="Monotype Sorts" pitchFamily="2" charset="2"/>
            </a:pPr>
            <a:r>
              <a:rPr lang="en-US" altLang="zh-CN" dirty="0">
                <a:latin typeface="Times New Roman" panose="02020603050405020304" pitchFamily="18" charset="0"/>
              </a:rPr>
              <a:t>      for (x = 1; x &lt;= 10; x++)</a:t>
            </a:r>
          </a:p>
          <a:p>
            <a:pPr>
              <a:buClr>
                <a:schemeClr val="accent2"/>
              </a:buClr>
              <a:buSzPct val="75000"/>
              <a:buFont typeface="Monotype Sorts" pitchFamily="2" charset="2"/>
            </a:pPr>
            <a:r>
              <a:rPr lang="en-US" altLang="zh-CN" dirty="0">
                <a:latin typeface="Times New Roman" panose="02020603050405020304" pitchFamily="18" charset="0"/>
              </a:rPr>
              <a:t>         printf(“%4d”,</a:t>
            </a:r>
            <a:r>
              <a:rPr lang="en-US" altLang="zh-CN" dirty="0">
                <a:solidFill>
                  <a:srgbClr val="003399"/>
                </a:solidFill>
                <a:latin typeface="Times New Roman" panose="02020603050405020304" pitchFamily="18" charset="0"/>
              </a:rPr>
              <a:t>square(2 * x));</a:t>
            </a:r>
            <a:r>
              <a:rPr lang="en-US" altLang="zh-CN" dirty="0">
                <a:latin typeface="Times New Roman" panose="02020603050405020304" pitchFamily="18" charset="0"/>
              </a:rPr>
              <a:t> </a:t>
            </a:r>
          </a:p>
          <a:p>
            <a:pPr>
              <a:buClr>
                <a:schemeClr val="accent2"/>
              </a:buClr>
              <a:buSzPct val="75000"/>
              <a:buFont typeface="Monotype Sorts" pitchFamily="2" charset="2"/>
            </a:pPr>
            <a:r>
              <a:rPr lang="en-US" altLang="zh-CN" dirty="0">
                <a:latin typeface="Times New Roman" panose="02020603050405020304" pitchFamily="18" charset="0"/>
              </a:rPr>
              <a:t>}</a:t>
            </a:r>
          </a:p>
          <a:p>
            <a:endParaRPr lang="zh-CN" altLang="en-US" sz="800" dirty="0">
              <a:latin typeface="Times New Roman" panose="02020603050405020304" pitchFamily="18" charset="0"/>
            </a:endParaRPr>
          </a:p>
          <a:p>
            <a:r>
              <a:rPr lang="en-US" altLang="zh-CN" dirty="0">
                <a:latin typeface="Times New Roman" panose="02020603050405020304" pitchFamily="18" charset="0"/>
              </a:rPr>
              <a:t>int square(int y) /*</a:t>
            </a:r>
            <a:r>
              <a:rPr lang="zh-CN" altLang="en-US" dirty="0">
                <a:latin typeface="Times New Roman" panose="02020603050405020304" pitchFamily="18" charset="0"/>
              </a:rPr>
              <a:t>函数定义*/ </a:t>
            </a:r>
            <a:endParaRPr lang="en-US" altLang="zh-CN" dirty="0">
              <a:latin typeface="Times New Roman" panose="02020603050405020304" pitchFamily="18" charset="0"/>
            </a:endParaRPr>
          </a:p>
          <a:p>
            <a:r>
              <a:rPr lang="en-US" altLang="zh-CN" dirty="0">
                <a:latin typeface="Times New Roman" panose="02020603050405020304" pitchFamily="18" charset="0"/>
              </a:rPr>
              <a:t>{</a:t>
            </a:r>
          </a:p>
          <a:p>
            <a:r>
              <a:rPr lang="en-US" altLang="zh-CN" dirty="0">
                <a:latin typeface="Times New Roman" panose="02020603050405020304" pitchFamily="18" charset="0"/>
              </a:rPr>
              <a:t>      return (y * y);</a:t>
            </a:r>
          </a:p>
          <a:p>
            <a:r>
              <a:rPr lang="en-US" altLang="zh-CN" dirty="0">
                <a:latin typeface="Times New Roman" panose="02020603050405020304" pitchFamily="18" charset="0"/>
              </a:rPr>
              <a:t>}</a:t>
            </a:r>
          </a:p>
          <a:p>
            <a:pPr>
              <a:buClr>
                <a:schemeClr val="accent2"/>
              </a:buClr>
              <a:buSzPct val="75000"/>
              <a:buFont typeface="Monotype Sorts" pitchFamily="2" charset="2"/>
            </a:pPr>
            <a:endParaRPr lang="en-US" altLang="zh-CN" dirty="0">
              <a:latin typeface="Times New Roman" panose="02020603050405020304" pitchFamily="18" charset="0"/>
            </a:endParaRPr>
          </a:p>
        </p:txBody>
      </p:sp>
      <p:sp>
        <p:nvSpPr>
          <p:cNvPr id="33802" name="Rectangle 14"/>
          <p:cNvSpPr/>
          <p:nvPr/>
        </p:nvSpPr>
        <p:spPr>
          <a:xfrm>
            <a:off x="596900" y="4703763"/>
            <a:ext cx="1581150" cy="1303337"/>
          </a:xfrm>
          <a:prstGeom prst="rect">
            <a:avLst/>
          </a:prstGeom>
          <a:gradFill rotWithShape="1">
            <a:gsLst>
              <a:gs pos="0">
                <a:srgbClr val="9966FF"/>
              </a:gs>
              <a:gs pos="100000">
                <a:schemeClr val="bg1"/>
              </a:gs>
            </a:gsLst>
            <a:lin ang="5400000" scaled="1"/>
            <a:tileRect/>
          </a:gradFill>
          <a:ln w="15875" cap="flat" cmpd="sng">
            <a:solidFill>
              <a:srgbClr val="000000"/>
            </a:solidFill>
            <a:prstDash val="solid"/>
            <a:miter/>
            <a:headEnd type="none" w="med" len="med"/>
            <a:tailEnd type="none" w="med" len="med"/>
          </a:ln>
        </p:spPr>
        <p:txBody>
          <a:bodyPr anchor="t"/>
          <a:lstStyle/>
          <a:p>
            <a:endParaRPr lang="zh-CN" altLang="en-US" dirty="0">
              <a:latin typeface="Times New Roman" panose="02020603050405020304" pitchFamily="18" charset="0"/>
            </a:endParaRPr>
          </a:p>
        </p:txBody>
      </p:sp>
      <p:sp>
        <p:nvSpPr>
          <p:cNvPr id="33803" name="Rectangle 15"/>
          <p:cNvSpPr/>
          <p:nvPr/>
        </p:nvSpPr>
        <p:spPr>
          <a:xfrm>
            <a:off x="898525" y="4924425"/>
            <a:ext cx="987425" cy="631825"/>
          </a:xfrm>
          <a:prstGeom prst="rect">
            <a:avLst/>
          </a:prstGeom>
          <a:noFill/>
          <a:ln w="15875" cap="flat" cmpd="sng">
            <a:solidFill>
              <a:srgbClr val="000000"/>
            </a:solidFill>
            <a:prstDash val="solid"/>
            <a:miter/>
            <a:headEnd type="none" w="med" len="med"/>
            <a:tailEnd type="none" w="med" len="med"/>
          </a:ln>
        </p:spPr>
        <p:txBody>
          <a:bodyPr anchor="t"/>
          <a:lstStyle/>
          <a:p>
            <a:endParaRPr lang="zh-CN" altLang="en-US" dirty="0">
              <a:latin typeface="Times New Roman" panose="02020603050405020304" pitchFamily="18" charset="0"/>
            </a:endParaRPr>
          </a:p>
        </p:txBody>
      </p:sp>
      <p:sp>
        <p:nvSpPr>
          <p:cNvPr id="33804" name="Rectangle 17"/>
          <p:cNvSpPr/>
          <p:nvPr/>
        </p:nvSpPr>
        <p:spPr>
          <a:xfrm>
            <a:off x="3594100" y="4662488"/>
            <a:ext cx="1581150" cy="388937"/>
          </a:xfrm>
          <a:prstGeom prst="rect">
            <a:avLst/>
          </a:prstGeom>
          <a:gradFill rotWithShape="1">
            <a:gsLst>
              <a:gs pos="0">
                <a:srgbClr val="9966FF"/>
              </a:gs>
              <a:gs pos="100000">
                <a:schemeClr val="bg1"/>
              </a:gs>
            </a:gsLst>
            <a:lin ang="5400000" scaled="1"/>
            <a:tileRect/>
          </a:gradFill>
          <a:ln w="15875" cap="flat" cmpd="sng">
            <a:solidFill>
              <a:srgbClr val="000000"/>
            </a:solidFill>
            <a:prstDash val="solid"/>
            <a:miter/>
            <a:headEnd type="none" w="med" len="med"/>
            <a:tailEnd type="none" w="med" len="med"/>
          </a:ln>
        </p:spPr>
        <p:txBody>
          <a:bodyPr anchor="t"/>
          <a:lstStyle/>
          <a:p>
            <a:endParaRPr lang="zh-CN" altLang="en-US" dirty="0">
              <a:latin typeface="Times New Roman" panose="02020603050405020304" pitchFamily="18" charset="0"/>
            </a:endParaRPr>
          </a:p>
        </p:txBody>
      </p:sp>
      <p:sp>
        <p:nvSpPr>
          <p:cNvPr id="33805" name="Rectangle 19"/>
          <p:cNvSpPr/>
          <p:nvPr/>
        </p:nvSpPr>
        <p:spPr>
          <a:xfrm>
            <a:off x="3594100" y="5051425"/>
            <a:ext cx="1581150" cy="293688"/>
          </a:xfrm>
          <a:prstGeom prst="rect">
            <a:avLst/>
          </a:prstGeom>
          <a:solidFill>
            <a:srgbClr val="E6E6E6"/>
          </a:solidFill>
          <a:ln w="9525">
            <a:noFill/>
          </a:ln>
        </p:spPr>
        <p:txBody>
          <a:bodyPr anchor="t"/>
          <a:lstStyle/>
          <a:p>
            <a:endParaRPr lang="zh-CN" altLang="en-US" dirty="0">
              <a:latin typeface="Times New Roman" panose="02020603050405020304" pitchFamily="18" charset="0"/>
            </a:endParaRPr>
          </a:p>
        </p:txBody>
      </p:sp>
      <p:sp>
        <p:nvSpPr>
          <p:cNvPr id="33806" name="Rectangle 20"/>
          <p:cNvSpPr/>
          <p:nvPr/>
        </p:nvSpPr>
        <p:spPr>
          <a:xfrm>
            <a:off x="3594100" y="5648325"/>
            <a:ext cx="1581150" cy="295275"/>
          </a:xfrm>
          <a:prstGeom prst="rect">
            <a:avLst/>
          </a:prstGeom>
          <a:solidFill>
            <a:srgbClr val="E6E6E6"/>
          </a:solidFill>
          <a:ln w="9525">
            <a:noFill/>
          </a:ln>
        </p:spPr>
        <p:txBody>
          <a:bodyPr anchor="t"/>
          <a:lstStyle/>
          <a:p>
            <a:endParaRPr lang="zh-CN" altLang="en-US" dirty="0">
              <a:latin typeface="Times New Roman" panose="02020603050405020304" pitchFamily="18" charset="0"/>
            </a:endParaRPr>
          </a:p>
        </p:txBody>
      </p:sp>
      <p:sp>
        <p:nvSpPr>
          <p:cNvPr id="33807" name="Rectangle 21"/>
          <p:cNvSpPr/>
          <p:nvPr/>
        </p:nvSpPr>
        <p:spPr>
          <a:xfrm>
            <a:off x="3594100" y="4637088"/>
            <a:ext cx="1581150" cy="1319212"/>
          </a:xfrm>
          <a:prstGeom prst="rect">
            <a:avLst/>
          </a:prstGeom>
          <a:gradFill rotWithShape="1">
            <a:gsLst>
              <a:gs pos="0">
                <a:srgbClr val="9966FF"/>
              </a:gs>
              <a:gs pos="100000">
                <a:schemeClr val="bg1"/>
              </a:gs>
            </a:gsLst>
            <a:lin ang="5400000" scaled="1"/>
            <a:tileRect/>
          </a:gradFill>
          <a:ln w="15875" cap="flat" cmpd="sng">
            <a:solidFill>
              <a:srgbClr val="000000"/>
            </a:solidFill>
            <a:prstDash val="solid"/>
            <a:miter/>
            <a:headEnd type="none" w="med" len="med"/>
            <a:tailEnd type="none" w="med" len="med"/>
          </a:ln>
        </p:spPr>
        <p:txBody>
          <a:bodyPr anchor="t"/>
          <a:lstStyle/>
          <a:p>
            <a:endParaRPr lang="zh-CN" altLang="en-US" dirty="0">
              <a:latin typeface="Times New Roman" panose="02020603050405020304" pitchFamily="18" charset="0"/>
            </a:endParaRPr>
          </a:p>
        </p:txBody>
      </p:sp>
      <p:sp>
        <p:nvSpPr>
          <p:cNvPr id="396317" name="Rectangle 29"/>
          <p:cNvSpPr/>
          <p:nvPr/>
        </p:nvSpPr>
        <p:spPr>
          <a:xfrm>
            <a:off x="742950" y="4411663"/>
            <a:ext cx="1435100" cy="306387"/>
          </a:xfrm>
          <a:prstGeom prst="rect">
            <a:avLst/>
          </a:prstGeom>
          <a:noFill/>
          <a:ln w="9525">
            <a:noFill/>
          </a:ln>
        </p:spPr>
        <p:txBody>
          <a:bodyPr wrap="square" lIns="0" tIns="0" rIns="0" bIns="0" anchor="t">
            <a:spAutoFit/>
          </a:bodyPr>
          <a:lstStyle/>
          <a:p>
            <a:r>
              <a:rPr lang="zh-CN" altLang="en-US" sz="2000" dirty="0">
                <a:solidFill>
                  <a:srgbClr val="FF3300"/>
                </a:solidFill>
                <a:latin typeface="Times New Roman" panose="02020603050405020304" pitchFamily="18" charset="0"/>
              </a:rPr>
              <a:t>主调环境</a:t>
            </a:r>
          </a:p>
        </p:txBody>
      </p:sp>
      <p:sp>
        <p:nvSpPr>
          <p:cNvPr id="396324" name="Rectangle 36"/>
          <p:cNvSpPr/>
          <p:nvPr/>
        </p:nvSpPr>
        <p:spPr>
          <a:xfrm>
            <a:off x="1258888" y="5108575"/>
            <a:ext cx="217487" cy="431800"/>
          </a:xfrm>
          <a:prstGeom prst="rect">
            <a:avLst/>
          </a:prstGeom>
          <a:noFill/>
          <a:ln w="9525">
            <a:noFill/>
          </a:ln>
        </p:spPr>
        <p:txBody>
          <a:bodyPr wrap="square" lIns="0" tIns="0" rIns="0" bIns="0" anchor="t">
            <a:spAutoFit/>
          </a:bodyPr>
          <a:lstStyle/>
          <a:p>
            <a:r>
              <a:rPr lang="en-US" altLang="zh-CN" sz="2800" dirty="0">
                <a:solidFill>
                  <a:srgbClr val="FF3300"/>
                </a:solidFill>
                <a:latin typeface="Times New Roman" panose="02020603050405020304" pitchFamily="18" charset="0"/>
              </a:rPr>
              <a:t>2</a:t>
            </a:r>
          </a:p>
        </p:txBody>
      </p:sp>
      <p:sp>
        <p:nvSpPr>
          <p:cNvPr id="396325" name="Rectangle 37"/>
          <p:cNvSpPr/>
          <p:nvPr/>
        </p:nvSpPr>
        <p:spPr>
          <a:xfrm>
            <a:off x="4222750" y="5051425"/>
            <a:ext cx="177800" cy="427038"/>
          </a:xfrm>
          <a:prstGeom prst="rect">
            <a:avLst/>
          </a:prstGeom>
          <a:noFill/>
          <a:ln w="9525">
            <a:noFill/>
          </a:ln>
        </p:spPr>
        <p:txBody>
          <a:bodyPr wrap="none" lIns="0" tIns="0" rIns="0" bIns="0" anchor="t">
            <a:spAutoFit/>
          </a:bodyPr>
          <a:lstStyle/>
          <a:p>
            <a:r>
              <a:rPr lang="en-US" altLang="zh-CN" sz="2800" dirty="0">
                <a:solidFill>
                  <a:srgbClr val="FF3300"/>
                </a:solidFill>
                <a:latin typeface="Times New Roman" panose="02020603050405020304" pitchFamily="18" charset="0"/>
              </a:rPr>
              <a:t>2</a:t>
            </a:r>
          </a:p>
        </p:txBody>
      </p:sp>
      <p:sp>
        <p:nvSpPr>
          <p:cNvPr id="12" name="Rectangle 29"/>
          <p:cNvSpPr/>
          <p:nvPr/>
        </p:nvSpPr>
        <p:spPr>
          <a:xfrm>
            <a:off x="3594100" y="4330700"/>
            <a:ext cx="1435100" cy="306388"/>
          </a:xfrm>
          <a:prstGeom prst="rect">
            <a:avLst/>
          </a:prstGeom>
          <a:noFill/>
          <a:ln w="9525">
            <a:noFill/>
          </a:ln>
        </p:spPr>
        <p:txBody>
          <a:bodyPr wrap="square" lIns="0" tIns="0" rIns="0" bIns="0" anchor="t">
            <a:spAutoFit/>
          </a:bodyPr>
          <a:lstStyle/>
          <a:p>
            <a:r>
              <a:rPr lang="zh-CN" altLang="en-US" sz="2000" dirty="0">
                <a:solidFill>
                  <a:srgbClr val="FF3300"/>
                </a:solidFill>
                <a:latin typeface="Times New Roman" panose="02020603050405020304" pitchFamily="18" charset="0"/>
              </a:rPr>
              <a:t>函数环境</a:t>
            </a:r>
          </a:p>
        </p:txBody>
      </p:sp>
      <p:sp>
        <p:nvSpPr>
          <p:cNvPr id="33812" name="Rectangle 15"/>
          <p:cNvSpPr/>
          <p:nvPr/>
        </p:nvSpPr>
        <p:spPr>
          <a:xfrm>
            <a:off x="3892550" y="4981575"/>
            <a:ext cx="985838" cy="631825"/>
          </a:xfrm>
          <a:prstGeom prst="rect">
            <a:avLst/>
          </a:prstGeom>
          <a:noFill/>
          <a:ln w="15875" cap="flat" cmpd="sng">
            <a:solidFill>
              <a:srgbClr val="000000"/>
            </a:solidFill>
            <a:prstDash val="solid"/>
            <a:miter/>
            <a:headEnd type="none" w="med" len="med"/>
            <a:tailEnd type="none" w="med" len="med"/>
          </a:ln>
        </p:spPr>
        <p:txBody>
          <a:bodyPr anchor="t"/>
          <a:lstStyle/>
          <a:p>
            <a:endParaRPr lang="zh-CN" altLang="en-US" dirty="0">
              <a:latin typeface="Times New Roman" panose="02020603050405020304" pitchFamily="18" charset="0"/>
            </a:endParaRPr>
          </a:p>
        </p:txBody>
      </p:sp>
      <p:cxnSp>
        <p:nvCxnSpPr>
          <p:cNvPr id="33813" name="曲线连接符 13"/>
          <p:cNvCxnSpPr>
            <a:stCxn id="33803" idx="3"/>
          </p:cNvCxnSpPr>
          <p:nvPr/>
        </p:nvCxnSpPr>
        <p:spPr>
          <a:xfrm flipV="1">
            <a:off x="1885950" y="4868863"/>
            <a:ext cx="1822450" cy="373062"/>
          </a:xfrm>
          <a:prstGeom prst="curvedConnector3">
            <a:avLst>
              <a:gd name="adj1" fmla="val 50000"/>
            </a:avLst>
          </a:prstGeom>
          <a:ln w="9525" cap="flat" cmpd="sng">
            <a:solidFill>
              <a:schemeClr val="tx1"/>
            </a:solidFill>
            <a:prstDash val="solid"/>
            <a:round/>
            <a:headEnd type="none" w="med" len="med"/>
            <a:tailEnd type="arrow" w="med" len="med"/>
          </a:ln>
          <a:effectLst>
            <a:prstShdw prst="shdw17" dist="17961" dir="13499999">
              <a:srgbClr val="000000"/>
            </a:prstShdw>
          </a:effectLst>
        </p:spPr>
      </p:cxnSp>
      <p:sp>
        <p:nvSpPr>
          <p:cNvPr id="15" name="AutoShape 40"/>
          <p:cNvSpPr>
            <a:spLocks noChangeArrowheads="1"/>
          </p:cNvSpPr>
          <p:nvPr/>
        </p:nvSpPr>
        <p:spPr bwMode="auto">
          <a:xfrm>
            <a:off x="8251825" y="2206625"/>
            <a:ext cx="936625" cy="360363"/>
          </a:xfrm>
          <a:prstGeom prst="wedgeRectCallout">
            <a:avLst>
              <a:gd name="adj1" fmla="val 10000"/>
              <a:gd name="adj2" fmla="val 108148"/>
            </a:avLst>
          </a:prstGeom>
          <a:gradFill rotWithShape="1">
            <a:gsLst>
              <a:gs pos="0">
                <a:schemeClr val="accent1">
                  <a:gamma/>
                  <a:shade val="46275"/>
                  <a:invGamma/>
                </a:schemeClr>
              </a:gs>
              <a:gs pos="50000">
                <a:schemeClr val="accent1"/>
              </a:gs>
              <a:gs pos="100000">
                <a:schemeClr val="accent1">
                  <a:gamma/>
                  <a:shade val="46275"/>
                  <a:invGamma/>
                </a:scheme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342900" marR="0" lvl="0" indent="-342900" algn="ctr" defTabSz="914400" rtl="0" eaLnBrk="1" fontAlgn="base" latinLnBrk="0" hangingPunct="1">
              <a:lnSpc>
                <a:spcPct val="90000"/>
              </a:lnSpc>
              <a:spcBef>
                <a:spcPct val="20000"/>
              </a:spcBef>
              <a:spcAft>
                <a:spcPct val="0"/>
              </a:spcAft>
              <a:buClrTx/>
              <a:buSzTx/>
              <a:buFontTx/>
              <a:buNone/>
              <a:defRPr/>
            </a:pPr>
            <a:r>
              <a:rPr kumimoji="1" lang="zh-CN" altLang="en-US" sz="2200" b="1"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rPr>
              <a:t>实参</a:t>
            </a:r>
          </a:p>
        </p:txBody>
      </p:sp>
      <p:sp>
        <p:nvSpPr>
          <p:cNvPr id="16" name="AutoShape 41"/>
          <p:cNvSpPr>
            <a:spLocks noChangeArrowheads="1"/>
          </p:cNvSpPr>
          <p:nvPr/>
        </p:nvSpPr>
        <p:spPr bwMode="auto">
          <a:xfrm>
            <a:off x="7554913" y="3770313"/>
            <a:ext cx="936625" cy="360363"/>
          </a:xfrm>
          <a:prstGeom prst="wedgeRectCallout">
            <a:avLst>
              <a:gd name="adj1" fmla="val -93254"/>
              <a:gd name="adj2" fmla="val -48414"/>
            </a:avLst>
          </a:prstGeom>
          <a:gradFill rotWithShape="1">
            <a:gsLst>
              <a:gs pos="0">
                <a:schemeClr val="accent1">
                  <a:gamma/>
                  <a:shade val="46275"/>
                  <a:invGamma/>
                </a:schemeClr>
              </a:gs>
              <a:gs pos="50000">
                <a:schemeClr val="accent1"/>
              </a:gs>
              <a:gs pos="100000">
                <a:schemeClr val="accent1">
                  <a:gamma/>
                  <a:shade val="46275"/>
                  <a:invGamma/>
                </a:scheme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342900" marR="0" lvl="0" indent="-342900" algn="ctr" defTabSz="914400" rtl="0" eaLnBrk="1" fontAlgn="base" latinLnBrk="0" hangingPunct="1">
              <a:lnSpc>
                <a:spcPct val="90000"/>
              </a:lnSpc>
              <a:spcBef>
                <a:spcPct val="20000"/>
              </a:spcBef>
              <a:spcAft>
                <a:spcPct val="0"/>
              </a:spcAft>
              <a:buClrTx/>
              <a:buSzTx/>
              <a:buFontTx/>
              <a:buNone/>
              <a:defRPr/>
            </a:pPr>
            <a:r>
              <a:rPr kumimoji="1" lang="zh-CN" altLang="en-US" sz="2200" b="1" i="0" u="none" strike="noStrike" kern="1200" cap="none" spc="0" normalizeH="0" baseline="0" noProof="0">
                <a:ln>
                  <a:noFill/>
                </a:ln>
                <a:solidFill>
                  <a:schemeClr val="bg1"/>
                </a:solidFill>
                <a:effectLst/>
                <a:uLnTx/>
                <a:uFillTx/>
                <a:latin typeface="Times New Roman" panose="02020603050405020304" pitchFamily="18" charset="0"/>
                <a:ea typeface="宋体" panose="02010600030101010101" pitchFamily="2" charset="-122"/>
                <a:cs typeface="+mn-cs"/>
              </a:rPr>
              <a:t>形参</a:t>
            </a:r>
          </a:p>
        </p:txBody>
      </p:sp>
    </p:spTree>
    <p:extLst>
      <p:ext uri="{BB962C8B-B14F-4D97-AF65-F5344CB8AC3E}">
        <p14:creationId xmlns:p14="http://schemas.microsoft.com/office/powerpoint/2010/main" val="105517955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95272"/>
                                        </p:tgtEl>
                                        <p:attrNameLst>
                                          <p:attrName>style.visibility</p:attrName>
                                        </p:attrNameLst>
                                      </p:cBhvr>
                                      <p:to>
                                        <p:strVal val="visible"/>
                                      </p:to>
                                    </p:set>
                                    <p:animEffect transition="in" filter="dissolve">
                                      <p:cBhvr>
                                        <p:cTn id="7" dur="500"/>
                                        <p:tgtEl>
                                          <p:spTgt spid="39527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96317"/>
                                        </p:tgtEl>
                                        <p:attrNameLst>
                                          <p:attrName>style.visibility</p:attrName>
                                        </p:attrNameLst>
                                      </p:cBhvr>
                                      <p:to>
                                        <p:strVal val="visible"/>
                                      </p:to>
                                    </p:set>
                                    <p:animEffect transition="in" filter="dissolve">
                                      <p:cBhvr>
                                        <p:cTn id="12" dur="500"/>
                                        <p:tgtEl>
                                          <p:spTgt spid="39631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96324"/>
                                        </p:tgtEl>
                                        <p:attrNameLst>
                                          <p:attrName>style.visibility</p:attrName>
                                        </p:attrNameLst>
                                      </p:cBhvr>
                                      <p:to>
                                        <p:strVal val="visible"/>
                                      </p:to>
                                    </p:set>
                                    <p:animEffect transition="in" filter="dissolve">
                                      <p:cBhvr>
                                        <p:cTn id="17" dur="500"/>
                                        <p:tgtEl>
                                          <p:spTgt spid="396324"/>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96325"/>
                                        </p:tgtEl>
                                        <p:attrNameLst>
                                          <p:attrName>style.visibility</p:attrName>
                                        </p:attrNameLst>
                                      </p:cBhvr>
                                      <p:to>
                                        <p:strVal val="visible"/>
                                      </p:to>
                                    </p:set>
                                    <p:animEffect transition="in" filter="dissolve">
                                      <p:cBhvr>
                                        <p:cTn id="22" dur="500"/>
                                        <p:tgtEl>
                                          <p:spTgt spid="396325"/>
                                        </p:tgtEl>
                                      </p:cBhvr>
                                    </p:animEffect>
                                  </p:childTnLst>
                                </p:cTn>
                              </p:par>
                              <p:par>
                                <p:cTn id="23" presetID="1" presetClass="exit" presetSubtype="0" fill="hold" grpId="1" nodeType="withEffect">
                                  <p:stCondLst>
                                    <p:cond delay="0"/>
                                  </p:stCondLst>
                                  <p:childTnLst>
                                    <p:set>
                                      <p:cBhvr>
                                        <p:cTn id="24" dur="1" fill="hold">
                                          <p:stCondLst>
                                            <p:cond delay="0"/>
                                          </p:stCondLst>
                                        </p:cTn>
                                        <p:tgtEl>
                                          <p:spTgt spid="396325"/>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dissolve">
                                      <p:cBhvr>
                                        <p:cTn id="29" dur="500"/>
                                        <p:tgtEl>
                                          <p:spTgt spid="12"/>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dissolve">
                                      <p:cBhvr>
                                        <p:cTn id="34" dur="500"/>
                                        <p:tgtEl>
                                          <p:spTgt spid="15"/>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dissolve">
                                      <p:cBhvr>
                                        <p:cTn id="3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6317" grpId="0"/>
      <p:bldP spid="396324" grpId="0"/>
      <p:bldP spid="396325" grpId="0"/>
      <p:bldP spid="396325" grpId="1"/>
      <p:bldP spid="12" grpId="0"/>
      <p:bldP spid="15" grpId="0" bldLvl="0" animBg="1"/>
      <p:bldP spid="16" grpId="0" bldLvl="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5723F406-0859-BC10-F8F1-09F35C0DC1A6}"/>
              </a:ext>
            </a:extLst>
          </p:cNvPr>
          <p:cNvSpPr>
            <a:spLocks noGrp="1" noChangeArrowheads="1"/>
          </p:cNvSpPr>
          <p:nvPr>
            <p:ph type="title"/>
          </p:nvPr>
        </p:nvSpPr>
        <p:spPr>
          <a:ln/>
        </p:spPr>
        <p:txBody>
          <a:bodyPr/>
          <a:lstStyle/>
          <a:p>
            <a:pPr algn="ctr"/>
            <a:r>
              <a:rPr lang="zh-CN" altLang="en-US" dirty="0">
                <a:ea typeface="宋体" panose="02010600030101010101" pitchFamily="2" charset="-122"/>
              </a:rPr>
              <a:t>高级语言翻译器</a:t>
            </a:r>
            <a:endParaRPr lang="en-US" altLang="zh-CN" dirty="0">
              <a:ea typeface="宋体" panose="02010600030101010101" pitchFamily="2" charset="-122"/>
            </a:endParaRPr>
          </a:p>
        </p:txBody>
      </p:sp>
      <p:sp>
        <p:nvSpPr>
          <p:cNvPr id="34819" name="Rectangle 3">
            <a:extLst>
              <a:ext uri="{FF2B5EF4-FFF2-40B4-BE49-F238E27FC236}">
                <a16:creationId xmlns:a16="http://schemas.microsoft.com/office/drawing/2014/main" id="{6A226B59-EFD2-CBE3-B8F7-9B214E4BB266}"/>
              </a:ext>
            </a:extLst>
          </p:cNvPr>
          <p:cNvSpPr>
            <a:spLocks noGrp="1" noChangeArrowheads="1"/>
          </p:cNvSpPr>
          <p:nvPr>
            <p:ph type="body" idx="1"/>
          </p:nvPr>
        </p:nvSpPr>
        <p:spPr/>
        <p:txBody>
          <a:bodyPr/>
          <a:lstStyle/>
          <a:p>
            <a:pPr>
              <a:lnSpc>
                <a:spcPct val="90000"/>
              </a:lnSpc>
            </a:pPr>
            <a:r>
              <a:rPr lang="zh-CN" altLang="en-US" sz="2400" i="1" dirty="0">
                <a:solidFill>
                  <a:schemeClr val="accent2"/>
                </a:solidFill>
                <a:ea typeface="宋体" panose="02010600030101010101" pitchFamily="2" charset="-122"/>
              </a:rPr>
              <a:t>解释器 </a:t>
            </a:r>
            <a:r>
              <a:rPr lang="en-US" altLang="zh-CN" sz="2400" i="1" dirty="0">
                <a:solidFill>
                  <a:schemeClr val="accent2"/>
                </a:solidFill>
                <a:ea typeface="宋体" panose="02010600030101010101" pitchFamily="2" charset="-122"/>
              </a:rPr>
              <a:t>Interpreter</a:t>
            </a:r>
            <a:r>
              <a:rPr lang="en-US" altLang="zh-CN" sz="2400" dirty="0">
                <a:ea typeface="宋体" panose="02010600030101010101" pitchFamily="2" charset="-122"/>
              </a:rPr>
              <a:t>  </a:t>
            </a:r>
          </a:p>
          <a:p>
            <a:pPr lvl="1">
              <a:lnSpc>
                <a:spcPct val="90000"/>
              </a:lnSpc>
            </a:pPr>
            <a:r>
              <a:rPr lang="zh-CN" altLang="en-US" sz="2400" dirty="0">
                <a:ea typeface="宋体" panose="02010600030101010101" pitchFamily="2" charset="-122"/>
              </a:rPr>
              <a:t>负责逐行翻译高级语言程序代码为机器指令的软件，可以一边翻译一边执行程序</a:t>
            </a:r>
            <a:r>
              <a:rPr lang="en-US" altLang="zh-CN" sz="2400" dirty="0">
                <a:ea typeface="宋体" panose="02010600030101010101" pitchFamily="2" charset="-122"/>
              </a:rPr>
              <a:t>.</a:t>
            </a:r>
          </a:p>
          <a:p>
            <a:pPr lvl="1">
              <a:lnSpc>
                <a:spcPct val="90000"/>
              </a:lnSpc>
            </a:pPr>
            <a:r>
              <a:rPr lang="zh-CN" altLang="en-US" sz="2400" dirty="0">
                <a:ea typeface="宋体" panose="02010600030101010101" pitchFamily="2" charset="-122"/>
              </a:rPr>
              <a:t>例：</a:t>
            </a:r>
            <a:r>
              <a:rPr lang="en-US" altLang="zh-CN" sz="2400" dirty="0">
                <a:ea typeface="宋体" panose="02010600030101010101" pitchFamily="2" charset="-122"/>
              </a:rPr>
              <a:t>BASIC</a:t>
            </a:r>
            <a:r>
              <a:rPr lang="zh-CN" altLang="en-US" sz="2400" dirty="0">
                <a:ea typeface="宋体" panose="02010600030101010101" pitchFamily="2" charset="-122"/>
              </a:rPr>
              <a:t>和</a:t>
            </a:r>
            <a:r>
              <a:rPr lang="en-US" altLang="zh-CN" sz="2400" dirty="0">
                <a:ea typeface="宋体" panose="02010600030101010101" pitchFamily="2" charset="-122"/>
              </a:rPr>
              <a:t>Perl</a:t>
            </a:r>
            <a:r>
              <a:rPr lang="zh-CN" altLang="en-US" sz="2400" dirty="0">
                <a:ea typeface="宋体" panose="02010600030101010101" pitchFamily="2" charset="-122"/>
              </a:rPr>
              <a:t>都是使用解释器的语言</a:t>
            </a:r>
            <a:r>
              <a:rPr lang="en-US" altLang="zh-CN" sz="2400" dirty="0">
                <a:ea typeface="宋体" panose="02010600030101010101" pitchFamily="2" charset="-122"/>
              </a:rPr>
              <a:t>.</a:t>
            </a:r>
          </a:p>
          <a:p>
            <a:pPr>
              <a:lnSpc>
                <a:spcPct val="90000"/>
              </a:lnSpc>
            </a:pPr>
            <a:r>
              <a:rPr lang="zh-CN" altLang="en-US" sz="2400" i="1" dirty="0">
                <a:solidFill>
                  <a:schemeClr val="accent2"/>
                </a:solidFill>
                <a:ea typeface="宋体" panose="02010600030101010101" pitchFamily="2" charset="-122"/>
              </a:rPr>
              <a:t>编译器 </a:t>
            </a:r>
            <a:r>
              <a:rPr lang="en-US" altLang="zh-CN" sz="2400" i="1" dirty="0">
                <a:solidFill>
                  <a:schemeClr val="accent2"/>
                </a:solidFill>
                <a:ea typeface="宋体" panose="02010600030101010101" pitchFamily="2" charset="-122"/>
              </a:rPr>
              <a:t>Compiler</a:t>
            </a:r>
            <a:endParaRPr lang="en-US" altLang="zh-CN" sz="2400" i="1" dirty="0">
              <a:ea typeface="宋体" panose="02010600030101010101" pitchFamily="2" charset="-122"/>
            </a:endParaRPr>
          </a:p>
          <a:p>
            <a:pPr lvl="1">
              <a:lnSpc>
                <a:spcPct val="90000"/>
              </a:lnSpc>
            </a:pPr>
            <a:r>
              <a:rPr lang="zh-CN" altLang="en-US" sz="2400" dirty="0">
                <a:ea typeface="宋体" panose="02010600030101010101" pitchFamily="2" charset="-122"/>
              </a:rPr>
              <a:t>只能整篇翻译高级语言程序代码</a:t>
            </a:r>
            <a:r>
              <a:rPr lang="en-US" altLang="zh-CN" sz="2400" dirty="0">
                <a:ea typeface="宋体" panose="02010600030101010101" pitchFamily="2" charset="-122"/>
              </a:rPr>
              <a:t>(</a:t>
            </a:r>
            <a:r>
              <a:rPr lang="en-US" altLang="zh-CN" sz="2400" i="1" dirty="0">
                <a:solidFill>
                  <a:schemeClr val="accent2"/>
                </a:solidFill>
                <a:ea typeface="宋体" panose="02010600030101010101" pitchFamily="2" charset="-122"/>
              </a:rPr>
              <a:t>source code</a:t>
            </a:r>
            <a:r>
              <a:rPr lang="en-US" altLang="zh-CN" sz="2400" dirty="0">
                <a:ea typeface="宋体" panose="02010600030101010101" pitchFamily="2" charset="-122"/>
              </a:rPr>
              <a:t>)</a:t>
            </a:r>
            <a:r>
              <a:rPr lang="zh-CN" altLang="en-US" sz="2400" dirty="0">
                <a:ea typeface="宋体" panose="02010600030101010101" pitchFamily="2" charset="-122"/>
              </a:rPr>
              <a:t>为机器指令</a:t>
            </a:r>
            <a:r>
              <a:rPr lang="en-US" altLang="zh-CN" sz="2400" dirty="0">
                <a:ea typeface="宋体" panose="02010600030101010101" pitchFamily="2" charset="-122"/>
              </a:rPr>
              <a:t>(</a:t>
            </a:r>
            <a:r>
              <a:rPr lang="en-US" altLang="zh-CN" sz="2400" i="1" dirty="0">
                <a:solidFill>
                  <a:schemeClr val="accent2"/>
                </a:solidFill>
                <a:ea typeface="宋体" panose="02010600030101010101" pitchFamily="2" charset="-122"/>
              </a:rPr>
              <a:t>object code</a:t>
            </a:r>
            <a:r>
              <a:rPr lang="en-US" altLang="zh-CN" sz="2400" dirty="0">
                <a:ea typeface="宋体" panose="02010600030101010101" pitchFamily="2" charset="-122"/>
              </a:rPr>
              <a:t>)</a:t>
            </a:r>
            <a:r>
              <a:rPr lang="zh-CN" altLang="en-US" sz="2400" dirty="0">
                <a:ea typeface="宋体" panose="02010600030101010101" pitchFamily="2" charset="-122"/>
              </a:rPr>
              <a:t>的软件</a:t>
            </a:r>
            <a:r>
              <a:rPr lang="en-US" altLang="zh-CN" sz="2400" dirty="0">
                <a:ea typeface="宋体" panose="02010600030101010101" pitchFamily="2" charset="-122"/>
              </a:rPr>
              <a:t>.  </a:t>
            </a:r>
          </a:p>
          <a:p>
            <a:pPr lvl="1">
              <a:lnSpc>
                <a:spcPct val="90000"/>
              </a:lnSpc>
            </a:pPr>
            <a:r>
              <a:rPr lang="en-US" altLang="zh-CN" sz="2400" dirty="0">
                <a:ea typeface="宋体" panose="02010600030101010101" pitchFamily="2" charset="-122"/>
              </a:rPr>
              <a:t>C, C++, COBOL, FORTRAN </a:t>
            </a:r>
            <a:r>
              <a:rPr lang="zh-CN" altLang="en-US" sz="2400" dirty="0">
                <a:ea typeface="宋体" panose="02010600030101010101" pitchFamily="2" charset="-122"/>
              </a:rPr>
              <a:t>都是使用编译器的语言</a:t>
            </a:r>
            <a:r>
              <a:rPr lang="en-US" altLang="zh-CN" sz="2400" dirty="0">
                <a:ea typeface="宋体" panose="02010600030101010101" pitchFamily="2" charset="-122"/>
              </a:rPr>
              <a:t>.</a:t>
            </a:r>
          </a:p>
          <a:p>
            <a:pPr>
              <a:lnSpc>
                <a:spcPct val="90000"/>
              </a:lnSpc>
            </a:pPr>
            <a:r>
              <a:rPr lang="en-US" altLang="zh-CN" sz="2400" i="1" dirty="0">
                <a:solidFill>
                  <a:schemeClr val="accent2"/>
                </a:solidFill>
                <a:ea typeface="宋体" panose="02010600030101010101" pitchFamily="2" charset="-122"/>
              </a:rPr>
              <a:t>Java </a:t>
            </a:r>
            <a:r>
              <a:rPr lang="zh-CN" altLang="en-US" sz="2400" dirty="0">
                <a:ea typeface="宋体" panose="02010600030101010101" pitchFamily="2" charset="-122"/>
              </a:rPr>
              <a:t>既用编译器，又用解释器，因为跨计算机平台的缘故</a:t>
            </a:r>
            <a:r>
              <a:rPr lang="en-US" altLang="zh-CN" sz="2400" dirty="0">
                <a:ea typeface="宋体" panose="02010600030101010101" pitchFamily="2" charset="-122"/>
              </a:rPr>
              <a:t>.</a:t>
            </a:r>
            <a:endParaRPr lang="en-US" altLang="zh-CN" sz="2400" i="1" dirty="0">
              <a:ea typeface="宋体" panose="02010600030101010101" pitchFamily="2" charset="-122"/>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77002DB1-FD89-E16F-F8AE-A84D48E0CC1B}"/>
              </a:ext>
            </a:extLst>
          </p:cNvPr>
          <p:cNvSpPr>
            <a:spLocks noGrp="1" noChangeArrowheads="1"/>
          </p:cNvSpPr>
          <p:nvPr>
            <p:ph type="title"/>
          </p:nvPr>
        </p:nvSpPr>
        <p:spPr>
          <a:ln/>
        </p:spPr>
        <p:txBody>
          <a:bodyPr/>
          <a:lstStyle/>
          <a:p>
            <a:pPr algn="ctr"/>
            <a:r>
              <a:rPr lang="zh-CN" altLang="en-US" dirty="0">
                <a:ea typeface="宋体" panose="02010600030101010101" pitchFamily="2" charset="-122"/>
              </a:rPr>
              <a:t>高级语言的翻译过程</a:t>
            </a:r>
            <a:endParaRPr lang="en-US" altLang="zh-CN" dirty="0">
              <a:ea typeface="宋体" panose="02010600030101010101" pitchFamily="2" charset="-122"/>
            </a:endParaRPr>
          </a:p>
        </p:txBody>
      </p:sp>
      <p:sp>
        <p:nvSpPr>
          <p:cNvPr id="80914" name="Text Box 18">
            <a:extLst>
              <a:ext uri="{FF2B5EF4-FFF2-40B4-BE49-F238E27FC236}">
                <a16:creationId xmlns:a16="http://schemas.microsoft.com/office/drawing/2014/main" id="{D13EEE29-0A02-667F-4F3F-55810001EBF1}"/>
              </a:ext>
            </a:extLst>
          </p:cNvPr>
          <p:cNvSpPr txBox="1">
            <a:spLocks noChangeArrowheads="1"/>
          </p:cNvSpPr>
          <p:nvPr/>
        </p:nvSpPr>
        <p:spPr bwMode="auto">
          <a:xfrm>
            <a:off x="838200" y="1371600"/>
            <a:ext cx="7696200"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FontTx/>
              <a:buChar char="•"/>
            </a:pPr>
            <a:r>
              <a:rPr lang="zh-CN" altLang="en-US" sz="2800" dirty="0">
                <a:ea typeface="宋体" panose="02010600030101010101" pitchFamily="2" charset="-122"/>
              </a:rPr>
              <a:t>高级语言中的单个表达式（</a:t>
            </a:r>
            <a:r>
              <a:rPr lang="en-US" altLang="zh-CN" sz="2800" dirty="0">
                <a:ea typeface="宋体" panose="02010600030101010101" pitchFamily="2" charset="-122"/>
              </a:rPr>
              <a:t>ab/2</a:t>
            </a:r>
            <a:r>
              <a:rPr lang="zh-CN" altLang="en-US" sz="2800">
                <a:ea typeface="宋体" panose="02010600030101010101" pitchFamily="2" charset="-122"/>
              </a:rPr>
              <a:t>）通常</a:t>
            </a:r>
            <a:r>
              <a:rPr lang="zh-CN" altLang="en-US" sz="2800" dirty="0">
                <a:ea typeface="宋体" panose="02010600030101010101" pitchFamily="2" charset="-122"/>
              </a:rPr>
              <a:t>需要机器语言中的</a:t>
            </a:r>
            <a:r>
              <a:rPr lang="zh-CN" altLang="en-US" sz="2800">
                <a:ea typeface="宋体" panose="02010600030101010101" pitchFamily="2" charset="-122"/>
              </a:rPr>
              <a:t>几个操作指令。</a:t>
            </a:r>
            <a:endParaRPr lang="en-US" altLang="zh-CN" sz="2800" dirty="0">
              <a:ea typeface="宋体" panose="02010600030101010101" pitchFamily="2" charset="-122"/>
            </a:endParaRPr>
          </a:p>
        </p:txBody>
      </p:sp>
      <p:pic>
        <p:nvPicPr>
          <p:cNvPr id="80918" name="Picture 22">
            <a:extLst>
              <a:ext uri="{FF2B5EF4-FFF2-40B4-BE49-F238E27FC236}">
                <a16:creationId xmlns:a16="http://schemas.microsoft.com/office/drawing/2014/main" id="{6F94167D-9CCB-4829-99B2-8F430990CD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27415"/>
          <a:stretch>
            <a:fillRect/>
          </a:stretch>
        </p:blipFill>
        <p:spPr bwMode="auto">
          <a:xfrm>
            <a:off x="1600200" y="2895600"/>
            <a:ext cx="6400800" cy="31988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2FA454-F329-B482-3E01-1CDF97303B6A}"/>
              </a:ext>
            </a:extLst>
          </p:cNvPr>
          <p:cNvSpPr>
            <a:spLocks noGrp="1"/>
          </p:cNvSpPr>
          <p:nvPr>
            <p:ph type="title"/>
          </p:nvPr>
        </p:nvSpPr>
        <p:spPr/>
        <p:txBody>
          <a:bodyPr/>
          <a:lstStyle/>
          <a:p>
            <a:r>
              <a:rPr lang="zh-CN" altLang="en-US" dirty="0"/>
              <a:t>编程语言开发环境</a:t>
            </a:r>
          </a:p>
        </p:txBody>
      </p:sp>
      <p:sp>
        <p:nvSpPr>
          <p:cNvPr id="3" name="Rectangle 3">
            <a:extLst>
              <a:ext uri="{FF2B5EF4-FFF2-40B4-BE49-F238E27FC236}">
                <a16:creationId xmlns:a16="http://schemas.microsoft.com/office/drawing/2014/main" id="{473F1C4F-1568-DE16-2762-6A3E0DAA3876}"/>
              </a:ext>
            </a:extLst>
          </p:cNvPr>
          <p:cNvSpPr txBox="1">
            <a:spLocks noChangeArrowheads="1"/>
          </p:cNvSpPr>
          <p:nvPr/>
        </p:nvSpPr>
        <p:spPr>
          <a:xfrm>
            <a:off x="457605" y="1592127"/>
            <a:ext cx="8228790" cy="4531504"/>
          </a:xfrm>
          <a:prstGeom prst="rect">
            <a:avLst/>
          </a:prstGeom>
        </p:spPr>
        <p:txBody>
          <a:bodyPr/>
          <a:lstStyle>
            <a:lvl1pPr marL="342900" lvl="0" indent="-342900" algn="l" defTabSz="914400" eaLnBrk="0" fontAlgn="base" latinLnBrk="0" hangingPunct="0">
              <a:lnSpc>
                <a:spcPct val="100000"/>
              </a:lnSpc>
              <a:spcBef>
                <a:spcPct val="20000"/>
              </a:spcBef>
              <a:spcAft>
                <a:spcPct val="0"/>
              </a:spcAft>
              <a:buChar char="•"/>
              <a:defRPr sz="2800" b="0" i="0" u="none" kern="1200" baseline="0">
                <a:solidFill>
                  <a:schemeClr val="tx1"/>
                </a:solidFill>
                <a:latin typeface="+mn-lt"/>
                <a:ea typeface="+mn-ea"/>
                <a:cs typeface="+mn-cs"/>
              </a:defRPr>
            </a:lvl1pPr>
            <a:lvl2pPr marL="742950" lvl="1" indent="-285750" algn="l" defTabSz="914400" eaLnBrk="0" fontAlgn="base" latinLnBrk="0" hangingPunct="0">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0" fontAlgn="base" latinLnBrk="0" hangingPunct="0">
              <a:lnSpc>
                <a:spcPct val="100000"/>
              </a:lnSpc>
              <a:spcBef>
                <a:spcPct val="20000"/>
              </a:spcBef>
              <a:spcAft>
                <a:spcPct val="0"/>
              </a:spcAft>
              <a:buSzPct val="65000"/>
              <a:buFont typeface="Wingdings" panose="05000000000000000000" pitchFamily="2" charset="2"/>
              <a:buChar char="n"/>
              <a:defRPr sz="2800" b="0" i="0" u="none" kern="1200" baseline="0">
                <a:solidFill>
                  <a:schemeClr val="tx1"/>
                </a:solidFill>
                <a:latin typeface="+mn-lt"/>
                <a:ea typeface="+mn-ea"/>
                <a:cs typeface="+mn-cs"/>
              </a:defRPr>
            </a:lvl3pPr>
            <a:lvl4pPr marL="1600200" lvl="3" indent="-228600" algn="l" defTabSz="914400" eaLnBrk="0" fontAlgn="base" latinLnBrk="0" hangingPunct="0">
              <a:lnSpc>
                <a:spcPct val="100000"/>
              </a:lnSpc>
              <a:spcBef>
                <a:spcPct val="20000"/>
              </a:spcBef>
              <a:spcAft>
                <a:spcPct val="0"/>
              </a:spcAft>
              <a:buFont typeface="Wingdings" panose="05000000000000000000" pitchFamily="2" charset="2"/>
              <a:buChar char="–"/>
              <a:defRPr sz="2800" b="0" i="0" u="none" kern="1200" baseline="0">
                <a:solidFill>
                  <a:schemeClr val="tx1"/>
                </a:solidFill>
                <a:latin typeface="+mn-lt"/>
                <a:ea typeface="+mn-ea"/>
                <a:cs typeface="+mn-cs"/>
              </a:defRPr>
            </a:lvl4pPr>
            <a:lvl5pPr marL="2057400" lvl="4" indent="-228600" algn="l" defTabSz="914400" eaLnBrk="0" fontAlgn="base" latinLnBrk="0" hangingPunct="0">
              <a:lnSpc>
                <a:spcPct val="100000"/>
              </a:lnSpc>
              <a:spcBef>
                <a:spcPct val="20000"/>
              </a:spcBef>
              <a:spcAft>
                <a:spcPct val="0"/>
              </a:spcAft>
              <a:buFont typeface="Wingdings" panose="05000000000000000000" pitchFamily="2" charset="2"/>
              <a:buChar char="»"/>
              <a:defRPr sz="2800" b="0" i="0" u="none" kern="1200" baseline="0">
                <a:solidFill>
                  <a:schemeClr val="tx1"/>
                </a:solidFill>
                <a:latin typeface="+mn-lt"/>
                <a:ea typeface="+mn-ea"/>
                <a:cs typeface="+mn-cs"/>
              </a:defRPr>
            </a:lvl5pPr>
            <a:lvl6pPr marL="2514600" lvl="5" indent="-228600" algn="l" defTabSz="914400" eaLnBrk="0" fontAlgn="base" latinLnBrk="0" hangingPunct="0">
              <a:lnSpc>
                <a:spcPct val="100000"/>
              </a:lnSpc>
              <a:spcBef>
                <a:spcPct val="20000"/>
              </a:spcBef>
              <a:spcAft>
                <a:spcPct val="0"/>
              </a:spcAft>
              <a:buFont typeface="Wingdings" panose="05000000000000000000" pitchFamily="2" charset="2"/>
              <a:buChar char="»"/>
              <a:defRPr sz="2800" b="0" i="0" u="none" kern="1200" baseline="0">
                <a:solidFill>
                  <a:schemeClr val="tx1"/>
                </a:solidFill>
                <a:latin typeface="+mn-lt"/>
                <a:ea typeface="+mn-ea"/>
                <a:cs typeface="+mn-cs"/>
              </a:defRPr>
            </a:lvl6pPr>
            <a:lvl7pPr marL="2971800" lvl="6" indent="-228600" algn="l" defTabSz="914400" eaLnBrk="0" fontAlgn="base" latinLnBrk="0" hangingPunct="0">
              <a:lnSpc>
                <a:spcPct val="100000"/>
              </a:lnSpc>
              <a:spcBef>
                <a:spcPct val="20000"/>
              </a:spcBef>
              <a:spcAft>
                <a:spcPct val="0"/>
              </a:spcAft>
              <a:buFont typeface="Wingdings" panose="05000000000000000000" pitchFamily="2" charset="2"/>
              <a:buChar char="»"/>
              <a:defRPr sz="2800" b="0" i="0" u="none" kern="1200" baseline="0">
                <a:solidFill>
                  <a:schemeClr val="tx1"/>
                </a:solidFill>
                <a:latin typeface="+mn-lt"/>
                <a:ea typeface="+mn-ea"/>
                <a:cs typeface="+mn-cs"/>
              </a:defRPr>
            </a:lvl7pPr>
            <a:lvl8pPr marL="3429000" lvl="7" indent="-228600" algn="l" defTabSz="914400" eaLnBrk="0" fontAlgn="base" latinLnBrk="0" hangingPunct="0">
              <a:lnSpc>
                <a:spcPct val="100000"/>
              </a:lnSpc>
              <a:spcBef>
                <a:spcPct val="20000"/>
              </a:spcBef>
              <a:spcAft>
                <a:spcPct val="0"/>
              </a:spcAft>
              <a:buFont typeface="Wingdings" panose="05000000000000000000" pitchFamily="2" charset="2"/>
              <a:buChar char="»"/>
              <a:defRPr sz="2800" b="0" i="0" u="none" kern="1200" baseline="0">
                <a:solidFill>
                  <a:schemeClr val="tx1"/>
                </a:solidFill>
                <a:latin typeface="+mn-lt"/>
                <a:ea typeface="+mn-ea"/>
                <a:cs typeface="+mn-cs"/>
              </a:defRPr>
            </a:lvl8pPr>
            <a:lvl9pPr marL="3886200" lvl="8" indent="-228600" algn="l" defTabSz="914400" eaLnBrk="0" fontAlgn="base" latinLnBrk="0" hangingPunct="0">
              <a:lnSpc>
                <a:spcPct val="100000"/>
              </a:lnSpc>
              <a:spcBef>
                <a:spcPct val="20000"/>
              </a:spcBef>
              <a:spcAft>
                <a:spcPct val="0"/>
              </a:spcAft>
              <a:buFont typeface="Wingdings" panose="05000000000000000000" pitchFamily="2" charset="2"/>
              <a:buChar char="»"/>
              <a:defRPr sz="2800" b="0" i="0" u="none" kern="1200" baseline="0">
                <a:solidFill>
                  <a:schemeClr val="tx1"/>
                </a:solidFill>
                <a:latin typeface="+mn-lt"/>
                <a:ea typeface="+mn-ea"/>
                <a:cs typeface="+mn-cs"/>
              </a:defRPr>
            </a:lvl9pPr>
          </a:lstStyle>
          <a:p>
            <a:pPr>
              <a:lnSpc>
                <a:spcPct val="90000"/>
              </a:lnSpc>
              <a:spcBef>
                <a:spcPct val="50000"/>
              </a:spcBef>
              <a:buFontTx/>
            </a:pPr>
            <a:r>
              <a:rPr lang="zh-CN" altLang="en-US" sz="3061" dirty="0"/>
              <a:t>编程需要文本编辑、拼写错误检查、高级语言的翻译器 等功能。</a:t>
            </a:r>
            <a:endParaRPr lang="en-US" altLang="zh-CN" sz="3061" dirty="0"/>
          </a:p>
          <a:p>
            <a:pPr>
              <a:lnSpc>
                <a:spcPct val="90000"/>
              </a:lnSpc>
              <a:spcBef>
                <a:spcPct val="50000"/>
              </a:spcBef>
              <a:buFontTx/>
            </a:pPr>
            <a:r>
              <a:rPr lang="zh-CN" altLang="en-US" sz="3061" dirty="0"/>
              <a:t>因此，编程语言都有集成开发环境</a:t>
            </a:r>
            <a:r>
              <a:rPr lang="en-US" altLang="zh-CN" sz="3061" dirty="0"/>
              <a:t>(IDE)</a:t>
            </a:r>
            <a:r>
              <a:rPr lang="zh-CN" altLang="en-US" sz="3061" dirty="0"/>
              <a:t>软件，提供上述的代码编写和编译运行等功能。</a:t>
            </a:r>
            <a:endParaRPr lang="en-US" altLang="zh-CN" sz="3061" dirty="0"/>
          </a:p>
          <a:p>
            <a:pPr>
              <a:lnSpc>
                <a:spcPct val="90000"/>
              </a:lnSpc>
              <a:spcBef>
                <a:spcPct val="50000"/>
              </a:spcBef>
              <a:buFontTx/>
            </a:pPr>
            <a:r>
              <a:rPr lang="zh-CN" altLang="en-US" sz="3061" dirty="0"/>
              <a:t>推荐开源软件或共享软件</a:t>
            </a:r>
          </a:p>
          <a:p>
            <a:pPr lvl="1">
              <a:lnSpc>
                <a:spcPct val="90000"/>
              </a:lnSpc>
              <a:spcBef>
                <a:spcPct val="50000"/>
              </a:spcBef>
              <a:buFontTx/>
            </a:pPr>
            <a:r>
              <a:rPr lang="en-US" altLang="zh-CN" sz="2551" b="1" dirty="0"/>
              <a:t>Dev-C++ or </a:t>
            </a:r>
            <a:r>
              <a:rPr lang="en-US" altLang="zh-CN" sz="2551" b="1" dirty="0" err="1"/>
              <a:t>CodeBlocks</a:t>
            </a:r>
            <a:endParaRPr lang="en-US" altLang="zh-CN" sz="2551" b="1" dirty="0"/>
          </a:p>
          <a:p>
            <a:pPr lvl="1">
              <a:lnSpc>
                <a:spcPct val="90000"/>
              </a:lnSpc>
              <a:spcBef>
                <a:spcPct val="50000"/>
              </a:spcBef>
              <a:buFontTx/>
            </a:pPr>
            <a:r>
              <a:rPr lang="en-US" altLang="zh-CN" sz="2551" b="1" dirty="0"/>
              <a:t>Visual Studio</a:t>
            </a:r>
            <a:endParaRPr lang="en-US" altLang="zh-CN" sz="2551" dirty="0"/>
          </a:p>
          <a:p>
            <a:pPr lvl="1">
              <a:lnSpc>
                <a:spcPct val="90000"/>
              </a:lnSpc>
              <a:spcBef>
                <a:spcPct val="50000"/>
              </a:spcBef>
              <a:buFontTx/>
            </a:pPr>
            <a:endParaRPr lang="zh-CN" altLang="en-US" sz="2551" dirty="0"/>
          </a:p>
        </p:txBody>
      </p:sp>
    </p:spTree>
    <p:extLst>
      <p:ext uri="{BB962C8B-B14F-4D97-AF65-F5344CB8AC3E}">
        <p14:creationId xmlns:p14="http://schemas.microsoft.com/office/powerpoint/2010/main" val="3586608572"/>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灯片编号占位符 5">
            <a:extLst>
              <a:ext uri="{FF2B5EF4-FFF2-40B4-BE49-F238E27FC236}">
                <a16:creationId xmlns:a16="http://schemas.microsoft.com/office/drawing/2014/main" id="{79064815-219A-4018-B6EA-5F9BDF49EAFA}"/>
              </a:ext>
            </a:extLst>
          </p:cNvPr>
          <p:cNvSpPr txBox="1">
            <a:spLocks noGrp="1" noChangeArrowheads="1"/>
          </p:cNvSpPr>
          <p:nvPr/>
        </p:nvSpPr>
        <p:spPr bwMode="auto">
          <a:xfrm>
            <a:off x="6552256" y="6248536"/>
            <a:ext cx="2134140" cy="457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13" rIns="91425" bIns="45713"/>
          <a:lstStyle>
            <a:lvl1pPr defTabSz="717550">
              <a:spcBef>
                <a:spcPct val="20000"/>
              </a:spcBef>
              <a:buClr>
                <a:schemeClr val="accent1"/>
              </a:buClr>
              <a:buFont typeface="Wingdings" panose="05000000000000000000" pitchFamily="2" charset="2"/>
              <a:buChar char="l"/>
              <a:defRPr sz="2500">
                <a:solidFill>
                  <a:schemeClr val="tx1"/>
                </a:solidFill>
                <a:latin typeface="Franklin Gothic Book" panose="020B0503020102020204" pitchFamily="34" charset="0"/>
                <a:ea typeface="华文楷体" panose="02010600040101010101" pitchFamily="2" charset="-122"/>
              </a:defRPr>
            </a:lvl1pPr>
            <a:lvl2pPr marL="742950" indent="-285750" defTabSz="717550">
              <a:spcBef>
                <a:spcPct val="20000"/>
              </a:spcBef>
              <a:buClr>
                <a:schemeClr val="accent1"/>
              </a:buClr>
              <a:buFont typeface="Wingdings" panose="05000000000000000000" pitchFamily="2" charset="2"/>
              <a:buChar char="¡"/>
              <a:defRPr sz="2100">
                <a:solidFill>
                  <a:schemeClr val="tx1"/>
                </a:solidFill>
                <a:latin typeface="Franklin Gothic Book" panose="020B0503020102020204" pitchFamily="34" charset="0"/>
                <a:ea typeface="华文楷体" panose="02010600040101010101" pitchFamily="2" charset="-122"/>
              </a:defRPr>
            </a:lvl2pPr>
            <a:lvl3pPr marL="1143000" indent="-228600" defTabSz="717550">
              <a:spcBef>
                <a:spcPct val="20000"/>
              </a:spcBef>
              <a:buClr>
                <a:schemeClr val="accent1"/>
              </a:buClr>
              <a:buFont typeface="Wingdings" panose="05000000000000000000" pitchFamily="2" charset="2"/>
              <a:buChar char="l"/>
              <a:defRPr sz="2400">
                <a:solidFill>
                  <a:schemeClr val="tx1"/>
                </a:solidFill>
                <a:latin typeface="Franklin Gothic Book" panose="020B0503020102020204" pitchFamily="34" charset="0"/>
                <a:ea typeface="华文楷体" panose="02010600040101010101" pitchFamily="2" charset="-122"/>
              </a:defRPr>
            </a:lvl3pPr>
            <a:lvl4pPr marL="1600200" indent="-228600" defTabSz="717550">
              <a:spcBef>
                <a:spcPct val="20000"/>
              </a:spcBef>
              <a:buClr>
                <a:schemeClr val="accent1"/>
              </a:buClr>
              <a:buChar char="•"/>
              <a:defRPr sz="1600">
                <a:solidFill>
                  <a:schemeClr val="tx1"/>
                </a:solidFill>
                <a:latin typeface="Franklin Gothic Book" panose="020B0503020102020204" pitchFamily="34" charset="0"/>
                <a:ea typeface="华文楷体" panose="02010600040101010101" pitchFamily="2" charset="-122"/>
              </a:defRPr>
            </a:lvl4pPr>
            <a:lvl5pPr marL="2057400" indent="-228600" defTabSz="717550">
              <a:spcBef>
                <a:spcPct val="20000"/>
              </a:spcBef>
              <a:buClr>
                <a:schemeClr val="accent1"/>
              </a:buClr>
              <a:buFont typeface="Wingdings" panose="05000000000000000000" pitchFamily="2" charset="2"/>
              <a:buChar char=""/>
              <a:defRPr sz="1600">
                <a:solidFill>
                  <a:schemeClr val="tx1"/>
                </a:solidFill>
                <a:latin typeface="Franklin Gothic Book" panose="020B0503020102020204" pitchFamily="34" charset="0"/>
                <a:ea typeface="华文楷体" panose="02010600040101010101" pitchFamily="2" charset="-122"/>
              </a:defRPr>
            </a:lvl5pPr>
            <a:lvl6pPr marL="2514600" indent="-228600" defTabSz="71755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Franklin Gothic Book" panose="020B0503020102020204" pitchFamily="34" charset="0"/>
                <a:ea typeface="华文楷体" panose="02010600040101010101" pitchFamily="2" charset="-122"/>
              </a:defRPr>
            </a:lvl6pPr>
            <a:lvl7pPr marL="2971800" indent="-228600" defTabSz="71755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Franklin Gothic Book" panose="020B0503020102020204" pitchFamily="34" charset="0"/>
                <a:ea typeface="华文楷体" panose="02010600040101010101" pitchFamily="2" charset="-122"/>
              </a:defRPr>
            </a:lvl7pPr>
            <a:lvl8pPr marL="3429000" indent="-228600" defTabSz="71755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Franklin Gothic Book" panose="020B0503020102020204" pitchFamily="34" charset="0"/>
                <a:ea typeface="华文楷体" panose="02010600040101010101" pitchFamily="2" charset="-122"/>
              </a:defRPr>
            </a:lvl8pPr>
            <a:lvl9pPr marL="3886200" indent="-228600" defTabSz="717550" eaLnBrk="0" fontAlgn="base" hangingPunct="0">
              <a:spcBef>
                <a:spcPct val="20000"/>
              </a:spcBef>
              <a:spcAft>
                <a:spcPct val="0"/>
              </a:spcAft>
              <a:buClr>
                <a:schemeClr val="accent1"/>
              </a:buClr>
              <a:buFont typeface="Wingdings" panose="05000000000000000000" pitchFamily="2" charset="2"/>
              <a:buChar char=""/>
              <a:defRPr sz="1600">
                <a:solidFill>
                  <a:schemeClr val="tx1"/>
                </a:solidFill>
                <a:latin typeface="Franklin Gothic Book" panose="020B0503020102020204" pitchFamily="34" charset="0"/>
                <a:ea typeface="华文楷体" panose="02010600040101010101" pitchFamily="2" charset="-122"/>
              </a:defRPr>
            </a:lvl9pPr>
          </a:lstStyle>
          <a:p>
            <a:pPr algn="r" eaLnBrk="1" hangingPunct="1">
              <a:spcBef>
                <a:spcPct val="0"/>
              </a:spcBef>
              <a:buClrTx/>
              <a:buFontTx/>
              <a:buNone/>
            </a:pPr>
            <a:fld id="{D0EF5205-179E-4C96-8BA7-4B03F80CEEB9}" type="slidenum">
              <a:rPr lang="en-US" altLang="zh-CN" sz="1020">
                <a:latin typeface="Arial" panose="020B0604020202020204" pitchFamily="34" charset="0"/>
                <a:ea typeface="宋体" panose="02010600030101010101" pitchFamily="2" charset="-122"/>
              </a:rPr>
              <a:pPr algn="r" eaLnBrk="1" hangingPunct="1">
                <a:spcBef>
                  <a:spcPct val="0"/>
                </a:spcBef>
                <a:buClrTx/>
                <a:buFontTx/>
                <a:buNone/>
              </a:pPr>
              <a:t>30</a:t>
            </a:fld>
            <a:endParaRPr lang="en-US" altLang="zh-CN" sz="1020">
              <a:latin typeface="Arial" panose="020B0604020202020204" pitchFamily="34" charset="0"/>
              <a:ea typeface="宋体" panose="02010600030101010101" pitchFamily="2" charset="-122"/>
            </a:endParaRPr>
          </a:p>
        </p:txBody>
      </p:sp>
      <p:sp>
        <p:nvSpPr>
          <p:cNvPr id="47107" name="Rectangle 2">
            <a:extLst>
              <a:ext uri="{FF2B5EF4-FFF2-40B4-BE49-F238E27FC236}">
                <a16:creationId xmlns:a16="http://schemas.microsoft.com/office/drawing/2014/main" id="{B30C3D69-C5BF-472F-A3A8-1BB5B320FFA1}"/>
              </a:ext>
            </a:extLst>
          </p:cNvPr>
          <p:cNvSpPr>
            <a:spLocks noGrp="1" noChangeArrowheads="1"/>
          </p:cNvSpPr>
          <p:nvPr>
            <p:ph type="title"/>
          </p:nvPr>
        </p:nvSpPr>
        <p:spPr/>
        <p:txBody>
          <a:bodyPr/>
          <a:lstStyle/>
          <a:p>
            <a:pPr eaLnBrk="1" hangingPunct="1"/>
            <a:r>
              <a:rPr lang="zh-CN" altLang="en-US"/>
              <a:t>课后任务</a:t>
            </a:r>
          </a:p>
        </p:txBody>
      </p:sp>
      <p:sp>
        <p:nvSpPr>
          <p:cNvPr id="47108" name="Rectangle 3">
            <a:extLst>
              <a:ext uri="{FF2B5EF4-FFF2-40B4-BE49-F238E27FC236}">
                <a16:creationId xmlns:a16="http://schemas.microsoft.com/office/drawing/2014/main" id="{7FC7A82F-0179-49C7-A0E5-C90D111589D1}"/>
              </a:ext>
            </a:extLst>
          </p:cNvPr>
          <p:cNvSpPr>
            <a:spLocks noGrp="1" noChangeArrowheads="1"/>
          </p:cNvSpPr>
          <p:nvPr>
            <p:ph idx="1"/>
          </p:nvPr>
        </p:nvSpPr>
        <p:spPr/>
        <p:txBody>
          <a:bodyPr/>
          <a:lstStyle/>
          <a:p>
            <a:pPr marL="0" indent="0" eaLnBrk="1" hangingPunct="1"/>
            <a:r>
              <a:rPr lang="zh-CN" altLang="en-US" sz="3200" dirty="0"/>
              <a:t>安装并熟悉</a:t>
            </a:r>
            <a:r>
              <a:rPr lang="en-US" altLang="zh-CN" sz="3200" dirty="0"/>
              <a:t>C</a:t>
            </a:r>
            <a:r>
              <a:rPr lang="zh-CN" altLang="en-US" sz="3200" dirty="0"/>
              <a:t>语言开发环境</a:t>
            </a:r>
            <a:r>
              <a:rPr lang="zh-CN" altLang="zh-CN" sz="3200" dirty="0"/>
              <a:t>，</a:t>
            </a:r>
            <a:r>
              <a:rPr lang="zh-CN" altLang="en-US" sz="3200" dirty="0"/>
              <a:t>将讲义中的</a:t>
            </a:r>
            <a:r>
              <a:rPr lang="zh-CN" altLang="zh-CN" sz="3200" dirty="0"/>
              <a:t>示例程序</a:t>
            </a:r>
            <a:r>
              <a:rPr lang="zh-CN" altLang="en-US" sz="3200" dirty="0"/>
              <a:t>敲进去，</a:t>
            </a:r>
            <a:r>
              <a:rPr lang="zh-CN" altLang="zh-CN" sz="3200" dirty="0"/>
              <a:t>运行</a:t>
            </a:r>
            <a:r>
              <a:rPr lang="zh-CN" altLang="en-US" sz="3200" dirty="0"/>
              <a:t>并</a:t>
            </a:r>
            <a:r>
              <a:rPr lang="zh-CN" altLang="zh-CN" sz="3200" dirty="0"/>
              <a:t>观察</a:t>
            </a:r>
            <a:r>
              <a:rPr lang="zh-CN" altLang="en-US" sz="3200" dirty="0"/>
              <a:t>。</a:t>
            </a:r>
            <a:endParaRPr lang="en-US" altLang="zh-CN" sz="3200" dirty="0"/>
          </a:p>
          <a:p>
            <a:pPr marL="0" indent="0" eaLnBrk="1" hangingPunct="1"/>
            <a:endParaRPr lang="en-US" altLang="zh-CN" sz="3200" dirty="0"/>
          </a:p>
          <a:p>
            <a:pPr marL="0" indent="0" eaLnBrk="1" hangingPunct="1">
              <a:spcBef>
                <a:spcPct val="0"/>
              </a:spcBef>
            </a:pPr>
            <a:r>
              <a:rPr lang="zh-CN" altLang="en-US" sz="3200" dirty="0"/>
              <a:t>老师推荐：</a:t>
            </a:r>
            <a:r>
              <a:rPr lang="en-US" altLang="zh-CN" sz="3200" b="1" dirty="0"/>
              <a:t> Dev-C++ </a:t>
            </a:r>
            <a:endParaRPr lang="en-US" altLang="zh-CN" sz="3200" dirty="0"/>
          </a:p>
          <a:p>
            <a:pPr marL="0" indent="0" eaLnBrk="1" hangingPunct="1">
              <a:spcBef>
                <a:spcPct val="0"/>
              </a:spcBef>
              <a:buNone/>
            </a:pPr>
            <a:r>
              <a:rPr lang="zh-CN" altLang="en-US" sz="3200" dirty="0"/>
              <a:t>优点：安装包小，方便调试程序。</a:t>
            </a:r>
            <a:endParaRPr lang="en-US" altLang="zh-CN" sz="3200" dirty="0"/>
          </a:p>
          <a:p>
            <a:pPr marL="0" indent="0" eaLnBrk="1" hangingPunct="1">
              <a:spcBef>
                <a:spcPct val="0"/>
              </a:spcBef>
              <a:buNone/>
            </a:pPr>
            <a:r>
              <a:rPr lang="zh-CN" altLang="en-US" sz="3200" dirty="0"/>
              <a:t>课程群有安装包，也</a:t>
            </a:r>
            <a:r>
              <a:rPr lang="en-US" altLang="zh-CN" sz="3200" dirty="0" err="1"/>
              <a:t>可以</a:t>
            </a:r>
            <a:r>
              <a:rPr lang="zh-CN" altLang="en-US" sz="3200" dirty="0"/>
              <a:t>自己</a:t>
            </a:r>
            <a:r>
              <a:rPr lang="en-US" altLang="zh-CN" sz="3200" dirty="0" err="1"/>
              <a:t>从官网</a:t>
            </a:r>
            <a:r>
              <a:rPr lang="en-US" altLang="zh-CN" sz="3200" dirty="0"/>
              <a:t> </a:t>
            </a:r>
            <a:r>
              <a:rPr lang="en-US" altLang="zh-CN" sz="3200" dirty="0" err="1"/>
              <a:t>上获得它的安装包</a:t>
            </a:r>
            <a:r>
              <a:rPr lang="zh-CN" altLang="en-US" sz="3200" dirty="0"/>
              <a:t>。</a:t>
            </a:r>
            <a:endParaRPr lang="en-US" altLang="zh-CN" sz="3200" dirty="0"/>
          </a:p>
          <a:p>
            <a:pPr marL="0" indent="0" eaLnBrk="1" hangingPunct="1">
              <a:spcBef>
                <a:spcPct val="0"/>
              </a:spcBef>
              <a:buNone/>
            </a:pPr>
            <a:r>
              <a:rPr lang="en-US" altLang="zh-CN" sz="3200" dirty="0"/>
              <a:t>https://</a:t>
            </a:r>
            <a:r>
              <a:rPr lang="en-US" altLang="zh-CN" sz="3200" dirty="0" err="1"/>
              <a:t>sourceforge.net</a:t>
            </a:r>
            <a:r>
              <a:rPr lang="en-US" altLang="zh-CN" sz="3200" dirty="0"/>
              <a:t>/projects/</a:t>
            </a:r>
            <a:r>
              <a:rPr lang="en-US" altLang="zh-CN" sz="3200" dirty="0" err="1"/>
              <a:t>orwelldevcpp</a:t>
            </a:r>
            <a:r>
              <a:rPr lang="en-US" altLang="zh-CN" sz="3200" dirty="0"/>
              <a:t>/</a:t>
            </a: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灯片编号占位符 5"/>
          <p:cNvSpPr>
            <a:spLocks noGrp="1"/>
          </p:cNvSpPr>
          <p:nvPr>
            <p:ph type="sldNum" sz="quarter" idx="12"/>
          </p:nvPr>
        </p:nvSpPr>
        <p:spPr/>
        <p:txBody>
          <a:bodyPr wrap="square" lIns="91440" tIns="45720" rIns="91440" bIns="45720" anchor="t"/>
          <a:lstStyle>
            <a:lvl1pPr marL="0" lvl="0" indent="0" algn="l" defTabSz="914400" rtl="0" eaLnBrk="1" fontAlgn="base" latinLnBrk="0" hangingPunct="1">
              <a:lnSpc>
                <a:spcPct val="100000"/>
              </a:lnSpc>
              <a:spcBef>
                <a:spcPct val="0"/>
              </a:spcBef>
              <a:spcAft>
                <a:spcPct val="0"/>
              </a:spcAft>
              <a:buFontTx/>
              <a:buNone/>
              <a:defRPr sz="18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indent="0" algn="r">
              <a:spcBef>
                <a:spcPct val="50000"/>
              </a:spcBef>
            </a:pPr>
            <a:fld id="{9A0DB2DC-4C9A-4742-B13C-FB6460FD3503}" type="slidenum">
              <a:rPr lang="zh-CN" altLang="en-US" sz="1400" dirty="0">
                <a:solidFill>
                  <a:srgbClr val="000000"/>
                </a:solidFill>
                <a:latin typeface="Times New Roman" panose="02020603050405020304" pitchFamily="18" charset="0"/>
                <a:ea typeface="宋体" panose="02010600030101010101" pitchFamily="2" charset="-122"/>
              </a:rPr>
              <a:t>31</a:t>
            </a:fld>
            <a:endParaRPr lang="zh-CN" altLang="en-US" sz="1400" dirty="0">
              <a:solidFill>
                <a:srgbClr val="000000"/>
              </a:solidFill>
              <a:latin typeface="Times New Roman" panose="02020603050405020304" pitchFamily="18" charset="0"/>
              <a:ea typeface="宋体" panose="02010600030101010101" pitchFamily="2" charset="-122"/>
            </a:endParaRPr>
          </a:p>
        </p:txBody>
      </p:sp>
      <p:sp>
        <p:nvSpPr>
          <p:cNvPr id="59394" name="Rectangle 2"/>
          <p:cNvSpPr>
            <a:spLocks noGrp="1"/>
          </p:cNvSpPr>
          <p:nvPr>
            <p:ph type="title"/>
          </p:nvPr>
        </p:nvSpPr>
        <p:spPr>
          <a:xfrm>
            <a:off x="2414270" y="443230"/>
            <a:ext cx="6621780" cy="720725"/>
          </a:xfrm>
        </p:spPr>
        <p:txBody>
          <a:bodyPr vert="horz" wrap="square" lIns="91440" tIns="45720" rIns="91440" bIns="45720" anchor="ctr"/>
          <a:lstStyle/>
          <a:p>
            <a:pPr algn="l" eaLnBrk="1" hangingPunct="1"/>
            <a:r>
              <a:rPr lang="en-US" altLang="zh-CN" b="1" dirty="0"/>
              <a:t>C</a:t>
            </a:r>
            <a:r>
              <a:rPr lang="zh-CN" altLang="en-US" b="1" dirty="0"/>
              <a:t>编程活动：编码、编译、运行</a:t>
            </a:r>
          </a:p>
        </p:txBody>
      </p:sp>
      <p:grpSp>
        <p:nvGrpSpPr>
          <p:cNvPr id="4" name="组合 3"/>
          <p:cNvGrpSpPr/>
          <p:nvPr/>
        </p:nvGrpSpPr>
        <p:grpSpPr>
          <a:xfrm>
            <a:off x="323850" y="645795"/>
            <a:ext cx="8928100" cy="5988685"/>
            <a:chOff x="510" y="0"/>
            <a:chExt cx="14060" cy="9431"/>
          </a:xfrm>
        </p:grpSpPr>
        <p:grpSp>
          <p:nvGrpSpPr>
            <p:cNvPr id="2" name="Group 35"/>
            <p:cNvGrpSpPr/>
            <p:nvPr/>
          </p:nvGrpSpPr>
          <p:grpSpPr>
            <a:xfrm>
              <a:off x="510" y="2225"/>
              <a:ext cx="2720" cy="5810"/>
              <a:chOff x="204" y="890"/>
              <a:chExt cx="1088" cy="2324"/>
            </a:xfrm>
          </p:grpSpPr>
          <p:sp>
            <p:nvSpPr>
              <p:cNvPr id="59396" name="Text Box 4"/>
              <p:cNvSpPr txBox="1"/>
              <p:nvPr/>
            </p:nvSpPr>
            <p:spPr>
              <a:xfrm>
                <a:off x="204" y="1207"/>
                <a:ext cx="1088" cy="2007"/>
              </a:xfrm>
              <a:prstGeom prst="rect">
                <a:avLst/>
              </a:prstGeom>
              <a:noFill/>
              <a:ln w="9525" cap="flat" cmpd="sng">
                <a:solidFill>
                  <a:schemeClr val="tx1"/>
                </a:solidFill>
                <a:prstDash val="solid"/>
                <a:miter/>
                <a:headEnd type="none" w="med" len="med"/>
                <a:tailEnd type="none" w="med" len="med"/>
              </a:ln>
              <a:effectLst>
                <a:prstShdw prst="shdw17" dist="17961" dir="13499999">
                  <a:srgbClr val="000000"/>
                </a:prstShdw>
              </a:effectLst>
            </p:spPr>
            <p:txBody>
              <a:bodyPr anchor="t">
                <a:spAutoFit/>
              </a:bodyPr>
              <a:lstStyle/>
              <a:p>
                <a:pPr defTabSz="914400" eaLnBrk="0" hangingPunct="0">
                  <a:spcBef>
                    <a:spcPct val="50000"/>
                  </a:spcBef>
                </a:pPr>
                <a:r>
                  <a:rPr lang="en-US" altLang="zh-CN" sz="1400">
                    <a:solidFill>
                      <a:srgbClr val="000000"/>
                    </a:solidFill>
                    <a:latin typeface="Times New Roman" panose="02020603050405020304" pitchFamily="18" charset="0"/>
                  </a:rPr>
                  <a:t>#include &lt;stdio.h&gt;</a:t>
                </a:r>
              </a:p>
              <a:p>
                <a:pPr defTabSz="914400" eaLnBrk="0" hangingPunct="0">
                  <a:spcBef>
                    <a:spcPct val="50000"/>
                  </a:spcBef>
                </a:pPr>
                <a:r>
                  <a:rPr lang="en-US" altLang="zh-CN" sz="1400">
                    <a:solidFill>
                      <a:srgbClr val="000000"/>
                    </a:solidFill>
                    <a:latin typeface="Times New Roman" panose="02020603050405020304" pitchFamily="18" charset="0"/>
                  </a:rPr>
                  <a:t>#include “genlib.h”</a:t>
                </a:r>
              </a:p>
              <a:p>
                <a:pPr defTabSz="914400" eaLnBrk="0" hangingPunct="0">
                  <a:spcBef>
                    <a:spcPct val="50000"/>
                  </a:spcBef>
                </a:pPr>
                <a:endParaRPr lang="en-US" altLang="zh-CN" sz="1400">
                  <a:solidFill>
                    <a:srgbClr val="000000"/>
                  </a:solidFill>
                  <a:latin typeface="Times New Roman" panose="02020603050405020304" pitchFamily="18" charset="0"/>
                </a:endParaRPr>
              </a:p>
              <a:p>
                <a:pPr defTabSz="914400" eaLnBrk="0" hangingPunct="0">
                  <a:spcBef>
                    <a:spcPct val="50000"/>
                  </a:spcBef>
                </a:pPr>
                <a:r>
                  <a:rPr lang="en-US" altLang="zh-CN" sz="1400">
                    <a:solidFill>
                      <a:srgbClr val="000000"/>
                    </a:solidFill>
                    <a:latin typeface="Times New Roman" panose="02020603050405020304" pitchFamily="18" charset="0"/>
                  </a:rPr>
                  <a:t>#define N 10</a:t>
                </a:r>
              </a:p>
              <a:p>
                <a:pPr defTabSz="914400" eaLnBrk="0" hangingPunct="0">
                  <a:spcBef>
                    <a:spcPct val="50000"/>
                  </a:spcBef>
                </a:pPr>
                <a:r>
                  <a:rPr lang="en-US" altLang="zh-CN" sz="1400">
                    <a:solidFill>
                      <a:srgbClr val="000000"/>
                    </a:solidFill>
                    <a:latin typeface="Times New Roman" panose="02020603050405020304" pitchFamily="18" charset="0"/>
                  </a:rPr>
                  <a:t>main()</a:t>
                </a:r>
              </a:p>
              <a:p>
                <a:pPr defTabSz="914400" eaLnBrk="0" hangingPunct="0">
                  <a:spcBef>
                    <a:spcPct val="50000"/>
                  </a:spcBef>
                </a:pPr>
                <a:r>
                  <a:rPr lang="en-US" altLang="zh-CN" sz="1400">
                    <a:solidFill>
                      <a:srgbClr val="000000"/>
                    </a:solidFill>
                    <a:latin typeface="Times New Roman" panose="02020603050405020304" pitchFamily="18" charset="0"/>
                  </a:rPr>
                  <a:t>{</a:t>
                </a:r>
              </a:p>
              <a:p>
                <a:pPr defTabSz="914400" eaLnBrk="0" hangingPunct="0">
                  <a:spcBef>
                    <a:spcPct val="50000"/>
                  </a:spcBef>
                </a:pPr>
                <a:r>
                  <a:rPr lang="en-US" altLang="zh-CN" sz="1400">
                    <a:solidFill>
                      <a:srgbClr val="000000"/>
                    </a:solidFill>
                    <a:latin typeface="Times New Roman" panose="02020603050405020304" pitchFamily="18" charset="0"/>
                  </a:rPr>
                  <a:t>   int i;</a:t>
                </a:r>
              </a:p>
              <a:p>
                <a:pPr defTabSz="914400" eaLnBrk="0" hangingPunct="0">
                  <a:spcBef>
                    <a:spcPct val="50000"/>
                  </a:spcBef>
                </a:pPr>
                <a:r>
                  <a:rPr lang="en-US" altLang="zh-CN" sz="1400">
                    <a:solidFill>
                      <a:srgbClr val="000000"/>
                    </a:solidFill>
                    <a:latin typeface="Times New Roman" panose="02020603050405020304" pitchFamily="18" charset="0"/>
                  </a:rPr>
                  <a:t>  for(i=1;i&lt;=N;i++)</a:t>
                </a:r>
              </a:p>
              <a:p>
                <a:pPr defTabSz="914400" eaLnBrk="0" hangingPunct="0">
                  <a:spcBef>
                    <a:spcPct val="50000"/>
                  </a:spcBef>
                </a:pPr>
                <a:r>
                  <a:rPr lang="en-US" altLang="zh-CN" sz="1400">
                    <a:solidFill>
                      <a:srgbClr val="000000"/>
                    </a:solidFill>
                    <a:latin typeface="Times New Roman" panose="02020603050405020304" pitchFamily="18" charset="0"/>
                  </a:rPr>
                  <a:t>     printf(“%d\n”,i);</a:t>
                </a:r>
              </a:p>
              <a:p>
                <a:pPr defTabSz="914400" eaLnBrk="0" hangingPunct="0">
                  <a:spcBef>
                    <a:spcPct val="50000"/>
                  </a:spcBef>
                </a:pPr>
                <a:r>
                  <a:rPr lang="en-US" altLang="zh-CN" sz="1400">
                    <a:solidFill>
                      <a:srgbClr val="000000"/>
                    </a:solidFill>
                    <a:latin typeface="Times New Roman" panose="02020603050405020304" pitchFamily="18" charset="0"/>
                  </a:rPr>
                  <a:t>}</a:t>
                </a:r>
              </a:p>
            </p:txBody>
          </p:sp>
          <p:sp>
            <p:nvSpPr>
              <p:cNvPr id="59397" name="Text Box 5"/>
              <p:cNvSpPr txBox="1"/>
              <p:nvPr/>
            </p:nvSpPr>
            <p:spPr>
              <a:xfrm>
                <a:off x="340" y="890"/>
                <a:ext cx="907" cy="231"/>
              </a:xfrm>
              <a:prstGeom prst="rect">
                <a:avLst/>
              </a:prstGeom>
              <a:noFill/>
              <a:ln w="9525">
                <a:noFill/>
              </a:ln>
              <a:effectLst>
                <a:prstShdw prst="shdw17" dist="17961" dir="13499999">
                  <a:srgbClr val="999999"/>
                </a:prstShdw>
              </a:effectLst>
            </p:spPr>
            <p:txBody>
              <a:bodyPr anchor="t">
                <a:spAutoFit/>
              </a:bodyPr>
              <a:lstStyle/>
              <a:p>
                <a:pPr defTabSz="914400" eaLnBrk="0" hangingPunct="0">
                  <a:spcBef>
                    <a:spcPct val="50000"/>
                  </a:spcBef>
                </a:pPr>
                <a:r>
                  <a:rPr lang="zh-CN" altLang="en-US">
                    <a:solidFill>
                      <a:srgbClr val="6600FF"/>
                    </a:solidFill>
                    <a:latin typeface="Times New Roman" panose="02020603050405020304" pitchFamily="18" charset="0"/>
                    <a:ea typeface="宋体" panose="02010600030101010101" pitchFamily="2" charset="-122"/>
                  </a:rPr>
                  <a:t>源文件</a:t>
                </a:r>
                <a:r>
                  <a:rPr lang="en-US" altLang="zh-CN">
                    <a:solidFill>
                      <a:srgbClr val="6600FF"/>
                    </a:solidFill>
                    <a:latin typeface="Times New Roman" panose="02020603050405020304" pitchFamily="18" charset="0"/>
                  </a:rPr>
                  <a:t>1  .c</a:t>
                </a:r>
              </a:p>
            </p:txBody>
          </p:sp>
        </p:grpSp>
        <p:grpSp>
          <p:nvGrpSpPr>
            <p:cNvPr id="3" name="Group 27"/>
            <p:cNvGrpSpPr/>
            <p:nvPr/>
          </p:nvGrpSpPr>
          <p:grpSpPr>
            <a:xfrm>
              <a:off x="3230" y="4493"/>
              <a:ext cx="2723" cy="1020"/>
              <a:chOff x="1292" y="1797"/>
              <a:chExt cx="1089" cy="408"/>
            </a:xfrm>
          </p:grpSpPr>
          <p:grpSp>
            <p:nvGrpSpPr>
              <p:cNvPr id="59399" name="Group 8"/>
              <p:cNvGrpSpPr/>
              <p:nvPr/>
            </p:nvGrpSpPr>
            <p:grpSpPr>
              <a:xfrm>
                <a:off x="1610" y="1797"/>
                <a:ext cx="680" cy="408"/>
                <a:chOff x="1791" y="1797"/>
                <a:chExt cx="680" cy="408"/>
              </a:xfrm>
            </p:grpSpPr>
            <p:sp>
              <p:nvSpPr>
                <p:cNvPr id="226310" name="Oval 6"/>
                <p:cNvSpPr>
                  <a:spLocks noChangeArrowheads="1"/>
                </p:cNvSpPr>
                <p:nvPr/>
              </p:nvSpPr>
              <p:spPr bwMode="auto">
                <a:xfrm>
                  <a:off x="1791" y="1797"/>
                  <a:ext cx="590" cy="408"/>
                </a:xfrm>
                <a:prstGeom prst="ellipse">
                  <a:avLst/>
                </a:prstGeom>
                <a:solidFill>
                  <a:schemeClr val="bg1"/>
                </a:solidFill>
                <a:ln w="9525">
                  <a:solidFill>
                    <a:schemeClr val="tx1"/>
                  </a:solidFill>
                  <a:round/>
                </a:ln>
                <a:effectLst>
                  <a:prstShdw prst="shdw18" dist="17961" dir="13500000">
                    <a:schemeClr val="tx1">
                      <a:gamma/>
                      <a:shade val="60000"/>
                      <a:invGamma/>
                    </a:schemeClr>
                  </a:prstShdw>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1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9401" name="Text Box 7"/>
                <p:cNvSpPr txBox="1"/>
                <p:nvPr/>
              </p:nvSpPr>
              <p:spPr>
                <a:xfrm>
                  <a:off x="1791" y="1888"/>
                  <a:ext cx="680" cy="231"/>
                </a:xfrm>
                <a:prstGeom prst="rect">
                  <a:avLst/>
                </a:prstGeom>
                <a:noFill/>
                <a:ln w="9525">
                  <a:noFill/>
                </a:ln>
                <a:effectLst>
                  <a:prstShdw prst="shdw17" dist="17961" dir="13499999">
                    <a:srgbClr val="999999"/>
                  </a:prstShdw>
                </a:effectLst>
              </p:spPr>
              <p:txBody>
                <a:bodyPr anchor="t">
                  <a:spAutoFit/>
                </a:bodyPr>
                <a:lstStyle/>
                <a:p>
                  <a:pPr defTabSz="914400" eaLnBrk="0" hangingPunct="0">
                    <a:spcBef>
                      <a:spcPct val="50000"/>
                    </a:spcBef>
                  </a:pPr>
                  <a:r>
                    <a:rPr lang="zh-CN" altLang="en-US">
                      <a:solidFill>
                        <a:srgbClr val="000000"/>
                      </a:solidFill>
                      <a:latin typeface="Times New Roman" panose="02020603050405020304" pitchFamily="18" charset="0"/>
                      <a:ea typeface="宋体" panose="02010600030101010101" pitchFamily="2" charset="-122"/>
                    </a:rPr>
                    <a:t>编译器</a:t>
                  </a:r>
                </a:p>
              </p:txBody>
            </p:sp>
          </p:grpSp>
          <p:sp>
            <p:nvSpPr>
              <p:cNvPr id="226313" name="Line 9"/>
              <p:cNvSpPr>
                <a:spLocks noChangeShapeType="1"/>
              </p:cNvSpPr>
              <p:nvPr/>
            </p:nvSpPr>
            <p:spPr bwMode="auto">
              <a:xfrm>
                <a:off x="1292" y="2024"/>
                <a:ext cx="273" cy="0"/>
              </a:xfrm>
              <a:prstGeom prst="line">
                <a:avLst/>
              </a:prstGeom>
              <a:noFill/>
              <a:ln w="9525">
                <a:solidFill>
                  <a:schemeClr val="tx1"/>
                </a:solidFill>
                <a:round/>
                <a:tailEnd type="triangle" w="med" len="med"/>
              </a:ln>
              <a:effectLst>
                <a:prstShdw prst="shdw18" dist="17961" dir="13500000">
                  <a:schemeClr val="tx1">
                    <a:gamma/>
                    <a:shade val="60000"/>
                    <a:invGamma/>
                  </a:schemeClr>
                </a:prstShdw>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1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26314" name="Line 10"/>
              <p:cNvSpPr>
                <a:spLocks noChangeShapeType="1"/>
              </p:cNvSpPr>
              <p:nvPr/>
            </p:nvSpPr>
            <p:spPr bwMode="auto">
              <a:xfrm>
                <a:off x="2200" y="2024"/>
                <a:ext cx="181" cy="0"/>
              </a:xfrm>
              <a:prstGeom prst="line">
                <a:avLst/>
              </a:prstGeom>
              <a:noFill/>
              <a:ln w="9525">
                <a:solidFill>
                  <a:schemeClr val="tx1"/>
                </a:solidFill>
                <a:round/>
                <a:tailEnd type="triangle" w="med" len="med"/>
              </a:ln>
              <a:effectLst>
                <a:prstShdw prst="shdw18" dist="17961" dir="13500000">
                  <a:schemeClr val="tx1">
                    <a:gamma/>
                    <a:shade val="60000"/>
                    <a:invGamma/>
                  </a:schemeClr>
                </a:prstShdw>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1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grpSp>
          <p:nvGrpSpPr>
            <p:cNvPr id="5" name="Group 36"/>
            <p:cNvGrpSpPr/>
            <p:nvPr/>
          </p:nvGrpSpPr>
          <p:grpSpPr>
            <a:xfrm>
              <a:off x="5953" y="2833"/>
              <a:ext cx="3062" cy="2567"/>
              <a:chOff x="2381" y="1133"/>
              <a:chExt cx="1225" cy="1027"/>
            </a:xfrm>
          </p:grpSpPr>
          <p:sp>
            <p:nvSpPr>
              <p:cNvPr id="59405" name="Text Box 11"/>
              <p:cNvSpPr txBox="1"/>
              <p:nvPr/>
            </p:nvSpPr>
            <p:spPr>
              <a:xfrm>
                <a:off x="2381" y="1359"/>
                <a:ext cx="1088" cy="801"/>
              </a:xfrm>
              <a:prstGeom prst="rect">
                <a:avLst/>
              </a:prstGeom>
              <a:noFill/>
              <a:ln w="9525" cap="flat" cmpd="sng">
                <a:solidFill>
                  <a:schemeClr val="tx1"/>
                </a:solidFill>
                <a:prstDash val="solid"/>
                <a:miter/>
                <a:headEnd type="none" w="med" len="med"/>
                <a:tailEnd type="none" w="med" len="med"/>
              </a:ln>
              <a:effectLst>
                <a:prstShdw prst="shdw17" dist="17961" dir="13499999">
                  <a:srgbClr val="000000"/>
                </a:prstShdw>
              </a:effectLst>
            </p:spPr>
            <p:txBody>
              <a:bodyPr anchor="t">
                <a:spAutoFit/>
              </a:bodyPr>
              <a:lstStyle/>
              <a:p>
                <a:pPr defTabSz="914400" eaLnBrk="0" hangingPunct="0">
                  <a:spcBef>
                    <a:spcPct val="50000"/>
                  </a:spcBef>
                </a:pPr>
                <a:r>
                  <a:rPr lang="en-US" altLang="zh-CN" sz="1400">
                    <a:solidFill>
                      <a:srgbClr val="000000"/>
                    </a:solidFill>
                    <a:latin typeface="Times New Roman" panose="02020603050405020304" pitchFamily="18" charset="0"/>
                  </a:rPr>
                  <a:t>0100100101011001</a:t>
                </a:r>
              </a:p>
              <a:p>
                <a:pPr defTabSz="914400" eaLnBrk="0" hangingPunct="0">
                  <a:spcBef>
                    <a:spcPct val="50000"/>
                  </a:spcBef>
                </a:pPr>
                <a:r>
                  <a:rPr lang="en-US" altLang="zh-CN" sz="1400">
                    <a:solidFill>
                      <a:srgbClr val="000000"/>
                    </a:solidFill>
                    <a:latin typeface="Times New Roman" panose="02020603050405020304" pitchFamily="18" charset="0"/>
                  </a:rPr>
                  <a:t>0001000010100011</a:t>
                </a:r>
              </a:p>
              <a:p>
                <a:pPr defTabSz="914400" eaLnBrk="0" hangingPunct="0">
                  <a:spcBef>
                    <a:spcPct val="50000"/>
                  </a:spcBef>
                </a:pPr>
                <a:r>
                  <a:rPr lang="en-US" altLang="zh-CN" sz="1400">
                    <a:solidFill>
                      <a:srgbClr val="000000"/>
                    </a:solidFill>
                    <a:latin typeface="Times New Roman" panose="02020603050405020304" pitchFamily="18" charset="0"/>
                  </a:rPr>
                  <a:t>1010110110100111</a:t>
                </a:r>
              </a:p>
              <a:p>
                <a:pPr defTabSz="914400" eaLnBrk="0" hangingPunct="0">
                  <a:spcBef>
                    <a:spcPct val="50000"/>
                  </a:spcBef>
                </a:pPr>
                <a:endParaRPr lang="en-US" altLang="zh-CN" sz="1400">
                  <a:solidFill>
                    <a:srgbClr val="000000"/>
                  </a:solidFill>
                  <a:latin typeface="Times New Roman" panose="02020603050405020304" pitchFamily="18" charset="0"/>
                </a:endParaRPr>
              </a:p>
            </p:txBody>
          </p:sp>
          <p:sp>
            <p:nvSpPr>
              <p:cNvPr id="59406" name="Text Box 12"/>
              <p:cNvSpPr txBox="1"/>
              <p:nvPr/>
            </p:nvSpPr>
            <p:spPr>
              <a:xfrm>
                <a:off x="2471" y="1133"/>
                <a:ext cx="1135" cy="231"/>
              </a:xfrm>
              <a:prstGeom prst="rect">
                <a:avLst/>
              </a:prstGeom>
              <a:noFill/>
              <a:ln w="9525">
                <a:noFill/>
              </a:ln>
              <a:effectLst>
                <a:prstShdw prst="shdw17" dist="17961" dir="13499999">
                  <a:srgbClr val="999999"/>
                </a:prstShdw>
              </a:effectLst>
            </p:spPr>
            <p:txBody>
              <a:bodyPr anchor="t">
                <a:spAutoFit/>
              </a:bodyPr>
              <a:lstStyle/>
              <a:p>
                <a:pPr defTabSz="914400" eaLnBrk="0" hangingPunct="0">
                  <a:spcBef>
                    <a:spcPct val="50000"/>
                  </a:spcBef>
                </a:pPr>
                <a:r>
                  <a:rPr lang="zh-CN" altLang="en-US">
                    <a:solidFill>
                      <a:srgbClr val="6600FF"/>
                    </a:solidFill>
                    <a:latin typeface="Times New Roman" panose="02020603050405020304" pitchFamily="18" charset="0"/>
                    <a:ea typeface="宋体" panose="02010600030101010101" pitchFamily="2" charset="-122"/>
                  </a:rPr>
                  <a:t>目标文件</a:t>
                </a:r>
                <a:r>
                  <a:rPr lang="en-US" altLang="zh-CN">
                    <a:solidFill>
                      <a:srgbClr val="6600FF"/>
                    </a:solidFill>
                    <a:latin typeface="Times New Roman" panose="02020603050405020304" pitchFamily="18" charset="0"/>
                  </a:rPr>
                  <a:t>1 .obj</a:t>
                </a:r>
              </a:p>
            </p:txBody>
          </p:sp>
        </p:grpSp>
        <p:grpSp>
          <p:nvGrpSpPr>
            <p:cNvPr id="6" name="Group 84"/>
            <p:cNvGrpSpPr/>
            <p:nvPr/>
          </p:nvGrpSpPr>
          <p:grpSpPr>
            <a:xfrm>
              <a:off x="5953" y="5173"/>
              <a:ext cx="2720" cy="3242"/>
              <a:chOff x="2381" y="2069"/>
              <a:chExt cx="1088" cy="1297"/>
            </a:xfrm>
          </p:grpSpPr>
          <p:sp>
            <p:nvSpPr>
              <p:cNvPr id="59408" name="Text Box 15"/>
              <p:cNvSpPr txBox="1"/>
              <p:nvPr/>
            </p:nvSpPr>
            <p:spPr>
              <a:xfrm>
                <a:off x="2381" y="2565"/>
                <a:ext cx="1088" cy="801"/>
              </a:xfrm>
              <a:prstGeom prst="rect">
                <a:avLst/>
              </a:prstGeom>
              <a:noFill/>
              <a:ln w="9525" cap="flat" cmpd="sng">
                <a:solidFill>
                  <a:schemeClr val="tx1"/>
                </a:solidFill>
                <a:prstDash val="solid"/>
                <a:miter/>
                <a:headEnd type="none" w="med" len="med"/>
                <a:tailEnd type="none" w="med" len="med"/>
              </a:ln>
              <a:effectLst>
                <a:prstShdw prst="shdw17" dist="17961" dir="13499999">
                  <a:srgbClr val="000000"/>
                </a:prstShdw>
              </a:effectLst>
            </p:spPr>
            <p:txBody>
              <a:bodyPr anchor="t">
                <a:spAutoFit/>
              </a:bodyPr>
              <a:lstStyle/>
              <a:p>
                <a:pPr defTabSz="914400" eaLnBrk="0" hangingPunct="0">
                  <a:spcBef>
                    <a:spcPct val="50000"/>
                  </a:spcBef>
                </a:pPr>
                <a:r>
                  <a:rPr lang="en-US" altLang="zh-CN" sz="1400">
                    <a:solidFill>
                      <a:srgbClr val="000000"/>
                    </a:solidFill>
                    <a:latin typeface="Times New Roman" panose="02020603050405020304" pitchFamily="18" charset="0"/>
                  </a:rPr>
                  <a:t>1001011010110001</a:t>
                </a:r>
              </a:p>
              <a:p>
                <a:pPr defTabSz="914400" eaLnBrk="0" hangingPunct="0">
                  <a:spcBef>
                    <a:spcPct val="50000"/>
                  </a:spcBef>
                </a:pPr>
                <a:r>
                  <a:rPr lang="en-US" altLang="zh-CN" sz="1400">
                    <a:solidFill>
                      <a:srgbClr val="000000"/>
                    </a:solidFill>
                    <a:latin typeface="Times New Roman" panose="02020603050405020304" pitchFamily="18" charset="0"/>
                  </a:rPr>
                  <a:t>0110100100101001</a:t>
                </a:r>
              </a:p>
              <a:p>
                <a:pPr defTabSz="914400" eaLnBrk="0" hangingPunct="0">
                  <a:spcBef>
                    <a:spcPct val="50000"/>
                  </a:spcBef>
                </a:pPr>
                <a:r>
                  <a:rPr lang="en-US" altLang="zh-CN" sz="1400">
                    <a:solidFill>
                      <a:srgbClr val="000000"/>
                    </a:solidFill>
                    <a:latin typeface="Times New Roman" panose="02020603050405020304" pitchFamily="18" charset="0"/>
                  </a:rPr>
                  <a:t>0110110101101011</a:t>
                </a:r>
              </a:p>
              <a:p>
                <a:pPr defTabSz="914400" eaLnBrk="0" hangingPunct="0">
                  <a:spcBef>
                    <a:spcPct val="50000"/>
                  </a:spcBef>
                </a:pPr>
                <a:endParaRPr lang="en-US" altLang="zh-CN" sz="1400">
                  <a:solidFill>
                    <a:srgbClr val="000000"/>
                  </a:solidFill>
                  <a:latin typeface="Times New Roman" panose="02020603050405020304" pitchFamily="18" charset="0"/>
                </a:endParaRPr>
              </a:p>
            </p:txBody>
          </p:sp>
          <p:sp>
            <p:nvSpPr>
              <p:cNvPr id="59409" name="Text Box 16"/>
              <p:cNvSpPr txBox="1"/>
              <p:nvPr/>
            </p:nvSpPr>
            <p:spPr>
              <a:xfrm>
                <a:off x="2653" y="2069"/>
                <a:ext cx="772" cy="491"/>
              </a:xfrm>
              <a:prstGeom prst="rect">
                <a:avLst/>
              </a:prstGeom>
              <a:noFill/>
              <a:ln w="9525">
                <a:noFill/>
              </a:ln>
              <a:effectLst>
                <a:prstShdw prst="shdw17" dist="17961" dir="13499999">
                  <a:srgbClr val="999999"/>
                </a:prstShdw>
              </a:effectLst>
            </p:spPr>
            <p:txBody>
              <a:bodyPr anchor="t">
                <a:spAutoFit/>
              </a:bodyPr>
              <a:lstStyle/>
              <a:p>
                <a:pPr defTabSz="914400" eaLnBrk="0" hangingPunct="0">
                  <a:spcBef>
                    <a:spcPct val="50000"/>
                  </a:spcBef>
                </a:pPr>
                <a:endParaRPr lang="zh-CN" altLang="en-US">
                  <a:solidFill>
                    <a:srgbClr val="6600FF"/>
                  </a:solidFill>
                  <a:latin typeface="Times New Roman" panose="02020603050405020304" pitchFamily="18" charset="0"/>
                  <a:ea typeface="宋体" panose="02010600030101010101" pitchFamily="2" charset="-122"/>
                </a:endParaRPr>
              </a:p>
              <a:p>
                <a:pPr defTabSz="914400" eaLnBrk="0" hangingPunct="0">
                  <a:spcBef>
                    <a:spcPct val="50000"/>
                  </a:spcBef>
                </a:pPr>
                <a:r>
                  <a:rPr lang="zh-CN" altLang="en-US">
                    <a:solidFill>
                      <a:srgbClr val="6600FF"/>
                    </a:solidFill>
                    <a:latin typeface="Times New Roman" panose="02020603050405020304" pitchFamily="18" charset="0"/>
                    <a:ea typeface="宋体" panose="02010600030101010101" pitchFamily="2" charset="-122"/>
                  </a:rPr>
                  <a:t>库</a:t>
                </a:r>
              </a:p>
            </p:txBody>
          </p:sp>
        </p:grpSp>
        <p:grpSp>
          <p:nvGrpSpPr>
            <p:cNvPr id="7" name="Group 18"/>
            <p:cNvGrpSpPr/>
            <p:nvPr/>
          </p:nvGrpSpPr>
          <p:grpSpPr>
            <a:xfrm>
              <a:off x="9355" y="5628"/>
              <a:ext cx="1700" cy="1020"/>
              <a:chOff x="1791" y="1797"/>
              <a:chExt cx="680" cy="408"/>
            </a:xfrm>
          </p:grpSpPr>
          <p:sp>
            <p:nvSpPr>
              <p:cNvPr id="226323" name="Oval 19"/>
              <p:cNvSpPr>
                <a:spLocks noChangeArrowheads="1"/>
              </p:cNvSpPr>
              <p:nvPr/>
            </p:nvSpPr>
            <p:spPr bwMode="auto">
              <a:xfrm>
                <a:off x="1791" y="1797"/>
                <a:ext cx="590" cy="408"/>
              </a:xfrm>
              <a:prstGeom prst="ellipse">
                <a:avLst/>
              </a:prstGeom>
              <a:solidFill>
                <a:schemeClr val="bg1"/>
              </a:solidFill>
              <a:ln w="9525">
                <a:solidFill>
                  <a:schemeClr val="tx1"/>
                </a:solidFill>
                <a:round/>
              </a:ln>
              <a:effectLst>
                <a:prstShdw prst="shdw18" dist="17961" dir="13500000">
                  <a:schemeClr val="tx1">
                    <a:gamma/>
                    <a:shade val="60000"/>
                    <a:invGamma/>
                  </a:schemeClr>
                </a:prstShdw>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1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9412" name="Text Box 20"/>
              <p:cNvSpPr txBox="1"/>
              <p:nvPr/>
            </p:nvSpPr>
            <p:spPr>
              <a:xfrm>
                <a:off x="1791" y="1888"/>
                <a:ext cx="680" cy="231"/>
              </a:xfrm>
              <a:prstGeom prst="rect">
                <a:avLst/>
              </a:prstGeom>
              <a:noFill/>
              <a:ln w="9525">
                <a:noFill/>
              </a:ln>
              <a:effectLst>
                <a:prstShdw prst="shdw17" dist="17961" dir="13499999">
                  <a:srgbClr val="999999"/>
                </a:prstShdw>
              </a:effectLst>
            </p:spPr>
            <p:txBody>
              <a:bodyPr anchor="t">
                <a:spAutoFit/>
              </a:bodyPr>
              <a:lstStyle/>
              <a:p>
                <a:pPr defTabSz="914400" eaLnBrk="0" hangingPunct="0">
                  <a:spcBef>
                    <a:spcPct val="50000"/>
                  </a:spcBef>
                </a:pPr>
                <a:r>
                  <a:rPr lang="zh-CN" altLang="en-US">
                    <a:solidFill>
                      <a:srgbClr val="000000"/>
                    </a:solidFill>
                    <a:latin typeface="Times New Roman" panose="02020603050405020304" pitchFamily="18" charset="0"/>
                    <a:ea typeface="宋体" panose="02010600030101010101" pitchFamily="2" charset="-122"/>
                  </a:rPr>
                  <a:t>链接器</a:t>
                </a:r>
              </a:p>
            </p:txBody>
          </p:sp>
        </p:grpSp>
        <p:grpSp>
          <p:nvGrpSpPr>
            <p:cNvPr id="8" name="Group 28"/>
            <p:cNvGrpSpPr/>
            <p:nvPr/>
          </p:nvGrpSpPr>
          <p:grpSpPr>
            <a:xfrm>
              <a:off x="8675" y="4720"/>
              <a:ext cx="793" cy="2720"/>
              <a:chOff x="3470" y="1888"/>
              <a:chExt cx="317" cy="1088"/>
            </a:xfrm>
          </p:grpSpPr>
          <p:sp>
            <p:nvSpPr>
              <p:cNvPr id="226328" name="Line 24"/>
              <p:cNvSpPr>
                <a:spLocks noChangeShapeType="1"/>
              </p:cNvSpPr>
              <p:nvPr/>
            </p:nvSpPr>
            <p:spPr bwMode="auto">
              <a:xfrm>
                <a:off x="3470" y="1888"/>
                <a:ext cx="272" cy="408"/>
              </a:xfrm>
              <a:prstGeom prst="line">
                <a:avLst/>
              </a:prstGeom>
              <a:noFill/>
              <a:ln w="9525">
                <a:solidFill>
                  <a:schemeClr val="tx1"/>
                </a:solidFill>
                <a:round/>
                <a:tailEnd type="triangle" w="med" len="med"/>
              </a:ln>
              <a:effectLst>
                <a:prstShdw prst="shdw18" dist="17961" dir="13500000">
                  <a:schemeClr val="tx1">
                    <a:gamma/>
                    <a:shade val="60000"/>
                    <a:invGamma/>
                  </a:schemeClr>
                </a:prstShdw>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1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26329" name="Line 25"/>
              <p:cNvSpPr>
                <a:spLocks noChangeShapeType="1"/>
              </p:cNvSpPr>
              <p:nvPr/>
            </p:nvSpPr>
            <p:spPr bwMode="auto">
              <a:xfrm flipV="1">
                <a:off x="3470" y="2568"/>
                <a:ext cx="317" cy="408"/>
              </a:xfrm>
              <a:prstGeom prst="line">
                <a:avLst/>
              </a:prstGeom>
              <a:noFill/>
              <a:ln w="9525">
                <a:solidFill>
                  <a:schemeClr val="tx1"/>
                </a:solidFill>
                <a:round/>
                <a:tailEnd type="triangle" w="med" len="med"/>
              </a:ln>
              <a:effectLst>
                <a:prstShdw prst="shdw18" dist="17961" dir="13500000">
                  <a:schemeClr val="tx1">
                    <a:gamma/>
                    <a:shade val="60000"/>
                    <a:invGamma/>
                  </a:schemeClr>
                </a:prstShdw>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1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grpSp>
          <p:nvGrpSpPr>
            <p:cNvPr id="9" name="Group 29"/>
            <p:cNvGrpSpPr/>
            <p:nvPr/>
          </p:nvGrpSpPr>
          <p:grpSpPr>
            <a:xfrm>
              <a:off x="10830" y="3465"/>
              <a:ext cx="3740" cy="3573"/>
              <a:chOff x="4332" y="1386"/>
              <a:chExt cx="1496" cy="1429"/>
            </a:xfrm>
          </p:grpSpPr>
          <p:sp>
            <p:nvSpPr>
              <p:cNvPr id="59417" name="Text Box 22"/>
              <p:cNvSpPr txBox="1"/>
              <p:nvPr/>
            </p:nvSpPr>
            <p:spPr>
              <a:xfrm>
                <a:off x="4604" y="1612"/>
                <a:ext cx="1088" cy="1203"/>
              </a:xfrm>
              <a:prstGeom prst="rect">
                <a:avLst/>
              </a:prstGeom>
              <a:noFill/>
              <a:ln w="9525" cap="flat" cmpd="sng">
                <a:solidFill>
                  <a:schemeClr val="tx1"/>
                </a:solidFill>
                <a:prstDash val="solid"/>
                <a:miter/>
                <a:headEnd type="none" w="med" len="med"/>
                <a:tailEnd type="none" w="med" len="med"/>
              </a:ln>
              <a:effectLst>
                <a:prstShdw prst="shdw17" dist="17961" dir="13499999">
                  <a:srgbClr val="000000"/>
                </a:prstShdw>
              </a:effectLst>
            </p:spPr>
            <p:txBody>
              <a:bodyPr anchor="t">
                <a:spAutoFit/>
              </a:bodyPr>
              <a:lstStyle/>
              <a:p>
                <a:pPr defTabSz="914400" eaLnBrk="0" hangingPunct="0">
                  <a:spcBef>
                    <a:spcPct val="50000"/>
                  </a:spcBef>
                </a:pPr>
                <a:r>
                  <a:rPr lang="en-US" altLang="zh-CN" sz="1400">
                    <a:solidFill>
                      <a:srgbClr val="000000"/>
                    </a:solidFill>
                    <a:latin typeface="Times New Roman" panose="02020603050405020304" pitchFamily="18" charset="0"/>
                  </a:rPr>
                  <a:t>0100100101011001</a:t>
                </a:r>
              </a:p>
              <a:p>
                <a:pPr defTabSz="914400" eaLnBrk="0" hangingPunct="0">
                  <a:spcBef>
                    <a:spcPct val="50000"/>
                  </a:spcBef>
                </a:pPr>
                <a:r>
                  <a:rPr lang="en-US" altLang="zh-CN" sz="1400">
                    <a:solidFill>
                      <a:srgbClr val="000000"/>
                    </a:solidFill>
                    <a:latin typeface="Times New Roman" panose="02020603050405020304" pitchFamily="18" charset="0"/>
                  </a:rPr>
                  <a:t>0001000010100011</a:t>
                </a:r>
              </a:p>
              <a:p>
                <a:pPr defTabSz="914400" eaLnBrk="0" hangingPunct="0">
                  <a:spcBef>
                    <a:spcPct val="50000"/>
                  </a:spcBef>
                </a:pPr>
                <a:r>
                  <a:rPr lang="en-US" altLang="zh-CN" sz="1400">
                    <a:solidFill>
                      <a:srgbClr val="000000"/>
                    </a:solidFill>
                    <a:latin typeface="Times New Roman" panose="02020603050405020304" pitchFamily="18" charset="0"/>
                  </a:rPr>
                  <a:t>1010110110100111</a:t>
                </a:r>
              </a:p>
              <a:p>
                <a:pPr defTabSz="914400" eaLnBrk="0" hangingPunct="0"/>
                <a:r>
                  <a:rPr lang="en-US" altLang="zh-CN" sz="1400">
                    <a:solidFill>
                      <a:srgbClr val="000000"/>
                    </a:solidFill>
                    <a:latin typeface="Times New Roman" panose="02020603050405020304" pitchFamily="18" charset="0"/>
                  </a:rPr>
                  <a:t>1001011010110001</a:t>
                </a:r>
              </a:p>
              <a:p>
                <a:pPr defTabSz="914400" eaLnBrk="0" hangingPunct="0"/>
                <a:r>
                  <a:rPr lang="en-US" altLang="zh-CN" sz="1400">
                    <a:solidFill>
                      <a:srgbClr val="000000"/>
                    </a:solidFill>
                    <a:latin typeface="Times New Roman" panose="02020603050405020304" pitchFamily="18" charset="0"/>
                  </a:rPr>
                  <a:t>0110100100101001</a:t>
                </a:r>
              </a:p>
              <a:p>
                <a:pPr defTabSz="914400" eaLnBrk="0" hangingPunct="0"/>
                <a:r>
                  <a:rPr lang="en-US" altLang="zh-CN" sz="1400">
                    <a:solidFill>
                      <a:srgbClr val="000000"/>
                    </a:solidFill>
                    <a:latin typeface="Times New Roman" panose="02020603050405020304" pitchFamily="18" charset="0"/>
                  </a:rPr>
                  <a:t>0110110101101011</a:t>
                </a:r>
              </a:p>
              <a:p>
                <a:pPr defTabSz="914400" eaLnBrk="0" hangingPunct="0">
                  <a:spcBef>
                    <a:spcPct val="50000"/>
                  </a:spcBef>
                </a:pPr>
                <a:endParaRPr lang="en-US" altLang="zh-CN" sz="1400">
                  <a:solidFill>
                    <a:srgbClr val="000000"/>
                  </a:solidFill>
                  <a:latin typeface="Times New Roman" panose="02020603050405020304" pitchFamily="18" charset="0"/>
                </a:endParaRPr>
              </a:p>
            </p:txBody>
          </p:sp>
          <p:sp>
            <p:nvSpPr>
              <p:cNvPr id="59418" name="Text Box 23"/>
              <p:cNvSpPr txBox="1"/>
              <p:nvPr/>
            </p:nvSpPr>
            <p:spPr>
              <a:xfrm>
                <a:off x="4694" y="1386"/>
                <a:ext cx="1134" cy="231"/>
              </a:xfrm>
              <a:prstGeom prst="rect">
                <a:avLst/>
              </a:prstGeom>
              <a:noFill/>
              <a:ln w="9525">
                <a:noFill/>
              </a:ln>
              <a:effectLst>
                <a:prstShdw prst="shdw17" dist="17961" dir="13499999">
                  <a:srgbClr val="999999"/>
                </a:prstShdw>
              </a:effectLst>
            </p:spPr>
            <p:txBody>
              <a:bodyPr anchor="t">
                <a:spAutoFit/>
              </a:bodyPr>
              <a:lstStyle/>
              <a:p>
                <a:pPr defTabSz="914400" eaLnBrk="0" hangingPunct="0">
                  <a:spcBef>
                    <a:spcPct val="50000"/>
                  </a:spcBef>
                </a:pPr>
                <a:r>
                  <a:rPr lang="zh-CN" altLang="en-US">
                    <a:solidFill>
                      <a:srgbClr val="6600FF"/>
                    </a:solidFill>
                    <a:latin typeface="Times New Roman" panose="02020603050405020304" pitchFamily="18" charset="0"/>
                    <a:ea typeface="宋体" panose="02010600030101010101" pitchFamily="2" charset="-122"/>
                  </a:rPr>
                  <a:t>可执行文件</a:t>
                </a:r>
                <a:r>
                  <a:rPr lang="en-US" altLang="zh-CN">
                    <a:solidFill>
                      <a:srgbClr val="6600FF"/>
                    </a:solidFill>
                    <a:latin typeface="Times New Roman" panose="02020603050405020304" pitchFamily="18" charset="0"/>
                  </a:rPr>
                  <a:t>.exe</a:t>
                </a:r>
              </a:p>
            </p:txBody>
          </p:sp>
          <p:sp>
            <p:nvSpPr>
              <p:cNvPr id="226330" name="Line 26"/>
              <p:cNvSpPr>
                <a:spLocks noChangeShapeType="1"/>
              </p:cNvSpPr>
              <p:nvPr/>
            </p:nvSpPr>
            <p:spPr bwMode="auto">
              <a:xfrm>
                <a:off x="4332" y="2432"/>
                <a:ext cx="272" cy="0"/>
              </a:xfrm>
              <a:prstGeom prst="line">
                <a:avLst/>
              </a:prstGeom>
              <a:noFill/>
              <a:ln w="9525">
                <a:solidFill>
                  <a:schemeClr val="tx1"/>
                </a:solidFill>
                <a:round/>
                <a:tailEnd type="triangle" w="med" len="med"/>
              </a:ln>
              <a:effectLst>
                <a:prstShdw prst="shdw18" dist="17961" dir="13500000">
                  <a:schemeClr val="tx1">
                    <a:gamma/>
                    <a:shade val="60000"/>
                    <a:invGamma/>
                  </a:schemeClr>
                </a:prstShdw>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1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
          <p:nvSpPr>
            <p:cNvPr id="226335" name="Text Box 31"/>
            <p:cNvSpPr txBox="1"/>
            <p:nvPr/>
          </p:nvSpPr>
          <p:spPr>
            <a:xfrm>
              <a:off x="738" y="8235"/>
              <a:ext cx="2267" cy="578"/>
            </a:xfrm>
            <a:prstGeom prst="rect">
              <a:avLst/>
            </a:prstGeom>
            <a:noFill/>
            <a:ln w="9525">
              <a:noFill/>
            </a:ln>
            <a:effectLst>
              <a:prstShdw prst="shdw17" dist="17961" dir="13499999">
                <a:srgbClr val="999999"/>
              </a:prstShdw>
            </a:effectLst>
          </p:spPr>
          <p:txBody>
            <a:bodyPr anchor="t">
              <a:spAutoFit/>
            </a:bodyPr>
            <a:lstStyle/>
            <a:p>
              <a:pPr defTabSz="914400" eaLnBrk="0" hangingPunct="0">
                <a:spcBef>
                  <a:spcPct val="50000"/>
                </a:spcBef>
              </a:pPr>
              <a:r>
                <a:rPr lang="en-US" altLang="zh-CN">
                  <a:solidFill>
                    <a:srgbClr val="FF3300"/>
                  </a:solidFill>
                  <a:latin typeface="Times New Roman" panose="02020603050405020304" pitchFamily="18" charset="0"/>
                </a:rPr>
                <a:t>1. </a:t>
              </a:r>
              <a:r>
                <a:rPr lang="zh-CN" altLang="en-US">
                  <a:solidFill>
                    <a:srgbClr val="FF3300"/>
                  </a:solidFill>
                  <a:latin typeface="Times New Roman" panose="02020603050405020304" pitchFamily="18" charset="0"/>
                  <a:ea typeface="宋体" panose="02010600030101010101" pitchFamily="2" charset="-122"/>
                </a:rPr>
                <a:t>编辑程序</a:t>
              </a:r>
            </a:p>
          </p:txBody>
        </p:sp>
        <p:sp>
          <p:nvSpPr>
            <p:cNvPr id="226336" name="Text Box 32"/>
            <p:cNvSpPr txBox="1"/>
            <p:nvPr/>
          </p:nvSpPr>
          <p:spPr>
            <a:xfrm>
              <a:off x="3573" y="3915"/>
              <a:ext cx="2267" cy="578"/>
            </a:xfrm>
            <a:prstGeom prst="rect">
              <a:avLst/>
            </a:prstGeom>
            <a:noFill/>
            <a:ln w="9525">
              <a:noFill/>
            </a:ln>
            <a:effectLst>
              <a:prstShdw prst="shdw17" dist="17961" dir="13499999">
                <a:srgbClr val="999999"/>
              </a:prstShdw>
            </a:effectLst>
          </p:spPr>
          <p:txBody>
            <a:bodyPr anchor="t">
              <a:spAutoFit/>
            </a:bodyPr>
            <a:lstStyle/>
            <a:p>
              <a:pPr defTabSz="914400" eaLnBrk="0" hangingPunct="0">
                <a:spcBef>
                  <a:spcPct val="50000"/>
                </a:spcBef>
              </a:pPr>
              <a:r>
                <a:rPr lang="en-US" altLang="zh-CN">
                  <a:solidFill>
                    <a:srgbClr val="FF3300"/>
                  </a:solidFill>
                  <a:latin typeface="Times New Roman" panose="02020603050405020304" pitchFamily="18" charset="0"/>
                </a:rPr>
                <a:t>2. </a:t>
              </a:r>
              <a:r>
                <a:rPr lang="zh-CN" altLang="en-US">
                  <a:solidFill>
                    <a:srgbClr val="FF3300"/>
                  </a:solidFill>
                  <a:latin typeface="Times New Roman" panose="02020603050405020304" pitchFamily="18" charset="0"/>
                  <a:ea typeface="宋体" panose="02010600030101010101" pitchFamily="2" charset="-122"/>
                </a:rPr>
                <a:t>编译程序</a:t>
              </a:r>
            </a:p>
          </p:txBody>
        </p:sp>
        <p:sp>
          <p:nvSpPr>
            <p:cNvPr id="226337" name="Text Box 33"/>
            <p:cNvSpPr txBox="1"/>
            <p:nvPr/>
          </p:nvSpPr>
          <p:spPr>
            <a:xfrm>
              <a:off x="9128" y="4833"/>
              <a:ext cx="2267" cy="577"/>
            </a:xfrm>
            <a:prstGeom prst="rect">
              <a:avLst/>
            </a:prstGeom>
            <a:noFill/>
            <a:ln w="9525">
              <a:noFill/>
            </a:ln>
            <a:effectLst>
              <a:prstShdw prst="shdw17" dist="17961" dir="13499999">
                <a:srgbClr val="999999"/>
              </a:prstShdw>
            </a:effectLst>
          </p:spPr>
          <p:txBody>
            <a:bodyPr anchor="t">
              <a:spAutoFit/>
            </a:bodyPr>
            <a:lstStyle/>
            <a:p>
              <a:pPr defTabSz="914400" eaLnBrk="0" hangingPunct="0">
                <a:spcBef>
                  <a:spcPct val="50000"/>
                </a:spcBef>
              </a:pPr>
              <a:r>
                <a:rPr lang="en-US" altLang="zh-CN">
                  <a:solidFill>
                    <a:srgbClr val="FF3300"/>
                  </a:solidFill>
                  <a:latin typeface="Times New Roman" panose="02020603050405020304" pitchFamily="18" charset="0"/>
                </a:rPr>
                <a:t>3. </a:t>
              </a:r>
              <a:r>
                <a:rPr lang="zh-CN" altLang="en-US">
                  <a:solidFill>
                    <a:srgbClr val="FF3300"/>
                  </a:solidFill>
                  <a:latin typeface="Times New Roman" panose="02020603050405020304" pitchFamily="18" charset="0"/>
                  <a:ea typeface="宋体" panose="02010600030101010101" pitchFamily="2" charset="-122"/>
                </a:rPr>
                <a:t>链接程序</a:t>
              </a:r>
            </a:p>
          </p:txBody>
        </p:sp>
        <p:sp>
          <p:nvSpPr>
            <p:cNvPr id="226338" name="Text Box 34"/>
            <p:cNvSpPr txBox="1"/>
            <p:nvPr/>
          </p:nvSpPr>
          <p:spPr>
            <a:xfrm>
              <a:off x="11735" y="1575"/>
              <a:ext cx="2267" cy="578"/>
            </a:xfrm>
            <a:prstGeom prst="rect">
              <a:avLst/>
            </a:prstGeom>
            <a:noFill/>
            <a:ln w="9525">
              <a:noFill/>
            </a:ln>
            <a:effectLst>
              <a:prstShdw prst="shdw17" dist="17961" dir="13499999">
                <a:srgbClr val="999999"/>
              </a:prstShdw>
            </a:effectLst>
          </p:spPr>
          <p:txBody>
            <a:bodyPr anchor="t">
              <a:spAutoFit/>
            </a:bodyPr>
            <a:lstStyle/>
            <a:p>
              <a:pPr defTabSz="914400" eaLnBrk="0" hangingPunct="0">
                <a:spcBef>
                  <a:spcPct val="50000"/>
                </a:spcBef>
              </a:pPr>
              <a:r>
                <a:rPr lang="en-US" altLang="zh-CN">
                  <a:solidFill>
                    <a:srgbClr val="FF3300"/>
                  </a:solidFill>
                  <a:latin typeface="Times New Roman" panose="02020603050405020304" pitchFamily="18" charset="0"/>
                </a:rPr>
                <a:t>4.</a:t>
              </a:r>
              <a:r>
                <a:rPr lang="zh-CN" altLang="en-US">
                  <a:solidFill>
                    <a:srgbClr val="FF3300"/>
                  </a:solidFill>
                  <a:latin typeface="Times New Roman" panose="02020603050405020304" pitchFamily="18" charset="0"/>
                  <a:ea typeface="宋体" panose="02010600030101010101" pitchFamily="2" charset="-122"/>
                </a:rPr>
                <a:t>运行程序</a:t>
              </a:r>
            </a:p>
          </p:txBody>
        </p:sp>
        <p:grpSp>
          <p:nvGrpSpPr>
            <p:cNvPr id="10" name="Group 37"/>
            <p:cNvGrpSpPr/>
            <p:nvPr/>
          </p:nvGrpSpPr>
          <p:grpSpPr>
            <a:xfrm>
              <a:off x="9355" y="0"/>
              <a:ext cx="2055" cy="3248"/>
              <a:chOff x="2614" y="2718"/>
              <a:chExt cx="575" cy="920"/>
            </a:xfrm>
          </p:grpSpPr>
          <p:sp>
            <p:nvSpPr>
              <p:cNvPr id="59425" name="Rectangle 38"/>
              <p:cNvSpPr/>
              <p:nvPr/>
            </p:nvSpPr>
            <p:spPr>
              <a:xfrm>
                <a:off x="2614" y="2718"/>
                <a:ext cx="575" cy="108"/>
              </a:xfrm>
              <a:prstGeom prst="rect">
                <a:avLst/>
              </a:prstGeom>
              <a:solidFill>
                <a:srgbClr val="E6E6E6"/>
              </a:solidFill>
              <a:ln w="9525">
                <a:noFill/>
              </a:ln>
            </p:spPr>
            <p:txBody>
              <a:bodyPr anchor="t"/>
              <a:lstStyle/>
              <a:p>
                <a:endParaRPr lang="zh-CN" altLang="en-US" dirty="0">
                  <a:solidFill>
                    <a:srgbClr val="000000"/>
                  </a:solidFill>
                  <a:latin typeface="Times New Roman" panose="02020603050405020304" pitchFamily="18" charset="0"/>
                  <a:ea typeface="宋体" panose="02010600030101010101" pitchFamily="2" charset="-122"/>
                </a:endParaRPr>
              </a:p>
            </p:txBody>
          </p:sp>
          <p:sp>
            <p:nvSpPr>
              <p:cNvPr id="59426" name="Rectangle 39"/>
              <p:cNvSpPr/>
              <p:nvPr/>
            </p:nvSpPr>
            <p:spPr>
              <a:xfrm>
                <a:off x="2614" y="2718"/>
                <a:ext cx="575" cy="108"/>
              </a:xfrm>
              <a:prstGeom prst="rect">
                <a:avLst/>
              </a:prstGeom>
              <a:gradFill rotWithShape="1">
                <a:gsLst>
                  <a:gs pos="0">
                    <a:srgbClr val="9966FF"/>
                  </a:gs>
                  <a:gs pos="100000">
                    <a:schemeClr val="bg1"/>
                  </a:gs>
                </a:gsLst>
                <a:lin ang="5400000" scaled="1"/>
                <a:tileRect/>
              </a:gradFill>
              <a:ln w="15875" cap="flat" cmpd="sng">
                <a:solidFill>
                  <a:srgbClr val="000000"/>
                </a:solidFill>
                <a:prstDash val="solid"/>
                <a:miter/>
                <a:headEnd type="none" w="med" len="med"/>
                <a:tailEnd type="none" w="med" len="med"/>
              </a:ln>
            </p:spPr>
            <p:txBody>
              <a:bodyPr anchor="t"/>
              <a:lstStyle/>
              <a:p>
                <a:endParaRPr lang="zh-CN" altLang="en-US" dirty="0">
                  <a:solidFill>
                    <a:srgbClr val="000000"/>
                  </a:solidFill>
                  <a:latin typeface="Times New Roman" panose="02020603050405020304" pitchFamily="18" charset="0"/>
                  <a:ea typeface="宋体" panose="02010600030101010101" pitchFamily="2" charset="-122"/>
                </a:endParaRPr>
              </a:p>
            </p:txBody>
          </p:sp>
          <p:sp>
            <p:nvSpPr>
              <p:cNvPr id="59427" name="Rectangle 40"/>
              <p:cNvSpPr/>
              <p:nvPr/>
            </p:nvSpPr>
            <p:spPr>
              <a:xfrm>
                <a:off x="2758" y="2726"/>
                <a:ext cx="406" cy="109"/>
              </a:xfrm>
              <a:prstGeom prst="rect">
                <a:avLst/>
              </a:prstGeom>
              <a:noFill/>
              <a:ln w="9525">
                <a:noFill/>
              </a:ln>
            </p:spPr>
            <p:txBody>
              <a:bodyPr lIns="0" tIns="0" rIns="0" bIns="0" anchor="t">
                <a:spAutoFit/>
              </a:bodyPr>
              <a:lstStyle/>
              <a:p>
                <a:r>
                  <a:rPr lang="en-US" altLang="zh-CN" sz="1600" dirty="0">
                    <a:solidFill>
                      <a:srgbClr val="000000"/>
                    </a:solidFill>
                    <a:latin typeface="Times New Roman" panose="02020603050405020304" pitchFamily="18" charset="0"/>
                  </a:rPr>
                  <a:t>00011101</a:t>
                </a:r>
              </a:p>
            </p:txBody>
          </p:sp>
          <p:sp>
            <p:nvSpPr>
              <p:cNvPr id="59428" name="Rectangle 41"/>
              <p:cNvSpPr/>
              <p:nvPr/>
            </p:nvSpPr>
            <p:spPr>
              <a:xfrm>
                <a:off x="2614" y="2826"/>
                <a:ext cx="575" cy="108"/>
              </a:xfrm>
              <a:prstGeom prst="rect">
                <a:avLst/>
              </a:prstGeom>
              <a:solidFill>
                <a:srgbClr val="E6E6E6"/>
              </a:solidFill>
              <a:ln w="9525">
                <a:noFill/>
              </a:ln>
            </p:spPr>
            <p:txBody>
              <a:bodyPr anchor="t"/>
              <a:lstStyle/>
              <a:p>
                <a:endParaRPr lang="zh-CN" altLang="en-US" dirty="0">
                  <a:solidFill>
                    <a:srgbClr val="000000"/>
                  </a:solidFill>
                  <a:latin typeface="Times New Roman" panose="02020603050405020304" pitchFamily="18" charset="0"/>
                  <a:ea typeface="宋体" panose="02010600030101010101" pitchFamily="2" charset="-122"/>
                </a:endParaRPr>
              </a:p>
            </p:txBody>
          </p:sp>
          <p:sp>
            <p:nvSpPr>
              <p:cNvPr id="59429" name="Rectangle 42"/>
              <p:cNvSpPr/>
              <p:nvPr/>
            </p:nvSpPr>
            <p:spPr>
              <a:xfrm>
                <a:off x="2614" y="2826"/>
                <a:ext cx="575" cy="108"/>
              </a:xfrm>
              <a:prstGeom prst="rect">
                <a:avLst/>
              </a:prstGeom>
              <a:gradFill rotWithShape="1">
                <a:gsLst>
                  <a:gs pos="0">
                    <a:srgbClr val="9966FF"/>
                  </a:gs>
                  <a:gs pos="100000">
                    <a:schemeClr val="bg1"/>
                  </a:gs>
                </a:gsLst>
                <a:lin ang="5400000" scaled="1"/>
                <a:tileRect/>
              </a:gradFill>
              <a:ln w="15875" cap="flat" cmpd="sng">
                <a:solidFill>
                  <a:srgbClr val="000000"/>
                </a:solidFill>
                <a:prstDash val="solid"/>
                <a:miter/>
                <a:headEnd type="none" w="med" len="med"/>
                <a:tailEnd type="none" w="med" len="med"/>
              </a:ln>
            </p:spPr>
            <p:txBody>
              <a:bodyPr anchor="t"/>
              <a:lstStyle/>
              <a:p>
                <a:endParaRPr lang="zh-CN" altLang="en-US" dirty="0">
                  <a:solidFill>
                    <a:srgbClr val="000000"/>
                  </a:solidFill>
                  <a:latin typeface="Times New Roman" panose="02020603050405020304" pitchFamily="18" charset="0"/>
                  <a:ea typeface="宋体" panose="02010600030101010101" pitchFamily="2" charset="-122"/>
                </a:endParaRPr>
              </a:p>
            </p:txBody>
          </p:sp>
          <p:sp>
            <p:nvSpPr>
              <p:cNvPr id="59430" name="Rectangle 43"/>
              <p:cNvSpPr/>
              <p:nvPr/>
            </p:nvSpPr>
            <p:spPr>
              <a:xfrm>
                <a:off x="2758" y="2840"/>
                <a:ext cx="398" cy="109"/>
              </a:xfrm>
              <a:prstGeom prst="rect">
                <a:avLst/>
              </a:prstGeom>
              <a:noFill/>
              <a:ln w="9525">
                <a:noFill/>
              </a:ln>
            </p:spPr>
            <p:txBody>
              <a:bodyPr wrap="none" lIns="0" tIns="0" rIns="0" bIns="0" anchor="t">
                <a:spAutoFit/>
              </a:bodyPr>
              <a:lstStyle/>
              <a:p>
                <a:r>
                  <a:rPr lang="en-US" altLang="zh-CN" sz="1600" dirty="0">
                    <a:solidFill>
                      <a:srgbClr val="000000"/>
                    </a:solidFill>
                    <a:latin typeface="ËÎÌå" charset="0"/>
                  </a:rPr>
                  <a:t>11010010</a:t>
                </a:r>
                <a:endParaRPr lang="en-US" altLang="zh-CN" sz="1600" dirty="0">
                  <a:solidFill>
                    <a:srgbClr val="000000"/>
                  </a:solidFill>
                  <a:latin typeface="Times New Roman" panose="02020603050405020304" pitchFamily="18" charset="0"/>
                </a:endParaRPr>
              </a:p>
            </p:txBody>
          </p:sp>
          <p:sp>
            <p:nvSpPr>
              <p:cNvPr id="59431" name="Rectangle 44"/>
              <p:cNvSpPr/>
              <p:nvPr/>
            </p:nvSpPr>
            <p:spPr>
              <a:xfrm>
                <a:off x="2614" y="2934"/>
                <a:ext cx="575" cy="108"/>
              </a:xfrm>
              <a:prstGeom prst="rect">
                <a:avLst/>
              </a:prstGeom>
              <a:gradFill rotWithShape="1">
                <a:gsLst>
                  <a:gs pos="0">
                    <a:srgbClr val="9966FF"/>
                  </a:gs>
                  <a:gs pos="100000">
                    <a:schemeClr val="bg1"/>
                  </a:gs>
                </a:gsLst>
                <a:lin ang="5400000" scaled="1"/>
                <a:tileRect/>
              </a:gradFill>
              <a:ln w="15875" cap="flat" cmpd="sng">
                <a:solidFill>
                  <a:srgbClr val="000000"/>
                </a:solidFill>
                <a:prstDash val="solid"/>
                <a:miter/>
                <a:headEnd type="none" w="med" len="med"/>
                <a:tailEnd type="none" w="med" len="med"/>
              </a:ln>
            </p:spPr>
            <p:txBody>
              <a:bodyPr anchor="t"/>
              <a:lstStyle/>
              <a:p>
                <a:endParaRPr lang="zh-CN" altLang="en-US" dirty="0">
                  <a:solidFill>
                    <a:srgbClr val="000000"/>
                  </a:solidFill>
                  <a:latin typeface="Times New Roman" panose="02020603050405020304" pitchFamily="18" charset="0"/>
                  <a:ea typeface="宋体" panose="02010600030101010101" pitchFamily="2" charset="-122"/>
                </a:endParaRPr>
              </a:p>
            </p:txBody>
          </p:sp>
          <p:sp>
            <p:nvSpPr>
              <p:cNvPr id="59432" name="Rectangle 45"/>
              <p:cNvSpPr/>
              <p:nvPr/>
            </p:nvSpPr>
            <p:spPr>
              <a:xfrm>
                <a:off x="2614" y="2934"/>
                <a:ext cx="575" cy="108"/>
              </a:xfrm>
              <a:prstGeom prst="rect">
                <a:avLst/>
              </a:prstGeom>
              <a:noFill/>
              <a:ln w="15875" cap="flat" cmpd="sng">
                <a:solidFill>
                  <a:srgbClr val="000000"/>
                </a:solidFill>
                <a:prstDash val="solid"/>
                <a:miter/>
                <a:headEnd type="none" w="med" len="med"/>
                <a:tailEnd type="none" w="med" len="med"/>
              </a:ln>
            </p:spPr>
            <p:txBody>
              <a:bodyPr anchor="t"/>
              <a:lstStyle/>
              <a:p>
                <a:endParaRPr lang="zh-CN" altLang="en-US" dirty="0">
                  <a:solidFill>
                    <a:srgbClr val="000000"/>
                  </a:solidFill>
                  <a:latin typeface="Times New Roman" panose="02020603050405020304" pitchFamily="18" charset="0"/>
                  <a:ea typeface="宋体" panose="02010600030101010101" pitchFamily="2" charset="-122"/>
                </a:endParaRPr>
              </a:p>
            </p:txBody>
          </p:sp>
          <p:sp>
            <p:nvSpPr>
              <p:cNvPr id="59433" name="Rectangle 46"/>
              <p:cNvSpPr/>
              <p:nvPr/>
            </p:nvSpPr>
            <p:spPr>
              <a:xfrm>
                <a:off x="2758" y="2947"/>
                <a:ext cx="398" cy="109"/>
              </a:xfrm>
              <a:prstGeom prst="rect">
                <a:avLst/>
              </a:prstGeom>
              <a:noFill/>
              <a:ln w="9525">
                <a:noFill/>
              </a:ln>
            </p:spPr>
            <p:txBody>
              <a:bodyPr wrap="none" lIns="0" tIns="0" rIns="0" bIns="0" anchor="t">
                <a:spAutoFit/>
              </a:bodyPr>
              <a:lstStyle/>
              <a:p>
                <a:r>
                  <a:rPr lang="en-US" altLang="zh-CN" sz="1600" dirty="0">
                    <a:solidFill>
                      <a:srgbClr val="000000"/>
                    </a:solidFill>
                    <a:latin typeface="ËÎÌå" charset="0"/>
                  </a:rPr>
                  <a:t>11011000</a:t>
                </a:r>
                <a:endParaRPr lang="en-US" altLang="zh-CN" sz="1600" dirty="0">
                  <a:solidFill>
                    <a:srgbClr val="000000"/>
                  </a:solidFill>
                  <a:latin typeface="Times New Roman" panose="02020603050405020304" pitchFamily="18" charset="0"/>
                </a:endParaRPr>
              </a:p>
            </p:txBody>
          </p:sp>
          <p:sp>
            <p:nvSpPr>
              <p:cNvPr id="59434" name="Rectangle 47"/>
              <p:cNvSpPr/>
              <p:nvPr/>
            </p:nvSpPr>
            <p:spPr>
              <a:xfrm>
                <a:off x="2614" y="3042"/>
                <a:ext cx="575" cy="108"/>
              </a:xfrm>
              <a:prstGeom prst="rect">
                <a:avLst/>
              </a:prstGeom>
              <a:gradFill rotWithShape="1">
                <a:gsLst>
                  <a:gs pos="0">
                    <a:srgbClr val="9966FF"/>
                  </a:gs>
                  <a:gs pos="100000">
                    <a:schemeClr val="bg1"/>
                  </a:gs>
                </a:gsLst>
                <a:lin ang="5400000" scaled="1"/>
                <a:tileRect/>
              </a:gradFill>
              <a:ln w="15875" cap="flat" cmpd="sng">
                <a:solidFill>
                  <a:srgbClr val="000000"/>
                </a:solidFill>
                <a:prstDash val="solid"/>
                <a:miter/>
                <a:headEnd type="none" w="med" len="med"/>
                <a:tailEnd type="none" w="med" len="med"/>
              </a:ln>
            </p:spPr>
            <p:txBody>
              <a:bodyPr anchor="t"/>
              <a:lstStyle/>
              <a:p>
                <a:endParaRPr lang="zh-CN" altLang="en-US" dirty="0">
                  <a:solidFill>
                    <a:srgbClr val="000000"/>
                  </a:solidFill>
                  <a:latin typeface="Times New Roman" panose="02020603050405020304" pitchFamily="18" charset="0"/>
                  <a:ea typeface="宋体" panose="02010600030101010101" pitchFamily="2" charset="-122"/>
                </a:endParaRPr>
              </a:p>
            </p:txBody>
          </p:sp>
          <p:sp>
            <p:nvSpPr>
              <p:cNvPr id="59435" name="Rectangle 48"/>
              <p:cNvSpPr/>
              <p:nvPr/>
            </p:nvSpPr>
            <p:spPr>
              <a:xfrm>
                <a:off x="2614" y="3042"/>
                <a:ext cx="575" cy="108"/>
              </a:xfrm>
              <a:prstGeom prst="rect">
                <a:avLst/>
              </a:prstGeom>
              <a:noFill/>
              <a:ln w="15875" cap="flat" cmpd="sng">
                <a:solidFill>
                  <a:srgbClr val="000000"/>
                </a:solidFill>
                <a:prstDash val="solid"/>
                <a:miter/>
                <a:headEnd type="none" w="med" len="med"/>
                <a:tailEnd type="none" w="med" len="med"/>
              </a:ln>
            </p:spPr>
            <p:txBody>
              <a:bodyPr anchor="t"/>
              <a:lstStyle/>
              <a:p>
                <a:endParaRPr lang="zh-CN" altLang="en-US" dirty="0">
                  <a:solidFill>
                    <a:srgbClr val="000000"/>
                  </a:solidFill>
                  <a:latin typeface="Times New Roman" panose="02020603050405020304" pitchFamily="18" charset="0"/>
                  <a:ea typeface="宋体" panose="02010600030101010101" pitchFamily="2" charset="-122"/>
                </a:endParaRPr>
              </a:p>
            </p:txBody>
          </p:sp>
          <p:sp>
            <p:nvSpPr>
              <p:cNvPr id="59436" name="Rectangle 49"/>
              <p:cNvSpPr/>
              <p:nvPr/>
            </p:nvSpPr>
            <p:spPr>
              <a:xfrm>
                <a:off x="2758" y="3055"/>
                <a:ext cx="398" cy="109"/>
              </a:xfrm>
              <a:prstGeom prst="rect">
                <a:avLst/>
              </a:prstGeom>
              <a:noFill/>
              <a:ln w="9525">
                <a:noFill/>
              </a:ln>
            </p:spPr>
            <p:txBody>
              <a:bodyPr wrap="none" lIns="0" tIns="0" rIns="0" bIns="0" anchor="t">
                <a:spAutoFit/>
              </a:bodyPr>
              <a:lstStyle/>
              <a:p>
                <a:r>
                  <a:rPr lang="en-US" altLang="zh-CN" sz="1600" dirty="0">
                    <a:solidFill>
                      <a:srgbClr val="000000"/>
                    </a:solidFill>
                    <a:latin typeface="ËÎÌå" charset="0"/>
                  </a:rPr>
                  <a:t>10100110</a:t>
                </a:r>
                <a:endParaRPr lang="en-US" altLang="zh-CN" sz="1600" dirty="0">
                  <a:solidFill>
                    <a:srgbClr val="000000"/>
                  </a:solidFill>
                  <a:latin typeface="Times New Roman" panose="02020603050405020304" pitchFamily="18" charset="0"/>
                </a:endParaRPr>
              </a:p>
            </p:txBody>
          </p:sp>
          <p:sp>
            <p:nvSpPr>
              <p:cNvPr id="59437" name="Rectangle 50"/>
              <p:cNvSpPr/>
              <p:nvPr/>
            </p:nvSpPr>
            <p:spPr>
              <a:xfrm>
                <a:off x="2614" y="3150"/>
                <a:ext cx="575" cy="144"/>
              </a:xfrm>
              <a:prstGeom prst="rect">
                <a:avLst/>
              </a:prstGeom>
              <a:gradFill rotWithShape="1">
                <a:gsLst>
                  <a:gs pos="0">
                    <a:srgbClr val="9966FF"/>
                  </a:gs>
                  <a:gs pos="100000">
                    <a:schemeClr val="bg1"/>
                  </a:gs>
                </a:gsLst>
                <a:lin ang="5400000" scaled="1"/>
                <a:tileRect/>
              </a:gradFill>
              <a:ln w="15875" cap="flat" cmpd="sng">
                <a:solidFill>
                  <a:srgbClr val="000000"/>
                </a:solidFill>
                <a:prstDash val="solid"/>
                <a:miter/>
                <a:headEnd type="none" w="med" len="med"/>
                <a:tailEnd type="none" w="med" len="med"/>
              </a:ln>
            </p:spPr>
            <p:txBody>
              <a:bodyPr anchor="t"/>
              <a:lstStyle/>
              <a:p>
                <a:endParaRPr lang="zh-CN" altLang="en-US" dirty="0">
                  <a:solidFill>
                    <a:srgbClr val="000000"/>
                  </a:solidFill>
                  <a:latin typeface="Times New Roman" panose="02020603050405020304" pitchFamily="18" charset="0"/>
                  <a:ea typeface="宋体" panose="02010600030101010101" pitchFamily="2" charset="-122"/>
                </a:endParaRPr>
              </a:p>
            </p:txBody>
          </p:sp>
          <p:sp>
            <p:nvSpPr>
              <p:cNvPr id="59438" name="Rectangle 51"/>
              <p:cNvSpPr/>
              <p:nvPr/>
            </p:nvSpPr>
            <p:spPr>
              <a:xfrm>
                <a:off x="2614" y="3150"/>
                <a:ext cx="575" cy="144"/>
              </a:xfrm>
              <a:prstGeom prst="rect">
                <a:avLst/>
              </a:prstGeom>
              <a:noFill/>
              <a:ln w="15875" cap="flat" cmpd="sng">
                <a:solidFill>
                  <a:srgbClr val="000000"/>
                </a:solidFill>
                <a:prstDash val="solid"/>
                <a:miter/>
                <a:headEnd type="none" w="med" len="med"/>
                <a:tailEnd type="none" w="med" len="med"/>
              </a:ln>
            </p:spPr>
            <p:txBody>
              <a:bodyPr anchor="t"/>
              <a:lstStyle/>
              <a:p>
                <a:endParaRPr lang="zh-CN" altLang="en-US" dirty="0">
                  <a:solidFill>
                    <a:srgbClr val="000000"/>
                  </a:solidFill>
                  <a:latin typeface="Times New Roman" panose="02020603050405020304" pitchFamily="18" charset="0"/>
                  <a:ea typeface="宋体" panose="02010600030101010101" pitchFamily="2" charset="-122"/>
                </a:endParaRPr>
              </a:p>
            </p:txBody>
          </p:sp>
          <p:sp>
            <p:nvSpPr>
              <p:cNvPr id="59439" name="Rectangle 52"/>
              <p:cNvSpPr/>
              <p:nvPr/>
            </p:nvSpPr>
            <p:spPr>
              <a:xfrm>
                <a:off x="2817" y="3159"/>
                <a:ext cx="75" cy="109"/>
              </a:xfrm>
              <a:prstGeom prst="rect">
                <a:avLst/>
              </a:prstGeom>
              <a:noFill/>
              <a:ln w="9525">
                <a:noFill/>
              </a:ln>
            </p:spPr>
            <p:txBody>
              <a:bodyPr wrap="none" lIns="0" tIns="0" rIns="0" bIns="0" anchor="t">
                <a:spAutoFit/>
              </a:bodyPr>
              <a:lstStyle/>
              <a:p>
                <a:r>
                  <a:rPr lang="en-US" altLang="zh-CN" sz="1600" dirty="0">
                    <a:solidFill>
                      <a:srgbClr val="000000"/>
                    </a:solidFill>
                    <a:latin typeface="ËÎÌå" charset="0"/>
                  </a:rPr>
                  <a:t>...</a:t>
                </a:r>
                <a:endParaRPr lang="en-US" altLang="zh-CN" sz="1600" dirty="0">
                  <a:solidFill>
                    <a:srgbClr val="000000"/>
                  </a:solidFill>
                  <a:latin typeface="Times New Roman" panose="02020603050405020304" pitchFamily="18" charset="0"/>
                </a:endParaRPr>
              </a:p>
            </p:txBody>
          </p:sp>
          <p:sp>
            <p:nvSpPr>
              <p:cNvPr id="59440" name="Rectangle 53"/>
              <p:cNvSpPr/>
              <p:nvPr/>
            </p:nvSpPr>
            <p:spPr>
              <a:xfrm>
                <a:off x="2614" y="3294"/>
                <a:ext cx="575" cy="108"/>
              </a:xfrm>
              <a:prstGeom prst="rect">
                <a:avLst/>
              </a:prstGeom>
              <a:solidFill>
                <a:srgbClr val="E6E6E6"/>
              </a:solidFill>
              <a:ln w="9525">
                <a:noFill/>
              </a:ln>
            </p:spPr>
            <p:txBody>
              <a:bodyPr anchor="t"/>
              <a:lstStyle/>
              <a:p>
                <a:endParaRPr lang="zh-CN" altLang="en-US" dirty="0">
                  <a:solidFill>
                    <a:srgbClr val="000000"/>
                  </a:solidFill>
                  <a:latin typeface="Times New Roman" panose="02020603050405020304" pitchFamily="18" charset="0"/>
                  <a:ea typeface="宋体" panose="02010600030101010101" pitchFamily="2" charset="-122"/>
                </a:endParaRPr>
              </a:p>
            </p:txBody>
          </p:sp>
          <p:sp>
            <p:nvSpPr>
              <p:cNvPr id="59441" name="Rectangle 54"/>
              <p:cNvSpPr/>
              <p:nvPr/>
            </p:nvSpPr>
            <p:spPr>
              <a:xfrm>
                <a:off x="2614" y="3294"/>
                <a:ext cx="575" cy="108"/>
              </a:xfrm>
              <a:prstGeom prst="rect">
                <a:avLst/>
              </a:prstGeom>
              <a:gradFill rotWithShape="1">
                <a:gsLst>
                  <a:gs pos="0">
                    <a:srgbClr val="9966FF"/>
                  </a:gs>
                  <a:gs pos="100000">
                    <a:schemeClr val="bg1"/>
                  </a:gs>
                </a:gsLst>
                <a:lin ang="5400000" scaled="1"/>
                <a:tileRect/>
              </a:gradFill>
              <a:ln w="15875" cap="flat" cmpd="sng">
                <a:solidFill>
                  <a:srgbClr val="000000"/>
                </a:solidFill>
                <a:prstDash val="solid"/>
                <a:miter/>
                <a:headEnd type="none" w="med" len="med"/>
                <a:tailEnd type="none" w="med" len="med"/>
              </a:ln>
            </p:spPr>
            <p:txBody>
              <a:bodyPr anchor="t"/>
              <a:lstStyle/>
              <a:p>
                <a:endParaRPr lang="zh-CN" altLang="en-US" b="0" dirty="0">
                  <a:solidFill>
                    <a:srgbClr val="000000"/>
                  </a:solidFill>
                  <a:latin typeface="Times New Roman" panose="02020603050405020304" pitchFamily="18" charset="0"/>
                  <a:ea typeface="宋体" panose="02010600030101010101" pitchFamily="2" charset="-122"/>
                </a:endParaRPr>
              </a:p>
            </p:txBody>
          </p:sp>
          <p:sp>
            <p:nvSpPr>
              <p:cNvPr id="59442" name="Rectangle 55"/>
              <p:cNvSpPr/>
              <p:nvPr/>
            </p:nvSpPr>
            <p:spPr>
              <a:xfrm>
                <a:off x="2758" y="3307"/>
                <a:ext cx="398" cy="109"/>
              </a:xfrm>
              <a:prstGeom prst="rect">
                <a:avLst/>
              </a:prstGeom>
              <a:noFill/>
              <a:ln w="9525">
                <a:noFill/>
              </a:ln>
            </p:spPr>
            <p:txBody>
              <a:bodyPr wrap="none" lIns="0" tIns="0" rIns="0" bIns="0" anchor="t">
                <a:spAutoFit/>
              </a:bodyPr>
              <a:lstStyle/>
              <a:p>
                <a:r>
                  <a:rPr lang="en-US" altLang="zh-CN" sz="1600" dirty="0">
                    <a:solidFill>
                      <a:srgbClr val="000000"/>
                    </a:solidFill>
                    <a:latin typeface="ËÎÌå" charset="0"/>
                  </a:rPr>
                  <a:t>00011100</a:t>
                </a:r>
                <a:endParaRPr lang="en-US" altLang="zh-CN" sz="1600" dirty="0">
                  <a:solidFill>
                    <a:srgbClr val="000000"/>
                  </a:solidFill>
                  <a:latin typeface="Times New Roman" panose="02020603050405020304" pitchFamily="18" charset="0"/>
                </a:endParaRPr>
              </a:p>
            </p:txBody>
          </p:sp>
          <p:sp>
            <p:nvSpPr>
              <p:cNvPr id="59443" name="Rectangle 56"/>
              <p:cNvSpPr/>
              <p:nvPr/>
            </p:nvSpPr>
            <p:spPr>
              <a:xfrm>
                <a:off x="2614" y="3402"/>
                <a:ext cx="575" cy="108"/>
              </a:xfrm>
              <a:prstGeom prst="rect">
                <a:avLst/>
              </a:prstGeom>
              <a:gradFill rotWithShape="1">
                <a:gsLst>
                  <a:gs pos="0">
                    <a:srgbClr val="9966FF"/>
                  </a:gs>
                  <a:gs pos="100000">
                    <a:schemeClr val="bg1"/>
                  </a:gs>
                </a:gsLst>
                <a:lin ang="5400000" scaled="1"/>
                <a:tileRect/>
              </a:gradFill>
              <a:ln w="15875" cap="flat" cmpd="sng">
                <a:solidFill>
                  <a:srgbClr val="000000"/>
                </a:solidFill>
                <a:prstDash val="solid"/>
                <a:miter/>
                <a:headEnd type="none" w="med" len="med"/>
                <a:tailEnd type="none" w="med" len="med"/>
              </a:ln>
            </p:spPr>
            <p:txBody>
              <a:bodyPr anchor="t"/>
              <a:lstStyle/>
              <a:p>
                <a:endParaRPr lang="zh-CN" altLang="en-US" dirty="0">
                  <a:solidFill>
                    <a:srgbClr val="000000"/>
                  </a:solidFill>
                  <a:latin typeface="Times New Roman" panose="02020603050405020304" pitchFamily="18" charset="0"/>
                  <a:ea typeface="宋体" panose="02010600030101010101" pitchFamily="2" charset="-122"/>
                </a:endParaRPr>
              </a:p>
            </p:txBody>
          </p:sp>
          <p:sp>
            <p:nvSpPr>
              <p:cNvPr id="59444" name="Rectangle 57"/>
              <p:cNvSpPr/>
              <p:nvPr/>
            </p:nvSpPr>
            <p:spPr>
              <a:xfrm>
                <a:off x="2614" y="3402"/>
                <a:ext cx="575" cy="108"/>
              </a:xfrm>
              <a:prstGeom prst="rect">
                <a:avLst/>
              </a:prstGeom>
              <a:noFill/>
              <a:ln w="15875" cap="flat" cmpd="sng">
                <a:solidFill>
                  <a:srgbClr val="000000"/>
                </a:solidFill>
                <a:prstDash val="solid"/>
                <a:miter/>
                <a:headEnd type="none" w="med" len="med"/>
                <a:tailEnd type="none" w="med" len="med"/>
              </a:ln>
            </p:spPr>
            <p:txBody>
              <a:bodyPr anchor="t"/>
              <a:lstStyle/>
              <a:p>
                <a:endParaRPr lang="zh-CN" altLang="en-US" b="0" dirty="0">
                  <a:solidFill>
                    <a:srgbClr val="000000"/>
                  </a:solidFill>
                  <a:latin typeface="Times New Roman" panose="02020603050405020304" pitchFamily="18" charset="0"/>
                  <a:ea typeface="宋体" panose="02010600030101010101" pitchFamily="2" charset="-122"/>
                </a:endParaRPr>
              </a:p>
            </p:txBody>
          </p:sp>
          <p:sp>
            <p:nvSpPr>
              <p:cNvPr id="59445" name="Rectangle 58"/>
              <p:cNvSpPr/>
              <p:nvPr/>
            </p:nvSpPr>
            <p:spPr>
              <a:xfrm>
                <a:off x="2758" y="3415"/>
                <a:ext cx="398" cy="109"/>
              </a:xfrm>
              <a:prstGeom prst="rect">
                <a:avLst/>
              </a:prstGeom>
              <a:noFill/>
              <a:ln w="9525">
                <a:noFill/>
              </a:ln>
            </p:spPr>
            <p:txBody>
              <a:bodyPr wrap="none" lIns="0" tIns="0" rIns="0" bIns="0" anchor="t">
                <a:spAutoFit/>
              </a:bodyPr>
              <a:lstStyle/>
              <a:p>
                <a:r>
                  <a:rPr lang="en-US" altLang="zh-CN" sz="1600" dirty="0">
                    <a:solidFill>
                      <a:srgbClr val="000000"/>
                    </a:solidFill>
                    <a:latin typeface="ËÎÌå" charset="0"/>
                  </a:rPr>
                  <a:t>11100111</a:t>
                </a:r>
                <a:endParaRPr lang="en-US" altLang="zh-CN" sz="1600" dirty="0">
                  <a:solidFill>
                    <a:srgbClr val="000000"/>
                  </a:solidFill>
                  <a:latin typeface="Times New Roman" panose="02020603050405020304" pitchFamily="18" charset="0"/>
                </a:endParaRPr>
              </a:p>
            </p:txBody>
          </p:sp>
          <p:sp>
            <p:nvSpPr>
              <p:cNvPr id="59446" name="Rectangle 59"/>
              <p:cNvSpPr/>
              <p:nvPr/>
            </p:nvSpPr>
            <p:spPr>
              <a:xfrm>
                <a:off x="2614" y="3515"/>
                <a:ext cx="575" cy="109"/>
              </a:xfrm>
              <a:prstGeom prst="rect">
                <a:avLst/>
              </a:prstGeom>
              <a:solidFill>
                <a:srgbClr val="E6E6E6"/>
              </a:solidFill>
              <a:ln w="9525">
                <a:noFill/>
              </a:ln>
            </p:spPr>
            <p:txBody>
              <a:bodyPr anchor="t"/>
              <a:lstStyle/>
              <a:p>
                <a:endParaRPr lang="zh-CN" altLang="en-US" dirty="0">
                  <a:solidFill>
                    <a:srgbClr val="000000"/>
                  </a:solidFill>
                  <a:latin typeface="Times New Roman" panose="02020603050405020304" pitchFamily="18" charset="0"/>
                  <a:ea typeface="宋体" panose="02010600030101010101" pitchFamily="2" charset="-122"/>
                </a:endParaRPr>
              </a:p>
            </p:txBody>
          </p:sp>
          <p:sp>
            <p:nvSpPr>
              <p:cNvPr id="59447" name="Rectangle 60"/>
              <p:cNvSpPr/>
              <p:nvPr/>
            </p:nvSpPr>
            <p:spPr>
              <a:xfrm>
                <a:off x="2614" y="3515"/>
                <a:ext cx="575" cy="109"/>
              </a:xfrm>
              <a:prstGeom prst="rect">
                <a:avLst/>
              </a:prstGeom>
              <a:gradFill rotWithShape="1">
                <a:gsLst>
                  <a:gs pos="0">
                    <a:srgbClr val="9966FF"/>
                  </a:gs>
                  <a:gs pos="100000">
                    <a:schemeClr val="bg1"/>
                  </a:gs>
                </a:gsLst>
                <a:lin ang="5400000" scaled="1"/>
                <a:tileRect/>
              </a:gradFill>
              <a:ln w="15875" cap="flat" cmpd="sng">
                <a:solidFill>
                  <a:srgbClr val="000000"/>
                </a:solidFill>
                <a:prstDash val="solid"/>
                <a:miter/>
                <a:headEnd type="none" w="med" len="med"/>
                <a:tailEnd type="none" w="med" len="med"/>
              </a:ln>
            </p:spPr>
            <p:txBody>
              <a:bodyPr anchor="t"/>
              <a:lstStyle/>
              <a:p>
                <a:endParaRPr lang="zh-CN" altLang="en-US" dirty="0">
                  <a:solidFill>
                    <a:srgbClr val="000000"/>
                  </a:solidFill>
                  <a:latin typeface="Times New Roman" panose="02020603050405020304" pitchFamily="18" charset="0"/>
                  <a:ea typeface="宋体" panose="02010600030101010101" pitchFamily="2" charset="-122"/>
                </a:endParaRPr>
              </a:p>
            </p:txBody>
          </p:sp>
          <p:sp>
            <p:nvSpPr>
              <p:cNvPr id="59448" name="Rectangle 61"/>
              <p:cNvSpPr/>
              <p:nvPr/>
            </p:nvSpPr>
            <p:spPr>
              <a:xfrm>
                <a:off x="2758" y="3529"/>
                <a:ext cx="398" cy="109"/>
              </a:xfrm>
              <a:prstGeom prst="rect">
                <a:avLst/>
              </a:prstGeom>
              <a:noFill/>
              <a:ln w="9525">
                <a:noFill/>
              </a:ln>
            </p:spPr>
            <p:txBody>
              <a:bodyPr wrap="none" lIns="0" tIns="0" rIns="0" bIns="0" anchor="t">
                <a:spAutoFit/>
              </a:bodyPr>
              <a:lstStyle/>
              <a:p>
                <a:r>
                  <a:rPr lang="en-US" altLang="zh-CN" sz="1600" dirty="0">
                    <a:solidFill>
                      <a:srgbClr val="000000"/>
                    </a:solidFill>
                    <a:latin typeface="ËÎÌå" charset="0"/>
                  </a:rPr>
                  <a:t>01011010</a:t>
                </a:r>
                <a:endParaRPr lang="en-US" altLang="zh-CN" sz="1600" dirty="0">
                  <a:solidFill>
                    <a:srgbClr val="000000"/>
                  </a:solidFill>
                  <a:latin typeface="Times New Roman" panose="02020603050405020304" pitchFamily="18" charset="0"/>
                </a:endParaRPr>
              </a:p>
            </p:txBody>
          </p:sp>
        </p:grpSp>
        <p:grpSp>
          <p:nvGrpSpPr>
            <p:cNvPr id="11" name="Group 68"/>
            <p:cNvGrpSpPr/>
            <p:nvPr/>
          </p:nvGrpSpPr>
          <p:grpSpPr>
            <a:xfrm>
              <a:off x="11395" y="2225"/>
              <a:ext cx="2268" cy="1475"/>
              <a:chOff x="4558" y="890"/>
              <a:chExt cx="907" cy="590"/>
            </a:xfrm>
          </p:grpSpPr>
          <p:grpSp>
            <p:nvGrpSpPr>
              <p:cNvPr id="59450" name="Group 63"/>
              <p:cNvGrpSpPr/>
              <p:nvPr/>
            </p:nvGrpSpPr>
            <p:grpSpPr>
              <a:xfrm>
                <a:off x="4785" y="890"/>
                <a:ext cx="680" cy="408"/>
                <a:chOff x="1791" y="1797"/>
                <a:chExt cx="680" cy="408"/>
              </a:xfrm>
            </p:grpSpPr>
            <p:sp>
              <p:nvSpPr>
                <p:cNvPr id="226368" name="Oval 64"/>
                <p:cNvSpPr>
                  <a:spLocks noChangeArrowheads="1"/>
                </p:cNvSpPr>
                <p:nvPr/>
              </p:nvSpPr>
              <p:spPr bwMode="auto">
                <a:xfrm>
                  <a:off x="1791" y="1797"/>
                  <a:ext cx="590" cy="408"/>
                </a:xfrm>
                <a:prstGeom prst="ellipse">
                  <a:avLst/>
                </a:prstGeom>
                <a:solidFill>
                  <a:schemeClr val="bg1"/>
                </a:solidFill>
                <a:ln w="9525">
                  <a:solidFill>
                    <a:schemeClr val="tx1"/>
                  </a:solidFill>
                  <a:round/>
                </a:ln>
                <a:effectLst>
                  <a:prstShdw prst="shdw18" dist="17961" dir="13500000">
                    <a:schemeClr val="tx1">
                      <a:gamma/>
                      <a:shade val="60000"/>
                      <a:invGamma/>
                    </a:schemeClr>
                  </a:prstShdw>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1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59452" name="Text Box 65"/>
                <p:cNvSpPr txBox="1"/>
                <p:nvPr/>
              </p:nvSpPr>
              <p:spPr>
                <a:xfrm>
                  <a:off x="1791" y="1888"/>
                  <a:ext cx="680" cy="212"/>
                </a:xfrm>
                <a:prstGeom prst="rect">
                  <a:avLst/>
                </a:prstGeom>
                <a:noFill/>
                <a:ln w="9525">
                  <a:noFill/>
                </a:ln>
                <a:effectLst>
                  <a:prstShdw prst="shdw17" dist="17961" dir="13499999">
                    <a:srgbClr val="999999"/>
                  </a:prstShdw>
                </a:effectLst>
              </p:spPr>
              <p:txBody>
                <a:bodyPr anchor="t">
                  <a:spAutoFit/>
                </a:bodyPr>
                <a:lstStyle/>
                <a:p>
                  <a:pPr defTabSz="914400" eaLnBrk="0" hangingPunct="0">
                    <a:spcBef>
                      <a:spcPct val="50000"/>
                    </a:spcBef>
                  </a:pPr>
                  <a:r>
                    <a:rPr lang="zh-CN" altLang="en-US" sz="1600">
                      <a:solidFill>
                        <a:srgbClr val="000000"/>
                      </a:solidFill>
                      <a:latin typeface="Times New Roman" panose="02020603050405020304" pitchFamily="18" charset="0"/>
                      <a:ea typeface="宋体" panose="02010600030101010101" pitchFamily="2" charset="-122"/>
                    </a:rPr>
                    <a:t>加载程序</a:t>
                  </a:r>
                </a:p>
              </p:txBody>
            </p:sp>
          </p:grpSp>
          <p:sp>
            <p:nvSpPr>
              <p:cNvPr id="226370" name="Line 66"/>
              <p:cNvSpPr>
                <a:spLocks noChangeShapeType="1"/>
              </p:cNvSpPr>
              <p:nvPr/>
            </p:nvSpPr>
            <p:spPr bwMode="auto">
              <a:xfrm flipH="1" flipV="1">
                <a:off x="5103" y="1299"/>
                <a:ext cx="0" cy="181"/>
              </a:xfrm>
              <a:prstGeom prst="line">
                <a:avLst/>
              </a:prstGeom>
              <a:noFill/>
              <a:ln w="9525">
                <a:solidFill>
                  <a:schemeClr val="tx1"/>
                </a:solidFill>
                <a:round/>
                <a:tailEnd type="triangle" w="med" len="med"/>
              </a:ln>
              <a:effectLst>
                <a:prstShdw prst="shdw18" dist="17961" dir="13500000">
                  <a:schemeClr val="tx1">
                    <a:gamma/>
                    <a:shade val="60000"/>
                    <a:invGamma/>
                  </a:schemeClr>
                </a:prstShdw>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1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226371" name="Line 67"/>
              <p:cNvSpPr>
                <a:spLocks noChangeShapeType="1"/>
              </p:cNvSpPr>
              <p:nvPr/>
            </p:nvSpPr>
            <p:spPr bwMode="auto">
              <a:xfrm flipH="1">
                <a:off x="4558" y="1026"/>
                <a:ext cx="226" cy="0"/>
              </a:xfrm>
              <a:prstGeom prst="line">
                <a:avLst/>
              </a:prstGeom>
              <a:noFill/>
              <a:ln w="9525">
                <a:solidFill>
                  <a:schemeClr val="tx1"/>
                </a:solidFill>
                <a:round/>
                <a:tailEnd type="triangle" w="med" len="med"/>
              </a:ln>
              <a:effectLst>
                <a:prstShdw prst="shdw18" dist="17961" dir="13500000">
                  <a:schemeClr val="tx1">
                    <a:gamma/>
                    <a:shade val="60000"/>
                    <a:invGamma/>
                  </a:schemeClr>
                </a:prstShdw>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1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grpSp>
          <p:nvGrpSpPr>
            <p:cNvPr id="13" name="Group 71"/>
            <p:cNvGrpSpPr/>
            <p:nvPr/>
          </p:nvGrpSpPr>
          <p:grpSpPr>
            <a:xfrm>
              <a:off x="6860" y="1090"/>
              <a:ext cx="2495" cy="720"/>
              <a:chOff x="2744" y="436"/>
              <a:chExt cx="998" cy="288"/>
            </a:xfrm>
          </p:grpSpPr>
          <p:sp>
            <p:nvSpPr>
              <p:cNvPr id="59456" name="Text Box 69"/>
              <p:cNvSpPr txBox="1"/>
              <p:nvPr/>
            </p:nvSpPr>
            <p:spPr>
              <a:xfrm>
                <a:off x="2744" y="436"/>
                <a:ext cx="544" cy="288"/>
              </a:xfrm>
              <a:prstGeom prst="rect">
                <a:avLst/>
              </a:prstGeom>
              <a:gradFill rotWithShape="1">
                <a:gsLst>
                  <a:gs pos="0">
                    <a:srgbClr val="FC9FCB">
                      <a:alpha val="100000"/>
                    </a:srgbClr>
                  </a:gs>
                  <a:gs pos="13000">
                    <a:srgbClr val="F8B049">
                      <a:alpha val="100000"/>
                    </a:srgbClr>
                  </a:gs>
                  <a:gs pos="21001">
                    <a:srgbClr val="F8B049">
                      <a:alpha val="100000"/>
                    </a:srgbClr>
                  </a:gs>
                  <a:gs pos="63000">
                    <a:srgbClr val="FEE7F2">
                      <a:alpha val="100000"/>
                    </a:srgbClr>
                  </a:gs>
                  <a:gs pos="67000">
                    <a:srgbClr val="F952A0">
                      <a:alpha val="100000"/>
                    </a:srgbClr>
                  </a:gs>
                  <a:gs pos="69000">
                    <a:srgbClr val="C50849">
                      <a:alpha val="100000"/>
                    </a:srgbClr>
                  </a:gs>
                  <a:gs pos="82001">
                    <a:srgbClr val="B43E85">
                      <a:alpha val="100000"/>
                    </a:srgbClr>
                  </a:gs>
                  <a:gs pos="100000">
                    <a:srgbClr val="F8B049">
                      <a:alpha val="100000"/>
                    </a:srgbClr>
                  </a:gs>
                </a:gsLst>
                <a:lin ang="5400000" scaled="1"/>
                <a:tileRect/>
              </a:gradFill>
              <a:ln w="9525">
                <a:noFill/>
              </a:ln>
              <a:effectLst>
                <a:prstShdw prst="shdw17" dist="17961" dir="13499999">
                  <a:srgbClr val="975F7A"/>
                </a:prstShdw>
              </a:effectLst>
            </p:spPr>
            <p:txBody>
              <a:bodyPr anchor="t">
                <a:spAutoFit/>
              </a:bodyPr>
              <a:lstStyle/>
              <a:p>
                <a:pPr>
                  <a:spcBef>
                    <a:spcPct val="50000"/>
                  </a:spcBef>
                </a:pPr>
                <a:r>
                  <a:rPr lang="en-US" altLang="zh-CN" sz="2400" dirty="0">
                    <a:solidFill>
                      <a:srgbClr val="000000"/>
                    </a:solidFill>
                    <a:latin typeface="Times New Roman" panose="02020603050405020304" pitchFamily="18" charset="0"/>
                  </a:rPr>
                  <a:t>CPU</a:t>
                </a:r>
              </a:p>
            </p:txBody>
          </p:sp>
          <p:sp>
            <p:nvSpPr>
              <p:cNvPr id="226374" name="Line 70"/>
              <p:cNvSpPr>
                <a:spLocks noChangeShapeType="1"/>
              </p:cNvSpPr>
              <p:nvPr/>
            </p:nvSpPr>
            <p:spPr bwMode="auto">
              <a:xfrm>
                <a:off x="3334" y="572"/>
                <a:ext cx="408" cy="0"/>
              </a:xfrm>
              <a:prstGeom prst="line">
                <a:avLst/>
              </a:prstGeom>
              <a:noFill/>
              <a:ln w="9525">
                <a:solidFill>
                  <a:schemeClr val="tx1"/>
                </a:solidFill>
                <a:round/>
                <a:headEnd type="triangle" w="med" len="med"/>
                <a:tailEnd type="triangle" w="med" len="med"/>
              </a:ln>
              <a:effectLst>
                <a:prstShdw prst="shdw18" dist="17961" dir="13500000">
                  <a:schemeClr val="tx1">
                    <a:gamma/>
                    <a:shade val="60000"/>
                    <a:invGamma/>
                  </a:schemeClr>
                </a:prstShdw>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1800" b="1"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grpSp>
        <p:sp>
          <p:nvSpPr>
            <p:cNvPr id="59458" name="Text Box 85"/>
            <p:cNvSpPr txBox="1"/>
            <p:nvPr/>
          </p:nvSpPr>
          <p:spPr>
            <a:xfrm>
              <a:off x="4826" y="8415"/>
              <a:ext cx="4642" cy="1016"/>
            </a:xfrm>
            <a:prstGeom prst="rect">
              <a:avLst/>
            </a:prstGeom>
            <a:noFill/>
            <a:ln w="9525">
              <a:noFill/>
            </a:ln>
            <a:effectLst>
              <a:prstShdw prst="shdw17" dist="17961" dir="13499999">
                <a:srgbClr val="999999"/>
              </a:prstShdw>
            </a:effectLst>
          </p:spPr>
          <p:txBody>
            <a:bodyPr wrap="square" anchor="t">
              <a:spAutoFit/>
            </a:bodyPr>
            <a:lstStyle/>
            <a:p>
              <a:pPr defTabSz="914400" eaLnBrk="0" hangingPunct="0">
                <a:spcBef>
                  <a:spcPct val="50000"/>
                </a:spcBef>
              </a:pPr>
              <a:r>
                <a:rPr lang="en-US" altLang="zh-CN">
                  <a:solidFill>
                    <a:srgbClr val="000000"/>
                  </a:solidFill>
                  <a:latin typeface="Times New Roman" panose="02020603050405020304" pitchFamily="18" charset="0"/>
                </a:rPr>
                <a:t>C</a:t>
              </a:r>
              <a:r>
                <a:rPr lang="zh-CN" altLang="en-US">
                  <a:solidFill>
                    <a:srgbClr val="000000"/>
                  </a:solidFill>
                  <a:latin typeface="Times New Roman" panose="02020603050405020304" pitchFamily="18" charset="0"/>
                  <a:ea typeface="宋体" panose="02010600030101010101" pitchFamily="2" charset="-122"/>
                </a:rPr>
                <a:t>标准库：有丰富的函数集，可供程序员直接使用。</a:t>
              </a:r>
            </a:p>
          </p:txBody>
        </p:sp>
      </p:grpSp>
    </p:spTree>
    <p:extLst>
      <p:ext uri="{BB962C8B-B14F-4D97-AF65-F5344CB8AC3E}">
        <p14:creationId xmlns:p14="http://schemas.microsoft.com/office/powerpoint/2010/main" val="186516049"/>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605" y="1319530"/>
            <a:ext cx="8468360" cy="4612005"/>
          </a:xfrm>
        </p:spPr>
        <p:txBody>
          <a:bodyPr vert="horz" wrap="square" lIns="91440" tIns="45720" rIns="91440" bIns="45720" numCol="1" anchor="t" anchorCtr="0" compatLnSpc="1"/>
          <a:lstStyle/>
          <a:p>
            <a:pPr marL="0" marR="0" lvl="0" indent="0" algn="l" defTabSz="914400" rtl="0" eaLnBrk="1" fontAlgn="base" latinLnBrk="0" hangingPunct="1">
              <a:lnSpc>
                <a:spcPct val="110000"/>
              </a:lnSpc>
              <a:spcBef>
                <a:spcPct val="0"/>
              </a:spcBef>
              <a:spcAft>
                <a:spcPct val="0"/>
              </a:spcAft>
              <a:buClrTx/>
              <a:buSzTx/>
              <a:buFontTx/>
              <a:buNone/>
              <a:defRPr/>
            </a:pPr>
            <a:r>
              <a:rPr kumimoji="0" lang="en-US" altLang="zh-CN" sz="2000" i="0" u="none" strike="noStrike" kern="1200" cap="none" spc="0" normalizeH="0" baseline="0" noProof="0" dirty="0">
                <a:ln>
                  <a:noFill/>
                </a:ln>
                <a:solidFill>
                  <a:srgbClr val="000000"/>
                </a:solidFill>
                <a:effectLst/>
                <a:uLnTx/>
                <a:uFillTx/>
                <a:latin typeface="Consolas" panose="020B0609020204030204" pitchFamily="49" charset="0"/>
              </a:rPr>
              <a:t>/*@</a:t>
            </a:r>
            <a:r>
              <a:rPr kumimoji="0" lang="en-US" altLang="zh-CN" sz="2000" i="0" u="none" strike="noStrike" kern="1200" cap="none" spc="0" normalizeH="0" baseline="0" noProof="0" dirty="0" err="1">
                <a:ln>
                  <a:noFill/>
                </a:ln>
                <a:solidFill>
                  <a:srgbClr val="000000"/>
                </a:solidFill>
                <a:effectLst/>
                <a:uLnTx/>
                <a:uFillTx/>
                <a:latin typeface="Consolas" panose="020B0609020204030204" pitchFamily="49" charset="0"/>
              </a:rPr>
              <a:t>author网络上的计算圆周率程序</a:t>
            </a:r>
            <a:r>
              <a:rPr kumimoji="0" lang="en-US" altLang="zh-CN" sz="2000" i="0" u="none" strike="noStrike" kern="1200" cap="none" spc="0" normalizeH="0" baseline="0" noProof="0" dirty="0">
                <a:ln>
                  <a:noFill/>
                </a:ln>
                <a:solidFill>
                  <a:srgbClr val="000000"/>
                </a:solidFill>
                <a:effectLst/>
                <a:uLnTx/>
                <a:uFillTx/>
                <a:latin typeface="Consolas" panose="020B0609020204030204" pitchFamily="49" charset="0"/>
              </a:rPr>
              <a:t> </a:t>
            </a:r>
          </a:p>
          <a:p>
            <a:pPr marL="0" marR="0" lvl="0" indent="0" algn="l" defTabSz="914400" rtl="0" eaLnBrk="1" fontAlgn="base" latinLnBrk="0" hangingPunct="1">
              <a:lnSpc>
                <a:spcPct val="110000"/>
              </a:lnSpc>
              <a:spcBef>
                <a:spcPct val="0"/>
              </a:spcBef>
              <a:spcAft>
                <a:spcPct val="0"/>
              </a:spcAft>
              <a:buClrTx/>
              <a:buSzTx/>
              <a:buFontTx/>
              <a:buNone/>
              <a:defRPr/>
            </a:pPr>
            <a:r>
              <a:rPr kumimoji="0" lang="en-US" altLang="zh-CN" sz="2000" i="0" u="none" strike="noStrike" kern="1200" cap="none" spc="0" normalizeH="0" baseline="0" noProof="0" dirty="0">
                <a:ln>
                  <a:noFill/>
                </a:ln>
                <a:solidFill>
                  <a:srgbClr val="000000"/>
                </a:solidFill>
                <a:effectLst/>
                <a:uLnTx/>
                <a:uFillTx/>
                <a:latin typeface="Consolas" panose="020B0609020204030204" pitchFamily="49" charset="0"/>
              </a:rPr>
              <a:t>@date 2015.10.6 </a:t>
            </a:r>
          </a:p>
          <a:p>
            <a:pPr marL="0" marR="0" lvl="0" indent="0" algn="l" defTabSz="914400" rtl="0" eaLnBrk="1" fontAlgn="base" latinLnBrk="0" hangingPunct="1">
              <a:lnSpc>
                <a:spcPct val="110000"/>
              </a:lnSpc>
              <a:spcBef>
                <a:spcPct val="0"/>
              </a:spcBef>
              <a:spcAft>
                <a:spcPct val="0"/>
              </a:spcAft>
              <a:buClrTx/>
              <a:buSzTx/>
              <a:buFontTx/>
              <a:buNone/>
              <a:defRPr/>
            </a:pPr>
            <a:r>
              <a:rPr kumimoji="0" lang="en-US" altLang="zh-CN" sz="2000" i="0" u="none" strike="noStrike" kern="1200" cap="none" spc="0" normalizeH="0" baseline="0" noProof="0" dirty="0">
                <a:ln>
                  <a:noFill/>
                </a:ln>
                <a:solidFill>
                  <a:srgbClr val="000000"/>
                </a:solidFill>
                <a:effectLst/>
                <a:uLnTx/>
                <a:uFillTx/>
                <a:latin typeface="Consolas" panose="020B0609020204030204" pitchFamily="49" charset="0"/>
              </a:rPr>
              <a:t>*/</a:t>
            </a:r>
          </a:p>
          <a:p>
            <a:pPr marL="0" marR="0" lvl="0" indent="0" algn="l" defTabSz="914400" rtl="0" eaLnBrk="1" fontAlgn="base" latinLnBrk="0" hangingPunct="1">
              <a:lnSpc>
                <a:spcPct val="110000"/>
              </a:lnSpc>
              <a:spcBef>
                <a:spcPct val="0"/>
              </a:spcBef>
              <a:spcAft>
                <a:spcPct val="0"/>
              </a:spcAft>
              <a:buClrTx/>
              <a:buSzTx/>
              <a:buFontTx/>
              <a:buNone/>
              <a:defRPr/>
            </a:pPr>
            <a:r>
              <a:rPr kumimoji="0" lang="en-US" altLang="zh-CN" sz="2000" kern="1200" noProof="0" dirty="0">
                <a:ln>
                  <a:noFill/>
                </a:ln>
                <a:solidFill>
                  <a:srgbClr val="000000"/>
                </a:solidFill>
                <a:effectLst/>
                <a:uLnTx/>
                <a:uFillTx/>
                <a:latin typeface="Consolas" panose="020B0609020204030204" pitchFamily="49" charset="0"/>
                <a:sym typeface="+mn-ea"/>
              </a:rPr>
              <a:t>int a=</a:t>
            </a:r>
            <a:r>
              <a:rPr kumimoji="0" lang="en-US" altLang="zh-CN" sz="2000" kern="1200" noProof="0" dirty="0" err="1">
                <a:ln>
                  <a:noFill/>
                </a:ln>
                <a:solidFill>
                  <a:srgbClr val="000000"/>
                </a:solidFill>
                <a:effectLst/>
                <a:uLnTx/>
                <a:uFillTx/>
                <a:latin typeface="Consolas" panose="020B0609020204030204" pitchFamily="49" charset="0"/>
                <a:sym typeface="+mn-ea"/>
              </a:rPr>
              <a:t>10000,b,c</a:t>
            </a:r>
            <a:r>
              <a:rPr kumimoji="0" lang="en-US" altLang="zh-CN" sz="2000" kern="1200" noProof="0" dirty="0">
                <a:ln>
                  <a:noFill/>
                </a:ln>
                <a:solidFill>
                  <a:srgbClr val="000000"/>
                </a:solidFill>
                <a:effectLst/>
                <a:uLnTx/>
                <a:uFillTx/>
                <a:latin typeface="Consolas" panose="020B0609020204030204" pitchFamily="49" charset="0"/>
                <a:sym typeface="+mn-ea"/>
              </a:rPr>
              <a:t>=</a:t>
            </a:r>
            <a:r>
              <a:rPr kumimoji="0" lang="en-US" altLang="zh-CN" sz="2000" kern="1200" noProof="0" dirty="0" err="1">
                <a:ln>
                  <a:noFill/>
                </a:ln>
                <a:solidFill>
                  <a:srgbClr val="000000"/>
                </a:solidFill>
                <a:effectLst/>
                <a:uLnTx/>
                <a:uFillTx/>
                <a:latin typeface="Consolas" panose="020B0609020204030204" pitchFamily="49" charset="0"/>
                <a:sym typeface="+mn-ea"/>
              </a:rPr>
              <a:t>8400,d,e,f</a:t>
            </a:r>
            <a:r>
              <a:rPr kumimoji="0" lang="en-US" altLang="zh-CN" sz="2000" kern="1200" noProof="0" dirty="0">
                <a:ln>
                  <a:noFill/>
                </a:ln>
                <a:solidFill>
                  <a:srgbClr val="000000"/>
                </a:solidFill>
                <a:effectLst/>
                <a:uLnTx/>
                <a:uFillTx/>
                <a:latin typeface="Consolas" panose="020B0609020204030204" pitchFamily="49" charset="0"/>
                <a:sym typeface="+mn-ea"/>
              </a:rPr>
              <a:t>[8401],g; </a:t>
            </a:r>
          </a:p>
          <a:p>
            <a:pPr marL="0" marR="0" lvl="0" indent="0" algn="l" defTabSz="914400" rtl="0" eaLnBrk="1" fontAlgn="base" latinLnBrk="0" hangingPunct="1">
              <a:lnSpc>
                <a:spcPct val="110000"/>
              </a:lnSpc>
              <a:spcBef>
                <a:spcPct val="0"/>
              </a:spcBef>
              <a:spcAft>
                <a:spcPct val="0"/>
              </a:spcAft>
              <a:buClrTx/>
              <a:buSzTx/>
              <a:buFontTx/>
              <a:buNone/>
              <a:defRPr/>
            </a:pPr>
            <a:r>
              <a:rPr kumimoji="0" lang="en-US" altLang="zh-CN" sz="2000" kern="1200" dirty="0" err="1">
                <a:solidFill>
                  <a:srgbClr val="000000"/>
                </a:solidFill>
                <a:latin typeface="Consolas" panose="020B0609020204030204" pitchFamily="49" charset="0"/>
              </a:rPr>
              <a:t>i</a:t>
            </a:r>
            <a:r>
              <a:rPr kumimoji="0" lang="en-US" altLang="zh-CN" sz="2000" i="0" u="none" strike="noStrike" kern="1200" cap="none" spc="0" normalizeH="0" baseline="0" noProof="0" dirty="0" err="1">
                <a:ln>
                  <a:noFill/>
                </a:ln>
                <a:solidFill>
                  <a:srgbClr val="000000"/>
                </a:solidFill>
                <a:effectLst/>
                <a:uLnTx/>
                <a:uFillTx/>
                <a:latin typeface="Consolas" panose="020B0609020204030204" pitchFamily="49" charset="0"/>
              </a:rPr>
              <a:t>nt</a:t>
            </a:r>
            <a:r>
              <a:rPr kumimoji="0" lang="en-US" altLang="zh-CN" sz="2000" i="0" u="none" strike="noStrike" kern="1200" cap="none" spc="0" normalizeH="0" baseline="0" noProof="0" dirty="0">
                <a:ln>
                  <a:noFill/>
                </a:ln>
                <a:solidFill>
                  <a:srgbClr val="000000"/>
                </a:solidFill>
                <a:effectLst/>
                <a:uLnTx/>
                <a:uFillTx/>
                <a:latin typeface="Consolas" panose="020B0609020204030204" pitchFamily="49" charset="0"/>
              </a:rPr>
              <a:t> main(){</a:t>
            </a:r>
          </a:p>
          <a:p>
            <a:pPr marL="0" marR="0" lvl="0" indent="0" algn="l" defTabSz="914400" rtl="0" eaLnBrk="1" fontAlgn="base" latinLnBrk="0" hangingPunct="1">
              <a:lnSpc>
                <a:spcPct val="110000"/>
              </a:lnSpc>
              <a:spcBef>
                <a:spcPct val="0"/>
              </a:spcBef>
              <a:spcAft>
                <a:spcPct val="0"/>
              </a:spcAft>
              <a:buClrTx/>
              <a:buSzTx/>
              <a:buFontTx/>
              <a:buNone/>
              <a:defRPr/>
            </a:pPr>
            <a:r>
              <a:rPr kumimoji="0" lang="en-US" altLang="zh-CN" sz="2000" i="0" u="none" strike="noStrike" kern="1200" cap="none" spc="0" normalizeH="0" baseline="0" noProof="0" dirty="0">
                <a:ln>
                  <a:noFill/>
                </a:ln>
                <a:solidFill>
                  <a:srgbClr val="000000"/>
                </a:solidFill>
                <a:effectLst/>
                <a:uLnTx/>
                <a:uFillTx/>
                <a:latin typeface="Consolas" panose="020B0609020204030204" pitchFamily="49" charset="0"/>
              </a:rPr>
              <a:t>       for(;b-c;)f[b++]=a/5;</a:t>
            </a:r>
          </a:p>
          <a:p>
            <a:pPr marL="0" marR="0" lvl="0" indent="0" algn="l" defTabSz="914400" rtl="0" eaLnBrk="1" fontAlgn="base" latinLnBrk="0" hangingPunct="1">
              <a:lnSpc>
                <a:spcPct val="110000"/>
              </a:lnSpc>
              <a:spcBef>
                <a:spcPct val="0"/>
              </a:spcBef>
              <a:spcAft>
                <a:spcPct val="0"/>
              </a:spcAft>
              <a:buClrTx/>
              <a:buSzTx/>
              <a:buFontTx/>
              <a:buNone/>
              <a:defRPr/>
            </a:pPr>
            <a:r>
              <a:rPr kumimoji="0" lang="en-US" altLang="zh-CN" sz="2000" i="0" u="none" strike="noStrike" kern="1200" cap="none" spc="0" normalizeH="0" baseline="0" noProof="0" dirty="0">
                <a:ln>
                  <a:noFill/>
                </a:ln>
                <a:solidFill>
                  <a:srgbClr val="000000"/>
                </a:solidFill>
                <a:effectLst/>
                <a:uLnTx/>
                <a:uFillTx/>
                <a:latin typeface="Consolas" panose="020B0609020204030204" pitchFamily="49" charset="0"/>
              </a:rPr>
              <a:t>       for(;d=</a:t>
            </a:r>
            <a:r>
              <a:rPr kumimoji="0" lang="en-US" altLang="zh-CN" sz="2000" i="0" u="none" strike="noStrike" kern="1200" cap="none" spc="0" normalizeH="0" baseline="0" noProof="0" dirty="0" err="1">
                <a:ln>
                  <a:noFill/>
                </a:ln>
                <a:solidFill>
                  <a:srgbClr val="000000"/>
                </a:solidFill>
                <a:effectLst/>
                <a:uLnTx/>
                <a:uFillTx/>
                <a:latin typeface="Consolas" panose="020B0609020204030204" pitchFamily="49" charset="0"/>
              </a:rPr>
              <a:t>0,g</a:t>
            </a:r>
            <a:r>
              <a:rPr kumimoji="0" lang="en-US" altLang="zh-CN" sz="2000" i="0" u="none" strike="noStrike" kern="1200" cap="none" spc="0" normalizeH="0" baseline="0" noProof="0" dirty="0">
                <a:ln>
                  <a:noFill/>
                </a:ln>
                <a:solidFill>
                  <a:srgbClr val="000000"/>
                </a:solidFill>
                <a:effectLst/>
                <a:uLnTx/>
                <a:uFillTx/>
                <a:latin typeface="Consolas" panose="020B0609020204030204" pitchFamily="49" charset="0"/>
              </a:rPr>
              <a:t>=c*</a:t>
            </a:r>
            <a:r>
              <a:rPr kumimoji="0" lang="en-US" altLang="zh-CN" sz="2000" i="0" u="none" strike="noStrike" kern="1200" cap="none" spc="0" normalizeH="0" baseline="0" noProof="0" dirty="0" err="1">
                <a:ln>
                  <a:noFill/>
                </a:ln>
                <a:solidFill>
                  <a:srgbClr val="000000"/>
                </a:solidFill>
                <a:effectLst/>
                <a:uLnTx/>
                <a:uFillTx/>
                <a:latin typeface="Consolas" panose="020B0609020204030204" pitchFamily="49" charset="0"/>
              </a:rPr>
              <a:t>2;c</a:t>
            </a:r>
            <a:r>
              <a:rPr kumimoji="0" lang="en-US" altLang="zh-CN" sz="2000" i="0" u="none" strike="noStrike" kern="1200" cap="none" spc="0" normalizeH="0" baseline="0" noProof="0" dirty="0">
                <a:ln>
                  <a:noFill/>
                </a:ln>
                <a:solidFill>
                  <a:srgbClr val="000000"/>
                </a:solidFill>
                <a:effectLst/>
                <a:uLnTx/>
                <a:uFillTx/>
                <a:latin typeface="Consolas" panose="020B0609020204030204" pitchFamily="49" charset="0"/>
              </a:rPr>
              <a:t>-=</a:t>
            </a:r>
            <a:r>
              <a:rPr kumimoji="0" lang="en-US" altLang="zh-CN" sz="2000" i="0" u="none" strike="noStrike" kern="1200" cap="none" spc="0" normalizeH="0" baseline="0" noProof="0" dirty="0" err="1">
                <a:ln>
                  <a:noFill/>
                </a:ln>
                <a:solidFill>
                  <a:srgbClr val="000000"/>
                </a:solidFill>
                <a:effectLst/>
                <a:uLnTx/>
                <a:uFillTx/>
                <a:latin typeface="Consolas" panose="020B0609020204030204" pitchFamily="49" charset="0"/>
              </a:rPr>
              <a:t>14,printf</a:t>
            </a:r>
            <a:r>
              <a:rPr kumimoji="0" lang="en-US" altLang="zh-CN" sz="2000" i="0" u="none" strike="noStrike" kern="1200" cap="none" spc="0" normalizeH="0" baseline="0" noProof="0" dirty="0">
                <a:ln>
                  <a:noFill/>
                </a:ln>
                <a:solidFill>
                  <a:srgbClr val="000000"/>
                </a:solidFill>
                <a:effectLst/>
                <a:uLnTx/>
                <a:uFillTx/>
                <a:latin typeface="Consolas" panose="020B0609020204030204" pitchFamily="49" charset="0"/>
              </a:rPr>
              <a:t>("%.</a:t>
            </a:r>
            <a:r>
              <a:rPr kumimoji="0" lang="en-US" altLang="zh-CN" sz="2000" i="0" u="none" strike="noStrike" kern="1200" cap="none" spc="0" normalizeH="0" baseline="0" noProof="0" dirty="0" err="1">
                <a:ln>
                  <a:noFill/>
                </a:ln>
                <a:solidFill>
                  <a:srgbClr val="000000"/>
                </a:solidFill>
                <a:effectLst/>
                <a:uLnTx/>
                <a:uFillTx/>
                <a:latin typeface="Consolas" panose="020B0609020204030204" pitchFamily="49" charset="0"/>
              </a:rPr>
              <a:t>4d</a:t>
            </a:r>
            <a:r>
              <a:rPr kumimoji="0" lang="en-US" altLang="zh-CN" sz="2000" i="0" u="none" strike="noStrike" kern="1200" cap="none" spc="0" normalizeH="0" baseline="0" noProof="0" dirty="0">
                <a:ln>
                  <a:noFill/>
                </a:ln>
                <a:solidFill>
                  <a:srgbClr val="000000"/>
                </a:solidFill>
                <a:effectLst/>
                <a:uLnTx/>
                <a:uFillTx/>
                <a:latin typeface="Consolas" panose="020B0609020204030204" pitchFamily="49" charset="0"/>
              </a:rPr>
              <a:t>",</a:t>
            </a:r>
            <a:r>
              <a:rPr kumimoji="0" lang="en-US" altLang="zh-CN" sz="2000" i="0" u="none" strike="noStrike" kern="1200" cap="none" spc="0" normalizeH="0" baseline="0" noProof="0" dirty="0" err="1">
                <a:ln>
                  <a:noFill/>
                </a:ln>
                <a:solidFill>
                  <a:srgbClr val="000000"/>
                </a:solidFill>
                <a:effectLst/>
                <a:uLnTx/>
                <a:uFillTx/>
                <a:latin typeface="Consolas" panose="020B0609020204030204" pitchFamily="49" charset="0"/>
              </a:rPr>
              <a:t>e+d</a:t>
            </a:r>
            <a:r>
              <a:rPr kumimoji="0" lang="en-US" altLang="zh-CN" sz="2000" i="0" u="none" strike="noStrike" kern="1200" cap="none" spc="0" normalizeH="0" baseline="0" noProof="0" dirty="0">
                <a:ln>
                  <a:noFill/>
                </a:ln>
                <a:solidFill>
                  <a:srgbClr val="000000"/>
                </a:solidFill>
                <a:effectLst/>
                <a:uLnTx/>
                <a:uFillTx/>
                <a:latin typeface="Consolas" panose="020B0609020204030204" pitchFamily="49" charset="0"/>
              </a:rPr>
              <a:t>/a),e=</a:t>
            </a:r>
            <a:r>
              <a:rPr kumimoji="0" lang="en-US" altLang="zh-CN" sz="2000" i="0" u="none" strike="noStrike" kern="1200" cap="none" spc="0" normalizeH="0" baseline="0" noProof="0" dirty="0" err="1">
                <a:ln>
                  <a:noFill/>
                </a:ln>
                <a:solidFill>
                  <a:srgbClr val="000000"/>
                </a:solidFill>
                <a:effectLst/>
                <a:uLnTx/>
                <a:uFillTx/>
                <a:latin typeface="Consolas" panose="020B0609020204030204" pitchFamily="49" charset="0"/>
              </a:rPr>
              <a:t>d%a</a:t>
            </a:r>
            <a:r>
              <a:rPr kumimoji="0" lang="en-US" altLang="zh-CN" sz="2000" i="0" u="none" strike="noStrike" kern="1200" cap="none" spc="0" normalizeH="0" baseline="0" noProof="0" dirty="0">
                <a:ln>
                  <a:noFill/>
                </a:ln>
                <a:solidFill>
                  <a:srgbClr val="000000"/>
                </a:solidFill>
                <a:effectLst/>
                <a:uLnTx/>
                <a:uFillTx/>
                <a:latin typeface="Consolas" panose="020B0609020204030204" pitchFamily="49" charset="0"/>
              </a:rPr>
              <a:t>)</a:t>
            </a:r>
          </a:p>
          <a:p>
            <a:pPr marL="0" marR="0" lvl="0" indent="0" algn="l" defTabSz="914400" rtl="0" eaLnBrk="1" fontAlgn="base" latinLnBrk="0" hangingPunct="1">
              <a:lnSpc>
                <a:spcPct val="110000"/>
              </a:lnSpc>
              <a:spcBef>
                <a:spcPct val="0"/>
              </a:spcBef>
              <a:spcAft>
                <a:spcPct val="0"/>
              </a:spcAft>
              <a:buClrTx/>
              <a:buSzTx/>
              <a:buFontTx/>
              <a:buNone/>
              <a:defRPr/>
            </a:pPr>
            <a:r>
              <a:rPr kumimoji="0" lang="en-US" altLang="zh-CN" sz="2000" i="0" u="none" strike="noStrike" kern="1200" cap="none" spc="0" normalizeH="0" baseline="0" noProof="0" dirty="0">
                <a:ln>
                  <a:noFill/>
                </a:ln>
                <a:solidFill>
                  <a:srgbClr val="000000"/>
                </a:solidFill>
                <a:effectLst/>
                <a:uLnTx/>
                <a:uFillTx/>
                <a:latin typeface="Consolas" panose="020B0609020204030204" pitchFamily="49" charset="0"/>
              </a:rPr>
              <a:t>       for(b=</a:t>
            </a:r>
            <a:r>
              <a:rPr kumimoji="0" lang="en-US" altLang="zh-CN" sz="2000" i="0" u="none" strike="noStrike" kern="1200" cap="none" spc="0" normalizeH="0" baseline="0" noProof="0" dirty="0" err="1">
                <a:ln>
                  <a:noFill/>
                </a:ln>
                <a:solidFill>
                  <a:srgbClr val="000000"/>
                </a:solidFill>
                <a:effectLst/>
                <a:uLnTx/>
                <a:uFillTx/>
                <a:latin typeface="Consolas" panose="020B0609020204030204" pitchFamily="49" charset="0"/>
              </a:rPr>
              <a:t>c;d</a:t>
            </a:r>
            <a:r>
              <a:rPr kumimoji="0" lang="en-US" altLang="zh-CN" sz="2000" i="0" u="none" strike="noStrike" kern="1200" cap="none" spc="0" normalizeH="0" baseline="0" noProof="0" dirty="0">
                <a:ln>
                  <a:noFill/>
                </a:ln>
                <a:solidFill>
                  <a:srgbClr val="000000"/>
                </a:solidFill>
                <a:effectLst/>
                <a:uLnTx/>
                <a:uFillTx/>
                <a:latin typeface="Consolas" panose="020B0609020204030204" pitchFamily="49" charset="0"/>
              </a:rPr>
              <a:t>+=f[b]*</a:t>
            </a:r>
            <a:r>
              <a:rPr kumimoji="0" lang="en-US" altLang="zh-CN" sz="2000" i="0" u="none" strike="noStrike" kern="1200" cap="none" spc="0" normalizeH="0" baseline="0" noProof="0" dirty="0" err="1">
                <a:ln>
                  <a:noFill/>
                </a:ln>
                <a:solidFill>
                  <a:srgbClr val="000000"/>
                </a:solidFill>
                <a:effectLst/>
                <a:uLnTx/>
                <a:uFillTx/>
                <a:latin typeface="Consolas" panose="020B0609020204030204" pitchFamily="49" charset="0"/>
              </a:rPr>
              <a:t>a,f</a:t>
            </a:r>
            <a:r>
              <a:rPr kumimoji="0" lang="en-US" altLang="zh-CN" sz="2000" i="0" u="none" strike="noStrike" kern="1200" cap="none" spc="0" normalizeH="0" baseline="0" noProof="0" dirty="0">
                <a:ln>
                  <a:noFill/>
                </a:ln>
                <a:solidFill>
                  <a:srgbClr val="000000"/>
                </a:solidFill>
                <a:effectLst/>
                <a:uLnTx/>
                <a:uFillTx/>
                <a:latin typeface="Consolas" panose="020B0609020204030204" pitchFamily="49" charset="0"/>
              </a:rPr>
              <a:t>[b]=d%--</a:t>
            </a:r>
            <a:r>
              <a:rPr kumimoji="0" lang="en-US" altLang="zh-CN" sz="2000" i="0" u="none" strike="noStrike" kern="1200" cap="none" spc="0" normalizeH="0" baseline="0" noProof="0" dirty="0" err="1">
                <a:ln>
                  <a:noFill/>
                </a:ln>
                <a:solidFill>
                  <a:srgbClr val="000000"/>
                </a:solidFill>
                <a:effectLst/>
                <a:uLnTx/>
                <a:uFillTx/>
                <a:latin typeface="Consolas" panose="020B0609020204030204" pitchFamily="49" charset="0"/>
              </a:rPr>
              <a:t>g,d</a:t>
            </a:r>
            <a:r>
              <a:rPr kumimoji="0" lang="en-US" altLang="zh-CN" sz="2000" i="0" u="none" strike="noStrike" kern="1200" cap="none" spc="0" normalizeH="0" baseline="0" noProof="0" dirty="0">
                <a:ln>
                  <a:noFill/>
                </a:ln>
                <a:solidFill>
                  <a:srgbClr val="000000"/>
                </a:solidFill>
                <a:effectLst/>
                <a:uLnTx/>
                <a:uFillTx/>
                <a:latin typeface="Consolas" panose="020B0609020204030204" pitchFamily="49" charset="0"/>
              </a:rPr>
              <a:t>/=g--,--</a:t>
            </a:r>
            <a:r>
              <a:rPr kumimoji="0" lang="en-US" altLang="zh-CN" sz="2000" i="0" u="none" strike="noStrike" kern="1200" cap="none" spc="0" normalizeH="0" baseline="0" noProof="0" dirty="0" err="1">
                <a:ln>
                  <a:noFill/>
                </a:ln>
                <a:solidFill>
                  <a:srgbClr val="000000"/>
                </a:solidFill>
                <a:effectLst/>
                <a:uLnTx/>
                <a:uFillTx/>
                <a:latin typeface="Consolas" panose="020B0609020204030204" pitchFamily="49" charset="0"/>
              </a:rPr>
              <a:t>b;d</a:t>
            </a:r>
            <a:r>
              <a:rPr kumimoji="0" lang="en-US" altLang="zh-CN" sz="2000" i="0" u="none" strike="noStrike" kern="1200" cap="none" spc="0" normalizeH="0" baseline="0" noProof="0" dirty="0">
                <a:ln>
                  <a:noFill/>
                </a:ln>
                <a:solidFill>
                  <a:srgbClr val="000000"/>
                </a:solidFill>
                <a:effectLst/>
                <a:uLnTx/>
                <a:uFillTx/>
                <a:latin typeface="Consolas" panose="020B0609020204030204" pitchFamily="49" charset="0"/>
              </a:rPr>
              <a:t>*=b);</a:t>
            </a:r>
          </a:p>
          <a:p>
            <a:pPr marL="0" marR="0" lvl="0" indent="0" algn="l" defTabSz="914400" rtl="0" eaLnBrk="1" fontAlgn="base" latinLnBrk="0" hangingPunct="1">
              <a:lnSpc>
                <a:spcPct val="110000"/>
              </a:lnSpc>
              <a:spcBef>
                <a:spcPct val="0"/>
              </a:spcBef>
              <a:spcAft>
                <a:spcPct val="0"/>
              </a:spcAft>
              <a:buClrTx/>
              <a:buSzTx/>
              <a:buFontTx/>
              <a:buNone/>
              <a:defRPr/>
            </a:pPr>
            <a:r>
              <a:rPr kumimoji="0" lang="en-US" altLang="zh-CN" sz="2000" i="0" u="none" strike="noStrike" kern="1200" cap="none" spc="0" normalizeH="0" baseline="0" noProof="0" dirty="0">
                <a:ln>
                  <a:noFill/>
                </a:ln>
                <a:solidFill>
                  <a:srgbClr val="000000"/>
                </a:solidFill>
                <a:effectLst/>
                <a:uLnTx/>
                <a:uFillTx/>
                <a:latin typeface="Consolas" panose="020B0609020204030204" pitchFamily="49" charset="0"/>
              </a:rPr>
              <a:t>}</a:t>
            </a:r>
          </a:p>
        </p:txBody>
      </p:sp>
      <p:sp>
        <p:nvSpPr>
          <p:cNvPr id="29699" name="灯片编号占位符 3"/>
          <p:cNvSpPr>
            <a:spLocks noGrp="1"/>
          </p:cNvSpPr>
          <p:nvPr>
            <p:ph type="sldNum" sz="quarter" idx="12"/>
          </p:nvPr>
        </p:nvSpPr>
        <p:spPr/>
        <p:txBody>
          <a:bodyPr wrap="square" lIns="91440" tIns="45720" rIns="91440" bIns="45720" anchor="t"/>
          <a:lstStyle>
            <a:lvl1pPr marL="0" lvl="0" indent="0" algn="l" defTabSz="914400" rtl="0" eaLnBrk="1" fontAlgn="base" latinLnBrk="0" hangingPunct="1">
              <a:lnSpc>
                <a:spcPct val="100000"/>
              </a:lnSpc>
              <a:spcBef>
                <a:spcPct val="0"/>
              </a:spcBef>
              <a:spcAft>
                <a:spcPct val="0"/>
              </a:spcAft>
              <a:buFontTx/>
              <a:buNone/>
              <a:defRPr sz="18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indent="0" algn="r">
              <a:spcBef>
                <a:spcPct val="50000"/>
              </a:spcBef>
            </a:pPr>
            <a:fld id="{9A0DB2DC-4C9A-4742-B13C-FB6460FD3503}" type="slidenum">
              <a:rPr lang="zh-CN" altLang="en-US" sz="1400" dirty="0"/>
              <a:t>32</a:t>
            </a:fld>
            <a:endParaRPr lang="zh-CN" altLang="en-US" sz="1400" dirty="0"/>
          </a:p>
        </p:txBody>
      </p:sp>
      <p:sp>
        <p:nvSpPr>
          <p:cNvPr id="4" name="标题 3"/>
          <p:cNvSpPr>
            <a:spLocks noGrp="1"/>
          </p:cNvSpPr>
          <p:nvPr>
            <p:ph type="title"/>
          </p:nvPr>
        </p:nvSpPr>
        <p:spPr/>
        <p:txBody>
          <a:bodyPr/>
          <a:lstStyle/>
          <a:p>
            <a:r>
              <a:rPr lang="zh-CN" altLang="en-US" dirty="0"/>
              <a:t>示例程序</a:t>
            </a: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091A147-E459-1406-E2D6-229319F912F9}"/>
              </a:ext>
            </a:extLst>
          </p:cNvPr>
          <p:cNvSpPr>
            <a:spLocks noGrp="1"/>
          </p:cNvSpPr>
          <p:nvPr>
            <p:ph type="title"/>
          </p:nvPr>
        </p:nvSpPr>
        <p:spPr/>
        <p:txBody>
          <a:bodyPr/>
          <a:lstStyle/>
          <a:p>
            <a:r>
              <a:rPr lang="zh-CN" altLang="en-US" dirty="0"/>
              <a:t>示例程序运行结果</a:t>
            </a:r>
          </a:p>
        </p:txBody>
      </p:sp>
      <p:sp>
        <p:nvSpPr>
          <p:cNvPr id="3" name="内容占位符 2">
            <a:extLst>
              <a:ext uri="{FF2B5EF4-FFF2-40B4-BE49-F238E27FC236}">
                <a16:creationId xmlns:a16="http://schemas.microsoft.com/office/drawing/2014/main" id="{BCB90208-995C-D322-8A2D-9CCF8DD98307}"/>
              </a:ext>
            </a:extLst>
          </p:cNvPr>
          <p:cNvSpPr>
            <a:spLocks noGrp="1"/>
          </p:cNvSpPr>
          <p:nvPr>
            <p:ph idx="1"/>
          </p:nvPr>
        </p:nvSpPr>
        <p:spPr/>
        <p:txBody>
          <a:bodyPr/>
          <a:lstStyle/>
          <a:p>
            <a:endParaRPr lang="zh-CN" altLang="en-US"/>
          </a:p>
        </p:txBody>
      </p:sp>
      <p:pic>
        <p:nvPicPr>
          <p:cNvPr id="4" name="图片 3">
            <a:extLst>
              <a:ext uri="{FF2B5EF4-FFF2-40B4-BE49-F238E27FC236}">
                <a16:creationId xmlns:a16="http://schemas.microsoft.com/office/drawing/2014/main" id="{8EDED019-4157-1888-C3EB-891ABFE3A53A}"/>
              </a:ext>
            </a:extLst>
          </p:cNvPr>
          <p:cNvPicPr>
            <a:picLocks noChangeAspect="1"/>
          </p:cNvPicPr>
          <p:nvPr/>
        </p:nvPicPr>
        <p:blipFill>
          <a:blip r:embed="rId2"/>
          <a:stretch>
            <a:fillRect/>
          </a:stretch>
        </p:blipFill>
        <p:spPr>
          <a:xfrm>
            <a:off x="251520" y="1065698"/>
            <a:ext cx="7953598" cy="5774840"/>
          </a:xfrm>
          <a:prstGeom prst="rect">
            <a:avLst/>
          </a:prstGeom>
        </p:spPr>
      </p:pic>
    </p:spTree>
    <p:extLst>
      <p:ext uri="{BB962C8B-B14F-4D97-AF65-F5344CB8AC3E}">
        <p14:creationId xmlns:p14="http://schemas.microsoft.com/office/powerpoint/2010/main" val="2805111521"/>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灯片编号占位符 4"/>
          <p:cNvSpPr>
            <a:spLocks noGrp="1"/>
          </p:cNvSpPr>
          <p:nvPr>
            <p:ph type="sldNum" sz="quarter" idx="12"/>
          </p:nvPr>
        </p:nvSpPr>
        <p:spPr/>
        <p:txBody>
          <a:bodyPr wrap="square" lIns="91440" tIns="45720" rIns="91440" bIns="45720" anchor="t"/>
          <a:lstStyle>
            <a:lvl1pPr marL="0" lvl="0" indent="0" algn="l" defTabSz="914400" rtl="0" eaLnBrk="1" fontAlgn="base" latinLnBrk="0" hangingPunct="1">
              <a:lnSpc>
                <a:spcPct val="100000"/>
              </a:lnSpc>
              <a:spcBef>
                <a:spcPct val="0"/>
              </a:spcBef>
              <a:spcAft>
                <a:spcPct val="0"/>
              </a:spcAft>
              <a:buFontTx/>
              <a:buNone/>
              <a:defRPr sz="18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indent="0" algn="r">
              <a:spcBef>
                <a:spcPct val="50000"/>
              </a:spcBef>
            </a:pPr>
            <a:fld id="{9A0DB2DC-4C9A-4742-B13C-FB6460FD3503}" type="slidenum">
              <a:rPr lang="zh-CN" altLang="en-US" sz="1400" dirty="0"/>
              <a:t>34</a:t>
            </a:fld>
            <a:endParaRPr lang="zh-CN" altLang="en-US" sz="1400" dirty="0"/>
          </a:p>
        </p:txBody>
      </p:sp>
      <p:graphicFrame>
        <p:nvGraphicFramePr>
          <p:cNvPr id="89090" name="Object 4"/>
          <p:cNvGraphicFramePr>
            <a:graphicFrameLocks noGrp="1" noChangeAspect="1"/>
          </p:cNvGraphicFramePr>
          <p:nvPr>
            <p:ph/>
          </p:nvPr>
        </p:nvGraphicFramePr>
        <p:xfrm>
          <a:off x="3348038" y="2349500"/>
          <a:ext cx="2293937" cy="2136775"/>
        </p:xfrm>
        <a:graphic>
          <a:graphicData uri="http://schemas.openxmlformats.org/presentationml/2006/ole">
            <mc:AlternateContent xmlns:mc="http://schemas.openxmlformats.org/markup-compatibility/2006">
              <mc:Choice xmlns:v="urn:schemas-microsoft-com:vml" Requires="v">
                <p:oleObj r:id="rId2" imgW="1132205" imgH="1054100" progId="MS_ClipArt_Gallery.2">
                  <p:embed/>
                </p:oleObj>
              </mc:Choice>
              <mc:Fallback>
                <p:oleObj r:id="rId2" imgW="1132205" imgH="1054100" progId="MS_ClipArt_Gallery.2">
                  <p:embed/>
                  <p:pic>
                    <p:nvPicPr>
                      <p:cNvPr id="0" name="图片 3081"/>
                      <p:cNvPicPr/>
                      <p:nvPr/>
                    </p:nvPicPr>
                    <p:blipFill>
                      <a:blip r:embed="rId3"/>
                      <a:stretch>
                        <a:fillRect/>
                      </a:stretch>
                    </p:blipFill>
                    <p:spPr>
                      <a:xfrm>
                        <a:off x="3348038" y="2349500"/>
                        <a:ext cx="2293937" cy="2136775"/>
                      </a:xfrm>
                      <a:prstGeom prst="rect">
                        <a:avLst/>
                      </a:prstGeom>
                      <a:noFill/>
                      <a:ln w="38100">
                        <a:miter/>
                      </a:ln>
                    </p:spPr>
                  </p:pic>
                </p:oleObj>
              </mc:Fallback>
            </mc:AlternateContent>
          </a:graphicData>
        </a:graphic>
      </p:graphicFrame>
    </p:spTree>
  </p:cSld>
  <p:clrMapOvr>
    <a:masterClrMapping/>
  </p:clrMapOvr>
  <p:transition/>
</p:sld>
</file>

<file path=ppt/theme/theme1.xml><?xml version="1.0" encoding="utf-8"?>
<a:theme xmlns:a="http://schemas.openxmlformats.org/drawingml/2006/main" name="经分互动规范介绍">
  <a:themeElements>
    <a:clrScheme name="经分互动规范介绍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经分互动规范介绍">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prstShdw prst="shdw18" dist="17961" dir="13500000">
            <a:schemeClr val="tx1">
              <a:gamma/>
              <a:shade val="60000"/>
              <a:invGamma/>
            </a:schemeClr>
          </a:prstShdw>
        </a:effectLst>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prstShdw prst="shdw18" dist="17961" dir="13500000">
            <a:schemeClr val="tx1">
              <a:gamma/>
              <a:shade val="60000"/>
              <a:invGamma/>
            </a:schemeClr>
          </a:prstShdw>
        </a:effectLst>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经分互动规范介绍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经分互动规范介绍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经分互动规范介绍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经分互动规范介绍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经分互动规范介绍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经分互动规范介绍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经分互动规范介绍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经分互动规范介绍">
  <a:themeElements>
    <a:clrScheme name="经分互动规范介绍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经分互动规范介绍">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20000"/>
          </a:spcBef>
          <a:spcAft>
            <a:spcPct val="0"/>
          </a:spcAft>
          <a:buClrTx/>
          <a:buSzTx/>
          <a:buFontTx/>
          <a:buNone/>
          <a:defRPr kumimoji="1" 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20000"/>
          </a:spcBef>
          <a:spcAft>
            <a:spcPct val="0"/>
          </a:spcAft>
          <a:buClrTx/>
          <a:buSzTx/>
          <a:buFontTx/>
          <a:buNone/>
          <a:defRPr kumimoji="1" 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经分互动规范介绍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经分互动规范介绍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经分互动规范介绍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经分互动规范介绍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经分互动规范介绍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经分互动规范介绍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经分互动规范介绍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计算导论与程序设计">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
        <a:dk1>
          <a:srgbClr val="FFFFFF"/>
        </a:dk1>
        <a:lt1>
          <a:srgbClr val="0000FF"/>
        </a:lt1>
        <a:dk2>
          <a:srgbClr val="FFFF00"/>
        </a:dk2>
        <a:lt2>
          <a:srgbClr val="000000"/>
        </a:lt2>
        <a:accent1>
          <a:srgbClr val="FF9900"/>
        </a:accent1>
        <a:accent2>
          <a:srgbClr val="00FFFF"/>
        </a:accent2>
        <a:accent3>
          <a:srgbClr val="AAAAFF"/>
        </a:accent3>
        <a:accent4>
          <a:srgbClr val="DCDCDC"/>
        </a:accent4>
        <a:accent5>
          <a:srgbClr val="FFCAAA"/>
        </a:accent5>
        <a:accent6>
          <a:srgbClr val="00E5E5"/>
        </a:accent6>
        <a:hlink>
          <a:srgbClr val="FF0033"/>
        </a:hlink>
        <a:folHlink>
          <a:srgbClr val="969696"/>
        </a:folHlink>
      </a:clrScheme>
      <a:clrMap bg1="lt1" tx1="dk1" bg2="lt2" tx2="dk2" accent1="accent1" accent2="accent2" accent3="accent3" accent4="accent4" accent5="accent5" accent6="accent6" hlink="hlink" folHlink="folHlink"/>
    </a:extraClrScheme>
    <a:extraClrScheme>
      <a:clrScheme name="">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2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1E1E1"/>
        </a:accent5>
        <a:accent6>
          <a:srgbClr val="787878"/>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9"/>
        </a:accent5>
        <a:accent6>
          <a:srgbClr val="0000E5"/>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1E1E1"/>
        </a:accent5>
        <a:accent6>
          <a:srgbClr val="005BE5"/>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9E5B7"/>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模板</Template>
  <TotalTime>197</TotalTime>
  <Words>2628</Words>
  <Application>Microsoft Office PowerPoint</Application>
  <PresentationFormat>全屏显示(4:3)</PresentationFormat>
  <Paragraphs>404</Paragraphs>
  <Slides>34</Slides>
  <Notes>3</Notes>
  <HiddenSlides>0</HiddenSlides>
  <MMClips>0</MMClips>
  <ScaleCrop>false</ScaleCrop>
  <HeadingPairs>
    <vt:vector size="8" baseType="variant">
      <vt:variant>
        <vt:lpstr>已用的字体</vt:lpstr>
      </vt:variant>
      <vt:variant>
        <vt:i4>9</vt:i4>
      </vt:variant>
      <vt:variant>
        <vt:lpstr>主题</vt:lpstr>
      </vt:variant>
      <vt:variant>
        <vt:i4>3</vt:i4>
      </vt:variant>
      <vt:variant>
        <vt:lpstr>嵌入 OLE 服务器</vt:lpstr>
      </vt:variant>
      <vt:variant>
        <vt:i4>3</vt:i4>
      </vt:variant>
      <vt:variant>
        <vt:lpstr>幻灯片标题</vt:lpstr>
      </vt:variant>
      <vt:variant>
        <vt:i4>34</vt:i4>
      </vt:variant>
    </vt:vector>
  </HeadingPairs>
  <TitlesOfParts>
    <vt:vector size="49" baseType="lpstr">
      <vt:lpstr>ËÎÌå</vt:lpstr>
      <vt:lpstr>Monotype Sorts</vt:lpstr>
      <vt:lpstr>楷体_GB2312</vt:lpstr>
      <vt:lpstr>宋体</vt:lpstr>
      <vt:lpstr>微软雅黑</vt:lpstr>
      <vt:lpstr>Arial</vt:lpstr>
      <vt:lpstr>Consolas</vt:lpstr>
      <vt:lpstr>Times New Roman</vt:lpstr>
      <vt:lpstr>Wingdings</vt:lpstr>
      <vt:lpstr>经分互动规范介绍</vt:lpstr>
      <vt:lpstr>1_经分互动规范介绍</vt:lpstr>
      <vt:lpstr>计算导论与程序设计</vt:lpstr>
      <vt:lpstr>Equation.3</vt:lpstr>
      <vt:lpstr>Visio.Drawing.11</vt:lpstr>
      <vt:lpstr>MS_ClipArt_Gallery.2</vt:lpstr>
      <vt:lpstr>PowerPoint 演示文稿</vt:lpstr>
      <vt:lpstr>回顾：可编程结构</vt:lpstr>
      <vt:lpstr>算法的作用</vt:lpstr>
      <vt:lpstr>例：欧几里得算法</vt:lpstr>
      <vt:lpstr>1.1     什么是程序设计语言</vt:lpstr>
      <vt:lpstr>PowerPoint 演示文稿</vt:lpstr>
      <vt:lpstr>计算机指令</vt:lpstr>
      <vt:lpstr>举例：计算机指令序列</vt:lpstr>
      <vt:lpstr>1.2     程序设计语言的演化－符号语言</vt:lpstr>
      <vt:lpstr>PowerPoint 演示文稿</vt:lpstr>
      <vt:lpstr>1.2     程序设计语言的演化－符号语言</vt:lpstr>
      <vt:lpstr>1.2     程序设计语言的演化－高级语言</vt:lpstr>
      <vt:lpstr>PowerPoint 演示文稿</vt:lpstr>
      <vt:lpstr>1.2     程序设计语言的演化</vt:lpstr>
      <vt:lpstr>1.2     程序设计语言的演化－高级语言</vt:lpstr>
      <vt:lpstr>1.2     程序设计语言的演化</vt:lpstr>
      <vt:lpstr>程序设计的方法</vt:lpstr>
      <vt:lpstr>PowerPoint 演示文稿</vt:lpstr>
      <vt:lpstr>过程化程序设计：子程序-语句</vt:lpstr>
      <vt:lpstr>PowerPoint 演示文稿</vt:lpstr>
      <vt:lpstr>语言的元素</vt:lpstr>
      <vt:lpstr>PowerPoint 演示文稿</vt:lpstr>
      <vt:lpstr>程序要素：数据与运算表达式</vt:lpstr>
      <vt:lpstr>程序要素：输入、输出</vt:lpstr>
      <vt:lpstr>程序要素：控制结构</vt:lpstr>
      <vt:lpstr>程序要素：子程序(函数)</vt:lpstr>
      <vt:lpstr>高级语言翻译器</vt:lpstr>
      <vt:lpstr>高级语言的翻译过程</vt:lpstr>
      <vt:lpstr>编程语言开发环境</vt:lpstr>
      <vt:lpstr>课后任务</vt:lpstr>
      <vt:lpstr>C编程活动：编码、编译、运行</vt:lpstr>
      <vt:lpstr>示例程序</vt:lpstr>
      <vt:lpstr>示例程序运行结果</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计算机导轮与程序设计</dc:title>
  <dc:creator>cyzhou</dc:creator>
  <cp:lastModifiedBy>zhang yanmei</cp:lastModifiedBy>
  <cp:revision>778</cp:revision>
  <dcterms:created xsi:type="dcterms:W3CDTF">2001-07-15T23:49:00Z</dcterms:created>
  <dcterms:modified xsi:type="dcterms:W3CDTF">2023-09-13T07:47:16Z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2052-11.1.0.8980</vt:lpwstr>
  </property>
</Properties>
</file>